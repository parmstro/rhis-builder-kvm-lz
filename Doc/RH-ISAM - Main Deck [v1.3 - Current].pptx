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46.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174.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69.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67.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164.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16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159.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71.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160.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53" r:id="rId5"/>
    <p:sldMasterId id="2147483754"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Lst>
  <p:sldSz cy="6858000" cx="12192000"/>
  <p:notesSz cx="6858000" cy="9144000"/>
  <p:embeddedFontLst>
    <p:embeddedFont>
      <p:font typeface="Red Hat Display SemiBold"/>
      <p:regular r:id="rId185"/>
      <p:bold r:id="rId186"/>
      <p:italic r:id="rId187"/>
      <p:boldItalic r:id="rId188"/>
    </p:embeddedFont>
    <p:embeddedFont>
      <p:font typeface="Red Hat Text Light"/>
      <p:regular r:id="rId189"/>
      <p:bold r:id="rId190"/>
      <p:italic r:id="rId191"/>
      <p:boldItalic r:id="rId192"/>
    </p:embeddedFont>
    <p:embeddedFont>
      <p:font typeface="Red Hat Text Medium"/>
      <p:regular r:id="rId193"/>
      <p:bold r:id="rId194"/>
      <p:italic r:id="rId195"/>
      <p:boldItalic r:id="rId196"/>
    </p:embeddedFont>
    <p:embeddedFont>
      <p:font typeface="Proxima Nova"/>
      <p:regular r:id="rId197"/>
      <p:bold r:id="rId198"/>
      <p:italic r:id="rId199"/>
      <p:boldItalic r:id="rId200"/>
    </p:embeddedFont>
    <p:embeddedFont>
      <p:font typeface="Red Hat Display Black"/>
      <p:bold r:id="rId201"/>
      <p:boldItalic r:id="rId202"/>
    </p:embeddedFont>
    <p:embeddedFont>
      <p:font typeface="Red Hat Display Medium"/>
      <p:regular r:id="rId203"/>
      <p:bold r:id="rId204"/>
      <p:italic r:id="rId205"/>
      <p:boldItalic r:id="rId206"/>
    </p:embeddedFont>
    <p:embeddedFont>
      <p:font typeface="Overpass SemiBold"/>
      <p:regular r:id="rId207"/>
      <p:bold r:id="rId208"/>
      <p:italic r:id="rId209"/>
      <p:boldItalic r:id="rId210"/>
    </p:embeddedFont>
    <p:embeddedFont>
      <p:font typeface="Red Hat Text"/>
      <p:regular r:id="rId211"/>
      <p:bold r:id="rId212"/>
      <p:italic r:id="rId213"/>
      <p:boldItalic r:id="rId214"/>
    </p:embeddedFont>
    <p:embeddedFont>
      <p:font typeface="Red Hat Display ExtraBold"/>
      <p:bold r:id="rId215"/>
      <p:boldItalic r:id="rId216"/>
    </p:embeddedFont>
    <p:embeddedFont>
      <p:font typeface="Roboto"/>
      <p:regular r:id="rId217"/>
      <p:bold r:id="rId218"/>
      <p:italic r:id="rId219"/>
      <p:boldItalic r:id="rId220"/>
    </p:embeddedFont>
    <p:embeddedFont>
      <p:font typeface="Overpass"/>
      <p:regular r:id="rId221"/>
      <p:bold r:id="rId222"/>
      <p:italic r:id="rId223"/>
      <p:boldItalic r:id="rId224"/>
    </p:embeddedFont>
    <p:embeddedFont>
      <p:font typeface="Red Hat Display"/>
      <p:regular r:id="rId225"/>
      <p:bold r:id="rId226"/>
      <p:italic r:id="rId227"/>
      <p:boldItalic r:id="rId228"/>
    </p:embeddedFont>
    <p:embeddedFont>
      <p:font typeface="Overpass Light"/>
      <p:regular r:id="rId229"/>
      <p:bold r:id="rId230"/>
      <p:italic r:id="rId231"/>
      <p:boldItalic r:id="rId2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5FF7F8D-138B-4539-A690-A636E2218571}">
  <a:tblStyle styleId="{A5FF7F8D-138B-4539-A690-A636E221857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496053D6-A400-4E36-B8C2-32F276C0D0F4}"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190" Type="http://schemas.openxmlformats.org/officeDocument/2006/relationships/font" Target="fonts/RedHatTextLight-bold.fntdata"/><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194" Type="http://schemas.openxmlformats.org/officeDocument/2006/relationships/font" Target="fonts/RedHatTextMedium-bold.fntdata"/><Relationship Id="rId43" Type="http://schemas.openxmlformats.org/officeDocument/2006/relationships/slide" Target="slides/slide36.xml"/><Relationship Id="rId193" Type="http://schemas.openxmlformats.org/officeDocument/2006/relationships/font" Target="fonts/RedHatTextMedium-regular.fntdata"/><Relationship Id="rId46" Type="http://schemas.openxmlformats.org/officeDocument/2006/relationships/slide" Target="slides/slide39.xml"/><Relationship Id="rId192" Type="http://schemas.openxmlformats.org/officeDocument/2006/relationships/font" Target="fonts/RedHatTextLight-boldItalic.fntdata"/><Relationship Id="rId45" Type="http://schemas.openxmlformats.org/officeDocument/2006/relationships/slide" Target="slides/slide38.xml"/><Relationship Id="rId191" Type="http://schemas.openxmlformats.org/officeDocument/2006/relationships/font" Target="fonts/RedHatTextLight-italic.fntdata"/><Relationship Id="rId48" Type="http://schemas.openxmlformats.org/officeDocument/2006/relationships/slide" Target="slides/slide41.xml"/><Relationship Id="rId187" Type="http://schemas.openxmlformats.org/officeDocument/2006/relationships/font" Target="fonts/RedHatDisplaySemiBold-italic.fntdata"/><Relationship Id="rId47" Type="http://schemas.openxmlformats.org/officeDocument/2006/relationships/slide" Target="slides/slide40.xml"/><Relationship Id="rId186" Type="http://schemas.openxmlformats.org/officeDocument/2006/relationships/font" Target="fonts/RedHatDisplaySemiBold-bold.fntdata"/><Relationship Id="rId185" Type="http://schemas.openxmlformats.org/officeDocument/2006/relationships/font" Target="fonts/RedHatDisplaySemiBold-regular.fntdata"/><Relationship Id="rId49" Type="http://schemas.openxmlformats.org/officeDocument/2006/relationships/slide" Target="slides/slide42.xml"/><Relationship Id="rId184" Type="http://schemas.openxmlformats.org/officeDocument/2006/relationships/slide" Target="slides/slide177.xml"/><Relationship Id="rId189" Type="http://schemas.openxmlformats.org/officeDocument/2006/relationships/font" Target="fonts/RedHatTextLight-regular.fntdata"/><Relationship Id="rId188" Type="http://schemas.openxmlformats.org/officeDocument/2006/relationships/font" Target="fonts/RedHatDisplaySemiBold-boldItalic.fntdata"/><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183" Type="http://schemas.openxmlformats.org/officeDocument/2006/relationships/slide" Target="slides/slide176.xml"/><Relationship Id="rId32" Type="http://schemas.openxmlformats.org/officeDocument/2006/relationships/slide" Target="slides/slide25.xml"/><Relationship Id="rId182" Type="http://schemas.openxmlformats.org/officeDocument/2006/relationships/slide" Target="slides/slide175.xml"/><Relationship Id="rId35" Type="http://schemas.openxmlformats.org/officeDocument/2006/relationships/slide" Target="slides/slide28.xml"/><Relationship Id="rId181" Type="http://schemas.openxmlformats.org/officeDocument/2006/relationships/slide" Target="slides/slide174.xml"/><Relationship Id="rId34" Type="http://schemas.openxmlformats.org/officeDocument/2006/relationships/slide" Target="slides/slide27.xml"/><Relationship Id="rId180" Type="http://schemas.openxmlformats.org/officeDocument/2006/relationships/slide" Target="slides/slide173.xml"/><Relationship Id="rId37" Type="http://schemas.openxmlformats.org/officeDocument/2006/relationships/slide" Target="slides/slide30.xml"/><Relationship Id="rId176" Type="http://schemas.openxmlformats.org/officeDocument/2006/relationships/slide" Target="slides/slide169.xml"/><Relationship Id="rId36" Type="http://schemas.openxmlformats.org/officeDocument/2006/relationships/slide" Target="slides/slide29.xml"/><Relationship Id="rId175" Type="http://schemas.openxmlformats.org/officeDocument/2006/relationships/slide" Target="slides/slide168.xml"/><Relationship Id="rId39" Type="http://schemas.openxmlformats.org/officeDocument/2006/relationships/slide" Target="slides/slide32.xml"/><Relationship Id="rId174" Type="http://schemas.openxmlformats.org/officeDocument/2006/relationships/slide" Target="slides/slide167.xml"/><Relationship Id="rId38" Type="http://schemas.openxmlformats.org/officeDocument/2006/relationships/slide" Target="slides/slide31.xml"/><Relationship Id="rId173" Type="http://schemas.openxmlformats.org/officeDocument/2006/relationships/slide" Target="slides/slide166.xml"/><Relationship Id="rId179" Type="http://schemas.openxmlformats.org/officeDocument/2006/relationships/slide" Target="slides/slide172.xml"/><Relationship Id="rId178" Type="http://schemas.openxmlformats.org/officeDocument/2006/relationships/slide" Target="slides/slide171.xml"/><Relationship Id="rId177" Type="http://schemas.openxmlformats.org/officeDocument/2006/relationships/slide" Target="slides/slide170.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98" Type="http://schemas.openxmlformats.org/officeDocument/2006/relationships/font" Target="fonts/ProximaNova-bold.fntdata"/><Relationship Id="rId14" Type="http://schemas.openxmlformats.org/officeDocument/2006/relationships/slide" Target="slides/slide7.xml"/><Relationship Id="rId197" Type="http://schemas.openxmlformats.org/officeDocument/2006/relationships/font" Target="fonts/ProximaNova-regular.fntdata"/><Relationship Id="rId17" Type="http://schemas.openxmlformats.org/officeDocument/2006/relationships/slide" Target="slides/slide10.xml"/><Relationship Id="rId196" Type="http://schemas.openxmlformats.org/officeDocument/2006/relationships/font" Target="fonts/RedHatTextMedium-boldItalic.fntdata"/><Relationship Id="rId16" Type="http://schemas.openxmlformats.org/officeDocument/2006/relationships/slide" Target="slides/slide9.xml"/><Relationship Id="rId195" Type="http://schemas.openxmlformats.org/officeDocument/2006/relationships/font" Target="fonts/RedHatTextMedium-italic.fntdata"/><Relationship Id="rId19" Type="http://schemas.openxmlformats.org/officeDocument/2006/relationships/slide" Target="slides/slide12.xml"/><Relationship Id="rId18" Type="http://schemas.openxmlformats.org/officeDocument/2006/relationships/slide" Target="slides/slide11.xml"/><Relationship Id="rId199" Type="http://schemas.openxmlformats.org/officeDocument/2006/relationships/font" Target="fonts/ProximaNova-italic.fntdata"/><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150" Type="http://schemas.openxmlformats.org/officeDocument/2006/relationships/slide" Target="slides/slide143.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2.xml"/><Relationship Id="rId4" Type="http://schemas.openxmlformats.org/officeDocument/2006/relationships/tableStyles" Target="tableStyles.xml"/><Relationship Id="rId148" Type="http://schemas.openxmlformats.org/officeDocument/2006/relationships/slide" Target="slides/slide141.xml"/><Relationship Id="rId9" Type="http://schemas.openxmlformats.org/officeDocument/2006/relationships/slide" Target="slides/slide2.xml"/><Relationship Id="rId143" Type="http://schemas.openxmlformats.org/officeDocument/2006/relationships/slide" Target="slides/slide136.xml"/><Relationship Id="rId142" Type="http://schemas.openxmlformats.org/officeDocument/2006/relationships/slide" Target="slides/slide135.xml"/><Relationship Id="rId141" Type="http://schemas.openxmlformats.org/officeDocument/2006/relationships/slide" Target="slides/slide134.xml"/><Relationship Id="rId140" Type="http://schemas.openxmlformats.org/officeDocument/2006/relationships/slide" Target="slides/slide133.xml"/><Relationship Id="rId5" Type="http://schemas.openxmlformats.org/officeDocument/2006/relationships/slideMaster" Target="slideMasters/slideMaster1.xml"/><Relationship Id="rId147" Type="http://schemas.openxmlformats.org/officeDocument/2006/relationships/slide" Target="slides/slide140.xml"/><Relationship Id="rId6" Type="http://schemas.openxmlformats.org/officeDocument/2006/relationships/slideMaster" Target="slideMasters/slideMaster2.xml"/><Relationship Id="rId146" Type="http://schemas.openxmlformats.org/officeDocument/2006/relationships/slide" Target="slides/slide139.xml"/><Relationship Id="rId7" Type="http://schemas.openxmlformats.org/officeDocument/2006/relationships/notesMaster" Target="notesMasters/notesMaster1.xml"/><Relationship Id="rId145" Type="http://schemas.openxmlformats.org/officeDocument/2006/relationships/slide" Target="slides/slide138.xml"/><Relationship Id="rId8" Type="http://schemas.openxmlformats.org/officeDocument/2006/relationships/slide" Target="slides/slide1.xml"/><Relationship Id="rId144" Type="http://schemas.openxmlformats.org/officeDocument/2006/relationships/slide" Target="slides/slide137.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139" Type="http://schemas.openxmlformats.org/officeDocument/2006/relationships/slide" Target="slides/slide132.xml"/><Relationship Id="rId138" Type="http://schemas.openxmlformats.org/officeDocument/2006/relationships/slide" Target="slides/slide131.xml"/><Relationship Id="rId137" Type="http://schemas.openxmlformats.org/officeDocument/2006/relationships/slide" Target="slides/slide130.xml"/><Relationship Id="rId132" Type="http://schemas.openxmlformats.org/officeDocument/2006/relationships/slide" Target="slides/slide125.xml"/><Relationship Id="rId131" Type="http://schemas.openxmlformats.org/officeDocument/2006/relationships/slide" Target="slides/slide124.xml"/><Relationship Id="rId130" Type="http://schemas.openxmlformats.org/officeDocument/2006/relationships/slide" Target="slides/slide123.xml"/><Relationship Id="rId136" Type="http://schemas.openxmlformats.org/officeDocument/2006/relationships/slide" Target="slides/slide129.xml"/><Relationship Id="rId135" Type="http://schemas.openxmlformats.org/officeDocument/2006/relationships/slide" Target="slides/slide128.xml"/><Relationship Id="rId134" Type="http://schemas.openxmlformats.org/officeDocument/2006/relationships/slide" Target="slides/slide127.xml"/><Relationship Id="rId133" Type="http://schemas.openxmlformats.org/officeDocument/2006/relationships/slide" Target="slides/slide126.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172" Type="http://schemas.openxmlformats.org/officeDocument/2006/relationships/slide" Target="slides/slide165.xml"/><Relationship Id="rId65" Type="http://schemas.openxmlformats.org/officeDocument/2006/relationships/slide" Target="slides/slide58.xml"/><Relationship Id="rId171" Type="http://schemas.openxmlformats.org/officeDocument/2006/relationships/slide" Target="slides/slide164.xml"/><Relationship Id="rId68" Type="http://schemas.openxmlformats.org/officeDocument/2006/relationships/slide" Target="slides/slide61.xml"/><Relationship Id="rId170" Type="http://schemas.openxmlformats.org/officeDocument/2006/relationships/slide" Target="slides/slide163.xml"/><Relationship Id="rId67" Type="http://schemas.openxmlformats.org/officeDocument/2006/relationships/slide" Target="slides/slide60.xml"/><Relationship Id="rId60" Type="http://schemas.openxmlformats.org/officeDocument/2006/relationships/slide" Target="slides/slide53.xml"/><Relationship Id="rId165" Type="http://schemas.openxmlformats.org/officeDocument/2006/relationships/slide" Target="slides/slide158.xml"/><Relationship Id="rId69" Type="http://schemas.openxmlformats.org/officeDocument/2006/relationships/slide" Target="slides/slide62.xml"/><Relationship Id="rId164" Type="http://schemas.openxmlformats.org/officeDocument/2006/relationships/slide" Target="slides/slide157.xml"/><Relationship Id="rId163" Type="http://schemas.openxmlformats.org/officeDocument/2006/relationships/slide" Target="slides/slide156.xml"/><Relationship Id="rId162" Type="http://schemas.openxmlformats.org/officeDocument/2006/relationships/slide" Target="slides/slide155.xml"/><Relationship Id="rId169" Type="http://schemas.openxmlformats.org/officeDocument/2006/relationships/slide" Target="slides/slide162.xml"/><Relationship Id="rId168" Type="http://schemas.openxmlformats.org/officeDocument/2006/relationships/slide" Target="slides/slide161.xml"/><Relationship Id="rId167" Type="http://schemas.openxmlformats.org/officeDocument/2006/relationships/slide" Target="slides/slide160.xml"/><Relationship Id="rId166" Type="http://schemas.openxmlformats.org/officeDocument/2006/relationships/slide" Target="slides/slide159.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161" Type="http://schemas.openxmlformats.org/officeDocument/2006/relationships/slide" Target="slides/slide154.xml"/><Relationship Id="rId54" Type="http://schemas.openxmlformats.org/officeDocument/2006/relationships/slide" Target="slides/slide47.xml"/><Relationship Id="rId160" Type="http://schemas.openxmlformats.org/officeDocument/2006/relationships/slide" Target="slides/slide153.xml"/><Relationship Id="rId57" Type="http://schemas.openxmlformats.org/officeDocument/2006/relationships/slide" Target="slides/slide50.xml"/><Relationship Id="rId56" Type="http://schemas.openxmlformats.org/officeDocument/2006/relationships/slide" Target="slides/slide49.xml"/><Relationship Id="rId159" Type="http://schemas.openxmlformats.org/officeDocument/2006/relationships/slide" Target="slides/slide152.xml"/><Relationship Id="rId59" Type="http://schemas.openxmlformats.org/officeDocument/2006/relationships/slide" Target="slides/slide52.xml"/><Relationship Id="rId154" Type="http://schemas.openxmlformats.org/officeDocument/2006/relationships/slide" Target="slides/slide147.xml"/><Relationship Id="rId58" Type="http://schemas.openxmlformats.org/officeDocument/2006/relationships/slide" Target="slides/slide51.xml"/><Relationship Id="rId153" Type="http://schemas.openxmlformats.org/officeDocument/2006/relationships/slide" Target="slides/slide146.xml"/><Relationship Id="rId152" Type="http://schemas.openxmlformats.org/officeDocument/2006/relationships/slide" Target="slides/slide145.xml"/><Relationship Id="rId151" Type="http://schemas.openxmlformats.org/officeDocument/2006/relationships/slide" Target="slides/slide144.xml"/><Relationship Id="rId158" Type="http://schemas.openxmlformats.org/officeDocument/2006/relationships/slide" Target="slides/slide151.xml"/><Relationship Id="rId157" Type="http://schemas.openxmlformats.org/officeDocument/2006/relationships/slide" Target="slides/slide150.xml"/><Relationship Id="rId156" Type="http://schemas.openxmlformats.org/officeDocument/2006/relationships/slide" Target="slides/slide149.xml"/><Relationship Id="rId155" Type="http://schemas.openxmlformats.org/officeDocument/2006/relationships/slide" Target="slides/slide148.xml"/><Relationship Id="rId107" Type="http://schemas.openxmlformats.org/officeDocument/2006/relationships/slide" Target="slides/slide100.xml"/><Relationship Id="rId228" Type="http://schemas.openxmlformats.org/officeDocument/2006/relationships/font" Target="fonts/RedHatDisplay-boldItalic.fntdata"/><Relationship Id="rId106" Type="http://schemas.openxmlformats.org/officeDocument/2006/relationships/slide" Target="slides/slide99.xml"/><Relationship Id="rId227" Type="http://schemas.openxmlformats.org/officeDocument/2006/relationships/font" Target="fonts/RedHatDisplay-italic.fntdata"/><Relationship Id="rId105" Type="http://schemas.openxmlformats.org/officeDocument/2006/relationships/slide" Target="slides/slide98.xml"/><Relationship Id="rId226" Type="http://schemas.openxmlformats.org/officeDocument/2006/relationships/font" Target="fonts/RedHatDisplay-bold.fntdata"/><Relationship Id="rId104" Type="http://schemas.openxmlformats.org/officeDocument/2006/relationships/slide" Target="slides/slide97.xml"/><Relationship Id="rId225" Type="http://schemas.openxmlformats.org/officeDocument/2006/relationships/font" Target="fonts/RedHatDisplay-regular.fntdata"/><Relationship Id="rId109" Type="http://schemas.openxmlformats.org/officeDocument/2006/relationships/slide" Target="slides/slide102.xml"/><Relationship Id="rId108" Type="http://schemas.openxmlformats.org/officeDocument/2006/relationships/slide" Target="slides/slide101.xml"/><Relationship Id="rId229" Type="http://schemas.openxmlformats.org/officeDocument/2006/relationships/font" Target="fonts/OverpassLight-regular.fntdata"/><Relationship Id="rId220" Type="http://schemas.openxmlformats.org/officeDocument/2006/relationships/font" Target="fonts/Roboto-boldItalic.fntdata"/><Relationship Id="rId103" Type="http://schemas.openxmlformats.org/officeDocument/2006/relationships/slide" Target="slides/slide96.xml"/><Relationship Id="rId224" Type="http://schemas.openxmlformats.org/officeDocument/2006/relationships/font" Target="fonts/Overpass-boldItalic.fntdata"/><Relationship Id="rId102" Type="http://schemas.openxmlformats.org/officeDocument/2006/relationships/slide" Target="slides/slide95.xml"/><Relationship Id="rId223" Type="http://schemas.openxmlformats.org/officeDocument/2006/relationships/font" Target="fonts/Overpass-italic.fntdata"/><Relationship Id="rId101" Type="http://schemas.openxmlformats.org/officeDocument/2006/relationships/slide" Target="slides/slide94.xml"/><Relationship Id="rId222" Type="http://schemas.openxmlformats.org/officeDocument/2006/relationships/font" Target="fonts/Overpass-bold.fntdata"/><Relationship Id="rId100" Type="http://schemas.openxmlformats.org/officeDocument/2006/relationships/slide" Target="slides/slide93.xml"/><Relationship Id="rId221" Type="http://schemas.openxmlformats.org/officeDocument/2006/relationships/font" Target="fonts/Overpass-regular.fntdata"/><Relationship Id="rId217" Type="http://schemas.openxmlformats.org/officeDocument/2006/relationships/font" Target="fonts/Roboto-regular.fntdata"/><Relationship Id="rId216" Type="http://schemas.openxmlformats.org/officeDocument/2006/relationships/font" Target="fonts/RedHatDisplayExtraBold-boldItalic.fntdata"/><Relationship Id="rId215" Type="http://schemas.openxmlformats.org/officeDocument/2006/relationships/font" Target="fonts/RedHatDisplayExtraBold-bold.fntdata"/><Relationship Id="rId214" Type="http://schemas.openxmlformats.org/officeDocument/2006/relationships/font" Target="fonts/RedHatText-boldItalic.fntdata"/><Relationship Id="rId219" Type="http://schemas.openxmlformats.org/officeDocument/2006/relationships/font" Target="fonts/Roboto-italic.fntdata"/><Relationship Id="rId218" Type="http://schemas.openxmlformats.org/officeDocument/2006/relationships/font" Target="fonts/Roboto-bold.fntdata"/><Relationship Id="rId213" Type="http://schemas.openxmlformats.org/officeDocument/2006/relationships/font" Target="fonts/RedHatText-italic.fntdata"/><Relationship Id="rId212" Type="http://schemas.openxmlformats.org/officeDocument/2006/relationships/font" Target="fonts/RedHatText-bold.fntdata"/><Relationship Id="rId211" Type="http://schemas.openxmlformats.org/officeDocument/2006/relationships/font" Target="fonts/RedHatText-regular.fntdata"/><Relationship Id="rId210" Type="http://schemas.openxmlformats.org/officeDocument/2006/relationships/font" Target="fonts/OverpassSemiBold-boldItalic.fntdata"/><Relationship Id="rId129" Type="http://schemas.openxmlformats.org/officeDocument/2006/relationships/slide" Target="slides/slide122.xml"/><Relationship Id="rId128" Type="http://schemas.openxmlformats.org/officeDocument/2006/relationships/slide" Target="slides/slide121.xml"/><Relationship Id="rId127" Type="http://schemas.openxmlformats.org/officeDocument/2006/relationships/slide" Target="slides/slide120.xml"/><Relationship Id="rId126" Type="http://schemas.openxmlformats.org/officeDocument/2006/relationships/slide" Target="slides/slide119.xml"/><Relationship Id="rId121" Type="http://schemas.openxmlformats.org/officeDocument/2006/relationships/slide" Target="slides/slide114.xml"/><Relationship Id="rId120" Type="http://schemas.openxmlformats.org/officeDocument/2006/relationships/slide" Target="slides/slide113.xml"/><Relationship Id="rId125" Type="http://schemas.openxmlformats.org/officeDocument/2006/relationships/slide" Target="slides/slide118.xml"/><Relationship Id="rId124" Type="http://schemas.openxmlformats.org/officeDocument/2006/relationships/slide" Target="slides/slide117.xml"/><Relationship Id="rId123" Type="http://schemas.openxmlformats.org/officeDocument/2006/relationships/slide" Target="slides/slide116.xml"/><Relationship Id="rId122" Type="http://schemas.openxmlformats.org/officeDocument/2006/relationships/slide" Target="slides/slide115.xml"/><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99" Type="http://schemas.openxmlformats.org/officeDocument/2006/relationships/slide" Target="slides/slide92.xml"/><Relationship Id="rId98" Type="http://schemas.openxmlformats.org/officeDocument/2006/relationships/slide" Target="slides/slide91.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8" Type="http://schemas.openxmlformats.org/officeDocument/2006/relationships/slide" Target="slides/slide111.xml"/><Relationship Id="rId117" Type="http://schemas.openxmlformats.org/officeDocument/2006/relationships/slide" Target="slides/slide110.xml"/><Relationship Id="rId116" Type="http://schemas.openxmlformats.org/officeDocument/2006/relationships/slide" Target="slides/slide109.xml"/><Relationship Id="rId115" Type="http://schemas.openxmlformats.org/officeDocument/2006/relationships/slide" Target="slides/slide108.xml"/><Relationship Id="rId119" Type="http://schemas.openxmlformats.org/officeDocument/2006/relationships/slide" Target="slides/slide112.xml"/><Relationship Id="rId110" Type="http://schemas.openxmlformats.org/officeDocument/2006/relationships/slide" Target="slides/slide103.xml"/><Relationship Id="rId231" Type="http://schemas.openxmlformats.org/officeDocument/2006/relationships/font" Target="fonts/OverpassLight-italic.fntdata"/><Relationship Id="rId230" Type="http://schemas.openxmlformats.org/officeDocument/2006/relationships/font" Target="fonts/OverpassLight-bold.fntdata"/><Relationship Id="rId114" Type="http://schemas.openxmlformats.org/officeDocument/2006/relationships/slide" Target="slides/slide107.xml"/><Relationship Id="rId113" Type="http://schemas.openxmlformats.org/officeDocument/2006/relationships/slide" Target="slides/slide106.xml"/><Relationship Id="rId112" Type="http://schemas.openxmlformats.org/officeDocument/2006/relationships/slide" Target="slides/slide105.xml"/><Relationship Id="rId111" Type="http://schemas.openxmlformats.org/officeDocument/2006/relationships/slide" Target="slides/slide104.xml"/><Relationship Id="rId232" Type="http://schemas.openxmlformats.org/officeDocument/2006/relationships/font" Target="fonts/OverpassLight-boldItalic.fntdata"/><Relationship Id="rId206" Type="http://schemas.openxmlformats.org/officeDocument/2006/relationships/font" Target="fonts/RedHatDisplayMedium-boldItalic.fntdata"/><Relationship Id="rId205" Type="http://schemas.openxmlformats.org/officeDocument/2006/relationships/font" Target="fonts/RedHatDisplayMedium-italic.fntdata"/><Relationship Id="rId204" Type="http://schemas.openxmlformats.org/officeDocument/2006/relationships/font" Target="fonts/RedHatDisplayMedium-bold.fntdata"/><Relationship Id="rId203" Type="http://schemas.openxmlformats.org/officeDocument/2006/relationships/font" Target="fonts/RedHatDisplayMedium-regular.fntdata"/><Relationship Id="rId209" Type="http://schemas.openxmlformats.org/officeDocument/2006/relationships/font" Target="fonts/OverpassSemiBold-italic.fntdata"/><Relationship Id="rId208" Type="http://schemas.openxmlformats.org/officeDocument/2006/relationships/font" Target="fonts/OverpassSemiBold-bold.fntdata"/><Relationship Id="rId207" Type="http://schemas.openxmlformats.org/officeDocument/2006/relationships/font" Target="fonts/OverpassSemiBold-regular.fntdata"/><Relationship Id="rId202" Type="http://schemas.openxmlformats.org/officeDocument/2006/relationships/font" Target="fonts/RedHatDisplayBlack-boldItalic.fntdata"/><Relationship Id="rId201" Type="http://schemas.openxmlformats.org/officeDocument/2006/relationships/font" Target="fonts/RedHatDisplayBlack-bold.fntdata"/><Relationship Id="rId200" Type="http://schemas.openxmlformats.org/officeDocument/2006/relationships/font" Target="fonts/ProximaNova-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ibm.com/topics/digital-operational-resilience-act" TargetMode="External"/><Relationship Id="rId3" Type="http://schemas.openxmlformats.org/officeDocument/2006/relationships/hyperlink" Target="http://www.digital-operational-resilience-act.com"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ccess.redhat.com/support/policy/updates/errata/" TargetMode="External"/><Relationship Id="rId3" Type="http://schemas.openxmlformats.org/officeDocument/2006/relationships/hyperlink" Target="https://www.centos.org/centos-linux/"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presentation/d/1d1CLSnTrQfyeLvOyKek9nZsL3HRd6qZW4ohQJitGHDI/edit?usp=sharing" TargetMode="External"/><Relationship Id="rId3" Type="http://schemas.openxmlformats.org/officeDocument/2006/relationships/slide" Target="/ppt/slides/slide1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redhat.com/en/blog/converting-centos-rhel-convert2rhel-and-satellite" TargetMode="Externa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ppt/slides/slide118.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pp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ccess.redhat.com/documentation/en-us/red_hat_enterprise_linux/7/html-single/upgrading_from_rhel_6_to_rhel_7/index" TargetMode="Externa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1" name="Shape 1581"/>
        <p:cNvGrpSpPr/>
        <p:nvPr/>
      </p:nvGrpSpPr>
      <p:grpSpPr>
        <a:xfrm>
          <a:off x="0" y="0"/>
          <a:ext cx="0" cy="0"/>
          <a:chOff x="0" y="0"/>
          <a:chExt cx="0" cy="0"/>
        </a:xfrm>
      </p:grpSpPr>
      <p:sp>
        <p:nvSpPr>
          <p:cNvPr id="1582" name="Google Shape;1582;g29e6907ab7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3" name="Google Shape;1583;g29e6907ab7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8" name="Shape 1588"/>
        <p:cNvGrpSpPr/>
        <p:nvPr/>
      </p:nvGrpSpPr>
      <p:grpSpPr>
        <a:xfrm>
          <a:off x="0" y="0"/>
          <a:ext cx="0" cy="0"/>
          <a:chOff x="0" y="0"/>
          <a:chExt cx="0" cy="0"/>
        </a:xfrm>
      </p:grpSpPr>
      <p:sp>
        <p:nvSpPr>
          <p:cNvPr id="1589" name="Google Shape;1589;g12150b96575_0_9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0" name="Google Shape;1590;g12150b96575_0_9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 Owner]: Paul Armstrong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5" name="Shape 1595"/>
        <p:cNvGrpSpPr/>
        <p:nvPr/>
      </p:nvGrpSpPr>
      <p:grpSpPr>
        <a:xfrm>
          <a:off x="0" y="0"/>
          <a:ext cx="0" cy="0"/>
          <a:chOff x="0" y="0"/>
          <a:chExt cx="0" cy="0"/>
        </a:xfrm>
      </p:grpSpPr>
      <p:sp>
        <p:nvSpPr>
          <p:cNvPr id="1596" name="Google Shape;1596;g1ed5484ac7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7" name="Google Shape;1597;g1ed5484ac7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 Owner]: Paul Armstrong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2" name="Shape 1602"/>
        <p:cNvGrpSpPr/>
        <p:nvPr/>
      </p:nvGrpSpPr>
      <p:grpSpPr>
        <a:xfrm>
          <a:off x="0" y="0"/>
          <a:ext cx="0" cy="0"/>
          <a:chOff x="0" y="0"/>
          <a:chExt cx="0" cy="0"/>
        </a:xfrm>
      </p:grpSpPr>
      <p:sp>
        <p:nvSpPr>
          <p:cNvPr id="1603" name="Google Shape;1603;g26356380bd1_0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4" name="Google Shape;1604;g26356380bd1_0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 Owner]: Paul Armstrong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1" name="Shape 1611"/>
        <p:cNvGrpSpPr/>
        <p:nvPr/>
      </p:nvGrpSpPr>
      <p:grpSpPr>
        <a:xfrm>
          <a:off x="0" y="0"/>
          <a:ext cx="0" cy="0"/>
          <a:chOff x="0" y="0"/>
          <a:chExt cx="0" cy="0"/>
        </a:xfrm>
      </p:grpSpPr>
      <p:sp>
        <p:nvSpPr>
          <p:cNvPr id="1612" name="Google Shape;1612;g1ed5484ac7a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3" name="Google Shape;1613;g1ed5484ac7a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Martijn Ten Heuvel, Paul Armstrong</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9" name="Shape 1619"/>
        <p:cNvGrpSpPr/>
        <p:nvPr/>
      </p:nvGrpSpPr>
      <p:grpSpPr>
        <a:xfrm>
          <a:off x="0" y="0"/>
          <a:ext cx="0" cy="0"/>
          <a:chOff x="0" y="0"/>
          <a:chExt cx="0" cy="0"/>
        </a:xfrm>
      </p:grpSpPr>
      <p:sp>
        <p:nvSpPr>
          <p:cNvPr id="1620" name="Google Shape;1620;g1ed5484ac7a_0_1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1" name="Google Shape;1621;g1ed5484ac7a_0_1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7" name="Shape 1627"/>
        <p:cNvGrpSpPr/>
        <p:nvPr/>
      </p:nvGrpSpPr>
      <p:grpSpPr>
        <a:xfrm>
          <a:off x="0" y="0"/>
          <a:ext cx="0" cy="0"/>
          <a:chOff x="0" y="0"/>
          <a:chExt cx="0" cy="0"/>
        </a:xfrm>
      </p:grpSpPr>
      <p:sp>
        <p:nvSpPr>
          <p:cNvPr id="1628" name="Google Shape;1628;g1ed5484ac7a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9" name="Google Shape;1629;g1ed5484ac7a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Martijn Ten Heuvel, Paul Armstrong</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8" name="Shape 1638"/>
        <p:cNvGrpSpPr/>
        <p:nvPr/>
      </p:nvGrpSpPr>
      <p:grpSpPr>
        <a:xfrm>
          <a:off x="0" y="0"/>
          <a:ext cx="0" cy="0"/>
          <a:chOff x="0" y="0"/>
          <a:chExt cx="0" cy="0"/>
        </a:xfrm>
      </p:grpSpPr>
      <p:sp>
        <p:nvSpPr>
          <p:cNvPr id="1639" name="Google Shape;1639;g2d18ae327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0" name="Google Shape;1640;g2d18ae327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0" name="Shape 1650"/>
        <p:cNvGrpSpPr/>
        <p:nvPr/>
      </p:nvGrpSpPr>
      <p:grpSpPr>
        <a:xfrm>
          <a:off x="0" y="0"/>
          <a:ext cx="0" cy="0"/>
          <a:chOff x="0" y="0"/>
          <a:chExt cx="0" cy="0"/>
        </a:xfrm>
      </p:grpSpPr>
      <p:sp>
        <p:nvSpPr>
          <p:cNvPr id="1651" name="Google Shape;1651;g1ed5484ac7a_3_2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2" name="Google Shape;1652;g1ed5484ac7a_3_2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a:t>
            </a:r>
            <a:r>
              <a:rPr lang="en" sz="1200">
                <a:solidFill>
                  <a:schemeClr val="dk1"/>
                </a:solidFill>
              </a:rPr>
              <a:t>Content Owner: Martijn Ten Heuvel, Jelke Dijkstra, Paul Armstrong]</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Strategic goals, tactical implementation or operational situations all lead to the need for infrastructure modernisation. Each level has upsides of having an automated, supported and scalable IT infrastructure landscape. It aligns with the need for application modernization, cloud migrations, security, but also with the needs of the engineer who has to much to do on a day-to-day base. Every organization needs to do more with less people, automating (Linux) infrastructure saves time that can be invested into modernization of the application landscape.</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u="sng">
                <a:solidFill>
                  <a:schemeClr val="hlink"/>
                </a:solidFill>
                <a:hlinkClick r:id="rId2"/>
              </a:rPr>
              <a:t>https://www.ibm.com/topics/digital-operational-resilience-act</a:t>
            </a:r>
            <a:br>
              <a:rPr lang="en" sz="1200">
                <a:solidFill>
                  <a:schemeClr val="dk1"/>
                </a:solidFill>
              </a:rPr>
            </a:br>
            <a:br>
              <a:rPr lang="en" sz="1200">
                <a:solidFill>
                  <a:schemeClr val="dk1"/>
                </a:solidFill>
              </a:rPr>
            </a:br>
            <a:r>
              <a:rPr lang="en" sz="1200">
                <a:solidFill>
                  <a:schemeClr val="dk1"/>
                </a:solidFill>
              </a:rPr>
              <a:t>"exit strategy" site:</a:t>
            </a:r>
            <a:r>
              <a:rPr lang="en" sz="1200" u="sng">
                <a:solidFill>
                  <a:schemeClr val="hlink"/>
                </a:solidFill>
                <a:hlinkClick r:id="rId3"/>
              </a:rPr>
              <a:t>www.digital-operational-resilience-act.com</a:t>
            </a:r>
            <a:br>
              <a:rPr lang="en" sz="1200">
                <a:solidFill>
                  <a:schemeClr val="dk1"/>
                </a:solidFill>
              </a:rPr>
            </a:br>
            <a:r>
              <a:rPr lang="en" sz="1200">
                <a:solidFill>
                  <a:schemeClr val="dk1"/>
                </a:solidFill>
              </a:rPr>
              <a:t>Digital Operational Resilience Act (DORA)</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Article 28, General principles</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8. For ICT services supporting critical or important functions, financial entities shall put in place exit strategies. The exit strategies shall take into account risks that may emerge at the level of ICT third-party service providers, in particular a possible failure on their part, a deterioration of the quality of the ICT services provided, any business disruption due to inappropriate or failed provision of ICT services or any material risk arising in relation to the appropriate and continuous deployment of the respective ICT service, or the termination of contractual arrangements with ICT third-party service providers under any of the circumstances listed in paragraph 7.</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Financial entities shall ensure that they are able to exit contractual arrangements without:</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(a) disruption to their business activities,</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(b) limiting compliance with regulatory requirements,</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(c) detriment to the continuity and quality of services provided to clients.</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b="1" lang="en" sz="1200">
                <a:solidFill>
                  <a:schemeClr val="dk1"/>
                </a:solidFill>
              </a:rPr>
              <a:t>Exit plans shall be comprehensive, documented and, in accordance with the criteria set out in Article 4(2), shall be sufficiently tested and reviewed periodically.</a:t>
            </a:r>
            <a:endParaRPr b="1"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Financial entities shall identify alternative solutions and develop transition plans enabling them to remove the contracted ICT services and the relevant data from the ICT third-party service provider and to securely and integrally transfer them to alternative providers or reincorporate them in-house.</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Financial entities shall have appropriate contingency measures in place to maintain business continuity in the event of the circumstances referred to in the first subparagraph.</a:t>
            </a:r>
            <a:endParaRPr sz="1200">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1" name="Shape 1661"/>
        <p:cNvGrpSpPr/>
        <p:nvPr/>
      </p:nvGrpSpPr>
      <p:grpSpPr>
        <a:xfrm>
          <a:off x="0" y="0"/>
          <a:ext cx="0" cy="0"/>
          <a:chOff x="0" y="0"/>
          <a:chExt cx="0" cy="0"/>
        </a:xfrm>
      </p:grpSpPr>
      <p:sp>
        <p:nvSpPr>
          <p:cNvPr id="1662" name="Google Shape;1662;g1ed5484ac7a_3_2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3" name="Google Shape;1663;g1ed5484ac7a_3_2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Martijn Ten Heuvel, Paul Armstrong]</a:t>
            </a:r>
            <a:endParaRPr>
              <a:solidFill>
                <a:schemeClr val="dk1"/>
              </a:solidFill>
            </a:endParaRPr>
          </a:p>
          <a:p>
            <a:pPr indent="0" lvl="0" marL="0" rtl="0" algn="l">
              <a:spcBef>
                <a:spcPts val="0"/>
              </a:spcBef>
              <a:spcAft>
                <a:spcPts val="0"/>
              </a:spcAft>
              <a:buNone/>
            </a:pPr>
            <a:r>
              <a:rPr lang="en">
                <a:solidFill>
                  <a:schemeClr val="dk1"/>
                </a:solidFill>
              </a:rPr>
              <a:t>This covers more reasons why to convert/upgrade/migrate</a:t>
            </a:r>
            <a:endParaRPr>
              <a:solidFill>
                <a:schemeClr val="dk1"/>
              </a:solidFill>
            </a:endParaRPr>
          </a:p>
          <a:p>
            <a:pPr indent="0" lvl="0" marL="0" rtl="0" algn="l">
              <a:spcBef>
                <a:spcPts val="0"/>
              </a:spcBef>
              <a:spcAft>
                <a:spcPts val="0"/>
              </a:spcAft>
              <a:buNone/>
            </a:pPr>
            <a:r>
              <a:t/>
            </a:r>
            <a:endParaRPr>
              <a:solidFill>
                <a:schemeClr val="dk1"/>
              </a:solidFill>
            </a:endParaRPr>
          </a:p>
          <a:p>
            <a:pPr indent="-298450" lvl="0" marL="457200" rtl="0" algn="l">
              <a:spcBef>
                <a:spcPts val="0"/>
              </a:spcBef>
              <a:spcAft>
                <a:spcPts val="0"/>
              </a:spcAft>
              <a:buSzPts val="1100"/>
              <a:buChar char="●"/>
            </a:pPr>
            <a:r>
              <a:rPr lang="en"/>
              <a:t>What we see at customers is that their workloads always grow.</a:t>
            </a:r>
            <a:endParaRPr/>
          </a:p>
          <a:p>
            <a:pPr indent="-298450" lvl="0" marL="457200" rtl="0" algn="l">
              <a:spcBef>
                <a:spcPts val="0"/>
              </a:spcBef>
              <a:spcAft>
                <a:spcPts val="0"/>
              </a:spcAft>
              <a:buSzPts val="1100"/>
              <a:buChar char="●"/>
            </a:pPr>
            <a:r>
              <a:rPr lang="en"/>
              <a:t>However, we also see customers having their workforce decline, for various reasons. </a:t>
            </a:r>
            <a:endParaRPr/>
          </a:p>
          <a:p>
            <a:pPr indent="-298450" lvl="0" marL="457200" rtl="0" algn="l">
              <a:spcBef>
                <a:spcPts val="0"/>
              </a:spcBef>
              <a:spcAft>
                <a:spcPts val="0"/>
              </a:spcAft>
              <a:buSzPts val="1100"/>
              <a:buChar char="●"/>
            </a:pPr>
            <a:r>
              <a:rPr lang="en"/>
              <a:t>Oftentimes, this means the corresponding responsibilities become unclear, </a:t>
            </a:r>
            <a:r>
              <a:rPr lang="en"/>
              <a:t>things like</a:t>
            </a:r>
            <a:r>
              <a:rPr lang="en"/>
              <a:t> raci tables may exist but aren’t known, enforced or maintained.</a:t>
            </a:r>
            <a:endParaRPr/>
          </a:p>
          <a:p>
            <a:pPr indent="-298450" lvl="0" marL="457200" rtl="0" algn="l">
              <a:spcBef>
                <a:spcPts val="0"/>
              </a:spcBef>
              <a:spcAft>
                <a:spcPts val="0"/>
              </a:spcAft>
              <a:buSzPts val="1100"/>
              <a:buChar char="●"/>
            </a:pPr>
            <a:r>
              <a:rPr lang="en"/>
              <a:t>Demands for accountability and auditability grow: it is needed to prove the state of systems. </a:t>
            </a:r>
            <a:br>
              <a:rPr lang="en"/>
            </a:br>
            <a:r>
              <a:rPr lang="en"/>
              <a:t>Audits lead to disaster, as the entire organization is stuck when the  </a:t>
            </a:r>
            <a:endParaRPr/>
          </a:p>
          <a:p>
            <a:pPr indent="-298450" lvl="0" marL="457200" rtl="0" algn="l">
              <a:spcBef>
                <a:spcPts val="0"/>
              </a:spcBef>
              <a:spcAft>
                <a:spcPts val="0"/>
              </a:spcAft>
              <a:buSzPts val="1100"/>
              <a:buChar char="●"/>
            </a:pPr>
            <a:r>
              <a:rPr lang="en"/>
              <a:t>Quality becomes an issue and as a consequence, customers start to leave and revenue declines.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1" name="Shape 1671"/>
        <p:cNvGrpSpPr/>
        <p:nvPr/>
      </p:nvGrpSpPr>
      <p:grpSpPr>
        <a:xfrm>
          <a:off x="0" y="0"/>
          <a:ext cx="0" cy="0"/>
          <a:chOff x="0" y="0"/>
          <a:chExt cx="0" cy="0"/>
        </a:xfrm>
      </p:grpSpPr>
      <p:sp>
        <p:nvSpPr>
          <p:cNvPr id="1672" name="Google Shape;1672;g1ed5484ac7a_3_2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3" name="Google Shape;1673;g1ed5484ac7a_3_2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Martijn Ten Heuvel, Paul Armstrong]</a:t>
            </a:r>
            <a:endParaRPr/>
          </a:p>
          <a:p>
            <a:pPr indent="0" lvl="0" marL="0" rtl="0" algn="l">
              <a:spcBef>
                <a:spcPts val="0"/>
              </a:spcBef>
              <a:spcAft>
                <a:spcPts val="0"/>
              </a:spcAft>
              <a:buNone/>
            </a:pPr>
            <a:r>
              <a:rPr lang="en"/>
              <a:t>This slide identifies the sources of the strategy described in the previous slide.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covers reasons why to convert/upgrade/migrate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0" name="Shape 1680"/>
        <p:cNvGrpSpPr/>
        <p:nvPr/>
      </p:nvGrpSpPr>
      <p:grpSpPr>
        <a:xfrm>
          <a:off x="0" y="0"/>
          <a:ext cx="0" cy="0"/>
          <a:chOff x="0" y="0"/>
          <a:chExt cx="0" cy="0"/>
        </a:xfrm>
      </p:grpSpPr>
      <p:sp>
        <p:nvSpPr>
          <p:cNvPr id="1681" name="Google Shape;1681;g1ed5484ac7a_3_2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2" name="Google Shape;1682;g1ed5484ac7a_3_2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Martijn Ten Heuvel]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Life-cycle dates as presented at </a:t>
            </a:r>
            <a:r>
              <a:rPr lang="en" u="sng">
                <a:solidFill>
                  <a:schemeClr val="hlink"/>
                </a:solidFill>
                <a:hlinkClick r:id="rId2"/>
              </a:rPr>
              <a:t>https://access.redhat.com/support/policy/updates/errata/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overview provides insights into the timelines Red Hat provides for the adoption of new versions of the platform.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CentOS 7 END date is June 30th 2024. This aligns to the end date of RHEL7 Maintenance Support 2 ending. (</a:t>
            </a:r>
            <a:r>
              <a:rPr lang="en" u="sng">
                <a:solidFill>
                  <a:schemeClr val="hlink"/>
                </a:solidFill>
                <a:hlinkClick r:id="rId3"/>
              </a:rPr>
              <a:t>https://www.centos.org/centos-linux/</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Important</a:t>
            </a:r>
            <a:r>
              <a:rPr lang="en"/>
              <a:t>: there are releases such as the Update Services for SAP Solutions which may follow a different path</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1" name="Shape 1691"/>
        <p:cNvGrpSpPr/>
        <p:nvPr/>
      </p:nvGrpSpPr>
      <p:grpSpPr>
        <a:xfrm>
          <a:off x="0" y="0"/>
          <a:ext cx="0" cy="0"/>
          <a:chOff x="0" y="0"/>
          <a:chExt cx="0" cy="0"/>
        </a:xfrm>
      </p:grpSpPr>
      <p:sp>
        <p:nvSpPr>
          <p:cNvPr id="1692" name="Google Shape;1692;g1ed5484ac7a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3" name="Google Shape;1693;g1ed5484ac7a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a:t>
            </a:r>
            <a:r>
              <a:rPr lang="en" sz="1200">
                <a:solidFill>
                  <a:schemeClr val="dk1"/>
                </a:solidFill>
              </a:rPr>
              <a:t>Content Owner]: Martijn Ten Heuvel, Jelke Dijkstra</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The personas are here to identify where we are going to be able to position the solution</a:t>
            </a:r>
            <a:endParaRPr sz="1200">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3" name="Shape 1723"/>
        <p:cNvGrpSpPr/>
        <p:nvPr/>
      </p:nvGrpSpPr>
      <p:grpSpPr>
        <a:xfrm>
          <a:off x="0" y="0"/>
          <a:ext cx="0" cy="0"/>
          <a:chOff x="0" y="0"/>
          <a:chExt cx="0" cy="0"/>
        </a:xfrm>
      </p:grpSpPr>
      <p:sp>
        <p:nvSpPr>
          <p:cNvPr id="1724" name="Google Shape;1724;g12585b8ed9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5" name="Google Shape;1725;g12585b8ed9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Linux Adoption is no different than any other operating system. It starts with 1 guy deploying 1 server and figuring out how it is supposed to work. Then they create a second system and connect them on a network. Now they have to figure out all the things that make systems talk and play nice with each other on a network.</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Authentication, Name Services, Time Services, etc.. all the things that are there before we even think about putting an application on a system.</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Then we have to keep it up to date as we work with it, back it up, configure it.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All this is pretty simple with 2 machines and not very labour intensive.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What happens when we get to 10? 100? 1000?</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Each team can take their own approach to these challenges. Then when they come together, we get standards that, well, aren’t so standard.</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Why can’t I create an infrastructure like a cloud provider!... Well you can. There are some steps we need to take though.</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Cloud providers scale, because of automation. They can only automate because they are highly standardized. *This* is the way we do “X”</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So, we need standardization before we can automate.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Its not done, because its never perfect. Perfect is the enemy of Good.</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So we Iterate. What does this start to look like… What are some of our blockers..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6" name="Shape 1776"/>
        <p:cNvGrpSpPr/>
        <p:nvPr/>
      </p:nvGrpSpPr>
      <p:grpSpPr>
        <a:xfrm>
          <a:off x="0" y="0"/>
          <a:ext cx="0" cy="0"/>
          <a:chOff x="0" y="0"/>
          <a:chExt cx="0" cy="0"/>
        </a:xfrm>
      </p:grpSpPr>
      <p:sp>
        <p:nvSpPr>
          <p:cNvPr id="1777" name="Google Shape;1777;g70af89ae4c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8" name="Google Shape;1778;g70af89ae4c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One of the concepts that we will discuss in that of the Standard Operating Environment. In a nutshell, it encompasses the content that we allow on our Linux systems, but it also helps us define how and when it gets there. One of the challenges that we at Red Hat see in many customers is that the way in which systems are spec’d out and built is so customized, that it is essentially a monolith. Once it is built, maintenance, revision and reuse are next to impossible. Also, different parts of the organization may have implemented different standards, or generated exceptions to meet deadlines, etc.. If we take the time to redefine the systems in terms of the functional layers of the software stack we can drive out the necessary components The refactoring will revive the flexibility in our environment, allowing more easy recombination and streamlining maintenance.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As we refactor the components of the Operating Environment, we can drive standardization by codifying content delivery, configuration, lifecycle and compliance through tooling. The standards drive efficiencies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We need to show both the process and the architecture… the process is our consulting methodology and agile process and our architectures are tested in the field with some of our largest and most valued customers.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People -&gt; Innovation Lab will train them…</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0" name="Shape 1800"/>
        <p:cNvGrpSpPr/>
        <p:nvPr/>
      </p:nvGrpSpPr>
      <p:grpSpPr>
        <a:xfrm>
          <a:off x="0" y="0"/>
          <a:ext cx="0" cy="0"/>
          <a:chOff x="0" y="0"/>
          <a:chExt cx="0" cy="0"/>
        </a:xfrm>
      </p:grpSpPr>
      <p:sp>
        <p:nvSpPr>
          <p:cNvPr id="1801" name="Google Shape;1801;g1ed5484ac7a_0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2" name="Google Shape;1802;g1ed5484ac7a_0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rPr>
              <a:t>[</a:t>
            </a:r>
            <a:r>
              <a:rPr lang="en" sz="1200">
                <a:solidFill>
                  <a:schemeClr val="dk1"/>
                </a:solidFill>
              </a:rPr>
              <a:t>Content Owner]: Martijn Ten Heuvel, Jelke Dijkstra</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4" name="Shape 1834"/>
        <p:cNvGrpSpPr/>
        <p:nvPr/>
      </p:nvGrpSpPr>
      <p:grpSpPr>
        <a:xfrm>
          <a:off x="0" y="0"/>
          <a:ext cx="0" cy="0"/>
          <a:chOff x="0" y="0"/>
          <a:chExt cx="0" cy="0"/>
        </a:xfrm>
      </p:grpSpPr>
      <p:sp>
        <p:nvSpPr>
          <p:cNvPr id="1835" name="Google Shape;1835;g1ed5484ac7a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6" name="Google Shape;1836;g1ed5484ac7a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Martijn Ten Heuvel, Paul Armstrong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pillars (Migrate/Convert/Upgrade.. ) provide options. These options all lead to the same end result - which is a Red Hat supported (RHEL) platform.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There may be steps to choose from, steps to skip and steps that cannot be skipped.</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6" name="Shape 1856"/>
        <p:cNvGrpSpPr/>
        <p:nvPr/>
      </p:nvGrpSpPr>
      <p:grpSpPr>
        <a:xfrm>
          <a:off x="0" y="0"/>
          <a:ext cx="0" cy="0"/>
          <a:chOff x="0" y="0"/>
          <a:chExt cx="0" cy="0"/>
        </a:xfrm>
      </p:grpSpPr>
      <p:sp>
        <p:nvSpPr>
          <p:cNvPr id="1857" name="Google Shape;1857;g2d18ae327b7_0_7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8" name="Google Shape;1858;g2d18ae327b7_0_7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Martijn Ten Heuvel, Paul Armstrong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pillars (Migrate/Convert/Upgrade.. ) provide options. These options all lead to the same end result - which is a Red Hat supported (RHEL) platform.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There may be steps to choose from, steps to skip and steps that cannot be skipped.</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1" name="Shape 1881"/>
        <p:cNvGrpSpPr/>
        <p:nvPr/>
      </p:nvGrpSpPr>
      <p:grpSpPr>
        <a:xfrm>
          <a:off x="0" y="0"/>
          <a:ext cx="0" cy="0"/>
          <a:chOff x="0" y="0"/>
          <a:chExt cx="0" cy="0"/>
        </a:xfrm>
      </p:grpSpPr>
      <p:sp>
        <p:nvSpPr>
          <p:cNvPr id="1882" name="Google Shape;1882;g30e4cfff78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3" name="Google Shape;1883;g30e4cfff7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Martijn Ten Heuvel, Paul Armstrong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pillars (Migrate/Convert/Upgrade.. ) provide options. These options all lead to the same end result - which is a Red Hat supported (RHEL) platform.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There may be steps to choose from, steps to skip and steps that cannot be skipped.</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9" name="Shape 1909"/>
        <p:cNvGrpSpPr/>
        <p:nvPr/>
      </p:nvGrpSpPr>
      <p:grpSpPr>
        <a:xfrm>
          <a:off x="0" y="0"/>
          <a:ext cx="0" cy="0"/>
          <a:chOff x="0" y="0"/>
          <a:chExt cx="0" cy="0"/>
        </a:xfrm>
      </p:grpSpPr>
      <p:sp>
        <p:nvSpPr>
          <p:cNvPr id="1910" name="Google Shape;1910;g1ed5484ac7a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1" name="Google Shape;1911;g1ed5484ac7a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[Content Owner]: Martijn Ten Heuvel</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We try to use the golden circle (Why &gt; How &gt; What) methodology here; we first want to understand the why before we can continue. This is covered in the Discovery.</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The journey described here starts with a Discovery. Discovery is our Triage, the way we find out what would be the thing we need to address. </a:t>
            </a:r>
            <a:endParaRPr sz="1200"/>
          </a:p>
          <a:p>
            <a:pPr indent="-304800" lvl="0" marL="457200" rtl="0" algn="l">
              <a:spcBef>
                <a:spcPts val="0"/>
              </a:spcBef>
              <a:spcAft>
                <a:spcPts val="0"/>
              </a:spcAft>
              <a:buSzPts val="1200"/>
              <a:buChar char="●"/>
            </a:pPr>
            <a:r>
              <a:rPr lang="en" sz="1200"/>
              <a:t>Discovery is followed by Navigate. Navigate is our deepdive into the thing found in Discovery. In this case, we </a:t>
            </a:r>
            <a:r>
              <a:rPr lang="en" sz="1200" u="sng">
                <a:solidFill>
                  <a:schemeClr val="hlink"/>
                </a:solidFill>
                <a:hlinkClick r:id="rId2"/>
              </a:rPr>
              <a:t>Navigate to RH-ISAM</a:t>
            </a:r>
            <a:r>
              <a:rPr lang="en" sz="1200"/>
              <a:t>.</a:t>
            </a:r>
            <a:br>
              <a:rPr lang="en" sz="1200"/>
            </a:br>
            <a:r>
              <a:rPr lang="en" sz="1200"/>
              <a:t>In the analogy, navigate is the way we determine what we should be doing, the plan we create.</a:t>
            </a:r>
            <a:endParaRPr sz="1200"/>
          </a:p>
          <a:p>
            <a:pPr indent="-304800" lvl="0" marL="457200" rtl="0" algn="l">
              <a:spcBef>
                <a:spcPts val="0"/>
              </a:spcBef>
              <a:spcAft>
                <a:spcPts val="0"/>
              </a:spcAft>
              <a:buSzPts val="1200"/>
              <a:buChar char="●"/>
            </a:pPr>
            <a:r>
              <a:rPr lang="en" sz="1200"/>
              <a:t>The </a:t>
            </a:r>
            <a:r>
              <a:rPr b="1" lang="en" sz="1200"/>
              <a:t>Pilot</a:t>
            </a:r>
            <a:r>
              <a:rPr lang="en" sz="1200"/>
              <a:t> is there to build towards the solution. What the solution exactly entails is variable (see slide </a:t>
            </a:r>
            <a:r>
              <a:rPr lang="en" sz="1200" u="sng">
                <a:solidFill>
                  <a:schemeClr val="hlink"/>
                </a:solidFill>
                <a:hlinkClick action="ppaction://hlinksldjump" r:id="rId3"/>
              </a:rPr>
              <a:t>Slide 6</a:t>
            </a:r>
            <a:r>
              <a:rPr lang="en" sz="1200"/>
              <a:t>) and will be up to the customer and what came out of Navigate.</a:t>
            </a:r>
            <a:br>
              <a:rPr lang="en" sz="1200"/>
            </a:br>
            <a:r>
              <a:rPr lang="en" sz="1200"/>
              <a:t>We at least expect the underlying infrastructure components (Satellite, IDM, AAP, Cloud services) and the day 2 operations as mentioned. At the end of </a:t>
            </a:r>
            <a:r>
              <a:rPr b="1" lang="en" sz="1200"/>
              <a:t>Pilot</a:t>
            </a:r>
            <a:r>
              <a:rPr lang="en" sz="1200"/>
              <a:t> the first components in productions have been targetted. </a:t>
            </a:r>
            <a:br>
              <a:rPr lang="en" sz="1200"/>
            </a:br>
            <a:r>
              <a:rPr lang="en" sz="1200"/>
              <a:t>Red Hat Leads this section,</a:t>
            </a:r>
            <a:endParaRPr sz="1200"/>
          </a:p>
          <a:p>
            <a:pPr indent="-304800" lvl="0" marL="457200" rtl="0" algn="l">
              <a:spcBef>
                <a:spcPts val="0"/>
              </a:spcBef>
              <a:spcAft>
                <a:spcPts val="0"/>
              </a:spcAft>
              <a:buSzPts val="1200"/>
              <a:buChar char="●"/>
            </a:pPr>
            <a:r>
              <a:rPr lang="en" sz="1200"/>
              <a:t>Finally, during </a:t>
            </a:r>
            <a:r>
              <a:rPr b="1" lang="en" sz="1200"/>
              <a:t>Scale</a:t>
            </a:r>
            <a:r>
              <a:rPr lang="en" sz="1200"/>
              <a:t>, the automation is used to migrate/upgrade/convert/… the rest of the estate. </a:t>
            </a:r>
            <a:br>
              <a:rPr lang="en" sz="1200"/>
            </a:br>
            <a:r>
              <a:rPr lang="en" sz="1200"/>
              <a:t>The customer leads this section.</a:t>
            </a:r>
            <a:endParaRPr sz="1200"/>
          </a:p>
          <a:p>
            <a:pPr indent="0" lvl="0" marL="0" rtl="0" algn="l">
              <a:spcBef>
                <a:spcPts val="0"/>
              </a:spcBef>
              <a:spcAft>
                <a:spcPts val="0"/>
              </a:spcAft>
              <a:buNone/>
            </a:pPr>
            <a:br>
              <a:rPr lang="en" sz="1200"/>
            </a:br>
            <a:endParaRPr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6" name="Shape 1946"/>
        <p:cNvGrpSpPr/>
        <p:nvPr/>
      </p:nvGrpSpPr>
      <p:grpSpPr>
        <a:xfrm>
          <a:off x="0" y="0"/>
          <a:ext cx="0" cy="0"/>
          <a:chOff x="0" y="0"/>
          <a:chExt cx="0" cy="0"/>
        </a:xfrm>
      </p:grpSpPr>
      <p:sp>
        <p:nvSpPr>
          <p:cNvPr id="1947" name="Google Shape;1947;g1ed5484ac7a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8" name="Google Shape;1948;g1ed5484ac7a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Paul Armstrong, Mike Savage</a:t>
            </a:r>
            <a:endParaRPr>
              <a:solidFill>
                <a:schemeClr val="dk1"/>
              </a:solidFill>
            </a:endParaRPr>
          </a:p>
          <a:p>
            <a:pPr indent="0" lvl="0" marL="0" rtl="0" algn="l">
              <a:spcBef>
                <a:spcPts val="0"/>
              </a:spcBef>
              <a:spcAft>
                <a:spcPts val="0"/>
              </a:spcAft>
              <a:buNone/>
            </a:pPr>
            <a:r>
              <a:rPr lang="en">
                <a:solidFill>
                  <a:schemeClr val="dk1"/>
                </a:solidFill>
              </a:rPr>
              <a:t>Abstracting Differences in the various data centers and cloud delivers Consistent Process and Reduces the impact of Change.</a:t>
            </a:r>
            <a:endParaRPr>
              <a:solidFill>
                <a:schemeClr val="dk1"/>
              </a:solidFill>
            </a:endParaRPr>
          </a:p>
          <a:p>
            <a:pPr indent="0" lvl="0" marL="0" rtl="0" algn="l">
              <a:spcBef>
                <a:spcPts val="0"/>
              </a:spcBef>
              <a:spcAft>
                <a:spcPts val="0"/>
              </a:spcAft>
              <a:buNone/>
            </a:pPr>
            <a:r>
              <a:rPr lang="en">
                <a:solidFill>
                  <a:schemeClr val="dk1"/>
                </a:solidFill>
              </a:rPr>
              <a:t>Automation can define processes to deliver content; define and deploy systems; check compliance and manage configuration; all by simply changing the variable values and not the underlying code.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As an example, using image builder we can define a cloud image from RHEL8 built from a Satellite content view. We can deploy that to AWS, Azure, VMware or OpenStack based simply on specifying the target connection information. We can then have Satellite deploy the image, again, by simply specifying the Compute Resource. Ansible can manage the host configuration no matter where it resides. When the image is deployed and configured for IdM integration, all the centralized policy is implemented on the system, again simply and easily.</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8" name="Shape 2078"/>
        <p:cNvGrpSpPr/>
        <p:nvPr/>
      </p:nvGrpSpPr>
      <p:grpSpPr>
        <a:xfrm>
          <a:off x="0" y="0"/>
          <a:ext cx="0" cy="0"/>
          <a:chOff x="0" y="0"/>
          <a:chExt cx="0" cy="0"/>
        </a:xfrm>
      </p:grpSpPr>
      <p:sp>
        <p:nvSpPr>
          <p:cNvPr id="2079" name="Google Shape;2079;g1ed5484ac7a_3_3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0" name="Google Shape;2080;g1ed5484ac7a_3_3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a:t>
            </a:r>
            <a:r>
              <a:rPr lang="en" sz="1200">
                <a:solidFill>
                  <a:schemeClr val="dk1"/>
                </a:solidFill>
              </a:rPr>
              <a:t>Content Owner: Martijn Ten Heuvel, Jelke Dijkstra]</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Strategic goals, tactical implementation or operational situations all lead to the need for infrastructure modernisation. Each level has upsides of having an automated, supported and scalable IT infrastructure landscape. It aligns with the need for application modernization, cloud migrations, security, but also with the needs of the engineer who has to much to do on a day-to-day base. Every organization needs to do more with less people, automating (Linux) infrastructure saves time that can be invested into modernization of the application landscape.</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https://www.ibm.com/topics/digital-operational-resilience-act</a:t>
            </a:r>
            <a:endParaRPr sz="1200">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9" name="Shape 2089"/>
        <p:cNvGrpSpPr/>
        <p:nvPr/>
      </p:nvGrpSpPr>
      <p:grpSpPr>
        <a:xfrm>
          <a:off x="0" y="0"/>
          <a:ext cx="0" cy="0"/>
          <a:chOff x="0" y="0"/>
          <a:chExt cx="0" cy="0"/>
        </a:xfrm>
      </p:grpSpPr>
      <p:sp>
        <p:nvSpPr>
          <p:cNvPr id="2090" name="Google Shape;2090;g1ed5484ac7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1" name="Google Shape;2091;g1ed5484ac7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 Owner]: Paul Armstrong</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6" name="Shape 2096"/>
        <p:cNvGrpSpPr/>
        <p:nvPr/>
      </p:nvGrpSpPr>
      <p:grpSpPr>
        <a:xfrm>
          <a:off x="0" y="0"/>
          <a:ext cx="0" cy="0"/>
          <a:chOff x="0" y="0"/>
          <a:chExt cx="0" cy="0"/>
        </a:xfrm>
      </p:grpSpPr>
      <p:sp>
        <p:nvSpPr>
          <p:cNvPr id="2097" name="Google Shape;2097;g1ed5484ac7a_0_16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8" name="Google Shape;2098;g1ed5484ac7a_0_16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 Owner]: Paul Armstrong</a:t>
            </a:r>
            <a:endParaRPr/>
          </a:p>
          <a:p>
            <a:pPr indent="0" lvl="0" marL="0" rtl="0" algn="l">
              <a:spcBef>
                <a:spcPts val="0"/>
              </a:spcBef>
              <a:spcAft>
                <a:spcPts val="0"/>
              </a:spcAft>
              <a:buNone/>
            </a:pPr>
            <a:r>
              <a:rPr lang="en"/>
              <a:t>Adapted from Flight Path End to End by Adam Seeley and Bob Mader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slide represents the Stages for the Flight Path journey and the capabilities needed within the organization infrastructure in order for that stage to be considered successfully completed. This is not to imply that all of the capabilities in each stage must be a </a:t>
            </a:r>
            <a:r>
              <a:rPr b="1" lang="en"/>
              <a:t>leading </a:t>
            </a:r>
            <a:r>
              <a:rPr lang="en"/>
              <a:t>level before proceeding to the next stage but rather a measure of overall capability and likelihood of success. The goal of the chart is to allow the leadership team to gauge current overall success of the effort by having stakeholders estimate capability across the teams that make up the effort.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Copy this slide for the initial review of capabilities and set the fill colour of each capability to create a capability map/matrix. At each subsequent review copy the previous reviews map and update it for the current review to generate a timeline of success.</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8" name="Shape 2168"/>
        <p:cNvGrpSpPr/>
        <p:nvPr/>
      </p:nvGrpSpPr>
      <p:grpSpPr>
        <a:xfrm>
          <a:off x="0" y="0"/>
          <a:ext cx="0" cy="0"/>
          <a:chOff x="0" y="0"/>
          <a:chExt cx="0" cy="0"/>
        </a:xfrm>
      </p:grpSpPr>
      <p:sp>
        <p:nvSpPr>
          <p:cNvPr id="2169" name="Google Shape;2169;g1ed5484ac7a_0_1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0" name="Google Shape;2170;g1ed5484ac7a_0_1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Adapted from Flight Path End to End by Adam Seeley and Bob Mader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This slide illustrates the expected return on investment an organization will realize as they migrate processes to adopt cloud native technologies. </a:t>
            </a:r>
            <a:r>
              <a:rPr lang="en">
                <a:solidFill>
                  <a:schemeClr val="dk1"/>
                </a:solidFill>
              </a:rPr>
              <a:t>Overlaid</a:t>
            </a:r>
            <a:r>
              <a:rPr lang="en">
                <a:solidFill>
                  <a:schemeClr val="dk1"/>
                </a:solidFill>
              </a:rPr>
              <a:t> on this timeline are the capabilities expected to achieve this as outlined in the flightpath capabilities matrix. What we have learned from working with customers is that: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298450" lvl="0" marL="457200" rtl="0" algn="l">
              <a:spcBef>
                <a:spcPts val="0"/>
              </a:spcBef>
              <a:spcAft>
                <a:spcPts val="0"/>
              </a:spcAft>
              <a:buClr>
                <a:schemeClr val="dk1"/>
              </a:buClr>
              <a:buSzPts val="1100"/>
              <a:buAutoNum type="arabicParenR"/>
            </a:pPr>
            <a:r>
              <a:rPr lang="en">
                <a:solidFill>
                  <a:schemeClr val="dk1"/>
                </a:solidFill>
              </a:rPr>
              <a:t>Without careful consideration of the entire matrix failure is a highly probable outcome. (Failed projects, orphaned clusters, one-of implementations)</a:t>
            </a:r>
            <a:endParaRPr>
              <a:solidFill>
                <a:schemeClr val="dk1"/>
              </a:solidFill>
            </a:endParaRPr>
          </a:p>
          <a:p>
            <a:pPr indent="-298450" lvl="0" marL="457200" rtl="0" algn="l">
              <a:spcBef>
                <a:spcPts val="0"/>
              </a:spcBef>
              <a:spcAft>
                <a:spcPts val="0"/>
              </a:spcAft>
              <a:buClr>
                <a:schemeClr val="dk1"/>
              </a:buClr>
              <a:buSzPts val="1100"/>
              <a:buAutoNum type="arabicParenR"/>
            </a:pPr>
            <a:r>
              <a:rPr lang="en">
                <a:solidFill>
                  <a:schemeClr val="dk1"/>
                </a:solidFill>
              </a:rPr>
              <a:t>In order to be successful, an organization must be fully capable w.r.t. automation across the infrastructure</a:t>
            </a:r>
            <a:endParaRPr>
              <a:solidFill>
                <a:schemeClr val="dk1"/>
              </a:solidFill>
            </a:endParaRPr>
          </a:p>
          <a:p>
            <a:pPr indent="-298450" lvl="0" marL="457200" rtl="0" algn="l">
              <a:spcBef>
                <a:spcPts val="0"/>
              </a:spcBef>
              <a:spcAft>
                <a:spcPts val="0"/>
              </a:spcAft>
              <a:buClr>
                <a:schemeClr val="dk1"/>
              </a:buClr>
              <a:buSzPts val="1100"/>
              <a:buAutoNum type="arabicParenR"/>
            </a:pPr>
            <a:r>
              <a:rPr lang="en">
                <a:solidFill>
                  <a:schemeClr val="dk1"/>
                </a:solidFill>
              </a:rPr>
              <a:t>Upgrading/migrating/replatforming snowflakes, begets snowflakes. It does not eliminate technical debt. Refactoring is a must.</a:t>
            </a:r>
            <a:endParaRPr>
              <a:solidFill>
                <a:schemeClr val="dk1"/>
              </a:solidFill>
            </a:endParaRPr>
          </a:p>
          <a:p>
            <a:pPr indent="-298450" lvl="0" marL="457200" rtl="0" algn="l">
              <a:spcBef>
                <a:spcPts val="0"/>
              </a:spcBef>
              <a:spcAft>
                <a:spcPts val="0"/>
              </a:spcAft>
              <a:buClr>
                <a:schemeClr val="dk1"/>
              </a:buClr>
              <a:buSzPts val="1100"/>
              <a:buAutoNum type="arabicParenR"/>
            </a:pPr>
            <a:r>
              <a:rPr lang="en">
                <a:solidFill>
                  <a:schemeClr val="dk1"/>
                </a:solidFill>
              </a:rPr>
              <a:t>The traditional VM infrastructure must come along for the ride. Without applying gitOps strategies to the traditional infrastructure, it is difficult or impossible to achieve success.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This is where the RH-ISAM fits. Driving gitOps strategies into the traditional infrastructure.</a:t>
            </a:r>
            <a:endParaRPr>
              <a:solidFill>
                <a:schemeClr val="dk1"/>
              </a:solidFill>
            </a:endParaRPr>
          </a:p>
          <a:p>
            <a:pPr indent="0" lvl="0" marL="0" rtl="0" algn="l">
              <a:spcBef>
                <a:spcPts val="0"/>
              </a:spcBef>
              <a:spcAft>
                <a:spcPts val="0"/>
              </a:spcAft>
              <a:buNone/>
            </a:pPr>
            <a:r>
              <a:rPr lang="en">
                <a:solidFill>
                  <a:schemeClr val="dk1"/>
                </a:solidFill>
              </a:rPr>
              <a:t>This is centered around the concept of a Standard Operating Environment. This is not a new concept.</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3" name="Shape 2223"/>
        <p:cNvGrpSpPr/>
        <p:nvPr/>
      </p:nvGrpSpPr>
      <p:grpSpPr>
        <a:xfrm>
          <a:off x="0" y="0"/>
          <a:ext cx="0" cy="0"/>
          <a:chOff x="0" y="0"/>
          <a:chExt cx="0" cy="0"/>
        </a:xfrm>
      </p:grpSpPr>
      <p:sp>
        <p:nvSpPr>
          <p:cNvPr id="2224" name="Google Shape;2224;g1ed5484ac7a_0_17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5" name="Google Shape;2225;g1ed5484ac7a_0_17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Adapted from Flight Path End to End by Adam Seeley and Bob Mader</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3" name="Shape 2293"/>
        <p:cNvGrpSpPr/>
        <p:nvPr/>
      </p:nvGrpSpPr>
      <p:grpSpPr>
        <a:xfrm>
          <a:off x="0" y="0"/>
          <a:ext cx="0" cy="0"/>
          <a:chOff x="0" y="0"/>
          <a:chExt cx="0" cy="0"/>
        </a:xfrm>
      </p:grpSpPr>
      <p:sp>
        <p:nvSpPr>
          <p:cNvPr id="2294" name="Google Shape;2294;g15ebbbc71a3_1_19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5" name="Google Shape;2295;g15ebbbc71a3_1_19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1" name="Shape 2301"/>
        <p:cNvGrpSpPr/>
        <p:nvPr/>
      </p:nvGrpSpPr>
      <p:grpSpPr>
        <a:xfrm>
          <a:off x="0" y="0"/>
          <a:ext cx="0" cy="0"/>
          <a:chOff x="0" y="0"/>
          <a:chExt cx="0" cy="0"/>
        </a:xfrm>
      </p:grpSpPr>
      <p:sp>
        <p:nvSpPr>
          <p:cNvPr id="2302" name="Google Shape;2302;g1ed5484ac7a_0_20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3" name="Google Shape;2303;g1ed5484ac7a_0_20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Break it down - the Oxford Dictionary defines these terms:</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Standard - a model or norm for comparative evaluation</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Operating - the control of the functioning of a machine, system, or process</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Environment - the conditions under which an entity (machine, system, process) operates</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We can have as many Standard Operating Environments as there are machines, systems, and processes. The value comes when we refactor these models so that we can start from a short discrete list of SOEs and well defined tools and processes that allow us to automate delivery.</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2" name="Shape 2312"/>
        <p:cNvGrpSpPr/>
        <p:nvPr/>
      </p:nvGrpSpPr>
      <p:grpSpPr>
        <a:xfrm>
          <a:off x="0" y="0"/>
          <a:ext cx="0" cy="0"/>
          <a:chOff x="0" y="0"/>
          <a:chExt cx="0" cy="0"/>
        </a:xfrm>
      </p:grpSpPr>
      <p:sp>
        <p:nvSpPr>
          <p:cNvPr id="2313" name="Google Shape;2313;g1ed5484ac7a_0_20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4" name="Google Shape;2314;g1ed5484ac7a_0_20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When dev ops models are discussed they tend to focus a lot on the developer side of the model. The standard operating environment is critical for all those elements that run on top. Developer build systems, orchestration systems, production system creation and testing – all the elements that create the environment on which a devops model runs.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Each Standard Operating Environment model has a set of conditions that include: System content that is required / allowed, system configuration that is required, security configuration, deployment processes, application or runtime configuration, management processes, maintenance process/workflows, monitoring, logging, reporting, revision/recycling/retirement, etc..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0" name="Shape 2330"/>
        <p:cNvGrpSpPr/>
        <p:nvPr/>
      </p:nvGrpSpPr>
      <p:grpSpPr>
        <a:xfrm>
          <a:off x="0" y="0"/>
          <a:ext cx="0" cy="0"/>
          <a:chOff x="0" y="0"/>
          <a:chExt cx="0" cy="0"/>
        </a:xfrm>
      </p:grpSpPr>
      <p:sp>
        <p:nvSpPr>
          <p:cNvPr id="2331" name="Google Shape;2331;g2a3a8f32a97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2" name="Google Shape;2332;g2a3a8f32a97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3" name="Shape 2343"/>
        <p:cNvGrpSpPr/>
        <p:nvPr/>
      </p:nvGrpSpPr>
      <p:grpSpPr>
        <a:xfrm>
          <a:off x="0" y="0"/>
          <a:ext cx="0" cy="0"/>
          <a:chOff x="0" y="0"/>
          <a:chExt cx="0" cy="0"/>
        </a:xfrm>
      </p:grpSpPr>
      <p:sp>
        <p:nvSpPr>
          <p:cNvPr id="2344" name="Google Shape;2344;g1ed5484ac7a_0_2382:notes"/>
          <p:cNvSpPr/>
          <p:nvPr>
            <p:ph idx="2" type="sldImg"/>
          </p:nvPr>
        </p:nvSpPr>
        <p:spPr>
          <a:xfrm>
            <a:off x="381290"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45" name="Google Shape;2345;g1ed5484ac7a_0_2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5000"/>
              </a:lnSpc>
              <a:spcBef>
                <a:spcPts val="1100"/>
              </a:spcBef>
              <a:spcAft>
                <a:spcPts val="0"/>
              </a:spcAft>
              <a:buNone/>
            </a:pPr>
            <a:r>
              <a:rPr lang="en">
                <a:solidFill>
                  <a:schemeClr val="dk1"/>
                </a:solidFill>
                <a:latin typeface="Red Hat Display"/>
                <a:ea typeface="Red Hat Display"/>
                <a:cs typeface="Red Hat Display"/>
                <a:sym typeface="Red Hat Display"/>
              </a:rPr>
              <a:t>[Content Owner]: Mike Savage</a:t>
            </a:r>
            <a:endParaRPr>
              <a:solidFill>
                <a:schemeClr val="dk1"/>
              </a:solidFill>
              <a:latin typeface="Red Hat Display"/>
              <a:ea typeface="Red Hat Display"/>
              <a:cs typeface="Red Hat Display"/>
              <a:sym typeface="Red Hat Display"/>
            </a:endParaRPr>
          </a:p>
          <a:p>
            <a:pPr indent="0" lvl="0" marL="0" rtl="0" algn="l">
              <a:lnSpc>
                <a:spcPct val="135000"/>
              </a:lnSpc>
              <a:spcBef>
                <a:spcPts val="1100"/>
              </a:spcBef>
              <a:spcAft>
                <a:spcPts val="0"/>
              </a:spcAft>
              <a:buNone/>
            </a:pPr>
            <a:r>
              <a:rPr lang="en">
                <a:solidFill>
                  <a:schemeClr val="dk1"/>
                </a:solidFill>
                <a:latin typeface="Red Hat Display"/>
                <a:ea typeface="Red Hat Display"/>
                <a:cs typeface="Red Hat Display"/>
                <a:sym typeface="Red Hat Display"/>
              </a:rPr>
              <a:t>Automation of Standardized RHEL Operating Environments unlocks these business objectives!  </a:t>
            </a:r>
            <a:endParaRPr>
              <a:solidFill>
                <a:schemeClr val="dk1"/>
              </a:solidFill>
              <a:latin typeface="Red Hat Display"/>
              <a:ea typeface="Red Hat Display"/>
              <a:cs typeface="Red Hat Display"/>
              <a:sym typeface="Red Hat Display"/>
            </a:endParaRPr>
          </a:p>
          <a:p>
            <a:pPr indent="0" lvl="0" marL="0" rtl="0" algn="l">
              <a:spcBef>
                <a:spcPts val="1100"/>
              </a:spcBef>
              <a:spcAft>
                <a:spcPts val="0"/>
              </a:spcAft>
              <a:buNone/>
            </a:pPr>
            <a:r>
              <a:rPr lang="en">
                <a:solidFill>
                  <a:schemeClr val="dk1"/>
                </a:solidFill>
                <a:latin typeface="Red Hat Display"/>
                <a:ea typeface="Red Hat Display"/>
                <a:cs typeface="Red Hat Display"/>
                <a:sym typeface="Red Hat Display"/>
              </a:rPr>
              <a:t>The Value Map for RHEL aligns to the same four quadrant view we explored in the previous slide, but you will notice has specific details regarding the technical solutions to business value, as well as measurable business impact metrics, like boosting productivity. If we were to orient ourselves in this map, and look at Cost Optimization for example, the KPIs are directly related to aspects of the solution that unlock them. </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We understand the power of RHEL, but it can be difficult to articulate this to non-technical stakeholders, and you should leverage this value map in your conversations with your customers.</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The intent of this four quadrant slide, specific to RHEL is to enable you to become a trust partner that offers technology to directly affect your customers business performance. </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By understanding what your customer personas value, and speaking directly to those objectives, you will demonstrate credibility in demonstrating the internal and external factors that impact their business, and can supplement this messaging by demonstrating examples of where we have worked with “like” customers implementing best in class technology solutions to help them grow and operate more efficiently. The technical solution enablers in the quadrants further illustrate how Red Hat can help deliver on the  desired business outcomes, and helps your customer understand why RHEL is important to their business. </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Now let’s take a peek at how the VITO toolkit to help you customize your business value messaging of RHEL to your customers, and uplevel your customer conversations around Expanding Workloads to the Cloud.</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Strategic - CEO</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Revenue - LOBs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Cost - CTO/CIO</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Risk - CISO/CFO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5" name="Shape 2405"/>
        <p:cNvGrpSpPr/>
        <p:nvPr/>
      </p:nvGrpSpPr>
      <p:grpSpPr>
        <a:xfrm>
          <a:off x="0" y="0"/>
          <a:ext cx="0" cy="0"/>
          <a:chOff x="0" y="0"/>
          <a:chExt cx="0" cy="0"/>
        </a:xfrm>
      </p:grpSpPr>
      <p:sp>
        <p:nvSpPr>
          <p:cNvPr id="2406" name="Google Shape;2406;g1ed5484ac7a_0_2443:notes"/>
          <p:cNvSpPr/>
          <p:nvPr>
            <p:ph idx="2" type="sldImg"/>
          </p:nvPr>
        </p:nvSpPr>
        <p:spPr>
          <a:xfrm>
            <a:off x="0" y="694170"/>
            <a:ext cx="0" cy="1500"/>
          </a:xfrm>
          <a:custGeom>
            <a:rect b="b" l="l" r="r" t="t"/>
            <a:pathLst>
              <a:path extrusionOk="0" h="120000" w="120000">
                <a:moveTo>
                  <a:pt x="0" y="0"/>
                </a:moveTo>
                <a:lnTo>
                  <a:pt x="120000" y="0"/>
                </a:lnTo>
                <a:lnTo>
                  <a:pt x="120000" y="120000"/>
                </a:lnTo>
                <a:lnTo>
                  <a:pt x="0" y="120000"/>
                </a:lnTo>
                <a:close/>
              </a:path>
            </a:pathLst>
          </a:custGeom>
        </p:spPr>
      </p:sp>
      <p:sp>
        <p:nvSpPr>
          <p:cNvPr id="2407" name="Google Shape;2407;g1ed5484ac7a_0_2443:notes"/>
          <p:cNvSpPr txBox="1"/>
          <p:nvPr>
            <p:ph idx="1" type="body"/>
          </p:nvPr>
        </p:nvSpPr>
        <p:spPr>
          <a:xfrm>
            <a:off x="686360" y="4342534"/>
            <a:ext cx="5485200" cy="4114500"/>
          </a:xfrm>
          <a:prstGeom prst="rect">
            <a:avLst/>
          </a:prstGeom>
          <a:noFill/>
          <a:ln>
            <a:noFill/>
          </a:ln>
        </p:spPr>
        <p:txBody>
          <a:bodyPr anchorCtr="0" anchor="ctr" bIns="81475" lIns="81475" spcFirstLastPara="1" rIns="81475" wrap="square" tIns="81475">
            <a:noAutofit/>
          </a:bodyPr>
          <a:lstStyle/>
          <a:p>
            <a:pPr indent="0" lvl="0" marL="0" rtl="0" algn="l">
              <a:spcBef>
                <a:spcPts val="0"/>
              </a:spcBef>
              <a:spcAft>
                <a:spcPts val="0"/>
              </a:spcAft>
              <a:buClr>
                <a:schemeClr val="dk1"/>
              </a:buClr>
              <a:buSzPts val="1000"/>
              <a:buFont typeface="Arial"/>
              <a:buNone/>
            </a:pPr>
            <a:r>
              <a:rPr lang="en" sz="1200">
                <a:solidFill>
                  <a:schemeClr val="dk1"/>
                </a:solidFill>
              </a:rPr>
              <a:t>[Content Owner]: Paul Armstrong</a:t>
            </a:r>
            <a:endParaRPr sz="1200">
              <a:solidFill>
                <a:schemeClr val="dk1"/>
              </a:solidFill>
            </a:endParaRPr>
          </a:p>
          <a:p>
            <a:pPr indent="0" lvl="0" marL="0" rtl="0" algn="l">
              <a:spcBef>
                <a:spcPts val="0"/>
              </a:spcBef>
              <a:spcAft>
                <a:spcPts val="0"/>
              </a:spcAft>
              <a:buClr>
                <a:schemeClr val="dk1"/>
              </a:buClr>
              <a:buSzPts val="1000"/>
              <a:buFont typeface="Arial"/>
              <a:buNone/>
            </a:pPr>
            <a:r>
              <a:rPr lang="en" sz="1200">
                <a:solidFill>
                  <a:schemeClr val="dk1"/>
                </a:solidFill>
              </a:rPr>
              <a:t>Talk about containerization and CI/CD Process . </a:t>
            </a:r>
            <a:endParaRPr sz="1200">
              <a:solidFill>
                <a:schemeClr val="dk1"/>
              </a:solidFill>
            </a:endParaRPr>
          </a:p>
          <a:p>
            <a:pPr indent="0" lvl="0" marL="0" rtl="0" algn="l">
              <a:spcBef>
                <a:spcPts val="0"/>
              </a:spcBef>
              <a:spcAft>
                <a:spcPts val="0"/>
              </a:spcAft>
              <a:buClr>
                <a:schemeClr val="dk1"/>
              </a:buClr>
              <a:buSzPts val="1000"/>
              <a:buFont typeface="Arial"/>
              <a:buNone/>
            </a:pPr>
            <a:r>
              <a:t/>
            </a:r>
            <a:endParaRPr sz="1200">
              <a:solidFill>
                <a:schemeClr val="dk1"/>
              </a:solidFill>
            </a:endParaRPr>
          </a:p>
          <a:p>
            <a:pPr indent="0" lvl="0" marL="0" rtl="0" algn="l">
              <a:spcBef>
                <a:spcPts val="0"/>
              </a:spcBef>
              <a:spcAft>
                <a:spcPts val="0"/>
              </a:spcAft>
              <a:buClr>
                <a:schemeClr val="dk1"/>
              </a:buClr>
              <a:buSzPts val="1000"/>
              <a:buFont typeface="Arial"/>
              <a:buNone/>
            </a:pPr>
            <a:r>
              <a:rPr lang="en" sz="1200">
                <a:solidFill>
                  <a:schemeClr val="dk1"/>
                </a:solidFill>
              </a:rPr>
              <a:t>examples : Push Button Infrastructure (PBI) , Workflow Modernization, Container Adoption Framework</a:t>
            </a:r>
            <a:endParaRPr sz="1200">
              <a:solidFill>
                <a:schemeClr val="dk1"/>
              </a:solidFill>
            </a:endParaRPr>
          </a:p>
          <a:p>
            <a:pPr indent="0" lvl="0" marL="0" rtl="0" algn="l">
              <a:spcBef>
                <a:spcPts val="0"/>
              </a:spcBef>
              <a:spcAft>
                <a:spcPts val="0"/>
              </a:spcAft>
              <a:buClr>
                <a:schemeClr val="dk1"/>
              </a:buClr>
              <a:buSzPts val="1000"/>
              <a:buFont typeface="Arial"/>
              <a:buNone/>
            </a:pPr>
            <a:r>
              <a:t/>
            </a:r>
            <a:endParaRPr sz="1200">
              <a:solidFill>
                <a:schemeClr val="dk1"/>
              </a:solidFill>
            </a:endParaRPr>
          </a:p>
          <a:p>
            <a:pPr indent="0" lvl="0" marL="0" rtl="0" algn="l">
              <a:spcBef>
                <a:spcPts val="0"/>
              </a:spcBef>
              <a:spcAft>
                <a:spcPts val="0"/>
              </a:spcAft>
              <a:buClr>
                <a:schemeClr val="dk1"/>
              </a:buClr>
              <a:buSzPts val="1000"/>
              <a:buFont typeface="Arial"/>
              <a:buNone/>
            </a:pPr>
            <a:r>
              <a:rPr lang="en" sz="1200">
                <a:solidFill>
                  <a:schemeClr val="dk1"/>
                </a:solidFill>
              </a:rPr>
              <a:t>This slide is from another presentation on how Red Hat drives devOps/gitOps methodology and part of our Value to our customers. https://docs.google.com/presentation/d/1_HIWmkNcg0uCh1z4mn7qA3KP_YbQDXZdbElHBx11HCY</a:t>
            </a:r>
            <a:endParaRPr sz="1200">
              <a:solidFill>
                <a:schemeClr val="dk1"/>
              </a:solidFill>
            </a:endParaRPr>
          </a:p>
          <a:p>
            <a:pPr indent="0" lvl="0" marL="0" rtl="0" algn="l">
              <a:spcBef>
                <a:spcPts val="0"/>
              </a:spcBef>
              <a:spcAft>
                <a:spcPts val="0"/>
              </a:spcAft>
              <a:buClr>
                <a:schemeClr val="dk1"/>
              </a:buClr>
              <a:buSzPts val="1000"/>
              <a:buFont typeface="Arial"/>
              <a:buNone/>
            </a:pPr>
            <a:r>
              <a:t/>
            </a:r>
            <a:endParaRPr sz="1200">
              <a:solidFill>
                <a:schemeClr val="dk1"/>
              </a:solidFill>
            </a:endParaRPr>
          </a:p>
          <a:p>
            <a:pPr indent="0" lvl="0" marL="0" rtl="0" algn="l">
              <a:spcBef>
                <a:spcPts val="0"/>
              </a:spcBef>
              <a:spcAft>
                <a:spcPts val="0"/>
              </a:spcAft>
              <a:buClr>
                <a:schemeClr val="dk1"/>
              </a:buClr>
              <a:buSzPts val="1000"/>
              <a:buFont typeface="Arial"/>
              <a:buNone/>
            </a:pPr>
            <a:r>
              <a:rPr lang="en" sz="1200">
                <a:solidFill>
                  <a:schemeClr val="dk1"/>
                </a:solidFill>
              </a:rPr>
              <a:t>More broadly this describes how we as IT practitioners need to look at all aspects of our delivery of … really, anything. Whether this is a function, a feature, or a complete solution like an ERP system or Web Marketplace platform. </a:t>
            </a:r>
            <a:endParaRPr sz="1200">
              <a:solidFill>
                <a:schemeClr val="dk1"/>
              </a:solidFill>
            </a:endParaRPr>
          </a:p>
          <a:p>
            <a:pPr indent="0" lvl="0" marL="0" rtl="0" algn="l">
              <a:spcBef>
                <a:spcPts val="0"/>
              </a:spcBef>
              <a:spcAft>
                <a:spcPts val="0"/>
              </a:spcAft>
              <a:buClr>
                <a:schemeClr val="dk1"/>
              </a:buClr>
              <a:buSzPts val="1000"/>
              <a:buFont typeface="Arial"/>
              <a:buNone/>
            </a:pPr>
            <a:r>
              <a:t/>
            </a:r>
            <a:endParaRPr sz="1200">
              <a:solidFill>
                <a:schemeClr val="dk1"/>
              </a:solidFill>
            </a:endParaRPr>
          </a:p>
          <a:p>
            <a:pPr indent="0" lvl="0" marL="0" rtl="0" algn="l">
              <a:spcBef>
                <a:spcPts val="0"/>
              </a:spcBef>
              <a:spcAft>
                <a:spcPts val="0"/>
              </a:spcAft>
              <a:buClr>
                <a:schemeClr val="dk1"/>
              </a:buClr>
              <a:buSzPts val="1000"/>
              <a:buFont typeface="Arial"/>
              <a:buNone/>
            </a:pPr>
            <a:r>
              <a:rPr lang="en" sz="1200">
                <a:solidFill>
                  <a:schemeClr val="dk1"/>
                </a:solidFill>
              </a:rPr>
              <a:t>Each stakeholder has a part in the process, each stakeholder needs to view the “component” being built/delivered through appropriate lenses to achieve the desired outcome. </a:t>
            </a:r>
            <a:endParaRPr sz="1200">
              <a:solidFill>
                <a:schemeClr val="dk1"/>
              </a:solidFill>
            </a:endParaRPr>
          </a:p>
          <a:p>
            <a:pPr indent="0" lvl="0" marL="0" rtl="0" algn="l">
              <a:spcBef>
                <a:spcPts val="0"/>
              </a:spcBef>
              <a:spcAft>
                <a:spcPts val="0"/>
              </a:spcAft>
              <a:buClr>
                <a:schemeClr val="dk1"/>
              </a:buClr>
              <a:buSzPts val="1000"/>
              <a:buFont typeface="Arial"/>
              <a:buNone/>
            </a:pPr>
            <a:r>
              <a:rPr lang="en" sz="1200">
                <a:solidFill>
                  <a:schemeClr val="dk1"/>
                </a:solidFill>
              </a:rPr>
              <a:t>Everything as Code - we are more reliable, more flexible and more agile when we can declaratively state our intention for a “component” and use code to deliver it. This enables…</a:t>
            </a:r>
            <a:endParaRPr sz="1200">
              <a:solidFill>
                <a:schemeClr val="dk1"/>
              </a:solidFill>
            </a:endParaRPr>
          </a:p>
          <a:p>
            <a:pPr indent="0" lvl="0" marL="0" rtl="0" algn="l">
              <a:spcBef>
                <a:spcPts val="0"/>
              </a:spcBef>
              <a:spcAft>
                <a:spcPts val="0"/>
              </a:spcAft>
              <a:buClr>
                <a:schemeClr val="dk1"/>
              </a:buClr>
              <a:buSzPts val="1000"/>
              <a:buFont typeface="Arial"/>
              <a:buNone/>
            </a:pPr>
            <a:r>
              <a:rPr lang="en" sz="1200">
                <a:solidFill>
                  <a:schemeClr val="dk1"/>
                </a:solidFill>
              </a:rPr>
              <a:t>Automation - we are more streamlined, more responsive to change, consistent and can scale faster (up or down) when we are able to automate the pipelines used to deliver our components.</a:t>
            </a:r>
            <a:endParaRPr sz="1200">
              <a:solidFill>
                <a:schemeClr val="dk1"/>
              </a:solidFill>
            </a:endParaRPr>
          </a:p>
          <a:p>
            <a:pPr indent="0" lvl="0" marL="0" rtl="0" algn="l">
              <a:spcBef>
                <a:spcPts val="0"/>
              </a:spcBef>
              <a:spcAft>
                <a:spcPts val="0"/>
              </a:spcAft>
              <a:buClr>
                <a:schemeClr val="dk1"/>
              </a:buClr>
              <a:buSzPts val="1000"/>
              <a:buFont typeface="Arial"/>
              <a:buNone/>
            </a:pPr>
            <a:r>
              <a:rPr lang="en" sz="1200">
                <a:solidFill>
                  <a:schemeClr val="dk1"/>
                </a:solidFill>
              </a:rPr>
              <a:t>Continuous Integration - is achieved when we are able to join one or more of these pipelines together to deliver on a larger goal. This will be important in the next section.</a:t>
            </a:r>
            <a:endParaRPr sz="1200">
              <a:solidFill>
                <a:schemeClr val="dk1"/>
              </a:solidFill>
            </a:endParaRPr>
          </a:p>
          <a:p>
            <a:pPr indent="0" lvl="0" marL="0" rtl="0" algn="l">
              <a:spcBef>
                <a:spcPts val="0"/>
              </a:spcBef>
              <a:spcAft>
                <a:spcPts val="0"/>
              </a:spcAft>
              <a:buClr>
                <a:schemeClr val="dk1"/>
              </a:buClr>
              <a:buSzPts val="1000"/>
              <a:buFont typeface="Arial"/>
              <a:buNone/>
            </a:pPr>
            <a:r>
              <a:rPr lang="en" sz="1200">
                <a:solidFill>
                  <a:schemeClr val="dk1"/>
                </a:solidFill>
              </a:rPr>
              <a:t>Secure / Compliant - viewing activities at each stage through a lens focused on ensuring security and compliance (to standards, regulations, and guidance) enables the process to simplify and cover complex requirements.</a:t>
            </a:r>
            <a:endParaRPr sz="1200">
              <a:solidFill>
                <a:schemeClr val="dk1"/>
              </a:solidFill>
            </a:endParaRPr>
          </a:p>
          <a:p>
            <a:pPr indent="0" lvl="0" marL="0" rtl="0" algn="l">
              <a:spcBef>
                <a:spcPts val="0"/>
              </a:spcBef>
              <a:spcAft>
                <a:spcPts val="0"/>
              </a:spcAft>
              <a:buClr>
                <a:schemeClr val="dk1"/>
              </a:buClr>
              <a:buSzPts val="1000"/>
              <a:buFont typeface="Arial"/>
              <a:buNone/>
            </a:pPr>
            <a:r>
              <a:rPr lang="en" sz="1200">
                <a:solidFill>
                  <a:schemeClr val="dk1"/>
                </a:solidFill>
              </a:rPr>
              <a:t>Monitoring - ensuring all stakeholders are provided with timely and accurate feedback within the process allows for incremental improvements or course corrections to ensure goals are achieved even in a rapidly changing business environment.</a:t>
            </a:r>
            <a:endParaRPr sz="1200">
              <a:solidFill>
                <a:schemeClr val="dk1"/>
              </a:solidFill>
            </a:endParaRPr>
          </a:p>
          <a:p>
            <a:pPr indent="0" lvl="0" marL="0" rtl="0" algn="l">
              <a:spcBef>
                <a:spcPts val="0"/>
              </a:spcBef>
              <a:spcAft>
                <a:spcPts val="0"/>
              </a:spcAft>
              <a:buClr>
                <a:schemeClr val="dk1"/>
              </a:buClr>
              <a:buSzPts val="1000"/>
              <a:buFont typeface="Arial"/>
              <a:buNone/>
            </a:pPr>
            <a:r>
              <a:t/>
            </a:r>
            <a:endParaRPr sz="1200">
              <a:solidFill>
                <a:schemeClr val="dk1"/>
              </a:solidFill>
            </a:endParaRPr>
          </a:p>
          <a:p>
            <a:pPr indent="0" lvl="0" marL="0" rtl="0" algn="l">
              <a:spcBef>
                <a:spcPts val="0"/>
              </a:spcBef>
              <a:spcAft>
                <a:spcPts val="0"/>
              </a:spcAft>
              <a:buClr>
                <a:schemeClr val="dk1"/>
              </a:buClr>
              <a:buSzPts val="1000"/>
              <a:buFont typeface="Arial"/>
              <a:buNone/>
            </a:pPr>
            <a:r>
              <a:rPr lang="en" sz="1200">
                <a:solidFill>
                  <a:schemeClr val="dk1"/>
                </a:solidFill>
              </a:rPr>
              <a:t>Any box within this diagram contains this same cycle. As you drill in to environment standardization as an example. (Next Slide)</a:t>
            </a:r>
            <a:endParaRPr sz="1200">
              <a:solidFill>
                <a:schemeClr val="dk1"/>
              </a:solidFill>
            </a:endParaRPr>
          </a:p>
          <a:p>
            <a:pPr indent="0" lvl="0" marL="0" rtl="0" algn="l">
              <a:spcBef>
                <a:spcPts val="0"/>
              </a:spcBef>
              <a:spcAft>
                <a:spcPts val="0"/>
              </a:spcAft>
              <a:buClr>
                <a:schemeClr val="dk1"/>
              </a:buClr>
              <a:buSzPts val="1000"/>
              <a:buFont typeface="Arial"/>
              <a:buNone/>
            </a:pPr>
            <a:r>
              <a:t/>
            </a:r>
            <a:endParaRPr sz="1200">
              <a:solidFill>
                <a:schemeClr val="dk1"/>
              </a:solidFill>
            </a:endParaRPr>
          </a:p>
          <a:p>
            <a:pPr indent="0" lvl="0" marL="0" rtl="0" algn="l">
              <a:spcBef>
                <a:spcPts val="0"/>
              </a:spcBef>
              <a:spcAft>
                <a:spcPts val="0"/>
              </a:spcAft>
              <a:buClr>
                <a:schemeClr val="dk1"/>
              </a:buClr>
              <a:buSzPts val="1000"/>
              <a:buFont typeface="Arial"/>
              <a:buNone/>
            </a:pPr>
            <a:r>
              <a:t/>
            </a:r>
            <a:endParaRPr sz="1200"/>
          </a:p>
        </p:txBody>
      </p:sp>
      <p:sp>
        <p:nvSpPr>
          <p:cNvPr id="2408" name="Google Shape;2408;g1ed5484ac7a_0_2443:notes"/>
          <p:cNvSpPr txBox="1"/>
          <p:nvPr>
            <p:ph idx="12" type="sldNum"/>
          </p:nvPr>
        </p:nvSpPr>
        <p:spPr>
          <a:xfrm>
            <a:off x="3881437" y="8686512"/>
            <a:ext cx="2976600" cy="457500"/>
          </a:xfrm>
          <a:prstGeom prst="rect">
            <a:avLst/>
          </a:prstGeom>
          <a:noFill/>
          <a:ln>
            <a:noFill/>
          </a:ln>
        </p:spPr>
        <p:txBody>
          <a:bodyPr anchorCtr="0" anchor="ctr" bIns="81475" lIns="81475" spcFirstLastPara="1" rIns="81475" wrap="square" tIns="81475">
            <a:noAutofit/>
          </a:bodyPr>
          <a:lstStyle/>
          <a:p>
            <a:pPr indent="0" lvl="0" marL="0" rtl="0" algn="l">
              <a:spcBef>
                <a:spcPts val="0"/>
              </a:spcBef>
              <a:spcAft>
                <a:spcPts val="0"/>
              </a:spcAft>
              <a:buNone/>
            </a:pPr>
            <a:r>
              <a:rPr lang="en" sz="1200"/>
              <a:t>&lt;number&gt;</a:t>
            </a:r>
            <a:endParaRPr sz="1200">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3" name="Shape 2493"/>
        <p:cNvGrpSpPr/>
        <p:nvPr/>
      </p:nvGrpSpPr>
      <p:grpSpPr>
        <a:xfrm>
          <a:off x="0" y="0"/>
          <a:ext cx="0" cy="0"/>
          <a:chOff x="0" y="0"/>
          <a:chExt cx="0" cy="0"/>
        </a:xfrm>
      </p:grpSpPr>
      <p:sp>
        <p:nvSpPr>
          <p:cNvPr id="2494" name="Google Shape;2494;g1ed5484ac7a_0_2530:notes"/>
          <p:cNvSpPr/>
          <p:nvPr>
            <p:ph idx="2" type="sldImg"/>
          </p:nvPr>
        </p:nvSpPr>
        <p:spPr>
          <a:xfrm>
            <a:off x="0" y="694170"/>
            <a:ext cx="0" cy="1500"/>
          </a:xfrm>
          <a:custGeom>
            <a:rect b="b" l="l" r="r" t="t"/>
            <a:pathLst>
              <a:path extrusionOk="0" h="120000" w="120000">
                <a:moveTo>
                  <a:pt x="0" y="0"/>
                </a:moveTo>
                <a:lnTo>
                  <a:pt x="120000" y="0"/>
                </a:lnTo>
                <a:lnTo>
                  <a:pt x="120000" y="120000"/>
                </a:lnTo>
                <a:lnTo>
                  <a:pt x="0" y="120000"/>
                </a:lnTo>
                <a:close/>
              </a:path>
            </a:pathLst>
          </a:custGeom>
        </p:spPr>
      </p:sp>
      <p:sp>
        <p:nvSpPr>
          <p:cNvPr id="2495" name="Google Shape;2495;g1ed5484ac7a_0_2530:notes"/>
          <p:cNvSpPr txBox="1"/>
          <p:nvPr>
            <p:ph idx="1" type="body"/>
          </p:nvPr>
        </p:nvSpPr>
        <p:spPr>
          <a:xfrm>
            <a:off x="686360" y="4342534"/>
            <a:ext cx="5485200" cy="4114500"/>
          </a:xfrm>
          <a:prstGeom prst="rect">
            <a:avLst/>
          </a:prstGeom>
          <a:noFill/>
          <a:ln>
            <a:noFill/>
          </a:ln>
        </p:spPr>
        <p:txBody>
          <a:bodyPr anchorCtr="0" anchor="ctr" bIns="81475" lIns="81475" spcFirstLastPara="1" rIns="81475" wrap="square" tIns="81475">
            <a:noAutofit/>
          </a:bodyPr>
          <a:lstStyle/>
          <a:p>
            <a:pPr indent="0" lvl="0" marL="0" rtl="0" algn="l">
              <a:spcBef>
                <a:spcPts val="0"/>
              </a:spcBef>
              <a:spcAft>
                <a:spcPts val="0"/>
              </a:spcAft>
              <a:buClr>
                <a:schemeClr val="dk1"/>
              </a:buClr>
              <a:buSzPts val="1000"/>
              <a:buFont typeface="Arial"/>
              <a:buNone/>
            </a:pPr>
            <a:r>
              <a:rPr lang="en" sz="1200">
                <a:solidFill>
                  <a:schemeClr val="dk1"/>
                </a:solidFill>
              </a:rPr>
              <a:t>[Content Owner]: Paul Armstrong</a:t>
            </a:r>
            <a:endParaRPr sz="1200">
              <a:solidFill>
                <a:schemeClr val="dk1"/>
              </a:solidFill>
            </a:endParaRPr>
          </a:p>
          <a:p>
            <a:pPr indent="0" lvl="0" marL="0" rtl="0" algn="l">
              <a:spcBef>
                <a:spcPts val="0"/>
              </a:spcBef>
              <a:spcAft>
                <a:spcPts val="0"/>
              </a:spcAft>
              <a:buClr>
                <a:schemeClr val="dk1"/>
              </a:buClr>
              <a:buSzPts val="1000"/>
              <a:buFont typeface="Arial"/>
              <a:buNone/>
            </a:pPr>
            <a:r>
              <a:t/>
            </a:r>
            <a:endParaRPr sz="1200">
              <a:solidFill>
                <a:schemeClr val="dk1"/>
              </a:solidFill>
            </a:endParaRPr>
          </a:p>
          <a:p>
            <a:pPr indent="0" lvl="0" marL="0" rtl="0" algn="l">
              <a:spcBef>
                <a:spcPts val="0"/>
              </a:spcBef>
              <a:spcAft>
                <a:spcPts val="0"/>
              </a:spcAft>
              <a:buClr>
                <a:schemeClr val="dk1"/>
              </a:buClr>
              <a:buSzPts val="1000"/>
              <a:buFont typeface="Arial"/>
              <a:buNone/>
            </a:pPr>
            <a:r>
              <a:rPr lang="en" sz="1200">
                <a:solidFill>
                  <a:schemeClr val="dk1"/>
                </a:solidFill>
              </a:rPr>
              <a:t>Any box within this diagram contains this same cycle. As you drill in to environment standardization as an example. (This Slide)</a:t>
            </a:r>
            <a:endParaRPr sz="1200">
              <a:solidFill>
                <a:schemeClr val="dk1"/>
              </a:solidFill>
            </a:endParaRPr>
          </a:p>
          <a:p>
            <a:pPr indent="0" lvl="0" marL="0" rtl="0" algn="l">
              <a:spcBef>
                <a:spcPts val="0"/>
              </a:spcBef>
              <a:spcAft>
                <a:spcPts val="0"/>
              </a:spcAft>
              <a:buClr>
                <a:schemeClr val="dk1"/>
              </a:buClr>
              <a:buSzPts val="1000"/>
              <a:buFont typeface="Arial"/>
              <a:buNone/>
            </a:pPr>
            <a:r>
              <a:t/>
            </a:r>
            <a:endParaRPr sz="1200">
              <a:solidFill>
                <a:schemeClr val="dk1"/>
              </a:solidFill>
            </a:endParaRPr>
          </a:p>
          <a:p>
            <a:pPr indent="0" lvl="0" marL="0" rtl="0" algn="l">
              <a:spcBef>
                <a:spcPts val="0"/>
              </a:spcBef>
              <a:spcAft>
                <a:spcPts val="0"/>
              </a:spcAft>
              <a:buClr>
                <a:schemeClr val="dk1"/>
              </a:buClr>
              <a:buSzPts val="1000"/>
              <a:buFont typeface="Arial"/>
              <a:buNone/>
            </a:pPr>
            <a:r>
              <a:rPr lang="en" sz="1200">
                <a:solidFill>
                  <a:schemeClr val="dk1"/>
                </a:solidFill>
              </a:rPr>
              <a:t>You see that process repeats itself on that scale in a Mandelbrot-esque way. We cycle through the same Dev - QA - UAT - Prod feedback circuit for continuously delivering improvement.</a:t>
            </a:r>
            <a:endParaRPr sz="1200">
              <a:solidFill>
                <a:schemeClr val="dk1"/>
              </a:solidFill>
            </a:endParaRPr>
          </a:p>
          <a:p>
            <a:pPr indent="0" lvl="0" marL="0" rtl="0" algn="l">
              <a:spcBef>
                <a:spcPts val="0"/>
              </a:spcBef>
              <a:spcAft>
                <a:spcPts val="0"/>
              </a:spcAft>
              <a:buClr>
                <a:schemeClr val="dk1"/>
              </a:buClr>
              <a:buSzPts val="1000"/>
              <a:buFont typeface="Arial"/>
              <a:buNone/>
            </a:pPr>
            <a:r>
              <a:rPr lang="en" sz="1200">
                <a:solidFill>
                  <a:schemeClr val="dk1"/>
                </a:solidFill>
              </a:rPr>
              <a:t>We are striving to make each pipeline capable of self provisioning, standardization, scalability and automated testing / attestation</a:t>
            </a:r>
            <a:endParaRPr sz="1200">
              <a:solidFill>
                <a:schemeClr val="dk1"/>
              </a:solidFill>
            </a:endParaRPr>
          </a:p>
          <a:p>
            <a:pPr indent="0" lvl="0" marL="0" rtl="0" algn="l">
              <a:spcBef>
                <a:spcPts val="0"/>
              </a:spcBef>
              <a:spcAft>
                <a:spcPts val="0"/>
              </a:spcAft>
              <a:buClr>
                <a:schemeClr val="dk1"/>
              </a:buClr>
              <a:buSzPts val="1000"/>
              <a:buFont typeface="Arial"/>
              <a:buNone/>
            </a:pPr>
            <a:r>
              <a:t/>
            </a:r>
            <a:endParaRPr sz="1200">
              <a:solidFill>
                <a:schemeClr val="dk1"/>
              </a:solidFill>
            </a:endParaRPr>
          </a:p>
          <a:p>
            <a:pPr indent="0" lvl="0" marL="0" rtl="0" algn="l">
              <a:spcBef>
                <a:spcPts val="0"/>
              </a:spcBef>
              <a:spcAft>
                <a:spcPts val="0"/>
              </a:spcAft>
              <a:buClr>
                <a:schemeClr val="dk1"/>
              </a:buClr>
              <a:buSzPts val="1000"/>
              <a:buFont typeface="Arial"/>
              <a:buNone/>
            </a:pPr>
            <a:r>
              <a:t/>
            </a:r>
            <a:endParaRPr sz="1200">
              <a:solidFill>
                <a:schemeClr val="dk1"/>
              </a:solidFill>
            </a:endParaRPr>
          </a:p>
          <a:p>
            <a:pPr indent="0" lvl="0" marL="0" rtl="0" algn="l">
              <a:spcBef>
                <a:spcPts val="0"/>
              </a:spcBef>
              <a:spcAft>
                <a:spcPts val="0"/>
              </a:spcAft>
              <a:buClr>
                <a:schemeClr val="dk1"/>
              </a:buClr>
              <a:buSzPts val="1000"/>
              <a:buFont typeface="Arial"/>
              <a:buNone/>
            </a:pPr>
            <a:r>
              <a:t/>
            </a:r>
            <a:endParaRPr sz="1200">
              <a:solidFill>
                <a:schemeClr val="dk1"/>
              </a:solidFill>
            </a:endParaRPr>
          </a:p>
          <a:p>
            <a:pPr indent="0" lvl="0" marL="0" rtl="0" algn="l">
              <a:spcBef>
                <a:spcPts val="0"/>
              </a:spcBef>
              <a:spcAft>
                <a:spcPts val="0"/>
              </a:spcAft>
              <a:buClr>
                <a:schemeClr val="dk1"/>
              </a:buClr>
              <a:buSzPts val="1000"/>
              <a:buFont typeface="Arial"/>
              <a:buNone/>
            </a:pPr>
            <a:r>
              <a:t/>
            </a:r>
            <a:endParaRPr sz="1200"/>
          </a:p>
        </p:txBody>
      </p:sp>
      <p:sp>
        <p:nvSpPr>
          <p:cNvPr id="2496" name="Google Shape;2496;g1ed5484ac7a_0_2530:notes"/>
          <p:cNvSpPr txBox="1"/>
          <p:nvPr>
            <p:ph idx="12" type="sldNum"/>
          </p:nvPr>
        </p:nvSpPr>
        <p:spPr>
          <a:xfrm>
            <a:off x="3881437" y="8686512"/>
            <a:ext cx="2976600" cy="457500"/>
          </a:xfrm>
          <a:prstGeom prst="rect">
            <a:avLst/>
          </a:prstGeom>
          <a:noFill/>
          <a:ln>
            <a:noFill/>
          </a:ln>
        </p:spPr>
        <p:txBody>
          <a:bodyPr anchorCtr="0" anchor="ctr" bIns="81475" lIns="81475" spcFirstLastPara="1" rIns="81475" wrap="square" tIns="81475">
            <a:noAutofit/>
          </a:bodyPr>
          <a:lstStyle/>
          <a:p>
            <a:pPr indent="0" lvl="0" marL="0" rtl="0" algn="l">
              <a:spcBef>
                <a:spcPts val="0"/>
              </a:spcBef>
              <a:spcAft>
                <a:spcPts val="0"/>
              </a:spcAft>
              <a:buNone/>
            </a:pPr>
            <a:r>
              <a:rPr lang="en" sz="1200"/>
              <a:t>&lt;number&gt;</a:t>
            </a:r>
            <a:endParaRPr sz="1200">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4" name="Shape 2584"/>
        <p:cNvGrpSpPr/>
        <p:nvPr/>
      </p:nvGrpSpPr>
      <p:grpSpPr>
        <a:xfrm>
          <a:off x="0" y="0"/>
          <a:ext cx="0" cy="0"/>
          <a:chOff x="0" y="0"/>
          <a:chExt cx="0" cy="0"/>
        </a:xfrm>
      </p:grpSpPr>
      <p:sp>
        <p:nvSpPr>
          <p:cNvPr id="2585" name="Google Shape;2585;g1ed5484ac7a_0_2620:notes"/>
          <p:cNvSpPr/>
          <p:nvPr>
            <p:ph idx="2" type="sldImg"/>
          </p:nvPr>
        </p:nvSpPr>
        <p:spPr>
          <a:xfrm>
            <a:off x="0" y="694170"/>
            <a:ext cx="0" cy="1500"/>
          </a:xfrm>
          <a:custGeom>
            <a:rect b="b" l="l" r="r" t="t"/>
            <a:pathLst>
              <a:path extrusionOk="0" h="120000" w="120000">
                <a:moveTo>
                  <a:pt x="0" y="0"/>
                </a:moveTo>
                <a:lnTo>
                  <a:pt x="120000" y="0"/>
                </a:lnTo>
                <a:lnTo>
                  <a:pt x="120000" y="120000"/>
                </a:lnTo>
                <a:lnTo>
                  <a:pt x="0" y="120000"/>
                </a:lnTo>
                <a:close/>
              </a:path>
            </a:pathLst>
          </a:custGeom>
        </p:spPr>
      </p:sp>
      <p:sp>
        <p:nvSpPr>
          <p:cNvPr id="2586" name="Google Shape;2586;g1ed5484ac7a_0_2620:notes"/>
          <p:cNvSpPr txBox="1"/>
          <p:nvPr>
            <p:ph idx="1" type="body"/>
          </p:nvPr>
        </p:nvSpPr>
        <p:spPr>
          <a:xfrm>
            <a:off x="686360" y="4342534"/>
            <a:ext cx="5485200" cy="4114500"/>
          </a:xfrm>
          <a:prstGeom prst="rect">
            <a:avLst/>
          </a:prstGeom>
          <a:noFill/>
          <a:ln>
            <a:noFill/>
          </a:ln>
        </p:spPr>
        <p:txBody>
          <a:bodyPr anchorCtr="0" anchor="ctr" bIns="81475" lIns="81475" spcFirstLastPara="1" rIns="81475" wrap="square" tIns="81475">
            <a:noAutofit/>
          </a:bodyPr>
          <a:lstStyle/>
          <a:p>
            <a:pPr indent="0" lvl="0" marL="0" rtl="0" algn="l">
              <a:spcBef>
                <a:spcPts val="0"/>
              </a:spcBef>
              <a:spcAft>
                <a:spcPts val="0"/>
              </a:spcAft>
              <a:buClr>
                <a:schemeClr val="dk1"/>
              </a:buClr>
              <a:buSzPts val="1000"/>
              <a:buFont typeface="Arial"/>
              <a:buNone/>
            </a:pPr>
            <a:r>
              <a:rPr lang="en" sz="1200">
                <a:solidFill>
                  <a:schemeClr val="dk1"/>
                </a:solidFill>
              </a:rPr>
              <a:t>[Content Owner]: Paul Armstrong</a:t>
            </a:r>
            <a:endParaRPr sz="1200">
              <a:solidFill>
                <a:schemeClr val="dk1"/>
              </a:solidFill>
            </a:endParaRPr>
          </a:p>
          <a:p>
            <a:pPr indent="0" lvl="0" marL="0" rtl="0" algn="l">
              <a:spcBef>
                <a:spcPts val="0"/>
              </a:spcBef>
              <a:spcAft>
                <a:spcPts val="0"/>
              </a:spcAft>
              <a:buClr>
                <a:schemeClr val="dk1"/>
              </a:buClr>
              <a:buSzPts val="1000"/>
              <a:buFont typeface="Arial"/>
              <a:buNone/>
            </a:pPr>
            <a:r>
              <a:t/>
            </a:r>
            <a:endParaRPr sz="1200">
              <a:solidFill>
                <a:schemeClr val="dk1"/>
              </a:solidFill>
            </a:endParaRPr>
          </a:p>
          <a:p>
            <a:pPr indent="0" lvl="0" marL="0" rtl="0" algn="l">
              <a:spcBef>
                <a:spcPts val="0"/>
              </a:spcBef>
              <a:spcAft>
                <a:spcPts val="0"/>
              </a:spcAft>
              <a:buClr>
                <a:schemeClr val="dk1"/>
              </a:buClr>
              <a:buSzPts val="1000"/>
              <a:buFont typeface="Arial"/>
              <a:buNone/>
            </a:pPr>
            <a:r>
              <a:rPr lang="en" sz="1200">
                <a:solidFill>
                  <a:schemeClr val="dk1"/>
                </a:solidFill>
              </a:rPr>
              <a:t>At any scope in our process, we apply the same principals.</a:t>
            </a:r>
            <a:endParaRPr sz="1200">
              <a:solidFill>
                <a:schemeClr val="dk1"/>
              </a:solidFill>
            </a:endParaRPr>
          </a:p>
          <a:p>
            <a:pPr indent="0" lvl="0" marL="0" rtl="0" algn="l">
              <a:spcBef>
                <a:spcPts val="0"/>
              </a:spcBef>
              <a:spcAft>
                <a:spcPts val="0"/>
              </a:spcAft>
              <a:buClr>
                <a:schemeClr val="dk1"/>
              </a:buClr>
              <a:buSzPts val="1000"/>
              <a:buFont typeface="Arial"/>
              <a:buNone/>
            </a:pPr>
            <a:r>
              <a:rPr lang="en" sz="1200">
                <a:solidFill>
                  <a:schemeClr val="dk1"/>
                </a:solidFill>
              </a:rPr>
              <a:t>The tools may be different. The component delivered is different, but the highlevel process is the same.</a:t>
            </a:r>
            <a:endParaRPr sz="1200">
              <a:solidFill>
                <a:schemeClr val="dk1"/>
              </a:solidFill>
            </a:endParaRPr>
          </a:p>
          <a:p>
            <a:pPr indent="0" lvl="0" marL="0" rtl="0" algn="l">
              <a:spcBef>
                <a:spcPts val="0"/>
              </a:spcBef>
              <a:spcAft>
                <a:spcPts val="0"/>
              </a:spcAft>
              <a:buClr>
                <a:schemeClr val="dk1"/>
              </a:buClr>
              <a:buSzPts val="1000"/>
              <a:buFont typeface="Arial"/>
              <a:buNone/>
            </a:pPr>
            <a:r>
              <a:t/>
            </a:r>
            <a:endParaRPr sz="1200">
              <a:solidFill>
                <a:schemeClr val="dk1"/>
              </a:solidFill>
            </a:endParaRPr>
          </a:p>
          <a:p>
            <a:pPr indent="0" lvl="0" marL="0" rtl="0" algn="l">
              <a:spcBef>
                <a:spcPts val="0"/>
              </a:spcBef>
              <a:spcAft>
                <a:spcPts val="0"/>
              </a:spcAft>
              <a:buClr>
                <a:schemeClr val="dk1"/>
              </a:buClr>
              <a:buSzPts val="1000"/>
              <a:buFont typeface="Arial"/>
              <a:buNone/>
            </a:pPr>
            <a:r>
              <a:rPr lang="en" sz="1200">
                <a:solidFill>
                  <a:schemeClr val="dk1"/>
                </a:solidFill>
              </a:rPr>
              <a:t>Its turtles all the way down…</a:t>
            </a:r>
            <a:endParaRPr sz="1200">
              <a:solidFill>
                <a:schemeClr val="dk1"/>
              </a:solidFill>
            </a:endParaRPr>
          </a:p>
          <a:p>
            <a:pPr indent="0" lvl="0" marL="0" rtl="0" algn="l">
              <a:spcBef>
                <a:spcPts val="0"/>
              </a:spcBef>
              <a:spcAft>
                <a:spcPts val="0"/>
              </a:spcAft>
              <a:buClr>
                <a:schemeClr val="dk1"/>
              </a:buClr>
              <a:buSzPts val="1000"/>
              <a:buFont typeface="Arial"/>
              <a:buNone/>
            </a:pPr>
            <a:r>
              <a:t/>
            </a:r>
            <a:endParaRPr sz="1200"/>
          </a:p>
        </p:txBody>
      </p:sp>
      <p:sp>
        <p:nvSpPr>
          <p:cNvPr id="2587" name="Google Shape;2587;g1ed5484ac7a_0_2620:notes"/>
          <p:cNvSpPr txBox="1"/>
          <p:nvPr>
            <p:ph idx="12" type="sldNum"/>
          </p:nvPr>
        </p:nvSpPr>
        <p:spPr>
          <a:xfrm>
            <a:off x="3881437" y="8686512"/>
            <a:ext cx="2976600" cy="457500"/>
          </a:xfrm>
          <a:prstGeom prst="rect">
            <a:avLst/>
          </a:prstGeom>
          <a:noFill/>
          <a:ln>
            <a:noFill/>
          </a:ln>
        </p:spPr>
        <p:txBody>
          <a:bodyPr anchorCtr="0" anchor="ctr" bIns="81475" lIns="81475" spcFirstLastPara="1" rIns="81475" wrap="square" tIns="81475">
            <a:noAutofit/>
          </a:bodyPr>
          <a:lstStyle/>
          <a:p>
            <a:pPr indent="0" lvl="0" marL="0" rtl="0" algn="l">
              <a:spcBef>
                <a:spcPts val="0"/>
              </a:spcBef>
              <a:spcAft>
                <a:spcPts val="0"/>
              </a:spcAft>
              <a:buNone/>
            </a:pPr>
            <a:r>
              <a:rPr lang="en" sz="1200"/>
              <a:t>&lt;number&gt;</a:t>
            </a:r>
            <a:endParaRPr sz="1200">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8" name="Shape 2678"/>
        <p:cNvGrpSpPr/>
        <p:nvPr/>
      </p:nvGrpSpPr>
      <p:grpSpPr>
        <a:xfrm>
          <a:off x="0" y="0"/>
          <a:ext cx="0" cy="0"/>
          <a:chOff x="0" y="0"/>
          <a:chExt cx="0" cy="0"/>
        </a:xfrm>
      </p:grpSpPr>
      <p:sp>
        <p:nvSpPr>
          <p:cNvPr id="2679" name="Google Shape;2679;g26356380bd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0" name="Google Shape;2680;g26356380bd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 Owner]: Paul Armstrong</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5" name="Shape 2685"/>
        <p:cNvGrpSpPr/>
        <p:nvPr/>
      </p:nvGrpSpPr>
      <p:grpSpPr>
        <a:xfrm>
          <a:off x="0" y="0"/>
          <a:ext cx="0" cy="0"/>
          <a:chOff x="0" y="0"/>
          <a:chExt cx="0" cy="0"/>
        </a:xfrm>
      </p:grpSpPr>
      <p:sp>
        <p:nvSpPr>
          <p:cNvPr id="2686" name="Google Shape;2686;g26356380bd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7" name="Google Shape;2687;g26356380bd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 Owner]: Paul Armstrong</a:t>
            </a:r>
            <a:endParaRPr/>
          </a:p>
          <a:p>
            <a:pPr indent="0" lvl="0" marL="0" rtl="0" algn="l">
              <a:spcBef>
                <a:spcPts val="0"/>
              </a:spcBef>
              <a:spcAft>
                <a:spcPts val="0"/>
              </a:spcAft>
              <a:buNone/>
            </a:pPr>
            <a:r>
              <a:rPr lang="en"/>
              <a:t>Adapted from Flight Path End to End by Adam Seeley and Bob Mader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slide represents the Stages for the Flight Path journey and the capabilities needed within the organization infrastructure in order for that stage to be considered successfully completed. This is not to imply that all of the capabilities in each stage must be a </a:t>
            </a:r>
            <a:r>
              <a:rPr b="1" lang="en"/>
              <a:t>leading </a:t>
            </a:r>
            <a:r>
              <a:rPr lang="en"/>
              <a:t>level before proceeding to the next stage but rather a measure of overall capability and likelihood of success. The goal of the chart is to allow the leadership team to gauge current overall success of the effort by having stakeholders estimate capability across the teams that make up the effort.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Red Hat Infrastructure Standard components map into the first two stacks necessary in building out the capability matrix.</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Copy this slide for the initial review of capabilities and set the fill colour of each capability to create a capability map/matrix. At each subsequent review copy the previous reviews map and update it for the current review to generate a timeline of success.</a:t>
            </a:r>
            <a:endParaRPr/>
          </a:p>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7" name="Shape 2757"/>
        <p:cNvGrpSpPr/>
        <p:nvPr/>
      </p:nvGrpSpPr>
      <p:grpSpPr>
        <a:xfrm>
          <a:off x="0" y="0"/>
          <a:ext cx="0" cy="0"/>
          <a:chOff x="0" y="0"/>
          <a:chExt cx="0" cy="0"/>
        </a:xfrm>
      </p:grpSpPr>
      <p:sp>
        <p:nvSpPr>
          <p:cNvPr id="2758" name="Google Shape;2758;g26356380bd1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9" name="Google Shape;2759;g26356380bd1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t>
            </a:r>
            <a:r>
              <a:rPr lang="en"/>
              <a:t>lotting</a:t>
            </a:r>
            <a:r>
              <a:rPr lang="en"/>
              <a:t> ROI over time along the necessary path of skills adoption needed to reach a high level of maturity in </a:t>
            </a:r>
            <a:r>
              <a:rPr lang="en"/>
              <a:t>mitigating</a:t>
            </a:r>
            <a:r>
              <a:rPr lang="en"/>
              <a:t> to a cloud native model for your organization, you can see that there is huge </a:t>
            </a:r>
            <a:r>
              <a:rPr lang="en"/>
              <a:t>initial</a:t>
            </a:r>
            <a:r>
              <a:rPr lang="en"/>
              <a:t> benefit in ensuring Infrastructure Automation adoption. This hones the basic skills in </a:t>
            </a:r>
            <a:r>
              <a:rPr lang="en"/>
              <a:t>operations</a:t>
            </a:r>
            <a:r>
              <a:rPr lang="en"/>
              <a:t> teams necessary to be successful in delivering organisation wide support for container platform, platform services and advanced capabilities.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our experience, entering this continuum at a point too far along the timeline (i.e. jumping in) frequently leads to failure. We have tried jumping in with models other than flight path where appropriate buildup of skills has not taken place, only to have projects end up in the boneyard. Getting Automation and Standardization done right is </a:t>
            </a:r>
            <a:r>
              <a:rPr lang="en"/>
              <a:t>imperative.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8" name="Shape 2798"/>
        <p:cNvGrpSpPr/>
        <p:nvPr/>
      </p:nvGrpSpPr>
      <p:grpSpPr>
        <a:xfrm>
          <a:off x="0" y="0"/>
          <a:ext cx="0" cy="0"/>
          <a:chOff x="0" y="0"/>
          <a:chExt cx="0" cy="0"/>
        </a:xfrm>
      </p:grpSpPr>
      <p:sp>
        <p:nvSpPr>
          <p:cNvPr id="2799" name="Google Shape;2799;g26356380bd1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0" name="Google Shape;2800;g26356380bd1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we take that same plot and layer a development container adoption journey along the timeline and ensure that we enter with this technology at the suitable point we can </a:t>
            </a:r>
            <a:r>
              <a:rPr lang="en"/>
              <a:t>continue</a:t>
            </a:r>
            <a:r>
              <a:rPr lang="en"/>
              <a:t> to generate high ROI as we drive through some of the challenging infrastructure learning that takes place in adoption a containerized application development platform. Stakeholders in the application delivery ecosystem start to reap the benefits of the ability to effectively deliver infrastructure.</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8" name="Shape 2868"/>
        <p:cNvGrpSpPr/>
        <p:nvPr/>
      </p:nvGrpSpPr>
      <p:grpSpPr>
        <a:xfrm>
          <a:off x="0" y="0"/>
          <a:ext cx="0" cy="0"/>
          <a:chOff x="0" y="0"/>
          <a:chExt cx="0" cy="0"/>
        </a:xfrm>
      </p:grpSpPr>
      <p:sp>
        <p:nvSpPr>
          <p:cNvPr id="2869" name="Google Shape;2869;g26356380bd1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0" name="Google Shape;2870;g26356380bd1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 Owner: Martijn Ten Heuvel and Paul Armstrong]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1" name="Shape 2891"/>
        <p:cNvGrpSpPr/>
        <p:nvPr/>
      </p:nvGrpSpPr>
      <p:grpSpPr>
        <a:xfrm>
          <a:off x="0" y="0"/>
          <a:ext cx="0" cy="0"/>
          <a:chOff x="0" y="0"/>
          <a:chExt cx="0" cy="0"/>
        </a:xfrm>
      </p:grpSpPr>
      <p:sp>
        <p:nvSpPr>
          <p:cNvPr id="2892" name="Google Shape;2892;g26356380bd1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3" name="Google Shape;2893;g26356380bd1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We use a journeymap to identify where we are and where need to go. We are in the discovery phase today, ready to move to the navigate phase.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Discovery for us is to identify why and who, whereas during the Navigate we determine the how.</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Once we have an idea on the how, we can start a pilot phase, where we start to create and build the modernisation paths, deploy the platform and tools and so 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8" name="Shape 2928"/>
        <p:cNvGrpSpPr/>
        <p:nvPr/>
      </p:nvGrpSpPr>
      <p:grpSpPr>
        <a:xfrm>
          <a:off x="0" y="0"/>
          <a:ext cx="0" cy="0"/>
          <a:chOff x="0" y="0"/>
          <a:chExt cx="0" cy="0"/>
        </a:xfrm>
      </p:grpSpPr>
      <p:sp>
        <p:nvSpPr>
          <p:cNvPr id="2929" name="Google Shape;2929;g26356380bd1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0" name="Google Shape;2930;g26356380bd1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Paul Armstrong, Mike Savage</a:t>
            </a:r>
            <a:endParaRPr>
              <a:solidFill>
                <a:schemeClr val="dk1"/>
              </a:solidFill>
            </a:endParaRPr>
          </a:p>
          <a:p>
            <a:pPr indent="0" lvl="0" marL="0" rtl="0" algn="l">
              <a:spcBef>
                <a:spcPts val="0"/>
              </a:spcBef>
              <a:spcAft>
                <a:spcPts val="0"/>
              </a:spcAft>
              <a:buNone/>
            </a:pPr>
            <a:r>
              <a:rPr lang="en">
                <a:solidFill>
                  <a:schemeClr val="dk1"/>
                </a:solidFill>
              </a:rPr>
              <a:t>Abstracting Differences in the various data centers and cloud delivers Consistent Process and Reduces the impact of Change.</a:t>
            </a:r>
            <a:endParaRPr>
              <a:solidFill>
                <a:schemeClr val="dk1"/>
              </a:solidFill>
            </a:endParaRPr>
          </a:p>
          <a:p>
            <a:pPr indent="0" lvl="0" marL="0" rtl="0" algn="l">
              <a:spcBef>
                <a:spcPts val="0"/>
              </a:spcBef>
              <a:spcAft>
                <a:spcPts val="0"/>
              </a:spcAft>
              <a:buNone/>
            </a:pPr>
            <a:r>
              <a:rPr lang="en">
                <a:solidFill>
                  <a:schemeClr val="dk1"/>
                </a:solidFill>
              </a:rPr>
              <a:t>Automation can define processes to deliver content; define and deploy systems; check compliance and manage configuration; all by simply changing the variable values and not the underlying code.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As an example, using image builder we can define a cloud image from RHEL8 built from a Satellite content view. We can deploy that to AWS, Azure, VMware or OpenStack based simply on specifying the target connection information. We can then have Satellite deploy the image, again, by simply specifying the Compute Resource. Ansible can manage the host configuration no matter where it resides. When the image is deployed and configured for IdM integration, all the centralized policy is implemented on the system, again simply and easily.</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0" name="Shape 3060"/>
        <p:cNvGrpSpPr/>
        <p:nvPr/>
      </p:nvGrpSpPr>
      <p:grpSpPr>
        <a:xfrm>
          <a:off x="0" y="0"/>
          <a:ext cx="0" cy="0"/>
          <a:chOff x="0" y="0"/>
          <a:chExt cx="0" cy="0"/>
        </a:xfrm>
      </p:grpSpPr>
      <p:sp>
        <p:nvSpPr>
          <p:cNvPr id="3061" name="Google Shape;3061;g1ed5484ac7a_0_37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2" name="Google Shape;3062;g1ed5484ac7a_0_37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6" name="Shape 3076"/>
        <p:cNvGrpSpPr/>
        <p:nvPr/>
      </p:nvGrpSpPr>
      <p:grpSpPr>
        <a:xfrm>
          <a:off x="0" y="0"/>
          <a:ext cx="0" cy="0"/>
          <a:chOff x="0" y="0"/>
          <a:chExt cx="0" cy="0"/>
        </a:xfrm>
      </p:grpSpPr>
      <p:sp>
        <p:nvSpPr>
          <p:cNvPr id="3077" name="Google Shape;3077;g1949d29385c_0_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8" name="Google Shape;3078;g1949d29385c_0_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4" name="Shape 3084"/>
        <p:cNvGrpSpPr/>
        <p:nvPr/>
      </p:nvGrpSpPr>
      <p:grpSpPr>
        <a:xfrm>
          <a:off x="0" y="0"/>
          <a:ext cx="0" cy="0"/>
          <a:chOff x="0" y="0"/>
          <a:chExt cx="0" cy="0"/>
        </a:xfrm>
      </p:grpSpPr>
      <p:sp>
        <p:nvSpPr>
          <p:cNvPr id="3085" name="Google Shape;3085;g1d4d4ead079_0_29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6" name="Google Shape;3086;g1d4d4ead079_0_29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 Owner]: Paul Armstrong</a:t>
            </a:r>
            <a:endParaRPr/>
          </a:p>
          <a:p>
            <a:pPr indent="0" lvl="0" marL="0" rtl="0" algn="l">
              <a:spcBef>
                <a:spcPts val="0"/>
              </a:spcBef>
              <a:spcAft>
                <a:spcPts val="0"/>
              </a:spcAft>
              <a:buNone/>
            </a:pPr>
            <a:r>
              <a:rPr lang="en"/>
              <a:t>These are our core tools.</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3" name="Shape 3113"/>
        <p:cNvGrpSpPr/>
        <p:nvPr/>
      </p:nvGrpSpPr>
      <p:grpSpPr>
        <a:xfrm>
          <a:off x="0" y="0"/>
          <a:ext cx="0" cy="0"/>
          <a:chOff x="0" y="0"/>
          <a:chExt cx="0" cy="0"/>
        </a:xfrm>
      </p:grpSpPr>
      <p:sp>
        <p:nvSpPr>
          <p:cNvPr id="3114" name="Google Shape;3114;g29e6907ab79_0_10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5" name="Google Shape;3115;g29e6907ab79_0_10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Paul Armstrong, Mike Savage</a:t>
            </a:r>
            <a:endParaRPr>
              <a:solidFill>
                <a:schemeClr val="dk1"/>
              </a:solidFill>
            </a:endParaRPr>
          </a:p>
          <a:p>
            <a:pPr indent="0" lvl="0" marL="0" rtl="0" algn="l">
              <a:spcBef>
                <a:spcPts val="0"/>
              </a:spcBef>
              <a:spcAft>
                <a:spcPts val="0"/>
              </a:spcAft>
              <a:buNone/>
            </a:pPr>
            <a:r>
              <a:rPr lang="en">
                <a:solidFill>
                  <a:schemeClr val="dk1"/>
                </a:solidFill>
              </a:rPr>
              <a:t>Abstracting Differences in the various data centers and cloud delivers Consistent Process and Reduces the impact of Change.</a:t>
            </a:r>
            <a:endParaRPr>
              <a:solidFill>
                <a:schemeClr val="dk1"/>
              </a:solidFill>
            </a:endParaRPr>
          </a:p>
          <a:p>
            <a:pPr indent="0" lvl="0" marL="0" rtl="0" algn="l">
              <a:spcBef>
                <a:spcPts val="0"/>
              </a:spcBef>
              <a:spcAft>
                <a:spcPts val="0"/>
              </a:spcAft>
              <a:buNone/>
            </a:pPr>
            <a:r>
              <a:rPr lang="en">
                <a:solidFill>
                  <a:schemeClr val="dk1"/>
                </a:solidFill>
              </a:rPr>
              <a:t>Automation can define processes to deliver content; define and deploy systems; check compliance and manage configuration; all by simply changing the variable values and not the underlying code.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As an example, using image builder we can define a cloud image from RHEL8 built from a Satellite content view. We can deploy that to AWS, Azure, VMware or OpenStack based simply on specifying the target connection information. We can then have Satellite deploy the image, again, by simply specifying the Compute Resource. Ansible can manage the host configuration no matter where it resides. When the image is deployed and configured for IdM integration, all the centralized policy is implemented on the system, again simply and easily.</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5" name="Shape 3245"/>
        <p:cNvGrpSpPr/>
        <p:nvPr/>
      </p:nvGrpSpPr>
      <p:grpSpPr>
        <a:xfrm>
          <a:off x="0" y="0"/>
          <a:ext cx="0" cy="0"/>
          <a:chOff x="0" y="0"/>
          <a:chExt cx="0" cy="0"/>
        </a:xfrm>
      </p:grpSpPr>
      <p:sp>
        <p:nvSpPr>
          <p:cNvPr id="3246" name="Google Shape;3246;g1a1fae67a3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7" name="Google Shape;3247;g1a1fae67a3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4" name="Shape 3254"/>
        <p:cNvGrpSpPr/>
        <p:nvPr/>
      </p:nvGrpSpPr>
      <p:grpSpPr>
        <a:xfrm>
          <a:off x="0" y="0"/>
          <a:ext cx="0" cy="0"/>
          <a:chOff x="0" y="0"/>
          <a:chExt cx="0" cy="0"/>
        </a:xfrm>
      </p:grpSpPr>
      <p:sp>
        <p:nvSpPr>
          <p:cNvPr id="3255" name="Google Shape;3255;g1a1fae67a36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6" name="Google Shape;3256;g1a1fae67a36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3" name="Shape 3263"/>
        <p:cNvGrpSpPr/>
        <p:nvPr/>
      </p:nvGrpSpPr>
      <p:grpSpPr>
        <a:xfrm>
          <a:off x="0" y="0"/>
          <a:ext cx="0" cy="0"/>
          <a:chOff x="0" y="0"/>
          <a:chExt cx="0" cy="0"/>
        </a:xfrm>
      </p:grpSpPr>
      <p:sp>
        <p:nvSpPr>
          <p:cNvPr id="3264" name="Google Shape;3264;g1a1fae67a36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5" name="Google Shape;3265;g1a1fae67a36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2" name="Shape 3272"/>
        <p:cNvGrpSpPr/>
        <p:nvPr/>
      </p:nvGrpSpPr>
      <p:grpSpPr>
        <a:xfrm>
          <a:off x="0" y="0"/>
          <a:ext cx="0" cy="0"/>
          <a:chOff x="0" y="0"/>
          <a:chExt cx="0" cy="0"/>
        </a:xfrm>
      </p:grpSpPr>
      <p:sp>
        <p:nvSpPr>
          <p:cNvPr id="3273" name="Google Shape;3273;g1a1fae67a36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4" name="Google Shape;3274;g1a1fae67a36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1" name="Shape 3281"/>
        <p:cNvGrpSpPr/>
        <p:nvPr/>
      </p:nvGrpSpPr>
      <p:grpSpPr>
        <a:xfrm>
          <a:off x="0" y="0"/>
          <a:ext cx="0" cy="0"/>
          <a:chOff x="0" y="0"/>
          <a:chExt cx="0" cy="0"/>
        </a:xfrm>
      </p:grpSpPr>
      <p:sp>
        <p:nvSpPr>
          <p:cNvPr id="3282" name="Google Shape;3282;g1a1fae67a36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3" name="Google Shape;3283;g1a1fae67a36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0" name="Shape 3290"/>
        <p:cNvGrpSpPr/>
        <p:nvPr/>
      </p:nvGrpSpPr>
      <p:grpSpPr>
        <a:xfrm>
          <a:off x="0" y="0"/>
          <a:ext cx="0" cy="0"/>
          <a:chOff x="0" y="0"/>
          <a:chExt cx="0" cy="0"/>
        </a:xfrm>
      </p:grpSpPr>
      <p:sp>
        <p:nvSpPr>
          <p:cNvPr id="3291" name="Google Shape;3291;g1876862b324_0_2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2" name="Google Shape;3292;g1876862b324_0_2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7" name="Shape 3297"/>
        <p:cNvGrpSpPr/>
        <p:nvPr/>
      </p:nvGrpSpPr>
      <p:grpSpPr>
        <a:xfrm>
          <a:off x="0" y="0"/>
          <a:ext cx="0" cy="0"/>
          <a:chOff x="0" y="0"/>
          <a:chExt cx="0" cy="0"/>
        </a:xfrm>
      </p:grpSpPr>
      <p:sp>
        <p:nvSpPr>
          <p:cNvPr id="3298" name="Google Shape;3298;g1d4d4ead079_0_50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9" name="Google Shape;3299;g1d4d4ead079_0_50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When dev ops models are discussed they tend to focus a lot on the developer side of the model. The standard operating environment is critical for all those elements that run on top. Developer build systems, orchestration systems, production system creation and testing – all the elements that create the environment on which a devops model runs.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Each Standard Operating Environment model has a set of conditions that include: System content that is required / allowed, system configuration that is required, security configuration, deployment processes, application or runtime configuration, management processes, maintenance process/workflows, monitoring, logging, reporting, revision/recycling/retirement, etc.. and our automation provides the control.</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4" name="Shape 3314"/>
        <p:cNvGrpSpPr/>
        <p:nvPr/>
      </p:nvGrpSpPr>
      <p:grpSpPr>
        <a:xfrm>
          <a:off x="0" y="0"/>
          <a:ext cx="0" cy="0"/>
          <a:chOff x="0" y="0"/>
          <a:chExt cx="0" cy="0"/>
        </a:xfrm>
      </p:grpSpPr>
      <p:sp>
        <p:nvSpPr>
          <p:cNvPr id="3315" name="Google Shape;3315;g1d4d4ead079_0_5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6" name="Google Shape;3316;g1d4d4ead079_0_5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Paul Armstrong</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3" name="Shape 3363"/>
        <p:cNvGrpSpPr/>
        <p:nvPr/>
      </p:nvGrpSpPr>
      <p:grpSpPr>
        <a:xfrm>
          <a:off x="0" y="0"/>
          <a:ext cx="0" cy="0"/>
          <a:chOff x="0" y="0"/>
          <a:chExt cx="0" cy="0"/>
        </a:xfrm>
      </p:grpSpPr>
      <p:sp>
        <p:nvSpPr>
          <p:cNvPr id="3364" name="Google Shape;3364;g1d4d4ead079_0_5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5" name="Google Shape;3365;g1d4d4ead079_0_5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Paul Armstrong</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4" name="Shape 3424"/>
        <p:cNvGrpSpPr/>
        <p:nvPr/>
      </p:nvGrpSpPr>
      <p:grpSpPr>
        <a:xfrm>
          <a:off x="0" y="0"/>
          <a:ext cx="0" cy="0"/>
          <a:chOff x="0" y="0"/>
          <a:chExt cx="0" cy="0"/>
        </a:xfrm>
      </p:grpSpPr>
      <p:sp>
        <p:nvSpPr>
          <p:cNvPr id="3425" name="Google Shape;3425;g1d4d4ead079_0_6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6" name="Google Shape;3426;g1d4d4ead079_0_6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2" name="Shape 3432"/>
        <p:cNvGrpSpPr/>
        <p:nvPr/>
      </p:nvGrpSpPr>
      <p:grpSpPr>
        <a:xfrm>
          <a:off x="0" y="0"/>
          <a:ext cx="0" cy="0"/>
          <a:chOff x="0" y="0"/>
          <a:chExt cx="0" cy="0"/>
        </a:xfrm>
      </p:grpSpPr>
      <p:sp>
        <p:nvSpPr>
          <p:cNvPr id="3433" name="Google Shape;3433;g1d4d4ead079_0_5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4" name="Google Shape;3434;g1d4d4ead079_0_5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5" name="Shape 3465"/>
        <p:cNvGrpSpPr/>
        <p:nvPr/>
      </p:nvGrpSpPr>
      <p:grpSpPr>
        <a:xfrm>
          <a:off x="0" y="0"/>
          <a:ext cx="0" cy="0"/>
          <a:chOff x="0" y="0"/>
          <a:chExt cx="0" cy="0"/>
        </a:xfrm>
      </p:grpSpPr>
      <p:sp>
        <p:nvSpPr>
          <p:cNvPr id="3466" name="Google Shape;3466;g1d4d4ead079_0_5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7" name="Google Shape;3467;g1d4d4ead079_0_5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5" name="Shape 3515"/>
        <p:cNvGrpSpPr/>
        <p:nvPr/>
      </p:nvGrpSpPr>
      <p:grpSpPr>
        <a:xfrm>
          <a:off x="0" y="0"/>
          <a:ext cx="0" cy="0"/>
          <a:chOff x="0" y="0"/>
          <a:chExt cx="0" cy="0"/>
        </a:xfrm>
      </p:grpSpPr>
      <p:sp>
        <p:nvSpPr>
          <p:cNvPr id="3516" name="Google Shape;3516;g1d4d4ead079_0_5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7" name="Google Shape;3517;g1d4d4ead079_0_5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4" name="Shape 3554"/>
        <p:cNvGrpSpPr/>
        <p:nvPr/>
      </p:nvGrpSpPr>
      <p:grpSpPr>
        <a:xfrm>
          <a:off x="0" y="0"/>
          <a:ext cx="0" cy="0"/>
          <a:chOff x="0" y="0"/>
          <a:chExt cx="0" cy="0"/>
        </a:xfrm>
      </p:grpSpPr>
      <p:sp>
        <p:nvSpPr>
          <p:cNvPr id="3555" name="Google Shape;3555;g1d4d4ead079_0_5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6" name="Google Shape;3556;g1d4d4ead079_0_5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6" name="Shape 3586"/>
        <p:cNvGrpSpPr/>
        <p:nvPr/>
      </p:nvGrpSpPr>
      <p:grpSpPr>
        <a:xfrm>
          <a:off x="0" y="0"/>
          <a:ext cx="0" cy="0"/>
          <a:chOff x="0" y="0"/>
          <a:chExt cx="0" cy="0"/>
        </a:xfrm>
      </p:grpSpPr>
      <p:sp>
        <p:nvSpPr>
          <p:cNvPr id="3587" name="Google Shape;3587;g1d4d4ead079_0_6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8" name="Google Shape;3588;g1d4d4ead079_0_6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5" name="Shape 3595"/>
        <p:cNvGrpSpPr/>
        <p:nvPr/>
      </p:nvGrpSpPr>
      <p:grpSpPr>
        <a:xfrm>
          <a:off x="0" y="0"/>
          <a:ext cx="0" cy="0"/>
          <a:chOff x="0" y="0"/>
          <a:chExt cx="0" cy="0"/>
        </a:xfrm>
      </p:grpSpPr>
      <p:sp>
        <p:nvSpPr>
          <p:cNvPr id="3596" name="Google Shape;3596;g1ed5484ac7a_2_9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7" name="Google Shape;3597;g1ed5484ac7a_2_9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2" name="Shape 3602"/>
        <p:cNvGrpSpPr/>
        <p:nvPr/>
      </p:nvGrpSpPr>
      <p:grpSpPr>
        <a:xfrm>
          <a:off x="0" y="0"/>
          <a:ext cx="0" cy="0"/>
          <a:chOff x="0" y="0"/>
          <a:chExt cx="0" cy="0"/>
        </a:xfrm>
      </p:grpSpPr>
      <p:sp>
        <p:nvSpPr>
          <p:cNvPr id="3603" name="Google Shape;3603;g1ed5484ac7a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4" name="Google Shape;3604;g1ed5484ac7a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7" name="Shape 3617"/>
        <p:cNvGrpSpPr/>
        <p:nvPr/>
      </p:nvGrpSpPr>
      <p:grpSpPr>
        <a:xfrm>
          <a:off x="0" y="0"/>
          <a:ext cx="0" cy="0"/>
          <a:chOff x="0" y="0"/>
          <a:chExt cx="0" cy="0"/>
        </a:xfrm>
      </p:grpSpPr>
      <p:sp>
        <p:nvSpPr>
          <p:cNvPr id="3618" name="Google Shape;3618;g1ed5484ac7a_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9" name="Google Shape;3619;g1ed5484ac7a_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2" name="Shape 3632"/>
        <p:cNvGrpSpPr/>
        <p:nvPr/>
      </p:nvGrpSpPr>
      <p:grpSpPr>
        <a:xfrm>
          <a:off x="0" y="0"/>
          <a:ext cx="0" cy="0"/>
          <a:chOff x="0" y="0"/>
          <a:chExt cx="0" cy="0"/>
        </a:xfrm>
      </p:grpSpPr>
      <p:sp>
        <p:nvSpPr>
          <p:cNvPr id="3633" name="Google Shape;3633;g1ed5484ac7a_2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4" name="Google Shape;3634;g1ed5484ac7a_2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7" name="Shape 3647"/>
        <p:cNvGrpSpPr/>
        <p:nvPr/>
      </p:nvGrpSpPr>
      <p:grpSpPr>
        <a:xfrm>
          <a:off x="0" y="0"/>
          <a:ext cx="0" cy="0"/>
          <a:chOff x="0" y="0"/>
          <a:chExt cx="0" cy="0"/>
        </a:xfrm>
      </p:grpSpPr>
      <p:sp>
        <p:nvSpPr>
          <p:cNvPr id="3648" name="Google Shape;3648;g1ed5484ac7a_2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9" name="Google Shape;3649;g1ed5484ac7a_2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2" name="Shape 3662"/>
        <p:cNvGrpSpPr/>
        <p:nvPr/>
      </p:nvGrpSpPr>
      <p:grpSpPr>
        <a:xfrm>
          <a:off x="0" y="0"/>
          <a:ext cx="0" cy="0"/>
          <a:chOff x="0" y="0"/>
          <a:chExt cx="0" cy="0"/>
        </a:xfrm>
      </p:grpSpPr>
      <p:sp>
        <p:nvSpPr>
          <p:cNvPr id="3663" name="Google Shape;3663;g1d4d4ead079_0_39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4" name="Google Shape;3664;g1d4d4ead079_0_39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0" name="Shape 3670"/>
        <p:cNvGrpSpPr/>
        <p:nvPr/>
      </p:nvGrpSpPr>
      <p:grpSpPr>
        <a:xfrm>
          <a:off x="0" y="0"/>
          <a:ext cx="0" cy="0"/>
          <a:chOff x="0" y="0"/>
          <a:chExt cx="0" cy="0"/>
        </a:xfrm>
      </p:grpSpPr>
      <p:sp>
        <p:nvSpPr>
          <p:cNvPr id="3671" name="Google Shape;3671;g1d4d4ead079_0_17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2" name="Google Shape;3672;g1d4d4ead079_0_17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When dev ops models are discussed they tend to focus a lot on the developer side of the model. The standard operating environment is critical for all those elements that run on top. Developer build systems, orchestration systems, production system creation and testing – all the elements that create the environment on which a devops model runs.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Each Standard Operating Environment model has a set of conditions that include: System content that is required / allowed, system configuration that is required, security configuration, deployment processes, application or runtime configuration, management processes, maintenance process/workflows, monitoring, logging, reporting, revision/recycling/retirement, etc..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8" name="Shape 3688"/>
        <p:cNvGrpSpPr/>
        <p:nvPr/>
      </p:nvGrpSpPr>
      <p:grpSpPr>
        <a:xfrm>
          <a:off x="0" y="0"/>
          <a:ext cx="0" cy="0"/>
          <a:chOff x="0" y="0"/>
          <a:chExt cx="0" cy="0"/>
        </a:xfrm>
      </p:grpSpPr>
      <p:sp>
        <p:nvSpPr>
          <p:cNvPr id="3689" name="Google Shape;3689;g1ed5484ac7a_0_29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0" name="Google Shape;3690;g1ed5484ac7a_0_29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With Animations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When dev ops models are discussed they tend to focus a lot on the developer side of the model. The standard operating environment is critical for all those elements that run on top. Developer build systems, orchestration systems, production system creation and testing – all the elements that create the environment on which a devops model runs.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Each Standard Operating Environment model has a set of conditions that include: System content that is required / allowed, system configuration that is required, security configuration, deployment processes, application or runtime configuration, management processes, maintenance process/workflows, monitoring, logging, reporting, revision/recycling/retirement, etc..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7" name="Shape 3737"/>
        <p:cNvGrpSpPr/>
        <p:nvPr/>
      </p:nvGrpSpPr>
      <p:grpSpPr>
        <a:xfrm>
          <a:off x="0" y="0"/>
          <a:ext cx="0" cy="0"/>
          <a:chOff x="0" y="0"/>
          <a:chExt cx="0" cy="0"/>
        </a:xfrm>
      </p:grpSpPr>
      <p:sp>
        <p:nvSpPr>
          <p:cNvPr id="3738" name="Google Shape;3738;g1ed5484ac7a_0_3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9" name="Google Shape;3739;g1ed5484ac7a_0_3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Without Animations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When dev ops models are discussed they tend to focus a lot on the developer side of the model. The standard operating environment is critical for all those elements that run on top. Developer build systems, orchestration systems, production system creation and testing – all the elements that create the environment on which a devops model runs.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Each Standard Operating Environment model has a set of conditions that include: System content that is required / allowed, system configuration that is required, security configuration, deployment processes, application or runtime configuration, management processes, maintenance process/workflows, monitoring, logging, reporting, revision/recycling/retirement, etc..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6" name="Shape 3786"/>
        <p:cNvGrpSpPr/>
        <p:nvPr/>
      </p:nvGrpSpPr>
      <p:grpSpPr>
        <a:xfrm>
          <a:off x="0" y="0"/>
          <a:ext cx="0" cy="0"/>
          <a:chOff x="0" y="0"/>
          <a:chExt cx="0" cy="0"/>
        </a:xfrm>
      </p:grpSpPr>
      <p:sp>
        <p:nvSpPr>
          <p:cNvPr id="3787" name="Google Shape;3787;g1d4d4ead079_0_1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8" name="Google Shape;3788;g1d4d4ead079_0_1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When dev ops models are discussed they tend to focus a lot on the developer side of the model. The standard operating environment is critical for all those elements that run on top. Developer build systems, orchestration systems, production system creation and testing – all the elements that create the environment on which a devops model runs.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Each Standard Operating Environment model has a set of conditions that include: System content that is required / allowed, system configuration that is required, security configuration, deployment processes, application or runtime configuration, management processes, maintenance process/workflows, monitoring, logging, reporting, revision/recycling/retirement, etc..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5" name="Shape 3855"/>
        <p:cNvGrpSpPr/>
        <p:nvPr/>
      </p:nvGrpSpPr>
      <p:grpSpPr>
        <a:xfrm>
          <a:off x="0" y="0"/>
          <a:ext cx="0" cy="0"/>
          <a:chOff x="0" y="0"/>
          <a:chExt cx="0" cy="0"/>
        </a:xfrm>
      </p:grpSpPr>
      <p:sp>
        <p:nvSpPr>
          <p:cNvPr id="3856" name="Google Shape;3856;g1d4d4ead079_0_19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7" name="Google Shape;3857;g1d4d4ead079_0_19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Part of the state of the system is the content that is available to the system.</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What software is able to be deployed and when.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What lifecycle does that content traverse.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Using Satellite we can define that content quite cleanly.</a:t>
            </a:r>
            <a:endParaRPr>
              <a:solidFill>
                <a:schemeClr val="dk1"/>
              </a:solidFil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5" name="Shape 3865"/>
        <p:cNvGrpSpPr/>
        <p:nvPr/>
      </p:nvGrpSpPr>
      <p:grpSpPr>
        <a:xfrm>
          <a:off x="0" y="0"/>
          <a:ext cx="0" cy="0"/>
          <a:chOff x="0" y="0"/>
          <a:chExt cx="0" cy="0"/>
        </a:xfrm>
      </p:grpSpPr>
      <p:sp>
        <p:nvSpPr>
          <p:cNvPr id="3866" name="Google Shape;3866;g1d4d4ead079_0_19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7" name="Google Shape;3867;g1d4d4ead079_0_19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Part of the state of the system is the content that is available to the system.</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What software is able to be deployed and when.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What lifecycle does that content traverse.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Using Satellite we can define that content quite cleanly.</a:t>
            </a:r>
            <a:endParaRPr>
              <a:solidFill>
                <a:schemeClr val="dk1"/>
              </a:solidFil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7" name="Shape 3927"/>
        <p:cNvGrpSpPr/>
        <p:nvPr/>
      </p:nvGrpSpPr>
      <p:grpSpPr>
        <a:xfrm>
          <a:off x="0" y="0"/>
          <a:ext cx="0" cy="0"/>
          <a:chOff x="0" y="0"/>
          <a:chExt cx="0" cy="0"/>
        </a:xfrm>
      </p:grpSpPr>
      <p:sp>
        <p:nvSpPr>
          <p:cNvPr id="3928" name="Google Shape;3928;g1d4d4ead079_0_19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9" name="Google Shape;3929;g1d4d4ead079_0_19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Part of the state of the system is the content that is available to the system.</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What software is able to be deployed and when.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What lifecycle does that content traverse.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Using Satellite we can define that content quite cleanly.</a:t>
            </a:r>
            <a:endParaRPr>
              <a:solidFill>
                <a:schemeClr val="dk1"/>
              </a:solidFil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9" name="Shape 3999"/>
        <p:cNvGrpSpPr/>
        <p:nvPr/>
      </p:nvGrpSpPr>
      <p:grpSpPr>
        <a:xfrm>
          <a:off x="0" y="0"/>
          <a:ext cx="0" cy="0"/>
          <a:chOff x="0" y="0"/>
          <a:chExt cx="0" cy="0"/>
        </a:xfrm>
      </p:grpSpPr>
      <p:sp>
        <p:nvSpPr>
          <p:cNvPr id="4000" name="Google Shape;4000;g1d4d4ead079_0_20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1" name="Google Shape;4001;g1d4d4ead079_0_20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Part of the state of the system is the content that is available to the system.</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What software is able to be deployed and when.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What lifecycle does that content traverse.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Using Satellite we can define that content quite cleanly.</a:t>
            </a:r>
            <a:endParaRPr>
              <a:solidFill>
                <a:schemeClr val="dk1"/>
              </a:solidFil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7" name="Shape 4077"/>
        <p:cNvGrpSpPr/>
        <p:nvPr/>
      </p:nvGrpSpPr>
      <p:grpSpPr>
        <a:xfrm>
          <a:off x="0" y="0"/>
          <a:ext cx="0" cy="0"/>
          <a:chOff x="0" y="0"/>
          <a:chExt cx="0" cy="0"/>
        </a:xfrm>
      </p:grpSpPr>
      <p:sp>
        <p:nvSpPr>
          <p:cNvPr id="4078" name="Google Shape;4078;g16218e80765_0_38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9" name="Google Shape;4079;g16218e80765_0_38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4" name="Shape 4244"/>
        <p:cNvGrpSpPr/>
        <p:nvPr/>
      </p:nvGrpSpPr>
      <p:grpSpPr>
        <a:xfrm>
          <a:off x="0" y="0"/>
          <a:ext cx="0" cy="0"/>
          <a:chOff x="0" y="0"/>
          <a:chExt cx="0" cy="0"/>
        </a:xfrm>
      </p:grpSpPr>
      <p:sp>
        <p:nvSpPr>
          <p:cNvPr id="4245" name="Google Shape;4245;g16a2beebeac_3_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6" name="Google Shape;4246;g16a2beebeac_3_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6" name="Shape 4336"/>
        <p:cNvGrpSpPr/>
        <p:nvPr/>
      </p:nvGrpSpPr>
      <p:grpSpPr>
        <a:xfrm>
          <a:off x="0" y="0"/>
          <a:ext cx="0" cy="0"/>
          <a:chOff x="0" y="0"/>
          <a:chExt cx="0" cy="0"/>
        </a:xfrm>
      </p:grpSpPr>
      <p:sp>
        <p:nvSpPr>
          <p:cNvPr id="4337" name="Google Shape;4337;g312f9c57839_0_10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8" name="Google Shape;4338;g312f9c57839_0_10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Billy Holmes</a:t>
            </a:r>
            <a:endParaRPr>
              <a:solidFill>
                <a:schemeClr val="dk1"/>
              </a:solidFill>
            </a:endParaRPr>
          </a:p>
          <a:p>
            <a:pPr indent="0" lvl="0" marL="0" rtl="0" algn="l">
              <a:spcBef>
                <a:spcPts val="0"/>
              </a:spcBef>
              <a:spcAft>
                <a:spcPts val="0"/>
              </a:spcAft>
              <a:buNone/>
            </a:pPr>
            <a:r>
              <a:t/>
            </a:r>
            <a:endParaRPr>
              <a:solidFill>
                <a:schemeClr val="dk1"/>
              </a:solidFill>
            </a:endParaRPr>
          </a:p>
          <a:p>
            <a:pPr indent="-298450" lvl="0" marL="457200" rtl="0" algn="l">
              <a:spcBef>
                <a:spcPts val="0"/>
              </a:spcBef>
              <a:spcAft>
                <a:spcPts val="0"/>
              </a:spcAft>
              <a:buSzPts val="1100"/>
              <a:buChar char="●"/>
            </a:pPr>
            <a:r>
              <a:rPr lang="en"/>
              <a:t>SOE means having the ability to keep environments like Prod, QA, and Dev consistent.</a:t>
            </a:r>
            <a:endParaRPr/>
          </a:p>
          <a:p>
            <a:pPr indent="-298450" lvl="0" marL="457200" rtl="0" algn="l">
              <a:spcBef>
                <a:spcPts val="0"/>
              </a:spcBef>
              <a:spcAft>
                <a:spcPts val="0"/>
              </a:spcAft>
              <a:buSzPts val="1100"/>
              <a:buChar char="●"/>
            </a:pPr>
            <a:r>
              <a:rPr lang="en"/>
              <a:t>No matter if you created those systems last week…</a:t>
            </a:r>
            <a:endParaRPr/>
          </a:p>
          <a:p>
            <a:pPr indent="-298450" lvl="0" marL="457200" rtl="0" algn="l">
              <a:spcBef>
                <a:spcPts val="0"/>
              </a:spcBef>
              <a:spcAft>
                <a:spcPts val="0"/>
              </a:spcAft>
              <a:buSzPts val="1100"/>
              <a:buChar char="●"/>
            </a:pPr>
            <a:r>
              <a:rPr lang="en"/>
              <a:t>[click for animation]</a:t>
            </a:r>
            <a:endParaRPr/>
          </a:p>
          <a:p>
            <a:pPr indent="-298450" lvl="0" marL="457200" rtl="0" algn="l">
              <a:spcBef>
                <a:spcPts val="0"/>
              </a:spcBef>
              <a:spcAft>
                <a:spcPts val="0"/>
              </a:spcAft>
              <a:buSzPts val="1100"/>
              <a:buChar char="●"/>
            </a:pPr>
            <a:r>
              <a:rPr lang="en"/>
              <a:t>Or created them this week.</a:t>
            </a:r>
            <a:endParaRPr/>
          </a:p>
          <a:p>
            <a:pPr indent="-298450" lvl="0" marL="457200" rtl="0" algn="l">
              <a:spcBef>
                <a:spcPts val="0"/>
              </a:spcBef>
              <a:spcAft>
                <a:spcPts val="0"/>
              </a:spcAft>
              <a:buSzPts val="1100"/>
              <a:buChar char="●"/>
            </a:pPr>
            <a:r>
              <a:rPr lang="en"/>
              <a:t>SOE means they are all on the same patch cycle depending on their environment.</a:t>
            </a:r>
            <a:endParaRPr/>
          </a:p>
          <a:p>
            <a:pPr indent="-298450" lvl="0" marL="457200" rtl="0" algn="l">
              <a:spcBef>
                <a:spcPts val="0"/>
              </a:spcBef>
              <a:spcAft>
                <a:spcPts val="0"/>
              </a:spcAft>
              <a:buSzPts val="1100"/>
              <a:buChar char="●"/>
            </a:pPr>
            <a:r>
              <a:rPr lang="en"/>
              <a:t>[click for transition to next slide]</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3" name="Shape 4383"/>
        <p:cNvGrpSpPr/>
        <p:nvPr/>
      </p:nvGrpSpPr>
      <p:grpSpPr>
        <a:xfrm>
          <a:off x="0" y="0"/>
          <a:ext cx="0" cy="0"/>
          <a:chOff x="0" y="0"/>
          <a:chExt cx="0" cy="0"/>
        </a:xfrm>
      </p:grpSpPr>
      <p:sp>
        <p:nvSpPr>
          <p:cNvPr id="4384" name="Google Shape;4384;g312f9c57839_0_1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5" name="Google Shape;4385;g312f9c57839_0_1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Billy Holmes</a:t>
            </a:r>
            <a:endParaRPr>
              <a:solidFill>
                <a:schemeClr val="dk1"/>
              </a:solidFill>
            </a:endParaRPr>
          </a:p>
          <a:p>
            <a:pPr indent="0" lvl="0" marL="0" rtl="0" algn="l">
              <a:spcBef>
                <a:spcPts val="0"/>
              </a:spcBef>
              <a:spcAft>
                <a:spcPts val="0"/>
              </a:spcAft>
              <a:buNone/>
            </a:pPr>
            <a:r>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[while transition animation is playing]</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You can create and promote a new v4 for Development</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Then promote QA and Prod to v3 and v2</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[click for animation]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New hosts in those environments, are on a consistent patch cycle.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[click for transition to next slide]</a:t>
            </a:r>
            <a:endParaRPr>
              <a:solidFill>
                <a:schemeClr val="dk1"/>
              </a:solidFill>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5" name="Shape 4435"/>
        <p:cNvGrpSpPr/>
        <p:nvPr/>
      </p:nvGrpSpPr>
      <p:grpSpPr>
        <a:xfrm>
          <a:off x="0" y="0"/>
          <a:ext cx="0" cy="0"/>
          <a:chOff x="0" y="0"/>
          <a:chExt cx="0" cy="0"/>
        </a:xfrm>
      </p:grpSpPr>
      <p:sp>
        <p:nvSpPr>
          <p:cNvPr id="4436" name="Google Shape;4436;g312f9c57839_0_1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7" name="Google Shape;4437;g312f9c57839_0_1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Billy Holmes</a:t>
            </a:r>
            <a:endParaRPr>
              <a:solidFill>
                <a:schemeClr val="dk1"/>
              </a:solidFill>
            </a:endParaRPr>
          </a:p>
          <a:p>
            <a:pPr indent="0" lvl="0" marL="0" rtl="0" algn="l">
              <a:spcBef>
                <a:spcPts val="0"/>
              </a:spcBef>
              <a:spcAft>
                <a:spcPts val="0"/>
              </a:spcAft>
              <a:buNone/>
            </a:pPr>
            <a:r>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[while transition animation is playing]</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Again, create and promote a new v5 for Development</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Then promote QA and Prod to v4 and v3</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[click for animation]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Additional hosts are consistent and aligned to their lifecycle environment.</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[click for transition to next slide]</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2" name="Shape 4492"/>
        <p:cNvGrpSpPr/>
        <p:nvPr/>
      </p:nvGrpSpPr>
      <p:grpSpPr>
        <a:xfrm>
          <a:off x="0" y="0"/>
          <a:ext cx="0" cy="0"/>
          <a:chOff x="0" y="0"/>
          <a:chExt cx="0" cy="0"/>
        </a:xfrm>
      </p:grpSpPr>
      <p:sp>
        <p:nvSpPr>
          <p:cNvPr id="4493" name="Google Shape;4493;g312f9c57839_0_1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4" name="Google Shape;4494;g312f9c57839_0_1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Billy Holmes</a:t>
            </a:r>
            <a:endParaRPr>
              <a:solidFill>
                <a:schemeClr val="dk1"/>
              </a:solidFill>
            </a:endParaRPr>
          </a:p>
          <a:p>
            <a:pPr indent="0" lvl="0" marL="0" rtl="0" algn="l">
              <a:spcBef>
                <a:spcPts val="0"/>
              </a:spcBef>
              <a:spcAft>
                <a:spcPts val="0"/>
              </a:spcAft>
              <a:buNone/>
            </a:pPr>
            <a:r>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[while transition animation is playing]</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Creating and promoting new versions of content is easy with Satellite.</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It’s even easier with automation like AAP</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And with supported Satellite focused collections in Ansible Automation Hub.</a:t>
            </a:r>
            <a:endParaRPr>
              <a:solidFill>
                <a:schemeClr val="dk1"/>
              </a:solidFill>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9" name="Shape 4549"/>
        <p:cNvGrpSpPr/>
        <p:nvPr/>
      </p:nvGrpSpPr>
      <p:grpSpPr>
        <a:xfrm>
          <a:off x="0" y="0"/>
          <a:ext cx="0" cy="0"/>
          <a:chOff x="0" y="0"/>
          <a:chExt cx="0" cy="0"/>
        </a:xfrm>
      </p:grpSpPr>
      <p:sp>
        <p:nvSpPr>
          <p:cNvPr id="4550" name="Google Shape;4550;g312f9c57839_0_1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1" name="Google Shape;4551;g312f9c57839_0_1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Billy Holmes</a:t>
            </a:r>
            <a:endParaRPr>
              <a:solidFill>
                <a:schemeClr val="dk1"/>
              </a:solidFill>
            </a:endParaRPr>
          </a:p>
          <a:p>
            <a:pPr indent="0" lvl="0" marL="0" rtl="0" algn="l">
              <a:spcBef>
                <a:spcPts val="0"/>
              </a:spcBef>
              <a:spcAft>
                <a:spcPts val="0"/>
              </a:spcAft>
              <a:buNone/>
            </a:pPr>
            <a:r>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[while transition animation is playing]</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Creating and promoting new versions of content is easy with Satellite.</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It’s even easier with automation like AAP</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And with supported Satellite focused collections in Ansible Automation Hub.</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SOE means</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Control: Only the patches you want and need are exposed to hosts.</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Vetting: Comprehensive testing of patches against QA workloads.</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No Surprises: Promoting patches to production should be a non-event.</a:t>
            </a:r>
            <a:endParaRPr>
              <a:solidFill>
                <a:schemeClr val="dk1"/>
              </a:solidFill>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3" name="Shape 4583"/>
        <p:cNvGrpSpPr/>
        <p:nvPr/>
      </p:nvGrpSpPr>
      <p:grpSpPr>
        <a:xfrm>
          <a:off x="0" y="0"/>
          <a:ext cx="0" cy="0"/>
          <a:chOff x="0" y="0"/>
          <a:chExt cx="0" cy="0"/>
        </a:xfrm>
      </p:grpSpPr>
      <p:sp>
        <p:nvSpPr>
          <p:cNvPr id="4584" name="Google Shape;4584;g312f9c57839_0_1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5" name="Google Shape;4585;g312f9c57839_0_1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Billy Holmes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Satellite does this through 2 concepts, and 2 workflows.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2 concepts are:</a:t>
            </a:r>
            <a:endParaRPr>
              <a:solidFill>
                <a:schemeClr val="dk1"/>
              </a:solidFill>
            </a:endParaRPr>
          </a:p>
          <a:p>
            <a:pPr indent="-298450" lvl="0" marL="457200" rtl="0" algn="l">
              <a:spcBef>
                <a:spcPts val="0"/>
              </a:spcBef>
              <a:spcAft>
                <a:spcPts val="0"/>
              </a:spcAft>
              <a:buClr>
                <a:schemeClr val="dk1"/>
              </a:buClr>
              <a:buSzPts val="1100"/>
              <a:buAutoNum type="arabicPeriod"/>
            </a:pPr>
            <a:r>
              <a:rPr lang="en">
                <a:solidFill>
                  <a:schemeClr val="dk1"/>
                </a:solidFill>
              </a:rPr>
              <a:t>Content Views and versions. They have</a:t>
            </a:r>
            <a:endParaRPr>
              <a:solidFill>
                <a:schemeClr val="dk1"/>
              </a:solidFill>
            </a:endParaRPr>
          </a:p>
          <a:p>
            <a:pPr indent="-298450" lvl="1" marL="914400" rtl="0" algn="l">
              <a:spcBef>
                <a:spcPts val="0"/>
              </a:spcBef>
              <a:spcAft>
                <a:spcPts val="0"/>
              </a:spcAft>
              <a:buClr>
                <a:schemeClr val="dk1"/>
              </a:buClr>
              <a:buSzPts val="1100"/>
              <a:buAutoNum type="alphaLcPeriod"/>
            </a:pPr>
            <a:r>
              <a:rPr lang="en">
                <a:solidFill>
                  <a:schemeClr val="dk1"/>
                </a:solidFill>
              </a:rPr>
              <a:t>base os packages</a:t>
            </a:r>
            <a:endParaRPr>
              <a:solidFill>
                <a:schemeClr val="dk1"/>
              </a:solidFill>
            </a:endParaRPr>
          </a:p>
          <a:p>
            <a:pPr indent="-298450" lvl="1" marL="914400" rtl="0" algn="l">
              <a:spcBef>
                <a:spcPts val="0"/>
              </a:spcBef>
              <a:spcAft>
                <a:spcPts val="0"/>
              </a:spcAft>
              <a:buClr>
                <a:schemeClr val="dk1"/>
              </a:buClr>
              <a:buSzPts val="1100"/>
              <a:buAutoNum type="alphaLcPeriod"/>
            </a:pPr>
            <a:r>
              <a:rPr lang="en">
                <a:solidFill>
                  <a:schemeClr val="dk1"/>
                </a:solidFill>
              </a:rPr>
              <a:t>app streams</a:t>
            </a:r>
            <a:endParaRPr>
              <a:solidFill>
                <a:schemeClr val="dk1"/>
              </a:solidFill>
            </a:endParaRPr>
          </a:p>
          <a:p>
            <a:pPr indent="-298450" lvl="1" marL="914400" rtl="0" algn="l">
              <a:spcBef>
                <a:spcPts val="0"/>
              </a:spcBef>
              <a:spcAft>
                <a:spcPts val="0"/>
              </a:spcAft>
              <a:buClr>
                <a:schemeClr val="dk1"/>
              </a:buClr>
              <a:buSzPts val="1100"/>
              <a:buAutoNum type="alphaLcPeriod"/>
            </a:pPr>
            <a:r>
              <a:rPr lang="en">
                <a:solidFill>
                  <a:schemeClr val="dk1"/>
                </a:solidFill>
              </a:rPr>
              <a:t>errata</a:t>
            </a:r>
            <a:endParaRPr>
              <a:solidFill>
                <a:schemeClr val="dk1"/>
              </a:solidFill>
            </a:endParaRPr>
          </a:p>
          <a:p>
            <a:pPr indent="-298450" lvl="1" marL="914400" rtl="0" algn="l">
              <a:spcBef>
                <a:spcPts val="0"/>
              </a:spcBef>
              <a:spcAft>
                <a:spcPts val="0"/>
              </a:spcAft>
              <a:buClr>
                <a:schemeClr val="dk1"/>
              </a:buClr>
              <a:buSzPts val="1100"/>
              <a:buAutoNum type="alphaLcPeriod"/>
            </a:pPr>
            <a:r>
              <a:rPr lang="en">
                <a:solidFill>
                  <a:schemeClr val="dk1"/>
                </a:solidFill>
              </a:rPr>
              <a:t>files and container images.</a:t>
            </a:r>
            <a:endParaRPr>
              <a:solidFill>
                <a:schemeClr val="dk1"/>
              </a:solidFill>
            </a:endParaRPr>
          </a:p>
          <a:p>
            <a:pPr indent="-298450" lvl="0" marL="457200" rtl="0" algn="l">
              <a:spcBef>
                <a:spcPts val="0"/>
              </a:spcBef>
              <a:spcAft>
                <a:spcPts val="0"/>
              </a:spcAft>
              <a:buClr>
                <a:schemeClr val="dk1"/>
              </a:buClr>
              <a:buSzPts val="1100"/>
              <a:buAutoNum type="arabicPeriod"/>
            </a:pPr>
            <a:r>
              <a:rPr lang="en">
                <a:solidFill>
                  <a:schemeClr val="dk1"/>
                </a:solidFill>
              </a:rPr>
              <a:t>And Lifecycle Environments</a:t>
            </a:r>
            <a:endParaRPr>
              <a:solidFill>
                <a:schemeClr val="dk1"/>
              </a:solidFill>
            </a:endParaRPr>
          </a:p>
          <a:p>
            <a:pPr indent="-298450" lvl="1" marL="914400" rtl="0" algn="l">
              <a:spcBef>
                <a:spcPts val="0"/>
              </a:spcBef>
              <a:spcAft>
                <a:spcPts val="0"/>
              </a:spcAft>
              <a:buClr>
                <a:schemeClr val="dk1"/>
              </a:buClr>
              <a:buSzPts val="1100"/>
              <a:buAutoNum type="alphaLcPeriod"/>
            </a:pPr>
            <a:r>
              <a:rPr lang="en">
                <a:solidFill>
                  <a:schemeClr val="dk1"/>
                </a:solidFill>
              </a:rPr>
              <a:t>3 are defined here to mirror the previous slides</a:t>
            </a:r>
            <a:endParaRPr>
              <a:solidFill>
                <a:schemeClr val="dk1"/>
              </a:solidFill>
            </a:endParaRPr>
          </a:p>
          <a:p>
            <a:pPr indent="-298450" lvl="1" marL="914400" rtl="0" algn="l">
              <a:spcBef>
                <a:spcPts val="0"/>
              </a:spcBef>
              <a:spcAft>
                <a:spcPts val="0"/>
              </a:spcAft>
              <a:buClr>
                <a:schemeClr val="dk1"/>
              </a:buClr>
              <a:buSzPts val="1100"/>
              <a:buAutoNum type="alphaLcPeriod"/>
            </a:pPr>
            <a:r>
              <a:rPr lang="en">
                <a:solidFill>
                  <a:schemeClr val="dk1"/>
                </a:solidFill>
              </a:rPr>
              <a:t>you can define as many or as less as you need.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5" name="Shape 4625"/>
        <p:cNvGrpSpPr/>
        <p:nvPr/>
      </p:nvGrpSpPr>
      <p:grpSpPr>
        <a:xfrm>
          <a:off x="0" y="0"/>
          <a:ext cx="0" cy="0"/>
          <a:chOff x="0" y="0"/>
          <a:chExt cx="0" cy="0"/>
        </a:xfrm>
      </p:grpSpPr>
      <p:sp>
        <p:nvSpPr>
          <p:cNvPr id="4626" name="Google Shape;4626;g312f9c5783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7" name="Google Shape;4627;g312f9c5783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Billy Holmes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2 workflows are:</a:t>
            </a:r>
            <a:endParaRPr>
              <a:solidFill>
                <a:schemeClr val="dk1"/>
              </a:solidFill>
            </a:endParaRPr>
          </a:p>
          <a:p>
            <a:pPr indent="-298450" lvl="0" marL="457200" rtl="0" algn="l">
              <a:spcBef>
                <a:spcPts val="0"/>
              </a:spcBef>
              <a:spcAft>
                <a:spcPts val="0"/>
              </a:spcAft>
              <a:buClr>
                <a:schemeClr val="dk1"/>
              </a:buClr>
              <a:buSzPts val="1100"/>
              <a:buAutoNum type="arabicPeriod"/>
            </a:pPr>
            <a:r>
              <a:rPr lang="en">
                <a:solidFill>
                  <a:schemeClr val="dk1"/>
                </a:solidFill>
              </a:rPr>
              <a:t>Publish</a:t>
            </a:r>
            <a:endParaRPr>
              <a:solidFill>
                <a:schemeClr val="dk1"/>
              </a:solidFill>
            </a:endParaRPr>
          </a:p>
          <a:p>
            <a:pPr indent="-298450" lvl="0" marL="457200" rtl="0" algn="l">
              <a:spcBef>
                <a:spcPts val="0"/>
              </a:spcBef>
              <a:spcAft>
                <a:spcPts val="0"/>
              </a:spcAft>
              <a:buClr>
                <a:schemeClr val="dk1"/>
              </a:buClr>
              <a:buSzPts val="1100"/>
              <a:buAutoNum type="arabicPeriod"/>
            </a:pPr>
            <a:r>
              <a:rPr lang="en">
                <a:solidFill>
                  <a:schemeClr val="dk1"/>
                </a:solidFill>
              </a:rPr>
              <a:t>and Promote</a:t>
            </a:r>
            <a:endParaRPr>
              <a:solidFill>
                <a:schemeClr val="dk1"/>
              </a:solidFill>
            </a:endParaRPr>
          </a:p>
          <a:p>
            <a:pPr indent="0" lvl="0" marL="0" rtl="0" algn="l">
              <a:spcBef>
                <a:spcPts val="0"/>
              </a:spcBef>
              <a:spcAft>
                <a:spcPts val="0"/>
              </a:spcAft>
              <a:buNone/>
            </a:pPr>
            <a:r>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Publish - where new versions of the Content View are created.</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This means exposing new content, like errata (updates) and files that have already been synchronized.</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Notice how the # of packages and eratta, etc - have increased?</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This tracks changes based on content:</a:t>
            </a:r>
            <a:endParaRPr>
              <a:solidFill>
                <a:schemeClr val="dk1"/>
              </a:solidFill>
            </a:endParaRPr>
          </a:p>
          <a:p>
            <a:pPr indent="-298450" lvl="2" marL="1371600" rtl="0" algn="l">
              <a:spcBef>
                <a:spcPts val="0"/>
              </a:spcBef>
              <a:spcAft>
                <a:spcPts val="0"/>
              </a:spcAft>
              <a:buClr>
                <a:schemeClr val="dk1"/>
              </a:buClr>
              <a:buSzPts val="1100"/>
              <a:buChar char="■"/>
            </a:pPr>
            <a:r>
              <a:rPr lang="en">
                <a:solidFill>
                  <a:schemeClr val="dk1"/>
                </a:solidFill>
              </a:rPr>
              <a:t>Either as time: aka differences in synchronized content over days, weeks, months.</a:t>
            </a:r>
            <a:endParaRPr>
              <a:solidFill>
                <a:schemeClr val="dk1"/>
              </a:solidFill>
            </a:endParaRPr>
          </a:p>
          <a:p>
            <a:pPr indent="-298450" lvl="2" marL="1371600" rtl="0" algn="l">
              <a:spcBef>
                <a:spcPts val="0"/>
              </a:spcBef>
              <a:spcAft>
                <a:spcPts val="0"/>
              </a:spcAft>
              <a:buClr>
                <a:schemeClr val="dk1"/>
              </a:buClr>
              <a:buSzPts val="1100"/>
              <a:buChar char="■"/>
            </a:pPr>
            <a:r>
              <a:rPr lang="en">
                <a:solidFill>
                  <a:schemeClr val="dk1"/>
                </a:solidFill>
              </a:rPr>
              <a:t>Or as filters: items you deliberately omit or specifically include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2nd workflow is a promotion</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This is where Content View versions above are associated with a Lifecycle Environment.</a:t>
            </a:r>
            <a:endParaRPr>
              <a:solidFill>
                <a:schemeClr val="dk1"/>
              </a:solidFill>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7" name="Shape 4657"/>
        <p:cNvGrpSpPr/>
        <p:nvPr/>
      </p:nvGrpSpPr>
      <p:grpSpPr>
        <a:xfrm>
          <a:off x="0" y="0"/>
          <a:ext cx="0" cy="0"/>
          <a:chOff x="0" y="0"/>
          <a:chExt cx="0" cy="0"/>
        </a:xfrm>
      </p:grpSpPr>
      <p:sp>
        <p:nvSpPr>
          <p:cNvPr id="4658" name="Google Shape;4658;g312f9c57839_0_10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9" name="Google Shape;4659;g312f9c57839_0_10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Billy Holmes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2 workflows are:</a:t>
            </a:r>
            <a:endParaRPr>
              <a:solidFill>
                <a:schemeClr val="dk1"/>
              </a:solidFill>
            </a:endParaRPr>
          </a:p>
          <a:p>
            <a:pPr indent="-298450" lvl="0" marL="457200" rtl="0" algn="l">
              <a:spcBef>
                <a:spcPts val="0"/>
              </a:spcBef>
              <a:spcAft>
                <a:spcPts val="0"/>
              </a:spcAft>
              <a:buClr>
                <a:schemeClr val="dk1"/>
              </a:buClr>
              <a:buSzPts val="1100"/>
              <a:buAutoNum type="arabicPeriod"/>
            </a:pPr>
            <a:r>
              <a:rPr lang="en">
                <a:solidFill>
                  <a:schemeClr val="dk1"/>
                </a:solidFill>
              </a:rPr>
              <a:t>Publish</a:t>
            </a:r>
            <a:endParaRPr>
              <a:solidFill>
                <a:schemeClr val="dk1"/>
              </a:solidFill>
            </a:endParaRPr>
          </a:p>
          <a:p>
            <a:pPr indent="-298450" lvl="0" marL="457200" rtl="0" algn="l">
              <a:spcBef>
                <a:spcPts val="0"/>
              </a:spcBef>
              <a:spcAft>
                <a:spcPts val="0"/>
              </a:spcAft>
              <a:buClr>
                <a:schemeClr val="dk1"/>
              </a:buClr>
              <a:buSzPts val="1100"/>
              <a:buAutoNum type="arabicPeriod"/>
            </a:pPr>
            <a:r>
              <a:rPr lang="en">
                <a:solidFill>
                  <a:schemeClr val="dk1"/>
                </a:solidFill>
              </a:rPr>
              <a:t>and Promote</a:t>
            </a:r>
            <a:endParaRPr>
              <a:solidFill>
                <a:schemeClr val="dk1"/>
              </a:solidFill>
            </a:endParaRPr>
          </a:p>
          <a:p>
            <a:pPr indent="0" lvl="0" marL="0" rtl="0" algn="l">
              <a:spcBef>
                <a:spcPts val="0"/>
              </a:spcBef>
              <a:spcAft>
                <a:spcPts val="0"/>
              </a:spcAft>
              <a:buNone/>
            </a:pPr>
            <a:r>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Publish - where new versions of the Content View are created.</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This means exposing new content, like errata (updates) and files that have already been synchronized.</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Notice how the # of packages and eratta, etc - have increased?</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This tracks changes based on content:</a:t>
            </a:r>
            <a:endParaRPr>
              <a:solidFill>
                <a:schemeClr val="dk1"/>
              </a:solidFill>
            </a:endParaRPr>
          </a:p>
          <a:p>
            <a:pPr indent="-298450" lvl="2" marL="1371600" rtl="0" algn="l">
              <a:spcBef>
                <a:spcPts val="0"/>
              </a:spcBef>
              <a:spcAft>
                <a:spcPts val="0"/>
              </a:spcAft>
              <a:buClr>
                <a:schemeClr val="dk1"/>
              </a:buClr>
              <a:buSzPts val="1100"/>
              <a:buChar char="■"/>
            </a:pPr>
            <a:r>
              <a:rPr lang="en">
                <a:solidFill>
                  <a:schemeClr val="dk1"/>
                </a:solidFill>
              </a:rPr>
              <a:t>Either as time: aka differences in synchronized content over days, weeks, months.</a:t>
            </a:r>
            <a:endParaRPr>
              <a:solidFill>
                <a:schemeClr val="dk1"/>
              </a:solidFill>
            </a:endParaRPr>
          </a:p>
          <a:p>
            <a:pPr indent="-298450" lvl="2" marL="1371600" rtl="0" algn="l">
              <a:spcBef>
                <a:spcPts val="0"/>
              </a:spcBef>
              <a:spcAft>
                <a:spcPts val="0"/>
              </a:spcAft>
              <a:buClr>
                <a:schemeClr val="dk1"/>
              </a:buClr>
              <a:buSzPts val="1100"/>
              <a:buChar char="■"/>
            </a:pPr>
            <a:r>
              <a:rPr lang="en">
                <a:solidFill>
                  <a:schemeClr val="dk1"/>
                </a:solidFill>
              </a:rPr>
              <a:t>Or as filters: items you deliberately omit or specifically include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2nd workflow is a promotion</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This is where Content View versions above are associated with a Lifecycle Environment.</a:t>
            </a:r>
            <a:endParaRPr>
              <a:solidFill>
                <a:schemeClr val="dk1"/>
              </a:solidFill>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3" name="Shape 4683"/>
        <p:cNvGrpSpPr/>
        <p:nvPr/>
      </p:nvGrpSpPr>
      <p:grpSpPr>
        <a:xfrm>
          <a:off x="0" y="0"/>
          <a:ext cx="0" cy="0"/>
          <a:chOff x="0" y="0"/>
          <a:chExt cx="0" cy="0"/>
        </a:xfrm>
      </p:grpSpPr>
      <p:sp>
        <p:nvSpPr>
          <p:cNvPr id="4684" name="Google Shape;4684;g15ebbbc71a3_1_19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5" name="Google Shape;4685;g15ebbbc71a3_1_19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1" name="Shape 4691"/>
        <p:cNvGrpSpPr/>
        <p:nvPr/>
      </p:nvGrpSpPr>
      <p:grpSpPr>
        <a:xfrm>
          <a:off x="0" y="0"/>
          <a:ext cx="0" cy="0"/>
          <a:chOff x="0" y="0"/>
          <a:chExt cx="0" cy="0"/>
        </a:xfrm>
      </p:grpSpPr>
      <p:sp>
        <p:nvSpPr>
          <p:cNvPr id="4692" name="Google Shape;4692;g18fe97a9868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3" name="Google Shape;4693;g18fe97a9868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8" name="Shape 4708"/>
        <p:cNvGrpSpPr/>
        <p:nvPr/>
      </p:nvGrpSpPr>
      <p:grpSpPr>
        <a:xfrm>
          <a:off x="0" y="0"/>
          <a:ext cx="0" cy="0"/>
          <a:chOff x="0" y="0"/>
          <a:chExt cx="0" cy="0"/>
        </a:xfrm>
      </p:grpSpPr>
      <p:sp>
        <p:nvSpPr>
          <p:cNvPr id="4709" name="Google Shape;4709;g18e95adf8b7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0" name="Google Shape;4710;g18e95adf8b7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1" name="Shape 4731"/>
        <p:cNvGrpSpPr/>
        <p:nvPr/>
      </p:nvGrpSpPr>
      <p:grpSpPr>
        <a:xfrm>
          <a:off x="0" y="0"/>
          <a:ext cx="0" cy="0"/>
          <a:chOff x="0" y="0"/>
          <a:chExt cx="0" cy="0"/>
        </a:xfrm>
      </p:grpSpPr>
      <p:sp>
        <p:nvSpPr>
          <p:cNvPr id="4732" name="Google Shape;4732;g29e6907ab79_0_19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3" name="Google Shape;4733;g29e6907ab79_0_19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9" name="Shape 4759"/>
        <p:cNvGrpSpPr/>
        <p:nvPr/>
      </p:nvGrpSpPr>
      <p:grpSpPr>
        <a:xfrm>
          <a:off x="0" y="0"/>
          <a:ext cx="0" cy="0"/>
          <a:chOff x="0" y="0"/>
          <a:chExt cx="0" cy="0"/>
        </a:xfrm>
      </p:grpSpPr>
      <p:sp>
        <p:nvSpPr>
          <p:cNvPr id="4760" name="Google Shape;4760;g18fe97a9868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1" name="Google Shape;4761;g18fe97a9868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0" name="Shape 4780"/>
        <p:cNvGrpSpPr/>
        <p:nvPr/>
      </p:nvGrpSpPr>
      <p:grpSpPr>
        <a:xfrm>
          <a:off x="0" y="0"/>
          <a:ext cx="0" cy="0"/>
          <a:chOff x="0" y="0"/>
          <a:chExt cx="0" cy="0"/>
        </a:xfrm>
      </p:grpSpPr>
      <p:sp>
        <p:nvSpPr>
          <p:cNvPr id="4781" name="Google Shape;4781;g18fe97a9868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2" name="Google Shape;4782;g18fe97a9868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0" name="Shape 4800"/>
        <p:cNvGrpSpPr/>
        <p:nvPr/>
      </p:nvGrpSpPr>
      <p:grpSpPr>
        <a:xfrm>
          <a:off x="0" y="0"/>
          <a:ext cx="0" cy="0"/>
          <a:chOff x="0" y="0"/>
          <a:chExt cx="0" cy="0"/>
        </a:xfrm>
      </p:grpSpPr>
      <p:sp>
        <p:nvSpPr>
          <p:cNvPr id="4801" name="Google Shape;4801;g18e95adf8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2" name="Google Shape;4802;g18e95adf8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8" name="Shape 4808"/>
        <p:cNvGrpSpPr/>
        <p:nvPr/>
      </p:nvGrpSpPr>
      <p:grpSpPr>
        <a:xfrm>
          <a:off x="0" y="0"/>
          <a:ext cx="0" cy="0"/>
          <a:chOff x="0" y="0"/>
          <a:chExt cx="0" cy="0"/>
        </a:xfrm>
      </p:grpSpPr>
      <p:sp>
        <p:nvSpPr>
          <p:cNvPr id="4809" name="Google Shape;4809;g221a2c1d2b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0" name="Google Shape;4810;g221a2c1d2b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When dev ops models are discussed they tend to focus a lot on the developer side of the model. The standard operating environment is critical for all those elements that run on top. Developer build systems, orchestration systems, production system creation and testing – all the elements that create the environment on which a devops model runs.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Each Standard Operating Environment model has a set of conditions that include: System content that is required / allowed, system configuration that is required, security configuration, deployment processes, application or runtime configuration, management processes, maintenance process/workflows, monitoring, logging, reporting, revision/recycling/retirement, etc..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6" name="Shape 4826"/>
        <p:cNvGrpSpPr/>
        <p:nvPr/>
      </p:nvGrpSpPr>
      <p:grpSpPr>
        <a:xfrm>
          <a:off x="0" y="0"/>
          <a:ext cx="0" cy="0"/>
          <a:chOff x="0" y="0"/>
          <a:chExt cx="0" cy="0"/>
        </a:xfrm>
      </p:grpSpPr>
      <p:sp>
        <p:nvSpPr>
          <p:cNvPr id="4827" name="Google Shape;4827;g1d4d4ead079_0_9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8" name="Google Shape;4828;g1d4d4ead079_0_9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When dev ops models are discussed they tend to focus a lot on the developer side of the model. The standard operating environment is critical for all those elements that run on top. Developer build systems, orchestration systems, production system creation and testing – all the elements that create the environment on which a devops model runs.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Each Standard Operating Environment model has a set of conditions that include: System content that is required / allowed, system configuration that is required, security configuration, deployment processes, application or runtime configuration, management processes, maintenance process/workflows, monitoring, logging, reporting, revision/recycling/retirement, etc.. </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3" name="Shape 4873"/>
        <p:cNvGrpSpPr/>
        <p:nvPr/>
      </p:nvGrpSpPr>
      <p:grpSpPr>
        <a:xfrm>
          <a:off x="0" y="0"/>
          <a:ext cx="0" cy="0"/>
          <a:chOff x="0" y="0"/>
          <a:chExt cx="0" cy="0"/>
        </a:xfrm>
      </p:grpSpPr>
      <p:sp>
        <p:nvSpPr>
          <p:cNvPr id="4874" name="Google Shape;4874;g1d4d4ead07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5" name="Google Shape;4875;g1d4d4ead07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9" name="Shape 4889"/>
        <p:cNvGrpSpPr/>
        <p:nvPr/>
      </p:nvGrpSpPr>
      <p:grpSpPr>
        <a:xfrm>
          <a:off x="0" y="0"/>
          <a:ext cx="0" cy="0"/>
          <a:chOff x="0" y="0"/>
          <a:chExt cx="0" cy="0"/>
        </a:xfrm>
      </p:grpSpPr>
      <p:sp>
        <p:nvSpPr>
          <p:cNvPr id="4890" name="Google Shape;4890;g1d4d4ead07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1" name="Google Shape;4891;g1d4d4ead07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7" name="Shape 4907"/>
        <p:cNvGrpSpPr/>
        <p:nvPr/>
      </p:nvGrpSpPr>
      <p:grpSpPr>
        <a:xfrm>
          <a:off x="0" y="0"/>
          <a:ext cx="0" cy="0"/>
          <a:chOff x="0" y="0"/>
          <a:chExt cx="0" cy="0"/>
        </a:xfrm>
      </p:grpSpPr>
      <p:sp>
        <p:nvSpPr>
          <p:cNvPr id="4908" name="Google Shape;4908;g353d20400e1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9" name="Google Shape;4909;g353d20400e1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5" name="Shape 4925"/>
        <p:cNvGrpSpPr/>
        <p:nvPr/>
      </p:nvGrpSpPr>
      <p:grpSpPr>
        <a:xfrm>
          <a:off x="0" y="0"/>
          <a:ext cx="0" cy="0"/>
          <a:chOff x="0" y="0"/>
          <a:chExt cx="0" cy="0"/>
        </a:xfrm>
      </p:grpSpPr>
      <p:sp>
        <p:nvSpPr>
          <p:cNvPr id="4926" name="Google Shape;4926;g1ed5484ac7a_0_3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7" name="Google Shape;4927;g1ed5484ac7a_0_3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rPr lang="en" sz="1400">
                <a:solidFill>
                  <a:schemeClr val="dk1"/>
                </a:solidFill>
                <a:latin typeface="Overpass Light"/>
                <a:ea typeface="Overpass Light"/>
                <a:cs typeface="Overpass Light"/>
                <a:sym typeface="Overpass Light"/>
              </a:rPr>
              <a:t>Including slide again as a reminder of the overall pipeline flow, which then transitions into the next slide, where the series of pipelines is showcased via chained AAP2 workflow templates with feedback loops/error corrections</a:t>
            </a:r>
            <a:endParaRPr sz="1400">
              <a:solidFill>
                <a:schemeClr val="dk1"/>
              </a:solidFill>
              <a:latin typeface="Overpass Light"/>
              <a:ea typeface="Overpass Light"/>
              <a:cs typeface="Overpass Light"/>
              <a:sym typeface="Overpass Light"/>
            </a:endParaRPr>
          </a:p>
          <a:p>
            <a:pPr indent="0" lvl="0" marL="0" rtl="0" algn="l">
              <a:spcBef>
                <a:spcPts val="0"/>
              </a:spcBef>
              <a:spcAft>
                <a:spcPts val="0"/>
              </a:spcAft>
              <a:buClr>
                <a:schemeClr val="dk1"/>
              </a:buClr>
              <a:buSzPts val="1100"/>
              <a:buFont typeface="Arial"/>
              <a:buNone/>
            </a:pPr>
            <a:r>
              <a:t/>
            </a:r>
            <a:endParaRPr sz="1400">
              <a:solidFill>
                <a:schemeClr val="dk1"/>
              </a:solidFill>
              <a:latin typeface="Overpass Light"/>
              <a:ea typeface="Overpass Light"/>
              <a:cs typeface="Overpass Light"/>
              <a:sym typeface="Overpass Light"/>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5" name="Shape 4995"/>
        <p:cNvGrpSpPr/>
        <p:nvPr/>
      </p:nvGrpSpPr>
      <p:grpSpPr>
        <a:xfrm>
          <a:off x="0" y="0"/>
          <a:ext cx="0" cy="0"/>
          <a:chOff x="0" y="0"/>
          <a:chExt cx="0" cy="0"/>
        </a:xfrm>
      </p:grpSpPr>
      <p:sp>
        <p:nvSpPr>
          <p:cNvPr id="4996" name="Google Shape;4996;g1ed5484ac7a_0_3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7" name="Google Shape;4997;g1ed5484ac7a_0_3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8" name="Shape 5008"/>
        <p:cNvGrpSpPr/>
        <p:nvPr/>
      </p:nvGrpSpPr>
      <p:grpSpPr>
        <a:xfrm>
          <a:off x="0" y="0"/>
          <a:ext cx="0" cy="0"/>
          <a:chOff x="0" y="0"/>
          <a:chExt cx="0" cy="0"/>
        </a:xfrm>
      </p:grpSpPr>
      <p:sp>
        <p:nvSpPr>
          <p:cNvPr id="5009" name="Google Shape;5009;g353d20400e1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0" name="Google Shape;5010;g353d20400e1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0" name="Shape 5030"/>
        <p:cNvGrpSpPr/>
        <p:nvPr/>
      </p:nvGrpSpPr>
      <p:grpSpPr>
        <a:xfrm>
          <a:off x="0" y="0"/>
          <a:ext cx="0" cy="0"/>
          <a:chOff x="0" y="0"/>
          <a:chExt cx="0" cy="0"/>
        </a:xfrm>
      </p:grpSpPr>
      <p:sp>
        <p:nvSpPr>
          <p:cNvPr id="5031" name="Google Shape;5031;g170c4438052_1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2" name="Google Shape;5032;g170c4438052_1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8" name="Shape 5038"/>
        <p:cNvGrpSpPr/>
        <p:nvPr/>
      </p:nvGrpSpPr>
      <p:grpSpPr>
        <a:xfrm>
          <a:off x="0" y="0"/>
          <a:ext cx="0" cy="0"/>
          <a:chOff x="0" y="0"/>
          <a:chExt cx="0" cy="0"/>
        </a:xfrm>
      </p:grpSpPr>
      <p:sp>
        <p:nvSpPr>
          <p:cNvPr id="5039" name="Google Shape;5039;g1d4d4ead07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0" name="Google Shape;5040;g1d4d4ead07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0" name="Shape 5050"/>
        <p:cNvGrpSpPr/>
        <p:nvPr/>
      </p:nvGrpSpPr>
      <p:grpSpPr>
        <a:xfrm>
          <a:off x="0" y="0"/>
          <a:ext cx="0" cy="0"/>
          <a:chOff x="0" y="0"/>
          <a:chExt cx="0" cy="0"/>
        </a:xfrm>
      </p:grpSpPr>
      <p:sp>
        <p:nvSpPr>
          <p:cNvPr id="5051" name="Google Shape;5051;g1d4d4ead079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2" name="Google Shape;5052;g1d4d4ead079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1" name="Shape 5061"/>
        <p:cNvGrpSpPr/>
        <p:nvPr/>
      </p:nvGrpSpPr>
      <p:grpSpPr>
        <a:xfrm>
          <a:off x="0" y="0"/>
          <a:ext cx="0" cy="0"/>
          <a:chOff x="0" y="0"/>
          <a:chExt cx="0" cy="0"/>
        </a:xfrm>
      </p:grpSpPr>
      <p:sp>
        <p:nvSpPr>
          <p:cNvPr id="5062" name="Google Shape;5062;g1d4d4ead079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3" name="Google Shape;5063;g1d4d4ead079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4" name="Shape 5074"/>
        <p:cNvGrpSpPr/>
        <p:nvPr/>
      </p:nvGrpSpPr>
      <p:grpSpPr>
        <a:xfrm>
          <a:off x="0" y="0"/>
          <a:ext cx="0" cy="0"/>
          <a:chOff x="0" y="0"/>
          <a:chExt cx="0" cy="0"/>
        </a:xfrm>
      </p:grpSpPr>
      <p:sp>
        <p:nvSpPr>
          <p:cNvPr id="5075" name="Google Shape;5075;g1d4d4ead079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6" name="Google Shape;5076;g1d4d4ead079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7" name="Shape 5087"/>
        <p:cNvGrpSpPr/>
        <p:nvPr/>
      </p:nvGrpSpPr>
      <p:grpSpPr>
        <a:xfrm>
          <a:off x="0" y="0"/>
          <a:ext cx="0" cy="0"/>
          <a:chOff x="0" y="0"/>
          <a:chExt cx="0" cy="0"/>
        </a:xfrm>
      </p:grpSpPr>
      <p:sp>
        <p:nvSpPr>
          <p:cNvPr id="5088" name="Google Shape;5088;g16218e80765_0_30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9" name="Google Shape;5089;g16218e80765_0_30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9" name="Shape 5099"/>
        <p:cNvGrpSpPr/>
        <p:nvPr/>
      </p:nvGrpSpPr>
      <p:grpSpPr>
        <a:xfrm>
          <a:off x="0" y="0"/>
          <a:ext cx="0" cy="0"/>
          <a:chOff x="0" y="0"/>
          <a:chExt cx="0" cy="0"/>
        </a:xfrm>
      </p:grpSpPr>
      <p:sp>
        <p:nvSpPr>
          <p:cNvPr id="5100" name="Google Shape;5100;g1876862b324_0_2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1" name="Google Shape;5101;g1876862b324_0_2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6" name="Shape 5106"/>
        <p:cNvGrpSpPr/>
        <p:nvPr/>
      </p:nvGrpSpPr>
      <p:grpSpPr>
        <a:xfrm>
          <a:off x="0" y="0"/>
          <a:ext cx="0" cy="0"/>
          <a:chOff x="0" y="0"/>
          <a:chExt cx="0" cy="0"/>
        </a:xfrm>
      </p:grpSpPr>
      <p:sp>
        <p:nvSpPr>
          <p:cNvPr id="5107" name="Google Shape;5107;g2c95f56f7f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8" name="Google Shape;5108;g2c95f56f7f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6" name="Shape 5116"/>
        <p:cNvGrpSpPr/>
        <p:nvPr/>
      </p:nvGrpSpPr>
      <p:grpSpPr>
        <a:xfrm>
          <a:off x="0" y="0"/>
          <a:ext cx="0" cy="0"/>
          <a:chOff x="0" y="0"/>
          <a:chExt cx="0" cy="0"/>
        </a:xfrm>
      </p:grpSpPr>
      <p:sp>
        <p:nvSpPr>
          <p:cNvPr id="5117" name="Google Shape;5117;g2c95f56f7f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8" name="Google Shape;5118;g2c95f56f7f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3" name="Shape 5123"/>
        <p:cNvGrpSpPr/>
        <p:nvPr/>
      </p:nvGrpSpPr>
      <p:grpSpPr>
        <a:xfrm>
          <a:off x="0" y="0"/>
          <a:ext cx="0" cy="0"/>
          <a:chOff x="0" y="0"/>
          <a:chExt cx="0" cy="0"/>
        </a:xfrm>
      </p:grpSpPr>
      <p:sp>
        <p:nvSpPr>
          <p:cNvPr id="5124" name="Google Shape;5124;g16941d637bd_1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5" name="Google Shape;5125;g16941d637bd_1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 Owner]: Paul Armstrong</a:t>
            </a:r>
            <a:endParaRPr/>
          </a:p>
          <a:p>
            <a:pPr indent="0" lvl="0" marL="0" rtl="0" algn="l">
              <a:spcBef>
                <a:spcPts val="0"/>
              </a:spcBef>
              <a:spcAft>
                <a:spcPts val="0"/>
              </a:spcAft>
              <a:buNone/>
            </a:pPr>
            <a:r>
              <a:rPr lang="en"/>
              <a:t>Note: The product Icons may appear odd on your screen but display properly in presentation mode</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2" name="Shape 5152"/>
        <p:cNvGrpSpPr/>
        <p:nvPr/>
      </p:nvGrpSpPr>
      <p:grpSpPr>
        <a:xfrm>
          <a:off x="0" y="0"/>
          <a:ext cx="0" cy="0"/>
          <a:chOff x="0" y="0"/>
          <a:chExt cx="0" cy="0"/>
        </a:xfrm>
      </p:grpSpPr>
      <p:sp>
        <p:nvSpPr>
          <p:cNvPr id="5153" name="Google Shape;5153;g16a2beebeac_3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4" name="Google Shape;5154;g16a2beebeac_3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do we help you win Edge deals?    Our new DCS SKUs.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approach to the Edge market is “Run any workload, on any footprint, in any location.”</a:t>
            </a:r>
            <a:endParaRPr/>
          </a:p>
          <a:p>
            <a:pPr indent="0" lvl="0" marL="0" rtl="0" algn="l">
              <a:spcBef>
                <a:spcPts val="0"/>
              </a:spcBef>
              <a:spcAft>
                <a:spcPts val="0"/>
              </a:spcAft>
              <a:buNone/>
            </a:pPr>
            <a:r>
              <a:rPr lang="en"/>
              <a:t>This approach is supported by the view (or fact) that Edge is essentially the decentralization &amp; distribution of compute/storage/networking (which are the core functions of a data center) to remote locations to enable faster decisions and other benefits.  With our strong position in the data center w/RHEL and Openshift, this makes sense.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traditional business is in the core data center, with low volumes and high performance.</a:t>
            </a:r>
            <a:endParaRPr/>
          </a:p>
          <a:p>
            <a:pPr indent="0" lvl="0" marL="0" rtl="0" algn="l">
              <a:spcBef>
                <a:spcPts val="0"/>
              </a:spcBef>
              <a:spcAft>
                <a:spcPts val="0"/>
              </a:spcAft>
              <a:buNone/>
            </a:pPr>
            <a:r>
              <a:rPr lang="en"/>
              <a:t>Edge solutions are distributed computing outside the core data center.</a:t>
            </a:r>
            <a:endParaRPr/>
          </a:p>
          <a:p>
            <a:pPr indent="0" lvl="0" marL="0" rtl="0" algn="l">
              <a:spcBef>
                <a:spcPts val="0"/>
              </a:spcBef>
              <a:spcAft>
                <a:spcPts val="0"/>
              </a:spcAft>
              <a:buNone/>
            </a:pPr>
            <a:r>
              <a:rPr lang="en"/>
              <a:t>The further you go from the data center, </a:t>
            </a:r>
            <a:r>
              <a:rPr lang="en">
                <a:solidFill>
                  <a:schemeClr val="dk1"/>
                </a:solidFill>
              </a:rPr>
              <a:t>volumes</a:t>
            </a:r>
            <a:r>
              <a:rPr lang="en"/>
              <a:t> are higher, performance requirements are lower, and pricing pressure increases.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Edge we are now providing up to (depending on the product &amp; fit) 3 new SKUs for each of our existing core products → these are the 3 DCS tiers (or use cases) shown in the graphic.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They are intended for use specifically in the 3 Use Cases, which are now defined in our Appendix 1 EULA.  </a:t>
            </a:r>
            <a:endParaRPr/>
          </a:p>
          <a:p>
            <a:pPr indent="0" lvl="0" marL="0" rtl="0" algn="l">
              <a:spcBef>
                <a:spcPts val="0"/>
              </a:spcBef>
              <a:spcAft>
                <a:spcPts val="0"/>
              </a:spcAft>
              <a:buNone/>
            </a:pPr>
            <a:r>
              <a:rPr lang="en"/>
              <a:t>As a result, they have strict guidelines for use that all Red Hat and partner sales organizations need to follow to remain compliant and/or ensure their customers remain compliant.</a:t>
            </a:r>
            <a:endParaRPr/>
          </a:p>
          <a:p>
            <a:pPr indent="0" lvl="0" marL="0" rtl="0" algn="l">
              <a:spcBef>
                <a:spcPts val="0"/>
              </a:spcBef>
              <a:spcAft>
                <a:spcPts val="0"/>
              </a:spcAft>
              <a:buNone/>
            </a:pPr>
            <a:r>
              <a:rPr lang="en"/>
              <a:t>NOTE:  the volumes noted are cumulative volumes over 3 years</a:t>
            </a:r>
            <a:endParaRPr/>
          </a:p>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6" name="Shape 5276"/>
        <p:cNvGrpSpPr/>
        <p:nvPr/>
      </p:nvGrpSpPr>
      <p:grpSpPr>
        <a:xfrm>
          <a:off x="0" y="0"/>
          <a:ext cx="0" cy="0"/>
          <a:chOff x="0" y="0"/>
          <a:chExt cx="0" cy="0"/>
        </a:xfrm>
      </p:grpSpPr>
      <p:sp>
        <p:nvSpPr>
          <p:cNvPr id="5277" name="Google Shape;5277;g18329f1767c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8" name="Google Shape;5278;g18329f1767c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3" name="Shape 5303"/>
        <p:cNvGrpSpPr/>
        <p:nvPr/>
      </p:nvGrpSpPr>
      <p:grpSpPr>
        <a:xfrm>
          <a:off x="0" y="0"/>
          <a:ext cx="0" cy="0"/>
          <a:chOff x="0" y="0"/>
          <a:chExt cx="0" cy="0"/>
        </a:xfrm>
      </p:grpSpPr>
      <p:sp>
        <p:nvSpPr>
          <p:cNvPr id="5304" name="Google Shape;5304;g1949d29385c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5" name="Google Shape;5305;g1949d29385c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0" name="Shape 5310"/>
        <p:cNvGrpSpPr/>
        <p:nvPr/>
      </p:nvGrpSpPr>
      <p:grpSpPr>
        <a:xfrm>
          <a:off x="0" y="0"/>
          <a:ext cx="0" cy="0"/>
          <a:chOff x="0" y="0"/>
          <a:chExt cx="0" cy="0"/>
        </a:xfrm>
      </p:grpSpPr>
      <p:sp>
        <p:nvSpPr>
          <p:cNvPr id="5311" name="Google Shape;5311;g29e6907ab79_0_37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2" name="Google Shape;5312;g29e6907ab79_0_37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 Owner: Martijn Ten Heuvel and Paul Armstrong]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List: </a:t>
            </a:r>
            <a:endParaRPr/>
          </a:p>
          <a:p>
            <a:pPr indent="-298450" lvl="0" marL="457200" rtl="0" algn="l">
              <a:spcBef>
                <a:spcPts val="0"/>
              </a:spcBef>
              <a:spcAft>
                <a:spcPts val="0"/>
              </a:spcAft>
              <a:buSzPts val="1100"/>
              <a:buChar char="-"/>
            </a:pPr>
            <a:r>
              <a:rPr lang="en"/>
              <a:t>Migrate to RHEL document</a:t>
            </a:r>
            <a:endParaRPr/>
          </a:p>
          <a:p>
            <a:pPr indent="-298450" lvl="0" marL="457200" rtl="0" algn="l">
              <a:spcBef>
                <a:spcPts val="0"/>
              </a:spcBef>
              <a:spcAft>
                <a:spcPts val="0"/>
              </a:spcAft>
              <a:buSzPts val="1100"/>
              <a:buChar char="-"/>
            </a:pPr>
            <a:r>
              <a:rPr lang="en"/>
              <a:t>Convert to RHEL document</a:t>
            </a:r>
            <a:endParaRPr/>
          </a:p>
          <a:p>
            <a:pPr indent="-298450" lvl="0" marL="457200" rtl="0" algn="l">
              <a:spcBef>
                <a:spcPts val="0"/>
              </a:spcBef>
              <a:spcAft>
                <a:spcPts val="0"/>
              </a:spcAft>
              <a:buSzPts val="1100"/>
              <a:buChar char="-"/>
            </a:pPr>
            <a:r>
              <a:rPr lang="en"/>
              <a:t>Upgrade to RHEL9 document (DONE)</a:t>
            </a:r>
            <a:endParaRPr/>
          </a:p>
          <a:p>
            <a:pPr indent="-298450" lvl="0" marL="457200" rtl="0" algn="l">
              <a:spcBef>
                <a:spcPts val="0"/>
              </a:spcBef>
              <a:spcAft>
                <a:spcPts val="0"/>
              </a:spcAft>
              <a:buSzPts val="1100"/>
              <a:buChar char="-"/>
            </a:pPr>
            <a:r>
              <a:rPr lang="en"/>
              <a:t>Migration pilot for OSP (openstack) - does that still have a value?</a:t>
            </a:r>
            <a:endParaRPr/>
          </a:p>
          <a:p>
            <a:pPr indent="-298450" lvl="0" marL="457200" rtl="0" algn="l">
              <a:spcBef>
                <a:spcPts val="0"/>
              </a:spcBef>
              <a:spcAft>
                <a:spcPts val="0"/>
              </a:spcAft>
              <a:buSzPts val="1100"/>
              <a:buChar char="-"/>
            </a:pPr>
            <a:r>
              <a:rPr lang="en"/>
              <a:t>Add a new box: migrate to OCP virtualization, find the virtualization approach build.</a:t>
            </a:r>
            <a:endParaRPr/>
          </a:p>
          <a:p>
            <a:pPr indent="-298450" lvl="0" marL="457200" rtl="0" algn="l">
              <a:spcBef>
                <a:spcPts val="0"/>
              </a:spcBef>
              <a:spcAft>
                <a:spcPts val="0"/>
              </a:spcAft>
              <a:buSzPts val="1100"/>
              <a:buChar char="-"/>
            </a:pPr>
            <a:r>
              <a:rPr lang="en"/>
              <a:t>Same with HANA</a:t>
            </a:r>
            <a:endParaRPr/>
          </a:p>
          <a:p>
            <a:pPr indent="-298450" lvl="0" marL="457200" rtl="0" algn="l">
              <a:spcBef>
                <a:spcPts val="0"/>
              </a:spcBef>
              <a:spcAft>
                <a:spcPts val="0"/>
              </a:spcAft>
              <a:buSzPts val="1100"/>
              <a:buChar char="-"/>
            </a:pPr>
            <a:r>
              <a:rPr lang="en"/>
              <a:t>SOE Provisioning also is a link.</a:t>
            </a:r>
            <a:endParaRPr/>
          </a:p>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4" name="Shape 5334"/>
        <p:cNvGrpSpPr/>
        <p:nvPr/>
      </p:nvGrpSpPr>
      <p:grpSpPr>
        <a:xfrm>
          <a:off x="0" y="0"/>
          <a:ext cx="0" cy="0"/>
          <a:chOff x="0" y="0"/>
          <a:chExt cx="0" cy="0"/>
        </a:xfrm>
      </p:grpSpPr>
      <p:sp>
        <p:nvSpPr>
          <p:cNvPr id="5335" name="Google Shape;5335;g2641b383ce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6" name="Google Shape;5336;g2641b383ce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 Owner: Martijn Ten Heuvel and Paul Armstrong]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List: </a:t>
            </a:r>
            <a:endParaRPr/>
          </a:p>
          <a:p>
            <a:pPr indent="-298450" lvl="0" marL="457200" rtl="0" algn="l">
              <a:spcBef>
                <a:spcPts val="0"/>
              </a:spcBef>
              <a:spcAft>
                <a:spcPts val="0"/>
              </a:spcAft>
              <a:buSzPts val="1100"/>
              <a:buChar char="-"/>
            </a:pPr>
            <a:r>
              <a:rPr lang="en"/>
              <a:t>Migrate to RHEL document</a:t>
            </a:r>
            <a:endParaRPr/>
          </a:p>
          <a:p>
            <a:pPr indent="-298450" lvl="0" marL="457200" rtl="0" algn="l">
              <a:spcBef>
                <a:spcPts val="0"/>
              </a:spcBef>
              <a:spcAft>
                <a:spcPts val="0"/>
              </a:spcAft>
              <a:buSzPts val="1100"/>
              <a:buChar char="-"/>
            </a:pPr>
            <a:r>
              <a:rPr lang="en"/>
              <a:t>Convert to RHEL document</a:t>
            </a:r>
            <a:endParaRPr/>
          </a:p>
          <a:p>
            <a:pPr indent="-298450" lvl="0" marL="457200" rtl="0" algn="l">
              <a:spcBef>
                <a:spcPts val="0"/>
              </a:spcBef>
              <a:spcAft>
                <a:spcPts val="0"/>
              </a:spcAft>
              <a:buSzPts val="1100"/>
              <a:buChar char="-"/>
            </a:pPr>
            <a:r>
              <a:rPr lang="en"/>
              <a:t>Upgrade to RHEL9 document (DONE)</a:t>
            </a:r>
            <a:endParaRPr/>
          </a:p>
          <a:p>
            <a:pPr indent="-298450" lvl="0" marL="457200" rtl="0" algn="l">
              <a:spcBef>
                <a:spcPts val="0"/>
              </a:spcBef>
              <a:spcAft>
                <a:spcPts val="0"/>
              </a:spcAft>
              <a:buSzPts val="1100"/>
              <a:buChar char="-"/>
            </a:pPr>
            <a:r>
              <a:rPr lang="en"/>
              <a:t>Migration pilot for OSP (openstack) - does that still have a value?</a:t>
            </a:r>
            <a:endParaRPr/>
          </a:p>
          <a:p>
            <a:pPr indent="-298450" lvl="0" marL="457200" rtl="0" algn="l">
              <a:spcBef>
                <a:spcPts val="0"/>
              </a:spcBef>
              <a:spcAft>
                <a:spcPts val="0"/>
              </a:spcAft>
              <a:buSzPts val="1100"/>
              <a:buChar char="-"/>
            </a:pPr>
            <a:r>
              <a:rPr lang="en"/>
              <a:t>Add a new box: migrate to OCP virtualization, find the virtualization approach build.</a:t>
            </a:r>
            <a:endParaRPr/>
          </a:p>
          <a:p>
            <a:pPr indent="-298450" lvl="0" marL="457200" rtl="0" algn="l">
              <a:spcBef>
                <a:spcPts val="0"/>
              </a:spcBef>
              <a:spcAft>
                <a:spcPts val="0"/>
              </a:spcAft>
              <a:buSzPts val="1100"/>
              <a:buChar char="-"/>
            </a:pPr>
            <a:r>
              <a:rPr lang="en"/>
              <a:t>Same with HANA</a:t>
            </a:r>
            <a:endParaRPr/>
          </a:p>
          <a:p>
            <a:pPr indent="-298450" lvl="0" marL="457200" rtl="0" algn="l">
              <a:spcBef>
                <a:spcPts val="0"/>
              </a:spcBef>
              <a:spcAft>
                <a:spcPts val="0"/>
              </a:spcAft>
              <a:buSzPts val="1100"/>
              <a:buChar char="-"/>
            </a:pPr>
            <a:r>
              <a:rPr lang="en"/>
              <a:t>SOE Provisioning also is a link.</a:t>
            </a:r>
            <a:endParaRPr/>
          </a:p>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8" name="Shape 5358"/>
        <p:cNvGrpSpPr/>
        <p:nvPr/>
      </p:nvGrpSpPr>
      <p:grpSpPr>
        <a:xfrm>
          <a:off x="0" y="0"/>
          <a:ext cx="0" cy="0"/>
          <a:chOff x="0" y="0"/>
          <a:chExt cx="0" cy="0"/>
        </a:xfrm>
      </p:grpSpPr>
      <p:sp>
        <p:nvSpPr>
          <p:cNvPr id="5359" name="Google Shape;5359;g2d18ae327b7_0_8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0" name="Google Shape;5360;g2d18ae327b7_0_8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Martijn Ten Heuvel, Jelke Dijkstra]</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There are basically 3 sources we can come from.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This first is a RHEL based OS such as CentOS or Oracle Linux. These are </a:t>
            </a:r>
            <a:r>
              <a:rPr b="1" lang="en">
                <a:solidFill>
                  <a:schemeClr val="dk1"/>
                </a:solidFill>
              </a:rPr>
              <a:t>converted</a:t>
            </a:r>
            <a:r>
              <a:rPr lang="en">
                <a:solidFill>
                  <a:schemeClr val="dk1"/>
                </a:solidFill>
              </a:rPr>
              <a:t>. See portfoliohub for this solution.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second are older RHEL versions, such as RHEL6, 7 or 8. These are </a:t>
            </a:r>
            <a:r>
              <a:rPr b="1" lang="en">
                <a:solidFill>
                  <a:schemeClr val="dk1"/>
                </a:solidFill>
              </a:rPr>
              <a:t>in place upgraded</a:t>
            </a:r>
            <a:r>
              <a:rPr lang="en">
                <a:solidFill>
                  <a:schemeClr val="dk1"/>
                </a:solidFill>
              </a:rPr>
              <a:t>. See portfoliohub for this solutions (IPU)</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Finally, we have other linuxes - these can technically not be converted or upgraded and need to always be </a:t>
            </a:r>
            <a:r>
              <a:rPr b="1" lang="en">
                <a:solidFill>
                  <a:schemeClr val="dk1"/>
                </a:solidFill>
              </a:rPr>
              <a:t>migrated</a:t>
            </a:r>
            <a:r>
              <a:rPr lang="en">
                <a:solidFill>
                  <a:schemeClr val="dk1"/>
                </a:solidFill>
              </a:rPr>
              <a:t> to the RH ISAM solutio - or older Operating Environments like HPUX. </a:t>
            </a:r>
            <a:br>
              <a:rPr lang="en">
                <a:solidFill>
                  <a:schemeClr val="dk1"/>
                </a:solidFill>
              </a:rPr>
            </a:br>
            <a:r>
              <a:rPr lang="en">
                <a:solidFill>
                  <a:schemeClr val="dk1"/>
                </a:solidFill>
              </a:rPr>
              <a:t>Other examples are Debian based distributions or SLES.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To execute these conversions, upgrades and migrations the </a:t>
            </a:r>
            <a:r>
              <a:rPr b="1" lang="en">
                <a:solidFill>
                  <a:schemeClr val="dk1"/>
                </a:solidFill>
              </a:rPr>
              <a:t>Red Hat Infrastructure Standard</a:t>
            </a:r>
            <a:r>
              <a:rPr lang="en">
                <a:solidFill>
                  <a:schemeClr val="dk1"/>
                </a:solidFill>
              </a:rPr>
              <a:t> components are needed:</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Red Hat Satellite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Red Hat Ansible Automation Platform</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Red Hat Identity Manager. </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All of these will need to be integrated into the existing customer environment.</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This is a separate deck: details provided here for completeness.</a:t>
            </a:r>
            <a:endParaRPr>
              <a:solidFill>
                <a:schemeClr val="dk1"/>
              </a:solidFill>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6" name="Shape 5376"/>
        <p:cNvGrpSpPr/>
        <p:nvPr/>
      </p:nvGrpSpPr>
      <p:grpSpPr>
        <a:xfrm>
          <a:off x="0" y="0"/>
          <a:ext cx="0" cy="0"/>
          <a:chOff x="0" y="0"/>
          <a:chExt cx="0" cy="0"/>
        </a:xfrm>
      </p:grpSpPr>
      <p:sp>
        <p:nvSpPr>
          <p:cNvPr id="5377" name="Google Shape;5377;g2d18ae327b7_0_8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8" name="Google Shape;5378;g2d18ae327b7_0_8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Martijn Ten Heuvel]</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There are basically 3 sources we can come from. This is the first, a RHEL based OS such as CentOS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RHEL based linuxes. These could be migrated with convert2rhel. </a:t>
            </a:r>
            <a:r>
              <a:rPr lang="en" u="sng">
                <a:solidFill>
                  <a:schemeClr val="hlink"/>
                </a:solidFill>
                <a:hlinkClick r:id="rId2"/>
              </a:rPr>
              <a:t>https://www.redhat.com/en/blog/converting-centos-rhel-convert2rhel-and-satellite</a:t>
            </a:r>
            <a:r>
              <a:rPr lang="en">
                <a:solidFill>
                  <a:schemeClr val="dk1"/>
                </a:solidFill>
              </a:rPr>
              <a:t> </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It would be advised to convert only 7 and higher, as 6 would already need Extended Lifecycle Support and should therefor be considered as the last category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upgrade path is ALWAYS an option. Another options is to let the workload and it’s servers EOL. The decision tree would be applicable to each application.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convert to RHEL 7 would be an initial step: the platform becomes supported - see </a:t>
            </a:r>
            <a:r>
              <a:rPr lang="en" u="sng">
                <a:solidFill>
                  <a:schemeClr val="hlink"/>
                </a:solidFill>
                <a:hlinkClick/>
              </a:rPr>
              <a:t>Slide 3: Red Hat Enterprise Linux Life-cycle dates</a:t>
            </a:r>
            <a:r>
              <a:rPr lang="en">
                <a:solidFill>
                  <a:schemeClr val="dk1"/>
                </a:solidFill>
              </a:rPr>
              <a:t> for how long</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3" name="Shape 5393"/>
        <p:cNvGrpSpPr/>
        <p:nvPr/>
      </p:nvGrpSpPr>
      <p:grpSpPr>
        <a:xfrm>
          <a:off x="0" y="0"/>
          <a:ext cx="0" cy="0"/>
          <a:chOff x="0" y="0"/>
          <a:chExt cx="0" cy="0"/>
        </a:xfrm>
      </p:grpSpPr>
      <p:sp>
        <p:nvSpPr>
          <p:cNvPr id="5394" name="Google Shape;5394;g2d18ae327b7_0_8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5" name="Google Shape;5395;g2d18ae327b7_0_8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Martijn Ten Heuvel]</a:t>
            </a:r>
            <a:endParaRPr>
              <a:solidFill>
                <a:schemeClr val="dk1"/>
              </a:solidFill>
            </a:endParaRPr>
          </a:p>
          <a:p>
            <a:pPr indent="0" lvl="0" marL="0" rtl="0" algn="l">
              <a:spcBef>
                <a:spcPts val="0"/>
              </a:spcBef>
              <a:spcAft>
                <a:spcPts val="0"/>
              </a:spcAft>
              <a:buNone/>
            </a:pPr>
            <a:r>
              <a:rPr lang="en">
                <a:solidFill>
                  <a:schemeClr val="dk1"/>
                </a:solidFill>
              </a:rPr>
              <a:t>There are basically 3 sources we can come from. This is the first, a RHEL based OS such as CentOS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 can convert 2 RHEL8 too, based on an 8 release.</a:t>
            </a:r>
            <a:endParaRPr>
              <a:solidFill>
                <a:schemeClr val="dk1"/>
              </a:solidFill>
            </a:endParaRPr>
          </a:p>
          <a:p>
            <a:pPr indent="0" lvl="0" marL="0" rtl="0" algn="l">
              <a:spcBef>
                <a:spcPts val="0"/>
              </a:spcBef>
              <a:spcAft>
                <a:spcPts val="0"/>
              </a:spcAft>
              <a:buNone/>
            </a:pPr>
            <a:r>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upgrade path is ALWAYS an option. Another option is to let the workload and it’s servers EOL. </a:t>
            </a:r>
            <a:br>
              <a:rPr lang="en">
                <a:solidFill>
                  <a:schemeClr val="dk1"/>
                </a:solidFill>
              </a:rPr>
            </a:br>
            <a:r>
              <a:rPr lang="en">
                <a:solidFill>
                  <a:schemeClr val="dk1"/>
                </a:solidFill>
              </a:rPr>
              <a:t>The decision tree would be applicable to each application.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convert to RHEL7 would be an initial step: the platform becomes supported - see </a:t>
            </a:r>
            <a:r>
              <a:rPr lang="en" u="sng">
                <a:solidFill>
                  <a:schemeClr val="hlink"/>
                </a:solidFill>
                <a:hlinkClick/>
              </a:rPr>
              <a:t>Slide 3: Red Hat Enterprise Linux Life-cycle dates</a:t>
            </a:r>
            <a:r>
              <a:rPr lang="en">
                <a:solidFill>
                  <a:schemeClr val="dk1"/>
                </a:solidFill>
              </a:rPr>
              <a:t> for how long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Next steps would be to follow the inplace upgrades (see </a:t>
            </a:r>
            <a:r>
              <a:rPr lang="en" u="sng">
                <a:solidFill>
                  <a:schemeClr val="hlink"/>
                </a:solidFill>
                <a:hlinkClick action="ppaction://hlinksldjump" r:id="rId2"/>
              </a:rPr>
              <a:t>Slide 7: Upgrade and migrations</a:t>
            </a:r>
            <a:r>
              <a:rPr lang="en">
                <a:solidFill>
                  <a:schemeClr val="dk1"/>
                </a:solidFill>
              </a:rPr>
              <a:t>)</a:t>
            </a:r>
            <a:endParaRPr>
              <a:solidFill>
                <a:schemeClr val="dk1"/>
              </a:solidFill>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1" name="Shape 5411"/>
        <p:cNvGrpSpPr/>
        <p:nvPr/>
      </p:nvGrpSpPr>
      <p:grpSpPr>
        <a:xfrm>
          <a:off x="0" y="0"/>
          <a:ext cx="0" cy="0"/>
          <a:chOff x="0" y="0"/>
          <a:chExt cx="0" cy="0"/>
        </a:xfrm>
      </p:grpSpPr>
      <p:sp>
        <p:nvSpPr>
          <p:cNvPr id="5412" name="Google Shape;5412;g2d18ae327b7_0_8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3" name="Google Shape;5413;g2d18ae327b7_0_8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Martijn Ten Heuvel]</a:t>
            </a:r>
            <a:endParaRPr>
              <a:solidFill>
                <a:schemeClr val="dk1"/>
              </a:solidFill>
            </a:endParaRPr>
          </a:p>
          <a:p>
            <a:pPr indent="0" lvl="0" marL="0" rtl="0" algn="l">
              <a:spcBef>
                <a:spcPts val="0"/>
              </a:spcBef>
              <a:spcAft>
                <a:spcPts val="0"/>
              </a:spcAft>
              <a:buNone/>
            </a:pPr>
            <a:r>
              <a:rPr lang="en">
                <a:solidFill>
                  <a:schemeClr val="dk1"/>
                </a:solidFill>
              </a:rPr>
              <a:t>There are basically 3 sources we can come from. This is the first, a RHEL based OS such as CentOS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Finally, we can convert from an 9 based distribution to RHEL9 too</a:t>
            </a:r>
            <a:endParaRPr>
              <a:solidFill>
                <a:schemeClr val="dk1"/>
              </a:solidFill>
            </a:endParaRPr>
          </a:p>
          <a:p>
            <a:pPr indent="0" lvl="0" marL="457200" rtl="0" algn="l">
              <a:spcBef>
                <a:spcPts val="0"/>
              </a:spcBef>
              <a:spcAft>
                <a:spcPts val="0"/>
              </a:spcAft>
              <a:buNone/>
            </a:pPr>
            <a:r>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upgrade path is ALWAYS an option. Another option is to let the workload and it’s servers EOL. </a:t>
            </a:r>
            <a:br>
              <a:rPr lang="en">
                <a:solidFill>
                  <a:schemeClr val="dk1"/>
                </a:solidFill>
              </a:rPr>
            </a:br>
            <a:r>
              <a:rPr lang="en">
                <a:solidFill>
                  <a:schemeClr val="dk1"/>
                </a:solidFill>
              </a:rPr>
              <a:t>The decision tree would be applicable to each application.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convert to RHEL7 would be an initial step: the platform becomes supported - see </a:t>
            </a:r>
            <a:r>
              <a:rPr lang="en" u="sng">
                <a:solidFill>
                  <a:schemeClr val="hlink"/>
                </a:solidFill>
                <a:hlinkClick/>
              </a:rPr>
              <a:t>Slide 3: Red Hat Enterprise Linux Life-cycle dates</a:t>
            </a:r>
            <a:r>
              <a:rPr lang="en">
                <a:solidFill>
                  <a:schemeClr val="dk1"/>
                </a:solidFill>
              </a:rPr>
              <a:t> for how long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Next steps would be to follow the inplace upgrades (see </a:t>
            </a:r>
            <a:r>
              <a:rPr lang="en" u="sng">
                <a:solidFill>
                  <a:schemeClr val="hlink"/>
                </a:solidFill>
                <a:hlinkClick action="ppaction://hlinksldjump" r:id="rId2"/>
              </a:rPr>
              <a:t>Slide 7: Upgrade and migrations</a:t>
            </a:r>
            <a:r>
              <a:rPr lang="en">
                <a:solidFill>
                  <a:schemeClr val="dk1"/>
                </a:solidFill>
              </a:rPr>
              <a: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0" name="Shape 5430"/>
        <p:cNvGrpSpPr/>
        <p:nvPr/>
      </p:nvGrpSpPr>
      <p:grpSpPr>
        <a:xfrm>
          <a:off x="0" y="0"/>
          <a:ext cx="0" cy="0"/>
          <a:chOff x="0" y="0"/>
          <a:chExt cx="0" cy="0"/>
        </a:xfrm>
      </p:grpSpPr>
      <p:sp>
        <p:nvSpPr>
          <p:cNvPr id="5431" name="Google Shape;5431;g2d18ae327b7_0_8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2" name="Google Shape;5432;g2d18ae327b7_0_8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Martijn Ten Heuvel]</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There are basically 3 sources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Older RHEL versions can be IN PLACE UPGRADEd to newer RHEL versions (IPU).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This could start with RHEL 6 which can theoretically be upgraded to 7 using the tools described here: </a:t>
            </a:r>
            <a:r>
              <a:rPr lang="en" u="sng">
                <a:solidFill>
                  <a:schemeClr val="hlink"/>
                </a:solidFill>
                <a:hlinkClick r:id="rId2"/>
              </a:rPr>
              <a:t>https://access.redhat.com/documentation/en-us/red_hat_enterprise_linux/7/html-single/upgrading_from_rhel_6_to_rhel_7/index</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We do prefer to use LEAPP, which is available starting with RHEL7. Refer to the life-cycle dates - upgrading RHEL6 would need a support exception.</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A RHEL7 box would currently be in support - meaning this could be there until the app goes EOL.</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upgrade path is ALWAYS an option. Another options is to let the workload and it’s servers EOL. The decision tree would be applicable to each application.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7" name="Shape 5447"/>
        <p:cNvGrpSpPr/>
        <p:nvPr/>
      </p:nvGrpSpPr>
      <p:grpSpPr>
        <a:xfrm>
          <a:off x="0" y="0"/>
          <a:ext cx="0" cy="0"/>
          <a:chOff x="0" y="0"/>
          <a:chExt cx="0" cy="0"/>
        </a:xfrm>
      </p:grpSpPr>
      <p:sp>
        <p:nvSpPr>
          <p:cNvPr id="5448" name="Google Shape;5448;g2d18ae327b7_0_9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9" name="Google Shape;5449;g2d18ae327b7_0_9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Martijn Ten Heuvel]</a:t>
            </a:r>
            <a:endParaRPr>
              <a:solidFill>
                <a:schemeClr val="dk1"/>
              </a:solidFill>
            </a:endParaRPr>
          </a:p>
          <a:p>
            <a:pPr indent="0" lvl="0" marL="0" rtl="0" algn="l">
              <a:spcBef>
                <a:spcPts val="0"/>
              </a:spcBef>
              <a:spcAft>
                <a:spcPts val="0"/>
              </a:spcAft>
              <a:buNone/>
            </a:pPr>
            <a:r>
              <a:rPr lang="en">
                <a:solidFill>
                  <a:schemeClr val="dk1"/>
                </a:solidFill>
              </a:rPr>
              <a:t>There are basically 3 sources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Older RHEL versions can be IN PLACE UPGRADEd to newer RHEL versions (IPU).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Once RHEL7 is there, we can IPU to RHEL8</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This also applies to the converted systems! This means, we can convert those to RHEL8 too, using the same methodology.</a:t>
            </a:r>
            <a:endParaRPr>
              <a:solidFill>
                <a:schemeClr val="dk1"/>
              </a:solidFill>
            </a:endParaRPr>
          </a:p>
          <a:p>
            <a:pPr indent="0" lvl="0" marL="0" rtl="0" algn="l">
              <a:spcBef>
                <a:spcPts val="0"/>
              </a:spcBef>
              <a:spcAft>
                <a:spcPts val="0"/>
              </a:spcAft>
              <a:buNone/>
            </a:pPr>
            <a:r>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upgrade path is ALWAYS an option. Another options is to let the workload and it’s servers EOL. The decision tree would be applicable to each application.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9" name="Shape 5469"/>
        <p:cNvGrpSpPr/>
        <p:nvPr/>
      </p:nvGrpSpPr>
      <p:grpSpPr>
        <a:xfrm>
          <a:off x="0" y="0"/>
          <a:ext cx="0" cy="0"/>
          <a:chOff x="0" y="0"/>
          <a:chExt cx="0" cy="0"/>
        </a:xfrm>
      </p:grpSpPr>
      <p:sp>
        <p:nvSpPr>
          <p:cNvPr id="5470" name="Google Shape;5470;g2d18ae327b7_0_9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1" name="Google Shape;5471;g2d18ae327b7_0_9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Martijn Ten Heuvel]</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There are basically 3 sources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Older RHEL versions can be upgraded to newer RHEL versions.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Once RHEL7 is there, we can IPU to RHEL8</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This also applies to the converted systems! This means, we can convert those to RHEL8 too, using the same methodology.</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Once RHEL8 is deployed, we can IPU to RHEL9, which is the most recent version.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upgrade path is ALWAYS an option. Another options is to let the workload and it’s servers EOL. The decision tree would be applicable to each application.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0" name="Shape 5490"/>
        <p:cNvGrpSpPr/>
        <p:nvPr/>
      </p:nvGrpSpPr>
      <p:grpSpPr>
        <a:xfrm>
          <a:off x="0" y="0"/>
          <a:ext cx="0" cy="0"/>
          <a:chOff x="0" y="0"/>
          <a:chExt cx="0" cy="0"/>
        </a:xfrm>
      </p:grpSpPr>
      <p:sp>
        <p:nvSpPr>
          <p:cNvPr id="5491" name="Google Shape;5491;g2d18ae327b7_0_9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2" name="Google Shape;5492;g2d18ae327b7_0_9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Martijn Ten Heuvel]</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There are basically 3 sources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Now, we have 2 completed streams: Conversions and In Place Upgrades.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outcome would be a supported platform, NOT a standardized platform.</a:t>
            </a:r>
            <a:endParaRPr>
              <a:solidFill>
                <a:schemeClr val="dk1"/>
              </a:solidFill>
            </a:endParaRPr>
          </a:p>
          <a:p>
            <a:pPr indent="0" lvl="0" marL="0" rtl="0" algn="l">
              <a:spcBef>
                <a:spcPts val="0"/>
              </a:spcBef>
              <a:spcAft>
                <a:spcPts val="0"/>
              </a:spcAft>
              <a:buNone/>
            </a:pPr>
            <a:r>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To execute the conversions and the upgrades, the </a:t>
            </a:r>
            <a:r>
              <a:rPr b="1" lang="en">
                <a:solidFill>
                  <a:schemeClr val="dk1"/>
                </a:solidFill>
              </a:rPr>
              <a:t>Red Hat Infrastructure Standard</a:t>
            </a:r>
            <a:r>
              <a:rPr lang="en">
                <a:solidFill>
                  <a:schemeClr val="dk1"/>
                </a:solidFill>
              </a:rPr>
              <a:t> is needed.</a:t>
            </a:r>
            <a:endParaRPr>
              <a:solidFill>
                <a:schemeClr val="dk1"/>
              </a:solidFill>
            </a:endParaRPr>
          </a:p>
          <a:p>
            <a:pPr indent="0" lvl="0" marL="0" rtl="0" algn="l">
              <a:spcBef>
                <a:spcPts val="0"/>
              </a:spcBef>
              <a:spcAft>
                <a:spcPts val="0"/>
              </a:spcAft>
              <a:buNone/>
            </a:pPr>
            <a:r>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upgrade paths are ALWAYS an option. </a:t>
            </a:r>
            <a:br>
              <a:rPr lang="en">
                <a:solidFill>
                  <a:schemeClr val="dk1"/>
                </a:solidFill>
              </a:rPr>
            </a:br>
            <a:r>
              <a:rPr lang="en">
                <a:solidFill>
                  <a:schemeClr val="dk1"/>
                </a:solidFill>
              </a:rPr>
              <a:t>Another options is to let the workload and it’s servers EOL. The decision tree would be applicable to each application. (other deck)</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1" name="Shape 5511"/>
        <p:cNvGrpSpPr/>
        <p:nvPr/>
      </p:nvGrpSpPr>
      <p:grpSpPr>
        <a:xfrm>
          <a:off x="0" y="0"/>
          <a:ext cx="0" cy="0"/>
          <a:chOff x="0" y="0"/>
          <a:chExt cx="0" cy="0"/>
        </a:xfrm>
      </p:grpSpPr>
      <p:sp>
        <p:nvSpPr>
          <p:cNvPr id="5512" name="Google Shape;5512;g2d18ae327b7_0_9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3" name="Google Shape;5513;g2d18ae327b7_0_9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Martijn Ten Heuvel]</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migration from an alien Linux would always land on the RH-ISAM (or RH-IS) based platform, which is based on RHEL9.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This would be the RHEL9 which is most applicable to the customers environment, covering all integrations, dependencies, locations, etc.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As a migration would always be needed, this also takes the most effort, as the workloads need to be reviewed to understand them and to design the RH-ISAM-RHEL9 to accommodate for the workloads.</a:t>
            </a:r>
            <a:endParaRPr>
              <a:solidFill>
                <a:schemeClr val="dk1"/>
              </a:solidFill>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8" name="Shape 5528"/>
        <p:cNvGrpSpPr/>
        <p:nvPr/>
      </p:nvGrpSpPr>
      <p:grpSpPr>
        <a:xfrm>
          <a:off x="0" y="0"/>
          <a:ext cx="0" cy="0"/>
          <a:chOff x="0" y="0"/>
          <a:chExt cx="0" cy="0"/>
        </a:xfrm>
      </p:grpSpPr>
      <p:sp>
        <p:nvSpPr>
          <p:cNvPr id="5529" name="Google Shape;5529;g2d18ae327b7_0_9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0" name="Google Shape;5530;g2d18ae327b7_0_9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Martijn Ten Heuvel]</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workloads running on RHEL9, but not on the RH-ISAM based RHEL9 could be migrated to it. This should be a relative small step, but would require a redeployment of the application. This is an optional migration, but can be done.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As a migration would always be needed, this also takes the most effort, as the workloads need to be reviewed to understand them and to design the RH-ISAM-RHEL9 to accommodate for the workloads.</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3" name="Shape 5553"/>
        <p:cNvGrpSpPr/>
        <p:nvPr/>
      </p:nvGrpSpPr>
      <p:grpSpPr>
        <a:xfrm>
          <a:off x="0" y="0"/>
          <a:ext cx="0" cy="0"/>
          <a:chOff x="0" y="0"/>
          <a:chExt cx="0" cy="0"/>
        </a:xfrm>
      </p:grpSpPr>
      <p:sp>
        <p:nvSpPr>
          <p:cNvPr id="5554" name="Google Shape;5554;g2d18ae327b7_0_10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5" name="Google Shape;5555;g2d18ae327b7_0_10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Martijn Ten Heuvel]</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Once the workloads have a standardized platform, attention can be put into application modernisation: the entire platform is supported for many years to come and the applications next steps to EOL, OCP, SaaS or Rebuilding are available without the current pressure of end of life for the platform.</a:t>
            </a:r>
            <a:endParaRPr>
              <a:solidFill>
                <a:schemeClr val="dk1"/>
              </a:solidFill>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9" name="Shape 5579"/>
        <p:cNvGrpSpPr/>
        <p:nvPr/>
      </p:nvGrpSpPr>
      <p:grpSpPr>
        <a:xfrm>
          <a:off x="0" y="0"/>
          <a:ext cx="0" cy="0"/>
          <a:chOff x="0" y="0"/>
          <a:chExt cx="0" cy="0"/>
        </a:xfrm>
      </p:grpSpPr>
      <p:sp>
        <p:nvSpPr>
          <p:cNvPr id="5580" name="Google Shape;5580;g29e6907ab79_0_37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1" name="Google Shape;5581;g29e6907ab79_0_37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[Content Owner: Martijn Ten Heuvel]</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What is not going to RHEL, but to a container, drifts out of this scope, unless it’s going to OCP Virt.</a:t>
            </a:r>
            <a:endParaRPr sz="1200"/>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8" name="Shape 5618"/>
        <p:cNvGrpSpPr/>
        <p:nvPr/>
      </p:nvGrpSpPr>
      <p:grpSpPr>
        <a:xfrm>
          <a:off x="0" y="0"/>
          <a:ext cx="0" cy="0"/>
          <a:chOff x="0" y="0"/>
          <a:chExt cx="0" cy="0"/>
        </a:xfrm>
      </p:grpSpPr>
      <p:sp>
        <p:nvSpPr>
          <p:cNvPr id="5619" name="Google Shape;5619;g16941d637bd_1_9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0" name="Google Shape;5620;g16941d637bd_1_9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5" name="Shape 5625"/>
        <p:cNvGrpSpPr/>
        <p:nvPr/>
      </p:nvGrpSpPr>
      <p:grpSpPr>
        <a:xfrm>
          <a:off x="0" y="0"/>
          <a:ext cx="0" cy="0"/>
          <a:chOff x="0" y="0"/>
          <a:chExt cx="0" cy="0"/>
        </a:xfrm>
      </p:grpSpPr>
      <p:sp>
        <p:nvSpPr>
          <p:cNvPr id="5626" name="Google Shape;5626;g1949d29385c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7" name="Google Shape;5627;g1949d29385c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7" name="Shape 5687"/>
        <p:cNvGrpSpPr/>
        <p:nvPr/>
      </p:nvGrpSpPr>
      <p:grpSpPr>
        <a:xfrm>
          <a:off x="0" y="0"/>
          <a:ext cx="0" cy="0"/>
          <a:chOff x="0" y="0"/>
          <a:chExt cx="0" cy="0"/>
        </a:xfrm>
      </p:grpSpPr>
      <p:sp>
        <p:nvSpPr>
          <p:cNvPr id="5688" name="Google Shape;5688;g29e6907ab79_0_4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9" name="Google Shape;5689;g29e6907ab79_0_4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4" name="Shape 5694"/>
        <p:cNvGrpSpPr/>
        <p:nvPr/>
      </p:nvGrpSpPr>
      <p:grpSpPr>
        <a:xfrm>
          <a:off x="0" y="0"/>
          <a:ext cx="0" cy="0"/>
          <a:chOff x="0" y="0"/>
          <a:chExt cx="0" cy="0"/>
        </a:xfrm>
      </p:grpSpPr>
      <p:sp>
        <p:nvSpPr>
          <p:cNvPr id="5695" name="Google Shape;5695;g12150b96575_0_28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6" name="Google Shape;5696;g12150b96575_0_28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1" name="Shape 5701"/>
        <p:cNvGrpSpPr/>
        <p:nvPr/>
      </p:nvGrpSpPr>
      <p:grpSpPr>
        <a:xfrm>
          <a:off x="0" y="0"/>
          <a:ext cx="0" cy="0"/>
          <a:chOff x="0" y="0"/>
          <a:chExt cx="0" cy="0"/>
        </a:xfrm>
      </p:grpSpPr>
      <p:sp>
        <p:nvSpPr>
          <p:cNvPr id="5702" name="Google Shape;5702;g26356380bd1_0_7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03" name="Google Shape;5703;g26356380bd1_0_7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8" name="Shape 5708"/>
        <p:cNvGrpSpPr/>
        <p:nvPr/>
      </p:nvGrpSpPr>
      <p:grpSpPr>
        <a:xfrm>
          <a:off x="0" y="0"/>
          <a:ext cx="0" cy="0"/>
          <a:chOff x="0" y="0"/>
          <a:chExt cx="0" cy="0"/>
        </a:xfrm>
      </p:grpSpPr>
      <p:sp>
        <p:nvSpPr>
          <p:cNvPr id="5709" name="Google Shape;5709;g15ebbbc71a3_1_19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0" name="Google Shape;5710;g15ebbbc71a3_1_19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6" name="Shape 5716"/>
        <p:cNvGrpSpPr/>
        <p:nvPr/>
      </p:nvGrpSpPr>
      <p:grpSpPr>
        <a:xfrm>
          <a:off x="0" y="0"/>
          <a:ext cx="0" cy="0"/>
          <a:chOff x="0" y="0"/>
          <a:chExt cx="0" cy="0"/>
        </a:xfrm>
      </p:grpSpPr>
      <p:sp>
        <p:nvSpPr>
          <p:cNvPr id="5717" name="Google Shape;5717;g1876862b324_0_10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8" name="Google Shape;5718;g1876862b324_0_10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1" name="Shape 5731"/>
        <p:cNvGrpSpPr/>
        <p:nvPr/>
      </p:nvGrpSpPr>
      <p:grpSpPr>
        <a:xfrm>
          <a:off x="0" y="0"/>
          <a:ext cx="0" cy="0"/>
          <a:chOff x="0" y="0"/>
          <a:chExt cx="0" cy="0"/>
        </a:xfrm>
      </p:grpSpPr>
      <p:sp>
        <p:nvSpPr>
          <p:cNvPr id="5732" name="Google Shape;5732;g1876862b324_0_1011: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3" name="Google Shape;5733;g1876862b324_0_10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Get and curate all the content.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Then you do creative things with it like provision and patch</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ANY content type - Multiple content types - RPMs, ISOs, Binary, Container; Red Hat of third party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Powerful controls around the curation of content (CVs)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Federation of content - put as close to the end point as possible (using capsule servers)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Curation is being able to take an approved subset of the content and make it available.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If you have access to ALL RHEL content, you can make ONLY the security content available to hosts.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Font typeface="Arial"/>
              <a:buNone/>
            </a:pPr>
            <a:r>
              <a:rPr b="1" lang="en">
                <a:solidFill>
                  <a:schemeClr val="dk1"/>
                </a:solidFill>
              </a:rPr>
              <a:t>Federate content delivery as environments scale</a:t>
            </a:r>
            <a:r>
              <a:rPr lang="en">
                <a:solidFill>
                  <a:schemeClr val="dk1"/>
                </a:solidFill>
              </a:rPr>
              <a:t>., IT has many workloads running (possibly around the world), which can lead to bandwidth issues. Satellite provides Capsule server that enable users to take all that content already organized and curated for their systems and put it as close to those systems as possible. </a:t>
            </a:r>
            <a:endParaRPr>
              <a:solidFill>
                <a:schemeClr val="dk1"/>
              </a:solidFill>
            </a:endParaRPr>
          </a:p>
          <a:p>
            <a:pPr indent="0" lvl="0" marL="0" rtl="0" algn="l">
              <a:spcBef>
                <a:spcPts val="0"/>
              </a:spcBef>
              <a:spcAft>
                <a:spcPts val="0"/>
              </a:spcAft>
              <a:buClr>
                <a:schemeClr val="dk1"/>
              </a:buClr>
              <a:buFont typeface="Arial"/>
              <a:buNone/>
            </a:pPr>
            <a:r>
              <a:t/>
            </a:r>
            <a:endParaRPr>
              <a:solidFill>
                <a:schemeClr val="dk1"/>
              </a:solidFill>
            </a:endParaRPr>
          </a:p>
          <a:p>
            <a:pPr indent="-216000" lvl="0" marL="216000" rtl="0" algn="l">
              <a:spcBef>
                <a:spcPts val="0"/>
              </a:spcBef>
              <a:spcAft>
                <a:spcPts val="0"/>
              </a:spcAft>
              <a:buClr>
                <a:schemeClr val="dk1"/>
              </a:buClr>
              <a:buSzPts val="495"/>
              <a:buFont typeface="Noto Sans Symbols"/>
              <a:buChar char="●"/>
            </a:pPr>
            <a:r>
              <a:rPr lang="en">
                <a:solidFill>
                  <a:schemeClr val="dk1"/>
                </a:solidFill>
              </a:rPr>
              <a:t>Why Federate? 1. Saves cost. Remote data centers may be  charged by amount of data. 2. Saves time. If numerous systems are in a remote data center, it's much easier to get that content locally. 3. Helps meet SLAs -- new systems can be provisioned/patched locally.</a:t>
            </a:r>
            <a:endParaRPr>
              <a:solidFill>
                <a:schemeClr val="dk1"/>
              </a:solidFill>
            </a:endParaRPr>
          </a:p>
          <a:p>
            <a:pPr indent="0" lvl="0" marL="0" rtl="0" algn="l">
              <a:spcBef>
                <a:spcPts val="0"/>
              </a:spcBef>
              <a:spcAft>
                <a:spcPts val="0"/>
              </a:spcAft>
              <a:buClr>
                <a:schemeClr val="dk1"/>
              </a:buClr>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6" name="Shape 5746"/>
        <p:cNvGrpSpPr/>
        <p:nvPr/>
      </p:nvGrpSpPr>
      <p:grpSpPr>
        <a:xfrm>
          <a:off x="0" y="0"/>
          <a:ext cx="0" cy="0"/>
          <a:chOff x="0" y="0"/>
          <a:chExt cx="0" cy="0"/>
        </a:xfrm>
      </p:grpSpPr>
      <p:sp>
        <p:nvSpPr>
          <p:cNvPr id="5747" name="Google Shape;5747;g1876862b324_0_1024: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8" name="Google Shape;5748;g1876862b324_0_10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a:solidFill>
                  <a:schemeClr val="dk1"/>
                </a:solidFill>
              </a:rPr>
              <a:t>ID and reporting phase - I need to know what systems in the environment are vulnerable.</a:t>
            </a:r>
            <a:endParaRPr>
              <a:solidFill>
                <a:schemeClr val="dk1"/>
              </a:solidFill>
            </a:endParaRPr>
          </a:p>
          <a:p>
            <a:pPr indent="0" lvl="0" marL="0" rtl="0" algn="l">
              <a:spcBef>
                <a:spcPts val="0"/>
              </a:spcBef>
              <a:spcAft>
                <a:spcPts val="0"/>
              </a:spcAft>
              <a:buClr>
                <a:schemeClr val="dk1"/>
              </a:buClr>
              <a:buFont typeface="Arial"/>
              <a:buNone/>
            </a:pPr>
            <a:r>
              <a:rPr lang="en">
                <a:solidFill>
                  <a:schemeClr val="dk1"/>
                </a:solidFill>
              </a:rPr>
              <a:t>I also need to know what systems have had patches already installed.</a:t>
            </a:r>
            <a:endParaRPr>
              <a:solidFill>
                <a:schemeClr val="dk1"/>
              </a:solidFill>
            </a:endParaRPr>
          </a:p>
          <a:p>
            <a:pPr indent="0" lvl="0" marL="0" rtl="0" algn="l">
              <a:spcBef>
                <a:spcPts val="0"/>
              </a:spcBef>
              <a:spcAft>
                <a:spcPts val="0"/>
              </a:spcAft>
              <a:buClr>
                <a:schemeClr val="dk1"/>
              </a:buClr>
              <a:buFont typeface="Arial"/>
              <a:buNone/>
            </a:pPr>
            <a:r>
              <a:t/>
            </a:r>
            <a:endParaRPr>
              <a:solidFill>
                <a:schemeClr val="dk1"/>
              </a:solidFill>
            </a:endParaRPr>
          </a:p>
          <a:p>
            <a:pPr indent="0" lvl="0" marL="0" rtl="0" algn="l">
              <a:spcBef>
                <a:spcPts val="0"/>
              </a:spcBef>
              <a:spcAft>
                <a:spcPts val="0"/>
              </a:spcAft>
              <a:buClr>
                <a:schemeClr val="dk1"/>
              </a:buClr>
              <a:buFont typeface="Arial"/>
              <a:buNone/>
            </a:pPr>
            <a:r>
              <a:rPr lang="en">
                <a:solidFill>
                  <a:schemeClr val="dk1"/>
                </a:solidFill>
              </a:rPr>
              <a:t>1st thing is reporting</a:t>
            </a:r>
            <a:endParaRPr>
              <a:solidFill>
                <a:schemeClr val="dk1"/>
              </a:solidFill>
            </a:endParaRPr>
          </a:p>
          <a:p>
            <a:pPr indent="0" lvl="0" marL="0" rtl="0" algn="l">
              <a:spcBef>
                <a:spcPts val="0"/>
              </a:spcBef>
              <a:spcAft>
                <a:spcPts val="0"/>
              </a:spcAft>
              <a:buClr>
                <a:schemeClr val="dk1"/>
              </a:buClr>
              <a:buFont typeface="Arial"/>
              <a:buNone/>
            </a:pPr>
            <a:r>
              <a:t/>
            </a:r>
            <a:endParaRPr>
              <a:solidFill>
                <a:schemeClr val="dk1"/>
              </a:solidFill>
            </a:endParaRPr>
          </a:p>
          <a:p>
            <a:pPr indent="0" lvl="0" marL="0" rtl="0" algn="l">
              <a:spcBef>
                <a:spcPts val="0"/>
              </a:spcBef>
              <a:spcAft>
                <a:spcPts val="0"/>
              </a:spcAft>
              <a:buClr>
                <a:schemeClr val="dk1"/>
              </a:buClr>
              <a:buFont typeface="Arial"/>
              <a:buNone/>
            </a:pPr>
            <a:r>
              <a:rPr lang="en">
                <a:solidFill>
                  <a:schemeClr val="dk1"/>
                </a:solidFill>
              </a:rPr>
              <a:t>Using Ansible and remote execution you can patch ALL of the systems in your environment quickly and easily.  If you need to patch 50,000 systems at the click of a button you can do it with Satellite.</a:t>
            </a:r>
            <a:endParaRPr>
              <a:solidFill>
                <a:schemeClr val="dk1"/>
              </a:solidFill>
            </a:endParaRPr>
          </a:p>
          <a:p>
            <a:pPr indent="0" lvl="0" marL="0" rtl="0" algn="l">
              <a:spcBef>
                <a:spcPts val="0"/>
              </a:spcBef>
              <a:spcAft>
                <a:spcPts val="0"/>
              </a:spcAft>
              <a:buClr>
                <a:schemeClr val="dk1"/>
              </a:buClr>
              <a:buFont typeface="Arial"/>
              <a:buNone/>
            </a:pPr>
            <a:r>
              <a:t/>
            </a:r>
            <a:endParaRPr>
              <a:solidFill>
                <a:schemeClr val="dk1"/>
              </a:solidFill>
            </a:endParaRPr>
          </a:p>
          <a:p>
            <a:pPr indent="0" lvl="0" marL="0" rtl="0" algn="l">
              <a:spcBef>
                <a:spcPts val="0"/>
              </a:spcBef>
              <a:spcAft>
                <a:spcPts val="0"/>
              </a:spcAft>
              <a:buClr>
                <a:schemeClr val="dk1"/>
              </a:buClr>
              <a:buFont typeface="Arial"/>
              <a:buNone/>
            </a:pPr>
            <a:r>
              <a:rPr lang="en">
                <a:solidFill>
                  <a:schemeClr val="dk1"/>
                </a:solidFill>
              </a:rPr>
              <a:t>Group homogeneous systems so that you can easily work with them in subsets</a:t>
            </a:r>
            <a:endParaRPr>
              <a:solidFill>
                <a:schemeClr val="dk1"/>
              </a:solidFill>
            </a:endParaRPr>
          </a:p>
          <a:p>
            <a:pPr indent="0" lvl="0" marL="0" rtl="0" algn="l">
              <a:spcBef>
                <a:spcPts val="0"/>
              </a:spcBef>
              <a:spcAft>
                <a:spcPts val="0"/>
              </a:spcAft>
              <a:buClr>
                <a:schemeClr val="dk1"/>
              </a:buClr>
              <a:buFont typeface="Arial"/>
              <a:buNone/>
            </a:pPr>
            <a:r>
              <a:t/>
            </a:r>
            <a:endParaRPr>
              <a:solidFill>
                <a:schemeClr val="dk1"/>
              </a:solidFill>
            </a:endParaRPr>
          </a:p>
          <a:p>
            <a:pPr indent="0" lvl="0" marL="0" rtl="0" algn="l">
              <a:spcBef>
                <a:spcPts val="0"/>
              </a:spcBef>
              <a:spcAft>
                <a:spcPts val="0"/>
              </a:spcAft>
              <a:buClr>
                <a:schemeClr val="dk1"/>
              </a:buClr>
              <a:buFont typeface="Arial"/>
              <a:buNone/>
            </a:pPr>
            <a:r>
              <a:t/>
            </a:r>
            <a:endParaRPr b="1">
              <a:solidFill>
                <a:schemeClr val="dk1"/>
              </a:solidFill>
            </a:endParaRPr>
          </a:p>
          <a:p>
            <a:pPr indent="0" lvl="0" marL="0" rtl="0" algn="l">
              <a:spcBef>
                <a:spcPts val="0"/>
              </a:spcBef>
              <a:spcAft>
                <a:spcPts val="0"/>
              </a:spcAft>
              <a:buClr>
                <a:schemeClr val="dk1"/>
              </a:buClr>
              <a:buFont typeface="Arial"/>
              <a:buNone/>
            </a:pPr>
            <a:r>
              <a:rPr b="1" lang="en">
                <a:solidFill>
                  <a:schemeClr val="dk1"/>
                </a:solidFill>
              </a:rPr>
              <a:t>----------</a:t>
            </a:r>
            <a:endParaRPr b="1">
              <a:solidFill>
                <a:schemeClr val="dk1"/>
              </a:solidFill>
            </a:endParaRPr>
          </a:p>
          <a:p>
            <a:pPr indent="0" lvl="0" marL="0" rtl="0" algn="l">
              <a:spcBef>
                <a:spcPts val="0"/>
              </a:spcBef>
              <a:spcAft>
                <a:spcPts val="0"/>
              </a:spcAft>
              <a:buClr>
                <a:schemeClr val="dk1"/>
              </a:buClr>
              <a:buFont typeface="Arial"/>
              <a:buNone/>
            </a:pPr>
            <a:r>
              <a:rPr b="1" lang="en">
                <a:solidFill>
                  <a:schemeClr val="dk1"/>
                </a:solidFill>
              </a:rPr>
              <a:t>Define SOE  </a:t>
            </a:r>
            <a:endParaRPr>
              <a:solidFill>
                <a:schemeClr val="dk1"/>
              </a:solidFill>
            </a:endParaRPr>
          </a:p>
          <a:p>
            <a:pPr indent="0" lvl="0" marL="0" rtl="0" algn="l">
              <a:spcBef>
                <a:spcPts val="0"/>
              </a:spcBef>
              <a:spcAft>
                <a:spcPts val="0"/>
              </a:spcAft>
              <a:buClr>
                <a:schemeClr val="dk1"/>
              </a:buClr>
              <a:buFont typeface="Arial"/>
              <a:buNone/>
            </a:pPr>
            <a:r>
              <a:rPr lang="en">
                <a:solidFill>
                  <a:schemeClr val="dk1"/>
                </a:solidFill>
              </a:rPr>
              <a:t>Satellite helps users define and maintain a Standard Operating Environment (SOE).  Building an SOE includes 2 key things….</a:t>
            </a:r>
            <a:endParaRPr>
              <a:solidFill>
                <a:schemeClr val="dk1"/>
              </a:solidFill>
            </a:endParaRPr>
          </a:p>
          <a:p>
            <a:pPr indent="0" lvl="0" marL="0" rtl="0" algn="l">
              <a:spcBef>
                <a:spcPts val="0"/>
              </a:spcBef>
              <a:spcAft>
                <a:spcPts val="0"/>
              </a:spcAft>
              <a:buClr>
                <a:schemeClr val="dk1"/>
              </a:buClr>
              <a:buFont typeface="Arial"/>
              <a:buNone/>
            </a:pPr>
            <a:r>
              <a:rPr lang="en">
                <a:solidFill>
                  <a:schemeClr val="dk1"/>
                </a:solidFill>
              </a:rPr>
              <a:t>1. Defining your builds, workloads, apps, etc that run on Red Hat</a:t>
            </a:r>
            <a:endParaRPr>
              <a:solidFill>
                <a:schemeClr val="dk1"/>
              </a:solidFill>
            </a:endParaRPr>
          </a:p>
          <a:p>
            <a:pPr indent="0" lvl="0" marL="0" rtl="0" algn="l">
              <a:spcBef>
                <a:spcPts val="0"/>
              </a:spcBef>
              <a:spcAft>
                <a:spcPts val="0"/>
              </a:spcAft>
              <a:buClr>
                <a:schemeClr val="dk1"/>
              </a:buClr>
              <a:buFont typeface="Arial"/>
              <a:buNone/>
            </a:pPr>
            <a:r>
              <a:rPr lang="en">
                <a:solidFill>
                  <a:schemeClr val="dk1"/>
                </a:solidFill>
              </a:rPr>
              <a:t>2. Figuring out how to best manage and integrate those in your organization by looking at the enterprise -- from workloads to people who manage to patching methodologies, etc-- so that when it's time to build out new servers, etc, you have tools, processes in place to quickly create those.  </a:t>
            </a:r>
            <a:endParaRPr>
              <a:solidFill>
                <a:schemeClr val="dk1"/>
              </a:solidFill>
            </a:endParaRPr>
          </a:p>
          <a:p>
            <a:pPr indent="0" lvl="0" marL="0" rtl="0" algn="l">
              <a:spcBef>
                <a:spcPts val="0"/>
              </a:spcBef>
              <a:spcAft>
                <a:spcPts val="0"/>
              </a:spcAft>
              <a:buClr>
                <a:schemeClr val="dk1"/>
              </a:buClr>
              <a:buFont typeface="Arial"/>
              <a:buNone/>
            </a:pPr>
            <a:r>
              <a:rPr b="1" lang="en">
                <a:solidFill>
                  <a:schemeClr val="dk1"/>
                </a:solidFill>
              </a:rPr>
              <a:t>Quickly respond to security vulnerabilities (</a:t>
            </a:r>
            <a:r>
              <a:rPr lang="en">
                <a:solidFill>
                  <a:schemeClr val="dk1"/>
                </a:solidFill>
              </a:rPr>
              <a:t>Heartbleed/ ShellShock)    Once an SOE is built, you have the means to quickly, efficiently and securely make changes. With Satellite and an SOE in place, changes  are minimally invasive because all the hard work is done.  Systems still need to be patched (and quickly), because the amount of time from a vulnerability being announced to that vulnerability being exploited is getting smaller and smaller.</a:t>
            </a:r>
            <a:endParaRPr>
              <a:solidFill>
                <a:schemeClr val="dk1"/>
              </a:solidFill>
            </a:endParaRPr>
          </a:p>
          <a:p>
            <a:pPr indent="0" lvl="0" marL="0" rtl="0" algn="l">
              <a:spcBef>
                <a:spcPts val="0"/>
              </a:spcBef>
              <a:spcAft>
                <a:spcPts val="0"/>
              </a:spcAft>
              <a:buClr>
                <a:schemeClr val="dk1"/>
              </a:buClr>
              <a:buFont typeface="Arial"/>
              <a:buNone/>
            </a:pPr>
            <a:r>
              <a:rPr b="1" lang="en">
                <a:solidFill>
                  <a:schemeClr val="dk1"/>
                </a:solidFill>
              </a:rPr>
              <a:t>    </a:t>
            </a:r>
            <a:endParaRPr>
              <a:solidFill>
                <a:schemeClr val="dk1"/>
              </a:solidFill>
            </a:endParaRPr>
          </a:p>
          <a:p>
            <a:pPr indent="0" lvl="0" marL="0" rtl="0" algn="l">
              <a:spcBef>
                <a:spcPts val="0"/>
              </a:spcBef>
              <a:spcAft>
                <a:spcPts val="0"/>
              </a:spcAft>
              <a:buClr>
                <a:schemeClr val="dk1"/>
              </a:buClr>
              <a:buFont typeface="Arial"/>
              <a:buNone/>
            </a:pPr>
            <a:r>
              <a:rPr b="1" lang="en">
                <a:solidFill>
                  <a:schemeClr val="dk1"/>
                </a:solidFill>
              </a:rPr>
              <a:t>Comply with your organization's security policies </a:t>
            </a:r>
            <a:r>
              <a:rPr lang="en">
                <a:solidFill>
                  <a:schemeClr val="dk1"/>
                </a:solidFill>
              </a:rPr>
              <a:t> Once you define and categorize systems based on roles and profiles, it's much simpler to put methodologies in place to ensure security. Satellite provides complete control over what content is made available. For example, an organization's business-critical CRM system might get patched only for security.  While web servers running other apps get kept as fresh as possible with enhancements, bug fixes, etc. Satellite (with the Environments and Content Views feature) can do both</a:t>
            </a:r>
            <a:endParaRPr>
              <a:solidFill>
                <a:schemeClr val="dk1"/>
              </a:solidFill>
            </a:endParaRPr>
          </a:p>
          <a:p>
            <a:pPr indent="0" lvl="0" marL="0" rtl="0" algn="l">
              <a:spcBef>
                <a:spcPts val="0"/>
              </a:spcBef>
              <a:spcAft>
                <a:spcPts val="0"/>
              </a:spcAft>
              <a:buClr>
                <a:schemeClr val="dk1"/>
              </a:buClr>
              <a:buFont typeface="Arial"/>
              <a:buNone/>
            </a:pPr>
            <a:r>
              <a:t/>
            </a:r>
            <a:endParaRPr>
              <a:solidFill>
                <a:schemeClr val="dk1"/>
              </a:solidFill>
            </a:endParaRPr>
          </a:p>
          <a:p>
            <a:pPr indent="0" lvl="0" marL="0" rtl="0" algn="l">
              <a:spcBef>
                <a:spcPts val="0"/>
              </a:spcBef>
              <a:spcAft>
                <a:spcPts val="0"/>
              </a:spcAft>
              <a:buClr>
                <a:schemeClr val="dk1"/>
              </a:buClr>
              <a:buFont typeface="Arial"/>
              <a:buNone/>
            </a:pPr>
            <a:r>
              <a:rPr b="1" lang="en">
                <a:solidFill>
                  <a:schemeClr val="dk1"/>
                </a:solidFill>
              </a:rPr>
              <a:t>Deploy all Red Hat Infrastructure as well as third-party software</a:t>
            </a:r>
            <a:r>
              <a:rPr lang="en">
                <a:solidFill>
                  <a:schemeClr val="dk1"/>
                </a:solidFill>
              </a:rPr>
              <a:t> The ability to apply Red Hat and non-Red Hat software means that a user can put all those software bits in Satellite and it can be deployed.  Once Satellite has that content, it "owns" it and Satellite keeps track of it, improving security and ensuring better tracking of what is deployed on each system.</a:t>
            </a:r>
            <a:endParaRPr>
              <a:solidFill>
                <a:schemeClr val="dk1"/>
              </a:solidFill>
            </a:endParaRPr>
          </a:p>
          <a:p>
            <a:pPr indent="0" lvl="0" marL="0" rtl="0" algn="l">
              <a:spcBef>
                <a:spcPts val="0"/>
              </a:spcBef>
              <a:spcAft>
                <a:spcPts val="0"/>
              </a:spcAft>
              <a:buClr>
                <a:schemeClr val="dk1"/>
              </a:buClr>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1" name="Shape 5761"/>
        <p:cNvGrpSpPr/>
        <p:nvPr/>
      </p:nvGrpSpPr>
      <p:grpSpPr>
        <a:xfrm>
          <a:off x="0" y="0"/>
          <a:ext cx="0" cy="0"/>
          <a:chOff x="0" y="0"/>
          <a:chExt cx="0" cy="0"/>
        </a:xfrm>
      </p:grpSpPr>
      <p:sp>
        <p:nvSpPr>
          <p:cNvPr id="5762" name="Google Shape;5762;g1876862b324_0_1037: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3" name="Google Shape;5763;g1876862b324_0_10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b="1" lang="en">
                <a:solidFill>
                  <a:schemeClr val="dk1"/>
                </a:solidFill>
              </a:rPr>
              <a:t>Provision to bare metal, virtual, private, and public clouds</a:t>
            </a:r>
            <a:r>
              <a:rPr lang="en">
                <a:solidFill>
                  <a:schemeClr val="dk1"/>
                </a:solidFill>
              </a:rPr>
              <a:t>    Most organizations have some mix of bare metal, virtual and cloud environments. Satellite allows users to connect to all of these and give the ability to create VMs, virtual instances in clouds, power on bare metal machines, etc . Satellite has the ability to integrate into existing infrastructure services like DNS, DHCP, and identity platforms, automating what normally would mean a multi-step process</a:t>
            </a:r>
            <a:endParaRPr>
              <a:solidFill>
                <a:schemeClr val="dk1"/>
              </a:solidFill>
            </a:endParaRPr>
          </a:p>
          <a:p>
            <a:pPr indent="0" lvl="0" marL="0" rtl="0" algn="l">
              <a:spcBef>
                <a:spcPts val="0"/>
              </a:spcBef>
              <a:spcAft>
                <a:spcPts val="0"/>
              </a:spcAft>
              <a:buClr>
                <a:schemeClr val="dk1"/>
              </a:buClr>
              <a:buFont typeface="Arial"/>
              <a:buNone/>
            </a:pPr>
            <a:r>
              <a:t/>
            </a:r>
            <a:endParaRPr>
              <a:solidFill>
                <a:schemeClr val="dk1"/>
              </a:solidFill>
            </a:endParaRPr>
          </a:p>
          <a:p>
            <a:pPr indent="0" lvl="0" marL="0" rtl="0" algn="l">
              <a:spcBef>
                <a:spcPts val="0"/>
              </a:spcBef>
              <a:spcAft>
                <a:spcPts val="0"/>
              </a:spcAft>
              <a:buClr>
                <a:schemeClr val="dk1"/>
              </a:buClr>
              <a:buFont typeface="Arial"/>
              <a:buNone/>
            </a:pPr>
            <a:r>
              <a:rPr b="1" lang="en">
                <a:solidFill>
                  <a:schemeClr val="dk1"/>
                </a:solidFill>
              </a:rPr>
              <a:t>Import non-provisioned hosts </a:t>
            </a:r>
            <a:r>
              <a:rPr lang="en">
                <a:solidFill>
                  <a:schemeClr val="dk1"/>
                </a:solidFill>
              </a:rPr>
              <a:t>Discovery is a means to setup the networking infrastructure so that when new systems are brought in, you can simply turn them on and those servers will show up in Satellite as new systems to manage.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Automate</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7" name="Shape 5777"/>
        <p:cNvGrpSpPr/>
        <p:nvPr/>
      </p:nvGrpSpPr>
      <p:grpSpPr>
        <a:xfrm>
          <a:off x="0" y="0"/>
          <a:ext cx="0" cy="0"/>
          <a:chOff x="0" y="0"/>
          <a:chExt cx="0" cy="0"/>
        </a:xfrm>
      </p:grpSpPr>
      <p:sp>
        <p:nvSpPr>
          <p:cNvPr id="5778" name="Google Shape;5778;g1876862b324_0_1050: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9" name="Google Shape;5779;g1876862b324_0_10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a:solidFill>
                  <a:schemeClr val="dk1"/>
                </a:solidFill>
              </a:rPr>
              <a:t>Most enterprises know that they must keep track of all their software and hardware assets. Satellite collects a large number of facts about systems (server hardware inventory, date brought online, decommission date, etc), giving users one place to look for inventory and utilization information.  </a:t>
            </a:r>
            <a:endParaRPr>
              <a:solidFill>
                <a:schemeClr val="dk1"/>
              </a:solidFill>
            </a:endParaRPr>
          </a:p>
          <a:p>
            <a:pPr indent="0" lvl="0" marL="0" rtl="0" algn="l">
              <a:spcBef>
                <a:spcPts val="0"/>
              </a:spcBef>
              <a:spcAft>
                <a:spcPts val="0"/>
              </a:spcAft>
              <a:buClr>
                <a:schemeClr val="dk1"/>
              </a:buClr>
              <a:buFont typeface="Arial"/>
              <a:buNone/>
            </a:pPr>
            <a:r>
              <a:t/>
            </a:r>
            <a:endParaRPr>
              <a:solidFill>
                <a:schemeClr val="dk1"/>
              </a:solidFill>
            </a:endParaRPr>
          </a:p>
          <a:p>
            <a:pPr indent="0" lvl="0" marL="0" rtl="0" algn="l">
              <a:spcBef>
                <a:spcPts val="0"/>
              </a:spcBef>
              <a:spcAft>
                <a:spcPts val="0"/>
              </a:spcAft>
              <a:buClr>
                <a:schemeClr val="dk1"/>
              </a:buClr>
              <a:buFont typeface="Arial"/>
              <a:buNone/>
            </a:pPr>
            <a:r>
              <a:rPr lang="en">
                <a:solidFill>
                  <a:schemeClr val="dk1"/>
                </a:solidFill>
              </a:rPr>
              <a:t>Satellite can also track hardware and other assets and report on consumption.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Report on subscription consumption on a group-by-group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Given the subscriptions that you have purchased from RH, this is the consumption of those subscriptions.  You are using 92 of 100 RHEL.</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In a multi-org Satellite I can report on a specific organization or on any arbitrary subset.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For ORG 1&amp;2 show me all systems that have RHV in their subscriptions.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Show me all systems that are greater than 2 sockets and use a RHEL subscription.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3" name="Shape 5793"/>
        <p:cNvGrpSpPr/>
        <p:nvPr/>
      </p:nvGrpSpPr>
      <p:grpSpPr>
        <a:xfrm>
          <a:off x="0" y="0"/>
          <a:ext cx="0" cy="0"/>
          <a:chOff x="0" y="0"/>
          <a:chExt cx="0" cy="0"/>
        </a:xfrm>
      </p:grpSpPr>
      <p:sp>
        <p:nvSpPr>
          <p:cNvPr id="5794" name="Google Shape;5794;g1876862b324_0_1063: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5" name="Google Shape;5795;g1876862b324_0_10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i="1" lang="en">
                <a:solidFill>
                  <a:schemeClr val="dk1"/>
                </a:solidFill>
              </a:rPr>
              <a:t>Additional capabilities that help to differentiate Satellite</a:t>
            </a:r>
            <a:endParaRPr b="1" i="1">
              <a:solidFill>
                <a:schemeClr val="dk1"/>
              </a:solidFill>
            </a:endParaRPr>
          </a:p>
          <a:p>
            <a:pPr indent="0" lvl="0" marL="0" rtl="0" algn="l">
              <a:spcBef>
                <a:spcPts val="0"/>
              </a:spcBef>
              <a:spcAft>
                <a:spcPts val="0"/>
              </a:spcAft>
              <a:buClr>
                <a:schemeClr val="dk1"/>
              </a:buClr>
              <a:buSzPts val="1100"/>
              <a:buFont typeface="Arial"/>
              <a:buNone/>
            </a:pPr>
            <a:r>
              <a:t/>
            </a:r>
            <a:endParaRPr b="1" i="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t>
            </a:r>
            <a:endParaRPr>
              <a:solidFill>
                <a:schemeClr val="dk1"/>
              </a:solidFill>
            </a:endParaRPr>
          </a:p>
          <a:p>
            <a:pPr indent="0" lvl="0" marL="0" rtl="0" algn="l">
              <a:spcBef>
                <a:spcPts val="0"/>
              </a:spcBef>
              <a:spcAft>
                <a:spcPts val="0"/>
              </a:spcAft>
              <a:buClr>
                <a:schemeClr val="dk1"/>
              </a:buClr>
              <a:buFont typeface="Arial"/>
              <a:buNone/>
            </a:pPr>
            <a:r>
              <a:rPr lang="en">
                <a:solidFill>
                  <a:schemeClr val="dk1"/>
                </a:solidFill>
              </a:rPr>
              <a:t>System configuration in Satellite enables users to </a:t>
            </a:r>
            <a:r>
              <a:rPr b="1" lang="en">
                <a:solidFill>
                  <a:schemeClr val="dk1"/>
                </a:solidFill>
              </a:rPr>
              <a:t>define desired state of systems. </a:t>
            </a:r>
            <a:r>
              <a:rPr lang="en">
                <a:solidFill>
                  <a:schemeClr val="dk1"/>
                </a:solidFill>
              </a:rPr>
              <a:t>By leveraging declarative technology, we enable users to tell Satellite the desired end state, and Satellite figures out best way to get there. This means that administrators don't have to write scripts for each action. Satellite understands which tools to use based on the IT environment.  It can also be used to manage and make changes and create new desired states.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9" name="Shape 5809"/>
        <p:cNvGrpSpPr/>
        <p:nvPr/>
      </p:nvGrpSpPr>
      <p:grpSpPr>
        <a:xfrm>
          <a:off x="0" y="0"/>
          <a:ext cx="0" cy="0"/>
          <a:chOff x="0" y="0"/>
          <a:chExt cx="0" cy="0"/>
        </a:xfrm>
      </p:grpSpPr>
      <p:sp>
        <p:nvSpPr>
          <p:cNvPr id="5810" name="Google Shape;5810;g1876862b324_0_1076: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1" name="Google Shape;5811;g1876862b324_0_10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i="1" lang="en">
                <a:solidFill>
                  <a:schemeClr val="dk1"/>
                </a:solidFill>
              </a:rPr>
              <a:t>Outcomes slide</a:t>
            </a:r>
            <a:endParaRPr b="1" i="1">
              <a:solidFill>
                <a:schemeClr val="dk1"/>
              </a:solidFill>
            </a:endParaRPr>
          </a:p>
          <a:p>
            <a:pPr indent="0" lvl="0" marL="0" rtl="0" algn="l">
              <a:spcBef>
                <a:spcPts val="0"/>
              </a:spcBef>
              <a:spcAft>
                <a:spcPts val="0"/>
              </a:spcAft>
              <a:buClr>
                <a:schemeClr val="dk1"/>
              </a:buClr>
              <a:buSzPts val="1100"/>
              <a:buFont typeface="Arial"/>
              <a:buNone/>
            </a:pPr>
            <a:r>
              <a:t/>
            </a:r>
            <a:endParaRPr b="1" i="1">
              <a:solidFill>
                <a:schemeClr val="dk1"/>
              </a:solidFill>
            </a:endParaRPr>
          </a:p>
          <a:p>
            <a:pPr indent="0" lvl="0" marL="0" rtl="0" algn="l">
              <a:spcBef>
                <a:spcPts val="0"/>
              </a:spcBef>
              <a:spcAft>
                <a:spcPts val="0"/>
              </a:spcAft>
              <a:buClr>
                <a:schemeClr val="dk1"/>
              </a:buClr>
              <a:buSzPts val="1100"/>
              <a:buFont typeface="Arial"/>
              <a:buNone/>
            </a:pPr>
            <a:r>
              <a:rPr b="1" i="1" lang="en">
                <a:solidFill>
                  <a:schemeClr val="dk1"/>
                </a:solidFill>
              </a:rPr>
              <a:t>Maintain a Standard Operating Environment through standardizing and automating your Patching and Provisioning in Satellite</a:t>
            </a:r>
            <a:endParaRPr b="1" i="1">
              <a:solidFill>
                <a:schemeClr val="dk1"/>
              </a:solidFill>
            </a:endParaRPr>
          </a:p>
          <a:p>
            <a:pPr indent="0" lvl="0" marL="0" rtl="0" algn="l">
              <a:spcBef>
                <a:spcPts val="0"/>
              </a:spcBef>
              <a:spcAft>
                <a:spcPts val="0"/>
              </a:spcAft>
              <a:buClr>
                <a:schemeClr val="dk1"/>
              </a:buClr>
              <a:buSzPts val="1100"/>
              <a:buFont typeface="Arial"/>
              <a:buNone/>
            </a:pPr>
            <a:r>
              <a:rPr b="1" i="1" lang="en">
                <a:solidFill>
                  <a:schemeClr val="dk1"/>
                </a:solidFill>
              </a:rPr>
              <a:t>Reliable and resilient</a:t>
            </a:r>
            <a:endParaRPr b="1" i="1">
              <a:solidFill>
                <a:schemeClr val="dk1"/>
              </a:solidFill>
            </a:endParaRPr>
          </a:p>
          <a:p>
            <a:pPr indent="0" lvl="0" marL="0" rtl="0" algn="l">
              <a:spcBef>
                <a:spcPts val="0"/>
              </a:spcBef>
              <a:spcAft>
                <a:spcPts val="0"/>
              </a:spcAft>
              <a:buClr>
                <a:schemeClr val="dk1"/>
              </a:buClr>
              <a:buSzPts val="1100"/>
              <a:buFont typeface="Arial"/>
              <a:buNone/>
            </a:pPr>
            <a:r>
              <a:rPr b="1" i="1" lang="en">
                <a:solidFill>
                  <a:schemeClr val="dk1"/>
                </a:solidFill>
              </a:rPr>
              <a:t>Compliant</a:t>
            </a:r>
            <a:endParaRPr b="1" i="1">
              <a:solidFill>
                <a:schemeClr val="dk1"/>
              </a:solidFill>
            </a:endParaRPr>
          </a:p>
          <a:p>
            <a:pPr indent="0" lvl="0" marL="0" rtl="0" algn="l">
              <a:spcBef>
                <a:spcPts val="0"/>
              </a:spcBef>
              <a:spcAft>
                <a:spcPts val="0"/>
              </a:spcAft>
              <a:buClr>
                <a:schemeClr val="dk1"/>
              </a:buClr>
              <a:buSzPts val="1100"/>
              <a:buFont typeface="Arial"/>
              <a:buNone/>
            </a:pPr>
            <a:r>
              <a:rPr b="1" i="1" lang="en">
                <a:solidFill>
                  <a:schemeClr val="dk1"/>
                </a:solidFill>
              </a:rPr>
              <a:t>Confidence</a:t>
            </a:r>
            <a:endParaRPr b="1" i="1">
              <a:solidFill>
                <a:schemeClr val="dk1"/>
              </a:solidFill>
            </a:endParaRPr>
          </a:p>
          <a:p>
            <a:pPr indent="0" lvl="0" marL="0" rtl="0" algn="l">
              <a:spcBef>
                <a:spcPts val="0"/>
              </a:spcBef>
              <a:spcAft>
                <a:spcPts val="0"/>
              </a:spcAft>
              <a:buClr>
                <a:schemeClr val="dk1"/>
              </a:buClr>
              <a:buSzPts val="1100"/>
              <a:buFont typeface="Arial"/>
              <a:buNone/>
            </a:pPr>
            <a:r>
              <a:t/>
            </a:r>
            <a:endParaRPr b="1" i="1">
              <a:solidFill>
                <a:schemeClr val="dk1"/>
              </a:solidFill>
            </a:endParaRPr>
          </a:p>
          <a:p>
            <a:pPr indent="0" lvl="0" marL="0" rtl="0" algn="l">
              <a:spcBef>
                <a:spcPts val="0"/>
              </a:spcBef>
              <a:spcAft>
                <a:spcPts val="0"/>
              </a:spcAft>
              <a:buClr>
                <a:schemeClr val="dk1"/>
              </a:buClr>
              <a:buSzPts val="1100"/>
              <a:buFont typeface="Arial"/>
              <a:buNone/>
            </a:pPr>
            <a:r>
              <a:rPr b="1" i="1" lang="en">
                <a:solidFill>
                  <a:schemeClr val="dk1"/>
                </a:solidFill>
              </a:rPr>
              <a:t>Secure - Vulnerabilities, Patching, &amp; OpenSCAP</a:t>
            </a:r>
            <a:endParaRPr b="1" i="1">
              <a:solidFill>
                <a:schemeClr val="dk1"/>
              </a:solidFill>
            </a:endParaRPr>
          </a:p>
          <a:p>
            <a:pPr indent="0" lvl="0" marL="0" rtl="0" algn="l">
              <a:spcBef>
                <a:spcPts val="0"/>
              </a:spcBef>
              <a:spcAft>
                <a:spcPts val="0"/>
              </a:spcAft>
              <a:buClr>
                <a:schemeClr val="dk1"/>
              </a:buClr>
              <a:buSzPts val="1100"/>
              <a:buFont typeface="Arial"/>
              <a:buNone/>
            </a:pPr>
            <a:r>
              <a:t/>
            </a:r>
            <a:endParaRPr b="1" i="1">
              <a:solidFill>
                <a:schemeClr val="dk1"/>
              </a:solidFill>
            </a:endParaRPr>
          </a:p>
          <a:p>
            <a:pPr indent="0" lvl="0" marL="0" rtl="0" algn="l">
              <a:spcBef>
                <a:spcPts val="0"/>
              </a:spcBef>
              <a:spcAft>
                <a:spcPts val="0"/>
              </a:spcAft>
              <a:buClr>
                <a:schemeClr val="dk1"/>
              </a:buClr>
              <a:buSzPts val="1100"/>
              <a:buFont typeface="Arial"/>
              <a:buNone/>
            </a:pPr>
            <a:r>
              <a:rPr b="1" i="1" lang="en">
                <a:solidFill>
                  <a:schemeClr val="dk1"/>
                </a:solidFill>
              </a:rPr>
              <a:t>Confidence that your deployment of workloads is in accordance with what you have purchased.  Knowledge of if you are over or under deployed</a:t>
            </a:r>
            <a:endParaRPr b="1" i="1">
              <a:solidFill>
                <a:schemeClr val="dk1"/>
              </a:solidFill>
            </a:endParaRPr>
          </a:p>
          <a:p>
            <a:pPr indent="0" lvl="0" marL="0" rtl="0" algn="l">
              <a:spcBef>
                <a:spcPts val="0"/>
              </a:spcBef>
              <a:spcAft>
                <a:spcPts val="0"/>
              </a:spcAft>
              <a:buClr>
                <a:schemeClr val="dk1"/>
              </a:buClr>
              <a:buSzPts val="1100"/>
              <a:buFont typeface="Arial"/>
              <a:buNone/>
            </a:pPr>
            <a:r>
              <a:t/>
            </a:r>
            <a:endParaRPr b="1" i="1">
              <a:solidFill>
                <a:schemeClr val="dk1"/>
              </a:solidFill>
            </a:endParaRPr>
          </a:p>
          <a:p>
            <a:pPr indent="0" lvl="0" marL="0" rtl="0" algn="l">
              <a:spcBef>
                <a:spcPts val="0"/>
              </a:spcBef>
              <a:spcAft>
                <a:spcPts val="0"/>
              </a:spcAft>
              <a:buClr>
                <a:schemeClr val="dk1"/>
              </a:buClr>
              <a:buSzPts val="1100"/>
              <a:buFont typeface="Arial"/>
              <a:buNone/>
            </a:pPr>
            <a:r>
              <a:t/>
            </a:r>
            <a:endParaRPr b="1" i="1">
              <a:solidFill>
                <a:schemeClr val="dk1"/>
              </a:solidFill>
            </a:endParaRPr>
          </a:p>
          <a:p>
            <a:pPr indent="0" lvl="0" marL="0" rtl="0" algn="l">
              <a:spcBef>
                <a:spcPts val="0"/>
              </a:spcBef>
              <a:spcAft>
                <a:spcPts val="0"/>
              </a:spcAft>
              <a:buClr>
                <a:schemeClr val="dk1"/>
              </a:buClr>
              <a:buSzPts val="1100"/>
              <a:buFont typeface="Arial"/>
              <a:buNone/>
            </a:pPr>
            <a:r>
              <a:rPr b="1" i="1" lang="en">
                <a:solidFill>
                  <a:schemeClr val="dk1"/>
                </a:solidFill>
              </a:rPr>
              <a:t>NOTE TO SPEAKER:</a:t>
            </a:r>
            <a:r>
              <a:rPr lang="en">
                <a:solidFill>
                  <a:schemeClr val="dk1"/>
                </a:solidFill>
              </a:rPr>
              <a:t>  If you are working with an experienced Satellite customer then you can skip breakout slides below and only show this slide.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If presenting all slides:</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In addition to the four primary use cases we discussed, Satellite also has many other capabilities that are critical to our customers.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These include but are not limited to features like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Security compliance through OpenSCAP</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ability to have multi users, each with their own roles and responsibilities with Satellite, enabling multi-tenancy</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Built in auditing and reporting capabilities which vary depending on the specific item that you want to audit or report 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And predictive analytics enabled through Red Hat Insights.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If presenting this slide as a standalone suggested speaker notes:</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Red Hat Satellite is a scalable platform to manage patching, provisioning, and subscription management of your Red Hat infrastructure.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On screen you see the Satellite coat of arms which in the center captures the four primary use cases for Satellite.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Patching and software management simplifies the process of managing hundreds or thousands of systems, enabling you to easily patch security vulnerabilities or deploy custom packages to your content hosts.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Subscriptions can be easily managed and tracked across your enterprise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Provisioning of servers can be simplified using profiles and new hosts can be quickly discovered, reducing the overall time it takes to provision new systems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And centralized configuration management can be used to detect and remediate drift and enable a standard operating environment.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Satellite has many additional capabilities such as integration with Red Hat Insights for predictive analytics and security compliance through OpenSCAP.</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t>
            </a:r>
            <a:endParaRPr>
              <a:solidFill>
                <a:schemeClr val="dk1"/>
              </a:solidFill>
            </a:endParaRPr>
          </a:p>
          <a:p>
            <a:pPr indent="0" lvl="0" marL="0" rtl="0" algn="l">
              <a:spcBef>
                <a:spcPts val="800"/>
              </a:spcBef>
              <a:spcAft>
                <a:spcPts val="0"/>
              </a:spcAft>
              <a:buClr>
                <a:schemeClr val="dk1"/>
              </a:buClr>
              <a:buSzPts val="1100"/>
              <a:buFont typeface="Arial"/>
              <a:buNone/>
            </a:pPr>
            <a:r>
              <a:rPr lang="en" sz="1200">
                <a:solidFill>
                  <a:srgbClr val="333132"/>
                </a:solidFill>
                <a:latin typeface="Overpass"/>
                <a:ea typeface="Overpass"/>
                <a:cs typeface="Overpass"/>
                <a:sym typeface="Overpass"/>
              </a:rPr>
              <a:t>• Simplifies management of content, including security errata</a:t>
            </a:r>
            <a:endParaRPr sz="1200">
              <a:solidFill>
                <a:srgbClr val="333132"/>
              </a:solidFill>
              <a:latin typeface="Overpass"/>
              <a:ea typeface="Overpass"/>
              <a:cs typeface="Overpass"/>
              <a:sym typeface="Overpass"/>
            </a:endParaRPr>
          </a:p>
          <a:p>
            <a:pPr indent="0" lvl="0" marL="0" rtl="0" algn="l">
              <a:spcBef>
                <a:spcPts val="800"/>
              </a:spcBef>
              <a:spcAft>
                <a:spcPts val="0"/>
              </a:spcAft>
              <a:buClr>
                <a:schemeClr val="dk1"/>
              </a:buClr>
              <a:buSzPts val="1100"/>
              <a:buFont typeface="Arial"/>
              <a:buNone/>
            </a:pPr>
            <a:r>
              <a:rPr lang="en" sz="1200">
                <a:solidFill>
                  <a:srgbClr val="333132"/>
                </a:solidFill>
                <a:latin typeface="Overpass"/>
                <a:ea typeface="Overpass"/>
                <a:cs typeface="Overpass"/>
                <a:sym typeface="Overpass"/>
              </a:rPr>
              <a:t>•Makes it easy to manage and track subscriptions</a:t>
            </a:r>
            <a:endParaRPr sz="1200">
              <a:solidFill>
                <a:srgbClr val="333132"/>
              </a:solidFill>
              <a:latin typeface="Overpass"/>
              <a:ea typeface="Overpass"/>
              <a:cs typeface="Overpass"/>
              <a:sym typeface="Overpass"/>
            </a:endParaRPr>
          </a:p>
          <a:p>
            <a:pPr indent="0" lvl="0" marL="0" rtl="0" algn="l">
              <a:spcBef>
                <a:spcPts val="800"/>
              </a:spcBef>
              <a:spcAft>
                <a:spcPts val="0"/>
              </a:spcAft>
              <a:buClr>
                <a:schemeClr val="dk1"/>
              </a:buClr>
              <a:buFont typeface="Arial"/>
              <a:buNone/>
            </a:pPr>
            <a:r>
              <a:rPr lang="en" sz="1200">
                <a:solidFill>
                  <a:srgbClr val="333132"/>
                </a:solidFill>
                <a:latin typeface="Overpass"/>
                <a:ea typeface="Overpass"/>
                <a:cs typeface="Overpass"/>
                <a:sym typeface="Overpass"/>
              </a:rPr>
              <a:t>• Enables provisioning on bare metal, virtualized and </a:t>
            </a:r>
            <a:br>
              <a:rPr lang="en" sz="900">
                <a:solidFill>
                  <a:schemeClr val="dk1"/>
                </a:solidFill>
              </a:rPr>
            </a:br>
            <a:r>
              <a:rPr lang="en" sz="1200">
                <a:solidFill>
                  <a:srgbClr val="333132"/>
                </a:solidFill>
                <a:latin typeface="Overpass"/>
                <a:ea typeface="Overpass"/>
                <a:cs typeface="Overpass"/>
                <a:sym typeface="Overpass"/>
              </a:rPr>
              <a:t>   cloud-based infrastructures</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rgbClr val="333132"/>
              </a:solidFill>
              <a:latin typeface="Overpass"/>
              <a:ea typeface="Overpass"/>
              <a:cs typeface="Overpass"/>
              <a:sym typeface="Overpass"/>
            </a:endParaRPr>
          </a:p>
          <a:p>
            <a:pPr indent="0" lvl="0" marL="0" rtl="0" algn="l">
              <a:spcBef>
                <a:spcPts val="0"/>
              </a:spcBef>
              <a:spcAft>
                <a:spcPts val="0"/>
              </a:spcAft>
              <a:buClr>
                <a:schemeClr val="dk1"/>
              </a:buClr>
              <a:buFont typeface="Arial"/>
              <a:buNone/>
            </a:pPr>
            <a:r>
              <a:rPr lang="en" sz="1200">
                <a:solidFill>
                  <a:srgbClr val="333132"/>
                </a:solidFill>
                <a:latin typeface="Overpass"/>
                <a:ea typeface="Overpass"/>
                <a:cs typeface="Overpass"/>
                <a:sym typeface="Overpass"/>
              </a:rPr>
              <a:t>• Provides life-cycle management for Red Hat infrastructure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On screen you see the Satellite coat of arms which in the center captures the four primary use cases for Satellite.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Patching and software management simplifies the process of managing hundreds or thousands of systems, enabling you to easily patch security vulnerabilities or deploy custom packages to your content hosts.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Subscriptions can be easily managed and tracked across your enterprise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Provisioning of servers can be simplified using profiles and new hosts can be quickly discovered, reducing the overall time it takes to provision new systems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And centralized configuration management can be used to detect and remediate drift and enable a standard operating environment.</a:t>
            </a:r>
            <a:endParaRPr>
              <a:solidFill>
                <a:schemeClr val="dk1"/>
              </a:solidFill>
            </a:endParaRPr>
          </a:p>
          <a:p>
            <a:pPr indent="0" lvl="0" marL="0" rtl="0" algn="l">
              <a:spcBef>
                <a:spcPts val="0"/>
              </a:spcBef>
              <a:spcAft>
                <a:spcPts val="0"/>
              </a:spcAft>
              <a:buClr>
                <a:schemeClr val="dk1"/>
              </a:buClr>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7" name="Shape 5827"/>
        <p:cNvGrpSpPr/>
        <p:nvPr/>
      </p:nvGrpSpPr>
      <p:grpSpPr>
        <a:xfrm>
          <a:off x="0" y="0"/>
          <a:ext cx="0" cy="0"/>
          <a:chOff x="0" y="0"/>
          <a:chExt cx="0" cy="0"/>
        </a:xfrm>
      </p:grpSpPr>
      <p:sp>
        <p:nvSpPr>
          <p:cNvPr id="5828" name="Google Shape;5828;g18361cc6164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9" name="Google Shape;5829;g18361cc6164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Start with the simplest scenario which is 1 Satellite and 1 Capsule connected to the internet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You have a group of hosts that you want to manage with Satellite.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These hosts are in the Atlanta datacenter</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hosts are connected to the Capsule.  The Capsule is located closest to the hosts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Capsule is connected to the Satellite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 The Satellite is connected to the internet.  From the internet we download content from Red Hat, Github, or any third party content provider</a:t>
            </a:r>
            <a:endParaRPr>
              <a:solidFill>
                <a:schemeClr val="dk1"/>
              </a:solidFill>
            </a:endParaRPr>
          </a:p>
          <a:p>
            <a:pPr indent="457200" lvl="0" marL="0" rtl="0" algn="l">
              <a:spcBef>
                <a:spcPts val="0"/>
              </a:spcBef>
              <a:spcAft>
                <a:spcPts val="0"/>
              </a:spcAft>
              <a:buClr>
                <a:schemeClr val="dk1"/>
              </a:buClr>
              <a:buSzPts val="1100"/>
              <a:buFont typeface="Arial"/>
              <a:buNone/>
            </a:pPr>
            <a:r>
              <a:rPr lang="en">
                <a:solidFill>
                  <a:schemeClr val="dk1"/>
                </a:solidFill>
              </a:rPr>
              <a:t>Through the Internet we also connect to cloud.redhat.com and Red Hat Insights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0" name="Shape 5890"/>
        <p:cNvGrpSpPr/>
        <p:nvPr/>
      </p:nvGrpSpPr>
      <p:grpSpPr>
        <a:xfrm>
          <a:off x="0" y="0"/>
          <a:ext cx="0" cy="0"/>
          <a:chOff x="0" y="0"/>
          <a:chExt cx="0" cy="0"/>
        </a:xfrm>
      </p:grpSpPr>
      <p:sp>
        <p:nvSpPr>
          <p:cNvPr id="5891" name="Google Shape;5891;g15ebbbc71a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2" name="Google Shape;5892;g15ebbbc71a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Mike Savage</a:t>
            </a:r>
            <a:endParaRPr>
              <a:solidFill>
                <a:schemeClr val="dk1"/>
              </a:solidFill>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5" name="Shape 5945"/>
        <p:cNvGrpSpPr/>
        <p:nvPr/>
      </p:nvGrpSpPr>
      <p:grpSpPr>
        <a:xfrm>
          <a:off x="0" y="0"/>
          <a:ext cx="0" cy="0"/>
          <a:chOff x="0" y="0"/>
          <a:chExt cx="0" cy="0"/>
        </a:xfrm>
      </p:grpSpPr>
      <p:sp>
        <p:nvSpPr>
          <p:cNvPr id="5946" name="Google Shape;5946;g18361cc6164_1_10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7" name="Google Shape;5947;g18361cc6164_1_10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Mike Savage</a:t>
            </a:r>
            <a:endParaRPr>
              <a:solidFill>
                <a:schemeClr val="dk1"/>
              </a:solidFill>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1" name="Shape 6011"/>
        <p:cNvGrpSpPr/>
        <p:nvPr/>
      </p:nvGrpSpPr>
      <p:grpSpPr>
        <a:xfrm>
          <a:off x="0" y="0"/>
          <a:ext cx="0" cy="0"/>
          <a:chOff x="0" y="0"/>
          <a:chExt cx="0" cy="0"/>
        </a:xfrm>
      </p:grpSpPr>
      <p:sp>
        <p:nvSpPr>
          <p:cNvPr id="6012" name="Google Shape;6012;g18361cc6164_1_1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3" name="Google Shape;6013;g18361cc6164_1_1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Mike Savage</a:t>
            </a:r>
            <a:endParaRPr>
              <a:solidFill>
                <a:schemeClr val="dk1"/>
              </a:solidFill>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7" name="Shape 6097"/>
        <p:cNvGrpSpPr/>
        <p:nvPr/>
      </p:nvGrpSpPr>
      <p:grpSpPr>
        <a:xfrm>
          <a:off x="0" y="0"/>
          <a:ext cx="0" cy="0"/>
          <a:chOff x="0" y="0"/>
          <a:chExt cx="0" cy="0"/>
        </a:xfrm>
      </p:grpSpPr>
      <p:sp>
        <p:nvSpPr>
          <p:cNvPr id="6098" name="Google Shape;6098;g15ebbbc71a3_1_9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9" name="Google Shape;6099;g15ebbbc71a3_1_9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Satellite in the DMZ is able to connect to many sources - Red Hat, Github, Container Repositories, Microsoft, upstream repos and many others. These ports and connections can be more easy managed from the DMZ side of the network. Content verification capabilities are applied to ensure that the content is identified - certificates, GPG keys, etc..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OPTIONALLY - A Satellite sitting in a Verification Network can make a secure connection to the DMZ Satellite to synchronize content into the organization through a small number of defined ports to a single system. The purpose of this system is to allow for the security review of synchronized content to ensure that newly synchronized sources meet the organization’s security and compliance standards before being allowed to be synchronized into the production network and used.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Verified Content can be synchronized by a Satellite inside the corporate network. Minimal ports to a single secured system are opened to allow content to be brought into the network.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Port 443 between the Source Satellite and the Synchronizing Satellite for rpm, file, deb, etc.. content.</a:t>
            </a:r>
            <a:endParaRPr>
              <a:solidFill>
                <a:schemeClr val="dk1"/>
              </a:solidFill>
            </a:endParaRPr>
          </a:p>
          <a:p>
            <a:pPr indent="0" lvl="0" marL="0" rtl="0" algn="l">
              <a:spcBef>
                <a:spcPts val="0"/>
              </a:spcBef>
              <a:spcAft>
                <a:spcPts val="0"/>
              </a:spcAft>
              <a:buNone/>
            </a:pPr>
            <a:r>
              <a:rPr lang="en">
                <a:solidFill>
                  <a:schemeClr val="dk1"/>
                </a:solidFill>
              </a:rPr>
              <a:t>VERIFY</a:t>
            </a:r>
            <a:endParaRPr>
              <a:solidFill>
                <a:schemeClr val="dk1"/>
              </a:solidFill>
            </a:endParaRPr>
          </a:p>
          <a:p>
            <a:pPr indent="0" lvl="0" marL="0" rtl="0" algn="l">
              <a:spcBef>
                <a:spcPts val="0"/>
              </a:spcBef>
              <a:spcAft>
                <a:spcPts val="0"/>
              </a:spcAft>
              <a:buNone/>
            </a:pPr>
            <a:r>
              <a:rPr lang="en">
                <a:solidFill>
                  <a:schemeClr val="dk1"/>
                </a:solidFill>
              </a:rPr>
              <a:t>Port 5000 between the Source Satellite and the Synchronizing Satellite for container content</a:t>
            </a:r>
            <a:endParaRPr>
              <a:solidFill>
                <a:schemeClr val="dk1"/>
              </a:solidFill>
            </a:endParaRPr>
          </a:p>
          <a:p>
            <a:pPr indent="0" lvl="0" marL="0" rtl="0" algn="l">
              <a:spcBef>
                <a:spcPts val="0"/>
              </a:spcBef>
              <a:spcAft>
                <a:spcPts val="0"/>
              </a:spcAft>
              <a:buNone/>
            </a:pPr>
            <a:r>
              <a:rPr lang="en">
                <a:solidFill>
                  <a:schemeClr val="dk1"/>
                </a:solidFill>
              </a:rPr>
              <a:t>Can we synchronize container content</a:t>
            </a:r>
            <a:endParaRPr>
              <a:solidFill>
                <a:schemeClr val="dk1"/>
              </a:solidFill>
            </a:endParaRPr>
          </a:p>
          <a:p>
            <a:pPr indent="0" lvl="0" marL="0" rtl="0" algn="l">
              <a:spcBef>
                <a:spcPts val="0"/>
              </a:spcBef>
              <a:spcAft>
                <a:spcPts val="0"/>
              </a:spcAft>
              <a:buNone/>
            </a:pPr>
            <a:r>
              <a:rPr lang="en">
                <a:solidFill>
                  <a:schemeClr val="dk1"/>
                </a:solidFill>
              </a:rPr>
              <a:t>What port does container content get synchronized over.</a:t>
            </a:r>
            <a:endParaRPr>
              <a:solidFill>
                <a:schemeClr val="dk1"/>
              </a:solidFill>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8" name="Shape 6168"/>
        <p:cNvGrpSpPr/>
        <p:nvPr/>
      </p:nvGrpSpPr>
      <p:grpSpPr>
        <a:xfrm>
          <a:off x="0" y="0"/>
          <a:ext cx="0" cy="0"/>
          <a:chOff x="0" y="0"/>
          <a:chExt cx="0" cy="0"/>
        </a:xfrm>
      </p:grpSpPr>
      <p:sp>
        <p:nvSpPr>
          <p:cNvPr id="6169" name="Google Shape;6169;g18361cc6164_1_1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0" name="Google Shape;6170;g18361cc6164_1_1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050">
                <a:solidFill>
                  <a:srgbClr val="202124"/>
                </a:solidFill>
                <a:highlight>
                  <a:srgbClr val="F8F9FA"/>
                </a:highlight>
                <a:latin typeface="Roboto"/>
                <a:ea typeface="Roboto"/>
                <a:cs typeface="Roboto"/>
                <a:sym typeface="Roboto"/>
              </a:rPr>
              <a:t>You also have an isolated datacenter configured in much the same way, but no access to the Internet.  This environment is disconnected, airgapped, or isolated - whichever term you like to use.</a:t>
            </a:r>
            <a:endParaRPr sz="1050">
              <a:solidFill>
                <a:srgbClr val="202124"/>
              </a:solidFill>
              <a:highlight>
                <a:srgbClr val="F8F9FA"/>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050">
              <a:solidFill>
                <a:srgbClr val="202124"/>
              </a:solidFill>
              <a:highlight>
                <a:srgbClr val="F8F9FA"/>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050">
                <a:solidFill>
                  <a:srgbClr val="202124"/>
                </a:solidFill>
                <a:highlight>
                  <a:srgbClr val="F8F9FA"/>
                </a:highlight>
                <a:latin typeface="Roboto"/>
                <a:ea typeface="Roboto"/>
                <a:cs typeface="Roboto"/>
                <a:sym typeface="Roboto"/>
              </a:rPr>
              <a:t>Your main Satellite in the Atlanta datacenter downloads the content and the Satellite admin organizes the content into content view as needed.</a:t>
            </a:r>
            <a:endParaRPr sz="1050">
              <a:solidFill>
                <a:srgbClr val="202124"/>
              </a:solidFill>
              <a:highlight>
                <a:srgbClr val="F8F9FA"/>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sz="1050">
                <a:solidFill>
                  <a:srgbClr val="202124"/>
                </a:solidFill>
                <a:highlight>
                  <a:srgbClr val="F8F9FA"/>
                </a:highlight>
                <a:latin typeface="Roboto"/>
                <a:ea typeface="Roboto"/>
                <a:cs typeface="Roboto"/>
                <a:sym typeface="Roboto"/>
              </a:rPr>
              <a:t>The Satellite admin then exports that content to a thumb drive, optical disc, or whichever media is preferred.</a:t>
            </a:r>
            <a:endParaRPr sz="1050">
              <a:solidFill>
                <a:srgbClr val="202124"/>
              </a:solidFill>
              <a:highlight>
                <a:srgbClr val="F8F9FA"/>
              </a:highlight>
              <a:latin typeface="Roboto"/>
              <a:ea typeface="Roboto"/>
              <a:cs typeface="Roboto"/>
              <a:sym typeface="Roboto"/>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sz="1050">
                <a:solidFill>
                  <a:srgbClr val="202124"/>
                </a:solidFill>
                <a:highlight>
                  <a:srgbClr val="F8F9FA"/>
                </a:highlight>
                <a:latin typeface="Roboto"/>
                <a:ea typeface="Roboto"/>
                <a:cs typeface="Roboto"/>
                <a:sym typeface="Roboto"/>
              </a:rPr>
              <a:t>The data is then imported into the Satellite in the isolated datacenter.</a:t>
            </a:r>
            <a:endParaRPr sz="1050">
              <a:solidFill>
                <a:srgbClr val="202124"/>
              </a:solidFill>
              <a:highlight>
                <a:srgbClr val="F8F9FA"/>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050">
              <a:solidFill>
                <a:srgbClr val="202124"/>
              </a:solidFill>
              <a:highlight>
                <a:srgbClr val="F8F9FA"/>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050">
                <a:solidFill>
                  <a:srgbClr val="202124"/>
                </a:solidFill>
                <a:highlight>
                  <a:srgbClr val="F8F9FA"/>
                </a:highlight>
                <a:latin typeface="Roboto"/>
                <a:ea typeface="Roboto"/>
                <a:cs typeface="Roboto"/>
                <a:sym typeface="Roboto"/>
              </a:rPr>
              <a:t>It should be noted that this process imports the content as well as the </a:t>
            </a:r>
            <a:r>
              <a:rPr lang="en" sz="1050">
                <a:solidFill>
                  <a:srgbClr val="202124"/>
                </a:solidFill>
                <a:highlight>
                  <a:srgbClr val="F8F9FA"/>
                </a:highlight>
                <a:latin typeface="Roboto"/>
                <a:ea typeface="Roboto"/>
                <a:cs typeface="Roboto"/>
                <a:sym typeface="Roboto"/>
              </a:rPr>
              <a:t>metadata</a:t>
            </a:r>
            <a:r>
              <a:rPr lang="en" sz="1050">
                <a:solidFill>
                  <a:srgbClr val="202124"/>
                </a:solidFill>
                <a:highlight>
                  <a:srgbClr val="F8F9FA"/>
                </a:highlight>
                <a:latin typeface="Roboto"/>
                <a:ea typeface="Roboto"/>
                <a:cs typeface="Roboto"/>
                <a:sym typeface="Roboto"/>
              </a:rPr>
              <a:t> that make up the content view.</a:t>
            </a:r>
            <a:endParaRPr sz="1050">
              <a:solidFill>
                <a:srgbClr val="202124"/>
              </a:solidFill>
              <a:highlight>
                <a:srgbClr val="F8F9FA"/>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050">
              <a:solidFill>
                <a:srgbClr val="202124"/>
              </a:solidFill>
              <a:highlight>
                <a:srgbClr val="F8F9FA"/>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050">
                <a:solidFill>
                  <a:srgbClr val="202124"/>
                </a:solidFill>
                <a:highlight>
                  <a:srgbClr val="F8F9FA"/>
                </a:highlight>
                <a:latin typeface="Roboto"/>
                <a:ea typeface="Roboto"/>
                <a:cs typeface="Roboto"/>
                <a:sym typeface="Roboto"/>
              </a:rPr>
              <a:t>If you are exporting a content view version, then the content view needs to already exist on the host where you are importing the content view.</a:t>
            </a:r>
            <a:endParaRPr sz="1050">
              <a:solidFill>
                <a:srgbClr val="202124"/>
              </a:solidFill>
              <a:highlight>
                <a:srgbClr val="F8F9FA"/>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050">
                <a:solidFill>
                  <a:srgbClr val="202124"/>
                </a:solidFill>
                <a:highlight>
                  <a:srgbClr val="F8F9FA"/>
                </a:highlight>
                <a:latin typeface="Roboto"/>
                <a:ea typeface="Roboto"/>
                <a:cs typeface="Roboto"/>
                <a:sym typeface="Roboto"/>
              </a:rPr>
              <a:t>And any underlying repositories do need to already exist before you import a content view version.</a:t>
            </a:r>
            <a:endParaRPr sz="1050">
              <a:solidFill>
                <a:srgbClr val="202124"/>
              </a:solidFill>
              <a:highlight>
                <a:srgbClr val="F8F9FA"/>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050">
              <a:solidFill>
                <a:srgbClr val="202124"/>
              </a:solidFill>
              <a:highlight>
                <a:srgbClr val="F8F9FA"/>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050">
                <a:solidFill>
                  <a:srgbClr val="202124"/>
                </a:solidFill>
                <a:highlight>
                  <a:srgbClr val="F8F9FA"/>
                </a:highlight>
                <a:latin typeface="Roboto"/>
                <a:ea typeface="Roboto"/>
                <a:cs typeface="Roboto"/>
                <a:sym typeface="Roboto"/>
              </a:rPr>
              <a:t>This will greatly simplify the import and export of content view, helping to keep Satellites and Capsules that are in disconnected environments as close to the main Satellite as possible</a:t>
            </a:r>
            <a:endParaRPr sz="1050">
              <a:solidFill>
                <a:srgbClr val="202124"/>
              </a:solidFill>
              <a:highlight>
                <a:srgbClr val="F8F9FA"/>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8" name="Shape 6188"/>
        <p:cNvGrpSpPr/>
        <p:nvPr/>
      </p:nvGrpSpPr>
      <p:grpSpPr>
        <a:xfrm>
          <a:off x="0" y="0"/>
          <a:ext cx="0" cy="0"/>
          <a:chOff x="0" y="0"/>
          <a:chExt cx="0" cy="0"/>
        </a:xfrm>
      </p:grpSpPr>
      <p:sp>
        <p:nvSpPr>
          <p:cNvPr id="6189" name="Google Shape;6189;g15ebbbc71a3_1_19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0" name="Google Shape;6190;g15ebbbc71a3_1_19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6" name="Shape 6196"/>
        <p:cNvGrpSpPr/>
        <p:nvPr/>
      </p:nvGrpSpPr>
      <p:grpSpPr>
        <a:xfrm>
          <a:off x="0" y="0"/>
          <a:ext cx="0" cy="0"/>
          <a:chOff x="0" y="0"/>
          <a:chExt cx="0" cy="0"/>
        </a:xfrm>
      </p:grpSpPr>
      <p:sp>
        <p:nvSpPr>
          <p:cNvPr id="6197" name="Google Shape;6197;g16218e80765_0_40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8" name="Google Shape;6198;g16218e80765_0_40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4" name="Shape 6204"/>
        <p:cNvGrpSpPr/>
        <p:nvPr/>
      </p:nvGrpSpPr>
      <p:grpSpPr>
        <a:xfrm>
          <a:off x="0" y="0"/>
          <a:ext cx="0" cy="0"/>
          <a:chOff x="0" y="0"/>
          <a:chExt cx="0" cy="0"/>
        </a:xfrm>
      </p:grpSpPr>
      <p:sp>
        <p:nvSpPr>
          <p:cNvPr id="6205" name="Google Shape;6205;g15ebbbc71a3_1_19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6" name="Google Shape;6206;g15ebbbc71a3_1_19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2" name="Shape 6212"/>
        <p:cNvGrpSpPr/>
        <p:nvPr/>
      </p:nvGrpSpPr>
      <p:grpSpPr>
        <a:xfrm>
          <a:off x="0" y="0"/>
          <a:ext cx="0" cy="0"/>
          <a:chOff x="0" y="0"/>
          <a:chExt cx="0" cy="0"/>
        </a:xfrm>
      </p:grpSpPr>
      <p:sp>
        <p:nvSpPr>
          <p:cNvPr id="6213" name="Google Shape;6213;g16e5022dbb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4" name="Google Shape;6214;g16e5022dbb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Red Hat Text"/>
              <a:ea typeface="Red Hat Text"/>
              <a:cs typeface="Red Hat Text"/>
              <a:sym typeface="Red Hat Text"/>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1" name="Shape 6221"/>
        <p:cNvGrpSpPr/>
        <p:nvPr/>
      </p:nvGrpSpPr>
      <p:grpSpPr>
        <a:xfrm>
          <a:off x="0" y="0"/>
          <a:ext cx="0" cy="0"/>
          <a:chOff x="0" y="0"/>
          <a:chExt cx="0" cy="0"/>
        </a:xfrm>
      </p:grpSpPr>
      <p:sp>
        <p:nvSpPr>
          <p:cNvPr id="6222" name="Google Shape;6222;g1949d29385c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3" name="Google Shape;6223;g1949d29385c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Red Hat Text"/>
              <a:ea typeface="Red Hat Text"/>
              <a:cs typeface="Red Hat Text"/>
              <a:sym typeface="Red Hat Text"/>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1" name="Shape 6231"/>
        <p:cNvGrpSpPr/>
        <p:nvPr/>
      </p:nvGrpSpPr>
      <p:grpSpPr>
        <a:xfrm>
          <a:off x="0" y="0"/>
          <a:ext cx="0" cy="0"/>
          <a:chOff x="0" y="0"/>
          <a:chExt cx="0" cy="0"/>
        </a:xfrm>
      </p:grpSpPr>
      <p:sp>
        <p:nvSpPr>
          <p:cNvPr id="6232" name="Google Shape;6232;g1949d29385c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3" name="Google Shape;6233;g1949d29385c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Red Hat Text"/>
              <a:ea typeface="Red Hat Text"/>
              <a:cs typeface="Red Hat Text"/>
              <a:sym typeface="Red Hat Text"/>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3" name="Shape 6243"/>
        <p:cNvGrpSpPr/>
        <p:nvPr/>
      </p:nvGrpSpPr>
      <p:grpSpPr>
        <a:xfrm>
          <a:off x="0" y="0"/>
          <a:ext cx="0" cy="0"/>
          <a:chOff x="0" y="0"/>
          <a:chExt cx="0" cy="0"/>
        </a:xfrm>
      </p:grpSpPr>
      <p:sp>
        <p:nvSpPr>
          <p:cNvPr id="6244" name="Google Shape;6244;g1949d29385c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5" name="Google Shape;6245;g1949d29385c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Red Hat Text"/>
              <a:ea typeface="Red Hat Text"/>
              <a:cs typeface="Red Hat Text"/>
              <a:sym typeface="Red Hat Text"/>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4" name="Shape 6254"/>
        <p:cNvGrpSpPr/>
        <p:nvPr/>
      </p:nvGrpSpPr>
      <p:grpSpPr>
        <a:xfrm>
          <a:off x="0" y="0"/>
          <a:ext cx="0" cy="0"/>
          <a:chOff x="0" y="0"/>
          <a:chExt cx="0" cy="0"/>
        </a:xfrm>
      </p:grpSpPr>
      <p:sp>
        <p:nvSpPr>
          <p:cNvPr id="6255" name="Google Shape;6255;g1949d29385c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6" name="Google Shape;6256;g1949d29385c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Red Hat Text"/>
              <a:ea typeface="Red Hat Text"/>
              <a:cs typeface="Red Hat Text"/>
              <a:sym typeface="Red Hat Text"/>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5" name="Shape 6265"/>
        <p:cNvGrpSpPr/>
        <p:nvPr/>
      </p:nvGrpSpPr>
      <p:grpSpPr>
        <a:xfrm>
          <a:off x="0" y="0"/>
          <a:ext cx="0" cy="0"/>
          <a:chOff x="0" y="0"/>
          <a:chExt cx="0" cy="0"/>
        </a:xfrm>
      </p:grpSpPr>
      <p:sp>
        <p:nvSpPr>
          <p:cNvPr id="6266" name="Google Shape;6266;g16e5022dbba_0_7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67" name="Google Shape;6267;g16e5022dbba_0_7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Red Hat Text"/>
              <a:ea typeface="Red Hat Text"/>
              <a:cs typeface="Red Hat Text"/>
              <a:sym typeface="Red Hat Text"/>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4" name="Shape 6284"/>
        <p:cNvGrpSpPr/>
        <p:nvPr/>
      </p:nvGrpSpPr>
      <p:grpSpPr>
        <a:xfrm>
          <a:off x="0" y="0"/>
          <a:ext cx="0" cy="0"/>
          <a:chOff x="0" y="0"/>
          <a:chExt cx="0" cy="0"/>
        </a:xfrm>
      </p:grpSpPr>
      <p:sp>
        <p:nvSpPr>
          <p:cNvPr id="6285" name="Google Shape;6285;g1949d29385c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6" name="Google Shape;6286;g1949d29385c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2" name="Shape 6292"/>
        <p:cNvGrpSpPr/>
        <p:nvPr/>
      </p:nvGrpSpPr>
      <p:grpSpPr>
        <a:xfrm>
          <a:off x="0" y="0"/>
          <a:ext cx="0" cy="0"/>
          <a:chOff x="0" y="0"/>
          <a:chExt cx="0" cy="0"/>
        </a:xfrm>
      </p:grpSpPr>
      <p:sp>
        <p:nvSpPr>
          <p:cNvPr id="6293" name="Google Shape;6293;g16941d637bd_1_10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4" name="Google Shape;6294;g16941d637bd_1_10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6" name="Shape 6316"/>
        <p:cNvGrpSpPr/>
        <p:nvPr/>
      </p:nvGrpSpPr>
      <p:grpSpPr>
        <a:xfrm>
          <a:off x="0" y="0"/>
          <a:ext cx="0" cy="0"/>
          <a:chOff x="0" y="0"/>
          <a:chExt cx="0" cy="0"/>
        </a:xfrm>
      </p:grpSpPr>
      <p:sp>
        <p:nvSpPr>
          <p:cNvPr id="6317" name="Google Shape;6317;g16941d637bd_1_10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8" name="Google Shape;6318;g16941d637bd_1_10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0" name="Shape 6340"/>
        <p:cNvGrpSpPr/>
        <p:nvPr/>
      </p:nvGrpSpPr>
      <p:grpSpPr>
        <a:xfrm>
          <a:off x="0" y="0"/>
          <a:ext cx="0" cy="0"/>
          <a:chOff x="0" y="0"/>
          <a:chExt cx="0" cy="0"/>
        </a:xfrm>
      </p:grpSpPr>
      <p:sp>
        <p:nvSpPr>
          <p:cNvPr id="6341" name="Google Shape;6341;g16941d637bd_1_10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42" name="Google Shape;6342;g16941d637bd_1_10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2" name="Shape 6362"/>
        <p:cNvGrpSpPr/>
        <p:nvPr/>
      </p:nvGrpSpPr>
      <p:grpSpPr>
        <a:xfrm>
          <a:off x="0" y="0"/>
          <a:ext cx="0" cy="0"/>
          <a:chOff x="0" y="0"/>
          <a:chExt cx="0" cy="0"/>
        </a:xfrm>
      </p:grpSpPr>
      <p:sp>
        <p:nvSpPr>
          <p:cNvPr id="6363" name="Google Shape;6363;g16941d637bd_1_10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64" name="Google Shape;6364;g16941d637bd_1_10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0" name="Shape 6370"/>
        <p:cNvGrpSpPr/>
        <p:nvPr/>
      </p:nvGrpSpPr>
      <p:grpSpPr>
        <a:xfrm>
          <a:off x="0" y="0"/>
          <a:ext cx="0" cy="0"/>
          <a:chOff x="0" y="0"/>
          <a:chExt cx="0" cy="0"/>
        </a:xfrm>
      </p:grpSpPr>
      <p:sp>
        <p:nvSpPr>
          <p:cNvPr id="6371" name="Google Shape;6371;g16941d637bd_1_9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2" name="Google Shape;6372;g16941d637bd_1_9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8" name="Shape 6378"/>
        <p:cNvGrpSpPr/>
        <p:nvPr/>
      </p:nvGrpSpPr>
      <p:grpSpPr>
        <a:xfrm>
          <a:off x="0" y="0"/>
          <a:ext cx="0" cy="0"/>
          <a:chOff x="0" y="0"/>
          <a:chExt cx="0" cy="0"/>
        </a:xfrm>
      </p:grpSpPr>
      <p:sp>
        <p:nvSpPr>
          <p:cNvPr id="6379" name="Google Shape;6379;g16218e8076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0" name="Google Shape;6380;g16218e8076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9" name="Shape 6389"/>
        <p:cNvGrpSpPr/>
        <p:nvPr/>
      </p:nvGrpSpPr>
      <p:grpSpPr>
        <a:xfrm>
          <a:off x="0" y="0"/>
          <a:ext cx="0" cy="0"/>
          <a:chOff x="0" y="0"/>
          <a:chExt cx="0" cy="0"/>
        </a:xfrm>
      </p:grpSpPr>
      <p:sp>
        <p:nvSpPr>
          <p:cNvPr id="6390" name="Google Shape;6390;g16218e8076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1" name="Google Shape;6391;g16218e8076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4" name="Shape 6404"/>
        <p:cNvGrpSpPr/>
        <p:nvPr/>
      </p:nvGrpSpPr>
      <p:grpSpPr>
        <a:xfrm>
          <a:off x="0" y="0"/>
          <a:ext cx="0" cy="0"/>
          <a:chOff x="0" y="0"/>
          <a:chExt cx="0" cy="0"/>
        </a:xfrm>
      </p:grpSpPr>
      <p:sp>
        <p:nvSpPr>
          <p:cNvPr id="6405" name="Google Shape;6405;g16218e80765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6" name="Google Shape;6406;g16218e80765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4" name="Shape 6434"/>
        <p:cNvGrpSpPr/>
        <p:nvPr/>
      </p:nvGrpSpPr>
      <p:grpSpPr>
        <a:xfrm>
          <a:off x="0" y="0"/>
          <a:ext cx="0" cy="0"/>
          <a:chOff x="0" y="0"/>
          <a:chExt cx="0" cy="0"/>
        </a:xfrm>
      </p:grpSpPr>
      <p:sp>
        <p:nvSpPr>
          <p:cNvPr id="6435" name="Google Shape;6435;g16218e80765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6" name="Google Shape;6436;g16218e80765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6" name="Shape 6536"/>
        <p:cNvGrpSpPr/>
        <p:nvPr/>
      </p:nvGrpSpPr>
      <p:grpSpPr>
        <a:xfrm>
          <a:off x="0" y="0"/>
          <a:ext cx="0" cy="0"/>
          <a:chOff x="0" y="0"/>
          <a:chExt cx="0" cy="0"/>
        </a:xfrm>
      </p:grpSpPr>
      <p:sp>
        <p:nvSpPr>
          <p:cNvPr id="6537" name="Google Shape;6537;g16218e80765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38" name="Google Shape;6538;g16218e80765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0" name="Shape 6910"/>
        <p:cNvGrpSpPr/>
        <p:nvPr/>
      </p:nvGrpSpPr>
      <p:grpSpPr>
        <a:xfrm>
          <a:off x="0" y="0"/>
          <a:ext cx="0" cy="0"/>
          <a:chOff x="0" y="0"/>
          <a:chExt cx="0" cy="0"/>
        </a:xfrm>
      </p:grpSpPr>
      <p:sp>
        <p:nvSpPr>
          <p:cNvPr id="6911" name="Google Shape;6911;g16218e80765_0_40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2" name="Google Shape;6912;g16218e80765_0_40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8" name="Shape 6918"/>
        <p:cNvGrpSpPr/>
        <p:nvPr/>
      </p:nvGrpSpPr>
      <p:grpSpPr>
        <a:xfrm>
          <a:off x="0" y="0"/>
          <a:ext cx="0" cy="0"/>
          <a:chOff x="0" y="0"/>
          <a:chExt cx="0" cy="0"/>
        </a:xfrm>
      </p:grpSpPr>
      <p:sp>
        <p:nvSpPr>
          <p:cNvPr id="6919" name="Google Shape;6919;g16218e80765_0_38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0" name="Google Shape;6920;g16218e80765_0_38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6" name="Shape 6926"/>
        <p:cNvGrpSpPr/>
        <p:nvPr/>
      </p:nvGrpSpPr>
      <p:grpSpPr>
        <a:xfrm>
          <a:off x="0" y="0"/>
          <a:ext cx="0" cy="0"/>
          <a:chOff x="0" y="0"/>
          <a:chExt cx="0" cy="0"/>
        </a:xfrm>
      </p:grpSpPr>
      <p:sp>
        <p:nvSpPr>
          <p:cNvPr id="6927" name="Google Shape;6927;g1631e06b93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8" name="Google Shape;6928;g1631e06b93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Satellite in the DMZ is able to connect to many sources - Red Hat, Github, Container Repositories, Microsoft, upstream repos and many others. These ports and connections can be more easy managed from the DMZ side of the network. Content verification capabilities are applied to ensure that the content is identified - certificates, GPG keys, etc..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OPTIONALLY - A Satellite sitting in a Verification Network can make a secure connection to the DMZ Satellite to synchronize content into the organization through a small number of defined ports to a single system. The purpose of this system is to allow for the security review of synchronized content to ensure that newly synchronized sources meet the organization’s security and compliance standards before being allowed to be synchronized into the production network and used.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Verified Content can be synchronized by a Satellite inside the corporate network. Minimal ports to a single secured system are opened to allow content to be brought into the network.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Port 443 between the Source Satellite and the Synchronizing Satellite for rpm, file, deb, etc.. content.</a:t>
            </a:r>
            <a:endParaRPr>
              <a:solidFill>
                <a:schemeClr val="dk1"/>
              </a:solidFill>
            </a:endParaRPr>
          </a:p>
          <a:p>
            <a:pPr indent="0" lvl="0" marL="0" rtl="0" algn="l">
              <a:spcBef>
                <a:spcPts val="0"/>
              </a:spcBef>
              <a:spcAft>
                <a:spcPts val="0"/>
              </a:spcAft>
              <a:buNone/>
            </a:pPr>
            <a:r>
              <a:rPr lang="en">
                <a:solidFill>
                  <a:schemeClr val="dk1"/>
                </a:solidFill>
              </a:rPr>
              <a:t>VERIFY</a:t>
            </a:r>
            <a:endParaRPr>
              <a:solidFill>
                <a:schemeClr val="dk1"/>
              </a:solidFill>
            </a:endParaRPr>
          </a:p>
          <a:p>
            <a:pPr indent="0" lvl="0" marL="0" rtl="0" algn="l">
              <a:spcBef>
                <a:spcPts val="0"/>
              </a:spcBef>
              <a:spcAft>
                <a:spcPts val="0"/>
              </a:spcAft>
              <a:buNone/>
            </a:pPr>
            <a:r>
              <a:rPr lang="en">
                <a:solidFill>
                  <a:schemeClr val="dk1"/>
                </a:solidFill>
              </a:rPr>
              <a:t>Port 5000 between the Source Satellite and the Synchronizing Satellite for container content</a:t>
            </a:r>
            <a:endParaRPr>
              <a:solidFill>
                <a:schemeClr val="dk1"/>
              </a:solidFill>
            </a:endParaRPr>
          </a:p>
          <a:p>
            <a:pPr indent="0" lvl="0" marL="0" rtl="0" algn="l">
              <a:spcBef>
                <a:spcPts val="0"/>
              </a:spcBef>
              <a:spcAft>
                <a:spcPts val="0"/>
              </a:spcAft>
              <a:buNone/>
            </a:pPr>
            <a:r>
              <a:rPr lang="en">
                <a:solidFill>
                  <a:schemeClr val="dk1"/>
                </a:solidFill>
              </a:rPr>
              <a:t>Can we synchronize container content</a:t>
            </a:r>
            <a:endParaRPr>
              <a:solidFill>
                <a:schemeClr val="dk1"/>
              </a:solidFill>
            </a:endParaRPr>
          </a:p>
          <a:p>
            <a:pPr indent="0" lvl="0" marL="0" rtl="0" algn="l">
              <a:spcBef>
                <a:spcPts val="0"/>
              </a:spcBef>
              <a:spcAft>
                <a:spcPts val="0"/>
              </a:spcAft>
              <a:buNone/>
            </a:pPr>
            <a:r>
              <a:rPr lang="en">
                <a:solidFill>
                  <a:schemeClr val="dk1"/>
                </a:solidFill>
              </a:rPr>
              <a:t>What port does container content get synchronized over.</a:t>
            </a:r>
            <a:endParaRPr>
              <a:solidFill>
                <a:schemeClr val="dk1"/>
              </a:solidFill>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6" name="Shape 6996"/>
        <p:cNvGrpSpPr/>
        <p:nvPr/>
      </p:nvGrpSpPr>
      <p:grpSpPr>
        <a:xfrm>
          <a:off x="0" y="0"/>
          <a:ext cx="0" cy="0"/>
          <a:chOff x="0" y="0"/>
          <a:chExt cx="0" cy="0"/>
        </a:xfrm>
      </p:grpSpPr>
      <p:sp>
        <p:nvSpPr>
          <p:cNvPr id="6997" name="Google Shape;6997;g18e95adf8b7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98" name="Google Shape;6998;g18e95adf8b7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6" name="Shape 7006"/>
        <p:cNvGrpSpPr/>
        <p:nvPr/>
      </p:nvGrpSpPr>
      <p:grpSpPr>
        <a:xfrm>
          <a:off x="0" y="0"/>
          <a:ext cx="0" cy="0"/>
          <a:chOff x="0" y="0"/>
          <a:chExt cx="0" cy="0"/>
        </a:xfrm>
      </p:grpSpPr>
      <p:sp>
        <p:nvSpPr>
          <p:cNvPr id="7007" name="Google Shape;7007;g2a3a8f32a97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8" name="Google Shape;7008;g2a3a8f32a97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6" name="Shape 7016"/>
        <p:cNvGrpSpPr/>
        <p:nvPr/>
      </p:nvGrpSpPr>
      <p:grpSpPr>
        <a:xfrm>
          <a:off x="0" y="0"/>
          <a:ext cx="0" cy="0"/>
          <a:chOff x="0" y="0"/>
          <a:chExt cx="0" cy="0"/>
        </a:xfrm>
      </p:grpSpPr>
      <p:sp>
        <p:nvSpPr>
          <p:cNvPr id="7017" name="Google Shape;7017;g2a3a8f32a97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18" name="Google Shape;7018;g2a3a8f32a97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8" name="Shape 7028"/>
        <p:cNvGrpSpPr/>
        <p:nvPr/>
      </p:nvGrpSpPr>
      <p:grpSpPr>
        <a:xfrm>
          <a:off x="0" y="0"/>
          <a:ext cx="0" cy="0"/>
          <a:chOff x="0" y="0"/>
          <a:chExt cx="0" cy="0"/>
        </a:xfrm>
      </p:grpSpPr>
      <p:sp>
        <p:nvSpPr>
          <p:cNvPr id="7029" name="Google Shape;7029;g3200f4532c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0" name="Google Shape;7030;g3200f4532c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7" name="Shape 7137"/>
        <p:cNvGrpSpPr/>
        <p:nvPr/>
      </p:nvGrpSpPr>
      <p:grpSpPr>
        <a:xfrm>
          <a:off x="0" y="0"/>
          <a:ext cx="0" cy="0"/>
          <a:chOff x="0" y="0"/>
          <a:chExt cx="0" cy="0"/>
        </a:xfrm>
      </p:grpSpPr>
      <p:sp>
        <p:nvSpPr>
          <p:cNvPr id="7138" name="Google Shape;7138;g2a3a8f32a97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9" name="Google Shape;7139;g2a3a8f32a97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4" name="Shape 7144"/>
        <p:cNvGrpSpPr/>
        <p:nvPr/>
      </p:nvGrpSpPr>
      <p:grpSpPr>
        <a:xfrm>
          <a:off x="0" y="0"/>
          <a:ext cx="0" cy="0"/>
          <a:chOff x="0" y="0"/>
          <a:chExt cx="0" cy="0"/>
        </a:xfrm>
      </p:grpSpPr>
      <p:sp>
        <p:nvSpPr>
          <p:cNvPr id="7145" name="Google Shape;7145;g29e6907a9a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6" name="Google Shape;7146;g29e6907a9a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0" name="Shape 7150"/>
        <p:cNvGrpSpPr/>
        <p:nvPr/>
      </p:nvGrpSpPr>
      <p:grpSpPr>
        <a:xfrm>
          <a:off x="0" y="0"/>
          <a:ext cx="0" cy="0"/>
          <a:chOff x="0" y="0"/>
          <a:chExt cx="0" cy="0"/>
        </a:xfrm>
      </p:grpSpPr>
      <p:sp>
        <p:nvSpPr>
          <p:cNvPr id="7151" name="Google Shape;7151;g29e6907a9a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52" name="Google Shape;7152;g29e6907a9a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 Owner]: Paul Armstrong, Mike Savage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7" name="Shape 7157"/>
        <p:cNvGrpSpPr/>
        <p:nvPr/>
      </p:nvGrpSpPr>
      <p:grpSpPr>
        <a:xfrm>
          <a:off x="0" y="0"/>
          <a:ext cx="0" cy="0"/>
          <a:chOff x="0" y="0"/>
          <a:chExt cx="0" cy="0"/>
        </a:xfrm>
      </p:grpSpPr>
      <p:sp>
        <p:nvSpPr>
          <p:cNvPr id="7158" name="Google Shape;7158;g29e6907a9a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59" name="Google Shape;7159;g29e6907a9a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 Owner]: Paul Armstrong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4" name="Shape 7164"/>
        <p:cNvGrpSpPr/>
        <p:nvPr/>
      </p:nvGrpSpPr>
      <p:grpSpPr>
        <a:xfrm>
          <a:off x="0" y="0"/>
          <a:ext cx="0" cy="0"/>
          <a:chOff x="0" y="0"/>
          <a:chExt cx="0" cy="0"/>
        </a:xfrm>
      </p:grpSpPr>
      <p:sp>
        <p:nvSpPr>
          <p:cNvPr id="7165" name="Google Shape;7165;g29e6907a9a3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6" name="Google Shape;7166;g29e6907a9a3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9.png"/><Relationship Id="rId3" Type="http://schemas.openxmlformats.org/officeDocument/2006/relationships/image" Target="../media/image1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9.png"/><Relationship Id="rId3" Type="http://schemas.openxmlformats.org/officeDocument/2006/relationships/image" Target="../media/image1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2.png"/><Relationship Id="rId7"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9.png"/><Relationship Id="rId3"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1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1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7.png"/><Relationship Id="rId3" Type="http://schemas.openxmlformats.org/officeDocument/2006/relationships/image" Target="../media/image4.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14.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14.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9.png"/><Relationship Id="rId3" Type="http://schemas.openxmlformats.org/officeDocument/2006/relationships/image" Target="../media/image14.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9.png"/><Relationship Id="rId3" Type="http://schemas.openxmlformats.org/officeDocument/2006/relationships/image" Target="../media/image14.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9.png"/><Relationship Id="rId3" Type="http://schemas.openxmlformats.org/officeDocument/2006/relationships/image" Target="../media/image1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2.png"/><Relationship Id="rId7" Type="http://schemas.openxmlformats.org/officeDocument/2006/relationships/image" Target="../media/image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1.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2.png"/><Relationship Id="rId3" Type="http://schemas.openxmlformats.org/officeDocument/2006/relationships/image" Target="../media/image14.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2.png"/><Relationship Id="rId3" Type="http://schemas.openxmlformats.org/officeDocument/2006/relationships/image" Target="../media/image14.png"/><Relationship Id="rId4" Type="http://schemas.openxmlformats.org/officeDocument/2006/relationships/image" Target="../media/image36.png"/><Relationship Id="rId5" Type="http://schemas.openxmlformats.org/officeDocument/2006/relationships/image" Target="../media/image39.png"/><Relationship Id="rId6" Type="http://schemas.openxmlformats.org/officeDocument/2006/relationships/image" Target="../media/image41.png"/><Relationship Id="rId7" Type="http://schemas.openxmlformats.org/officeDocument/2006/relationships/image" Target="../media/image34.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6.png"/><Relationship Id="rId3" Type="http://schemas.openxmlformats.org/officeDocument/2006/relationships/image" Target="../media/image4.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3.png"/><Relationship Id="rId3" Type="http://schemas.openxmlformats.org/officeDocument/2006/relationships/image" Target="../media/image3.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0.png"/><Relationship Id="rId3" Type="http://schemas.openxmlformats.org/officeDocument/2006/relationships/image" Target="../media/image3.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9.png"/><Relationship Id="rId3" Type="http://schemas.openxmlformats.org/officeDocument/2006/relationships/image" Target="../media/image4.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9.png"/><Relationship Id="rId3" Type="http://schemas.openxmlformats.org/officeDocument/2006/relationships/image" Target="../media/image4.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4.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4.png"/><Relationship Id="rId4" Type="http://schemas.openxmlformats.org/officeDocument/2006/relationships/image" Target="../media/image36.png"/><Relationship Id="rId5" Type="http://schemas.openxmlformats.org/officeDocument/2006/relationships/image" Target="../media/image39.png"/><Relationship Id="rId6" Type="http://schemas.openxmlformats.org/officeDocument/2006/relationships/image" Target="../media/image41.png"/><Relationship Id="rId7" Type="http://schemas.openxmlformats.org/officeDocument/2006/relationships/image" Target="../media/image34.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9.png"/><Relationship Id="rId3" Type="http://schemas.openxmlformats.org/officeDocument/2006/relationships/image" Target="../media/image4.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0.png"/><Relationship Id="rId3" Type="http://schemas.openxmlformats.org/officeDocument/2006/relationships/image" Target="../media/image3.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8.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21.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21.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21.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title" type="title">
  <p:cSld name="TITLE">
    <p:bg>
      <p:bgPr>
        <a:blipFill>
          <a:blip r:embed="rId2">
            <a:alphaModFix/>
          </a:blip>
          <a:stretch>
            <a:fillRect/>
          </a:stretch>
        </a:blipFill>
      </p:bgPr>
    </p:bg>
    <p:spTree>
      <p:nvGrpSpPr>
        <p:cNvPr id="8" name="Shape 8"/>
        <p:cNvGrpSpPr/>
        <p:nvPr/>
      </p:nvGrpSpPr>
      <p:grpSpPr>
        <a:xfrm>
          <a:off x="0" y="0"/>
          <a:ext cx="0" cy="0"/>
          <a:chOff x="0" y="0"/>
          <a:chExt cx="0" cy="0"/>
        </a:xfrm>
      </p:grpSpPr>
      <p:sp>
        <p:nvSpPr>
          <p:cNvPr id="9" name="Google Shape;9;p2"/>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txBox="1"/>
          <p:nvPr>
            <p:ph idx="1" type="subTitle"/>
          </p:nvPr>
        </p:nvSpPr>
        <p:spPr>
          <a:xfrm>
            <a:off x="2083725" y="3521825"/>
            <a:ext cx="7533300" cy="9144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2800"/>
              <a:buFont typeface="Red Hat Display"/>
              <a:buNone/>
              <a:defRPr sz="2800">
                <a:solidFill>
                  <a:schemeClr val="lt1"/>
                </a:solidFill>
                <a:latin typeface="Red Hat Display"/>
                <a:ea typeface="Red Hat Display"/>
                <a:cs typeface="Red Hat Display"/>
                <a:sym typeface="Red Hat Display"/>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11" name="Google Shape;11;p2"/>
          <p:cNvSpPr txBox="1"/>
          <p:nvPr>
            <p:ph type="title"/>
          </p:nvPr>
        </p:nvSpPr>
        <p:spPr>
          <a:xfrm>
            <a:off x="2083875" y="1743625"/>
            <a:ext cx="7533300" cy="16002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4800">
                <a:solidFill>
                  <a:schemeClr val="lt1"/>
                </a:solidFill>
                <a:latin typeface="Red Hat Display Medium"/>
                <a:ea typeface="Red Hat Display Medium"/>
                <a:cs typeface="Red Hat Display Medium"/>
                <a:sym typeface="Red Hat Display Medium"/>
              </a:defRPr>
            </a:lvl1pPr>
            <a:lvl2pPr lvl="1" rtl="0">
              <a:lnSpc>
                <a:spcPct val="105000"/>
              </a:lnSpc>
              <a:spcBef>
                <a:spcPts val="0"/>
              </a:spcBef>
              <a:spcAft>
                <a:spcPts val="0"/>
              </a:spcAft>
              <a:buNone/>
              <a:defRPr sz="4600">
                <a:solidFill>
                  <a:schemeClr val="lt1"/>
                </a:solidFill>
              </a:defRPr>
            </a:lvl2pPr>
            <a:lvl3pPr lvl="2" rtl="0">
              <a:lnSpc>
                <a:spcPct val="105000"/>
              </a:lnSpc>
              <a:spcBef>
                <a:spcPts val="0"/>
              </a:spcBef>
              <a:spcAft>
                <a:spcPts val="0"/>
              </a:spcAft>
              <a:buNone/>
              <a:defRPr sz="4600">
                <a:solidFill>
                  <a:schemeClr val="lt1"/>
                </a:solidFill>
              </a:defRPr>
            </a:lvl3pPr>
            <a:lvl4pPr lvl="3" rtl="0">
              <a:lnSpc>
                <a:spcPct val="105000"/>
              </a:lnSpc>
              <a:spcBef>
                <a:spcPts val="0"/>
              </a:spcBef>
              <a:spcAft>
                <a:spcPts val="0"/>
              </a:spcAft>
              <a:buNone/>
              <a:defRPr sz="4600">
                <a:solidFill>
                  <a:schemeClr val="lt1"/>
                </a:solidFill>
              </a:defRPr>
            </a:lvl4pPr>
            <a:lvl5pPr lvl="4" rtl="0">
              <a:lnSpc>
                <a:spcPct val="105000"/>
              </a:lnSpc>
              <a:spcBef>
                <a:spcPts val="0"/>
              </a:spcBef>
              <a:spcAft>
                <a:spcPts val="0"/>
              </a:spcAft>
              <a:buNone/>
              <a:defRPr sz="4600">
                <a:solidFill>
                  <a:schemeClr val="lt1"/>
                </a:solidFill>
              </a:defRPr>
            </a:lvl5pPr>
            <a:lvl6pPr lvl="5" rtl="0">
              <a:lnSpc>
                <a:spcPct val="105000"/>
              </a:lnSpc>
              <a:spcBef>
                <a:spcPts val="0"/>
              </a:spcBef>
              <a:spcAft>
                <a:spcPts val="0"/>
              </a:spcAft>
              <a:buNone/>
              <a:defRPr sz="4600">
                <a:solidFill>
                  <a:schemeClr val="lt1"/>
                </a:solidFill>
              </a:defRPr>
            </a:lvl6pPr>
            <a:lvl7pPr lvl="6" rtl="0">
              <a:lnSpc>
                <a:spcPct val="105000"/>
              </a:lnSpc>
              <a:spcBef>
                <a:spcPts val="0"/>
              </a:spcBef>
              <a:spcAft>
                <a:spcPts val="0"/>
              </a:spcAft>
              <a:buNone/>
              <a:defRPr sz="4600">
                <a:solidFill>
                  <a:schemeClr val="lt1"/>
                </a:solidFill>
              </a:defRPr>
            </a:lvl7pPr>
            <a:lvl8pPr lvl="7" rtl="0">
              <a:lnSpc>
                <a:spcPct val="105000"/>
              </a:lnSpc>
              <a:spcBef>
                <a:spcPts val="0"/>
              </a:spcBef>
              <a:spcAft>
                <a:spcPts val="0"/>
              </a:spcAft>
              <a:buNone/>
              <a:defRPr sz="4600">
                <a:solidFill>
                  <a:schemeClr val="lt1"/>
                </a:solidFill>
              </a:defRPr>
            </a:lvl8pPr>
            <a:lvl9pPr lvl="8" rtl="0">
              <a:lnSpc>
                <a:spcPct val="105000"/>
              </a:lnSpc>
              <a:spcBef>
                <a:spcPts val="0"/>
              </a:spcBef>
              <a:spcAft>
                <a:spcPts val="0"/>
              </a:spcAft>
              <a:buNone/>
              <a:defRPr sz="4600">
                <a:solidFill>
                  <a:schemeClr val="lt1"/>
                </a:solidFill>
              </a:defRPr>
            </a:lvl9pPr>
          </a:lstStyle>
          <a:p/>
        </p:txBody>
      </p:sp>
      <p:sp>
        <p:nvSpPr>
          <p:cNvPr id="12" name="Google Shape;12;p2"/>
          <p:cNvSpPr txBox="1"/>
          <p:nvPr>
            <p:ph idx="2" type="subTitle"/>
          </p:nvPr>
        </p:nvSpPr>
        <p:spPr>
          <a:xfrm>
            <a:off x="2083725" y="4605500"/>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400"/>
              <a:buFont typeface="Red Hat Display Medium"/>
              <a:buNone/>
              <a:defRPr sz="1400">
                <a:solidFill>
                  <a:schemeClr val="lt1"/>
                </a:solidFill>
                <a:latin typeface="Red Hat Display Medium"/>
                <a:ea typeface="Red Hat Display Medium"/>
                <a:cs typeface="Red Hat Display Medium"/>
                <a:sym typeface="Red Hat Display Medium"/>
              </a:defRPr>
            </a:lvl1pPr>
            <a:lvl2pPr lvl="1"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2pPr>
            <a:lvl3pPr lvl="2"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3pPr>
            <a:lvl4pPr lvl="3"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4pPr>
            <a:lvl5pPr lvl="4"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5pPr>
            <a:lvl6pPr lvl="5"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6pPr>
            <a:lvl7pPr lvl="6"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7pPr>
            <a:lvl8pPr lvl="7"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8pPr>
            <a:lvl9pPr lvl="8"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9pPr>
          </a:lstStyle>
          <a:p/>
        </p:txBody>
      </p:sp>
      <p:sp>
        <p:nvSpPr>
          <p:cNvPr id="13" name="Google Shape;13;p2"/>
          <p:cNvSpPr txBox="1"/>
          <p:nvPr>
            <p:ph idx="3" type="subTitle"/>
          </p:nvPr>
        </p:nvSpPr>
        <p:spPr>
          <a:xfrm>
            <a:off x="4471850" y="4605500"/>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400"/>
              <a:buFont typeface="Red Hat Display Medium"/>
              <a:buNone/>
              <a:defRPr sz="1400">
                <a:solidFill>
                  <a:schemeClr val="lt1"/>
                </a:solidFill>
                <a:latin typeface="Red Hat Display Medium"/>
                <a:ea typeface="Red Hat Display Medium"/>
                <a:cs typeface="Red Hat Display Medium"/>
                <a:sym typeface="Red Hat Display Medium"/>
              </a:defRPr>
            </a:lvl1pPr>
            <a:lvl2pPr lvl="1"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2pPr>
            <a:lvl3pPr lvl="2"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3pPr>
            <a:lvl4pPr lvl="3"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4pPr>
            <a:lvl5pPr lvl="4"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5pPr>
            <a:lvl6pPr lvl="5"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6pPr>
            <a:lvl7pPr lvl="6"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7pPr>
            <a:lvl8pPr lvl="7"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8pPr>
            <a:lvl9pPr lvl="8"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9pPr>
          </a:lstStyle>
          <a:p/>
        </p:txBody>
      </p:sp>
      <p:pic>
        <p:nvPicPr>
          <p:cNvPr id="14" name="Google Shape;14;p2"/>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15" name="Google Shape;15;p2"/>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16" name="Google Shape;16;p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closing">
  <p:cSld name="TITLE_1">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3"/>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txBox="1"/>
          <p:nvPr>
            <p:ph idx="1" type="subTitle"/>
          </p:nvPr>
        </p:nvSpPr>
        <p:spPr>
          <a:xfrm>
            <a:off x="2083725" y="3008425"/>
            <a:ext cx="4146300" cy="15249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1pPr>
            <a:lvl2pPr lvl="1" rtl="0">
              <a:lnSpc>
                <a:spcPct val="180000"/>
              </a:lnSpc>
              <a:spcBef>
                <a:spcPts val="0"/>
              </a:spcBef>
              <a:spcAft>
                <a:spcPts val="0"/>
              </a:spcAft>
              <a:buClr>
                <a:schemeClr val="lt1"/>
              </a:buClr>
              <a:buSzPts val="1400"/>
              <a:buNone/>
              <a:defRPr sz="1400">
                <a:solidFill>
                  <a:schemeClr val="lt1"/>
                </a:solidFill>
              </a:defRPr>
            </a:lvl2pPr>
            <a:lvl3pPr lvl="2" rtl="0">
              <a:lnSpc>
                <a:spcPct val="180000"/>
              </a:lnSpc>
              <a:spcBef>
                <a:spcPts val="0"/>
              </a:spcBef>
              <a:spcAft>
                <a:spcPts val="0"/>
              </a:spcAft>
              <a:buClr>
                <a:schemeClr val="lt1"/>
              </a:buClr>
              <a:buSzPts val="1400"/>
              <a:buNone/>
              <a:defRPr sz="1400">
                <a:solidFill>
                  <a:schemeClr val="lt1"/>
                </a:solidFill>
              </a:defRPr>
            </a:lvl3pPr>
            <a:lvl4pPr lvl="3" rtl="0">
              <a:lnSpc>
                <a:spcPct val="180000"/>
              </a:lnSpc>
              <a:spcBef>
                <a:spcPts val="0"/>
              </a:spcBef>
              <a:spcAft>
                <a:spcPts val="0"/>
              </a:spcAft>
              <a:buClr>
                <a:schemeClr val="lt1"/>
              </a:buClr>
              <a:buSzPts val="1400"/>
              <a:buNone/>
              <a:defRPr sz="1400">
                <a:solidFill>
                  <a:schemeClr val="lt1"/>
                </a:solidFill>
              </a:defRPr>
            </a:lvl4pPr>
            <a:lvl5pPr lvl="4" rtl="0">
              <a:lnSpc>
                <a:spcPct val="180000"/>
              </a:lnSpc>
              <a:spcBef>
                <a:spcPts val="0"/>
              </a:spcBef>
              <a:spcAft>
                <a:spcPts val="0"/>
              </a:spcAft>
              <a:buClr>
                <a:schemeClr val="lt1"/>
              </a:buClr>
              <a:buSzPts val="1400"/>
              <a:buNone/>
              <a:defRPr sz="1400">
                <a:solidFill>
                  <a:schemeClr val="lt1"/>
                </a:solidFill>
              </a:defRPr>
            </a:lvl5pPr>
            <a:lvl6pPr lvl="5" rtl="0">
              <a:lnSpc>
                <a:spcPct val="180000"/>
              </a:lnSpc>
              <a:spcBef>
                <a:spcPts val="0"/>
              </a:spcBef>
              <a:spcAft>
                <a:spcPts val="0"/>
              </a:spcAft>
              <a:buClr>
                <a:schemeClr val="lt1"/>
              </a:buClr>
              <a:buSzPts val="1400"/>
              <a:buNone/>
              <a:defRPr sz="1400">
                <a:solidFill>
                  <a:schemeClr val="lt1"/>
                </a:solidFill>
              </a:defRPr>
            </a:lvl6pPr>
            <a:lvl7pPr lvl="6" rtl="0">
              <a:lnSpc>
                <a:spcPct val="180000"/>
              </a:lnSpc>
              <a:spcBef>
                <a:spcPts val="0"/>
              </a:spcBef>
              <a:spcAft>
                <a:spcPts val="0"/>
              </a:spcAft>
              <a:buClr>
                <a:schemeClr val="lt1"/>
              </a:buClr>
              <a:buSzPts val="1400"/>
              <a:buNone/>
              <a:defRPr sz="1400">
                <a:solidFill>
                  <a:schemeClr val="lt1"/>
                </a:solidFill>
              </a:defRPr>
            </a:lvl7pPr>
            <a:lvl8pPr lvl="7" rtl="0">
              <a:lnSpc>
                <a:spcPct val="180000"/>
              </a:lnSpc>
              <a:spcBef>
                <a:spcPts val="0"/>
              </a:spcBef>
              <a:spcAft>
                <a:spcPts val="0"/>
              </a:spcAft>
              <a:buClr>
                <a:schemeClr val="lt1"/>
              </a:buClr>
              <a:buSzPts val="1400"/>
              <a:buNone/>
              <a:defRPr sz="1400">
                <a:solidFill>
                  <a:schemeClr val="lt1"/>
                </a:solidFill>
              </a:defRPr>
            </a:lvl8pPr>
            <a:lvl9pPr lvl="8" rtl="0">
              <a:lnSpc>
                <a:spcPct val="180000"/>
              </a:lnSpc>
              <a:spcBef>
                <a:spcPts val="0"/>
              </a:spcBef>
              <a:spcAft>
                <a:spcPts val="0"/>
              </a:spcAft>
              <a:buClr>
                <a:schemeClr val="lt1"/>
              </a:buClr>
              <a:buSzPts val="1400"/>
              <a:buNone/>
              <a:defRPr sz="1400">
                <a:solidFill>
                  <a:schemeClr val="lt1"/>
                </a:solidFill>
              </a:defRPr>
            </a:lvl9pPr>
          </a:lstStyle>
          <a:p/>
        </p:txBody>
      </p:sp>
      <p:sp>
        <p:nvSpPr>
          <p:cNvPr id="20" name="Google Shape;20;p3"/>
          <p:cNvSpPr txBox="1"/>
          <p:nvPr>
            <p:ph type="title"/>
          </p:nvPr>
        </p:nvSpPr>
        <p:spPr>
          <a:xfrm>
            <a:off x="2083875" y="568625"/>
            <a:ext cx="4905000" cy="19854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5400">
                <a:solidFill>
                  <a:schemeClr val="lt1"/>
                </a:solidFill>
                <a:latin typeface="Red Hat Display Medium"/>
                <a:ea typeface="Red Hat Display Medium"/>
                <a:cs typeface="Red Hat Display Medium"/>
                <a:sym typeface="Red Hat Display Medium"/>
              </a:defRPr>
            </a:lvl1pPr>
            <a:lvl2pPr lvl="1" rtl="0">
              <a:lnSpc>
                <a:spcPct val="105000"/>
              </a:lnSpc>
              <a:spcBef>
                <a:spcPts val="0"/>
              </a:spcBef>
              <a:spcAft>
                <a:spcPts val="0"/>
              </a:spcAft>
              <a:buNone/>
              <a:defRPr sz="7000">
                <a:solidFill>
                  <a:schemeClr val="lt1"/>
                </a:solidFill>
              </a:defRPr>
            </a:lvl2pPr>
            <a:lvl3pPr lvl="2" rtl="0">
              <a:lnSpc>
                <a:spcPct val="105000"/>
              </a:lnSpc>
              <a:spcBef>
                <a:spcPts val="0"/>
              </a:spcBef>
              <a:spcAft>
                <a:spcPts val="0"/>
              </a:spcAft>
              <a:buNone/>
              <a:defRPr sz="7000">
                <a:solidFill>
                  <a:schemeClr val="lt1"/>
                </a:solidFill>
              </a:defRPr>
            </a:lvl3pPr>
            <a:lvl4pPr lvl="3" rtl="0">
              <a:lnSpc>
                <a:spcPct val="105000"/>
              </a:lnSpc>
              <a:spcBef>
                <a:spcPts val="0"/>
              </a:spcBef>
              <a:spcAft>
                <a:spcPts val="0"/>
              </a:spcAft>
              <a:buNone/>
              <a:defRPr sz="7000">
                <a:solidFill>
                  <a:schemeClr val="lt1"/>
                </a:solidFill>
              </a:defRPr>
            </a:lvl4pPr>
            <a:lvl5pPr lvl="4" rtl="0">
              <a:lnSpc>
                <a:spcPct val="105000"/>
              </a:lnSpc>
              <a:spcBef>
                <a:spcPts val="0"/>
              </a:spcBef>
              <a:spcAft>
                <a:spcPts val="0"/>
              </a:spcAft>
              <a:buNone/>
              <a:defRPr sz="7000">
                <a:solidFill>
                  <a:schemeClr val="lt1"/>
                </a:solidFill>
              </a:defRPr>
            </a:lvl5pPr>
            <a:lvl6pPr lvl="5" rtl="0">
              <a:lnSpc>
                <a:spcPct val="105000"/>
              </a:lnSpc>
              <a:spcBef>
                <a:spcPts val="0"/>
              </a:spcBef>
              <a:spcAft>
                <a:spcPts val="0"/>
              </a:spcAft>
              <a:buNone/>
              <a:defRPr sz="7000">
                <a:solidFill>
                  <a:schemeClr val="lt1"/>
                </a:solidFill>
              </a:defRPr>
            </a:lvl6pPr>
            <a:lvl7pPr lvl="6" rtl="0">
              <a:lnSpc>
                <a:spcPct val="105000"/>
              </a:lnSpc>
              <a:spcBef>
                <a:spcPts val="0"/>
              </a:spcBef>
              <a:spcAft>
                <a:spcPts val="0"/>
              </a:spcAft>
              <a:buNone/>
              <a:defRPr sz="7000">
                <a:solidFill>
                  <a:schemeClr val="lt1"/>
                </a:solidFill>
              </a:defRPr>
            </a:lvl7pPr>
            <a:lvl8pPr lvl="7" rtl="0">
              <a:lnSpc>
                <a:spcPct val="105000"/>
              </a:lnSpc>
              <a:spcBef>
                <a:spcPts val="0"/>
              </a:spcBef>
              <a:spcAft>
                <a:spcPts val="0"/>
              </a:spcAft>
              <a:buNone/>
              <a:defRPr sz="7000">
                <a:solidFill>
                  <a:schemeClr val="lt1"/>
                </a:solidFill>
              </a:defRPr>
            </a:lvl8pPr>
            <a:lvl9pPr lvl="8" rtl="0">
              <a:lnSpc>
                <a:spcPct val="105000"/>
              </a:lnSpc>
              <a:spcBef>
                <a:spcPts val="0"/>
              </a:spcBef>
              <a:spcAft>
                <a:spcPts val="0"/>
              </a:spcAft>
              <a:buNone/>
              <a:defRPr sz="7000">
                <a:solidFill>
                  <a:schemeClr val="lt1"/>
                </a:solidFill>
              </a:defRPr>
            </a:lvl9pPr>
          </a:lstStyle>
          <a:p/>
        </p:txBody>
      </p:sp>
      <p:pic>
        <p:nvPicPr>
          <p:cNvPr id="21" name="Google Shape;21;p3"/>
          <p:cNvPicPr preferRelativeResize="0"/>
          <p:nvPr/>
        </p:nvPicPr>
        <p:blipFill>
          <a:blip r:embed="rId3">
            <a:alphaModFix/>
          </a:blip>
          <a:stretch>
            <a:fillRect/>
          </a:stretch>
        </p:blipFill>
        <p:spPr>
          <a:xfrm>
            <a:off x="10106850" y="6203986"/>
            <a:ext cx="1580275" cy="372766"/>
          </a:xfrm>
          <a:prstGeom prst="rect">
            <a:avLst/>
          </a:prstGeom>
          <a:noFill/>
          <a:ln>
            <a:noFill/>
          </a:ln>
        </p:spPr>
      </p:pic>
      <p:pic>
        <p:nvPicPr>
          <p:cNvPr id="22" name="Google Shape;22;p3"/>
          <p:cNvPicPr preferRelativeResize="0"/>
          <p:nvPr/>
        </p:nvPicPr>
        <p:blipFill rotWithShape="1">
          <a:blip r:embed="rId4">
            <a:alphaModFix/>
          </a:blip>
          <a:srcRect b="0" l="0" r="0" t="0"/>
          <a:stretch/>
        </p:blipFill>
        <p:spPr>
          <a:xfrm>
            <a:off x="7542672" y="3470249"/>
            <a:ext cx="282625" cy="282625"/>
          </a:xfrm>
          <a:prstGeom prst="rect">
            <a:avLst/>
          </a:prstGeom>
          <a:noFill/>
          <a:ln>
            <a:noFill/>
          </a:ln>
        </p:spPr>
      </p:pic>
      <p:pic>
        <p:nvPicPr>
          <p:cNvPr id="23" name="Google Shape;23;p3"/>
          <p:cNvPicPr preferRelativeResize="0"/>
          <p:nvPr/>
        </p:nvPicPr>
        <p:blipFill rotWithShape="1">
          <a:blip r:embed="rId5">
            <a:alphaModFix/>
          </a:blip>
          <a:srcRect b="0" l="0" r="0" t="0"/>
          <a:stretch/>
        </p:blipFill>
        <p:spPr>
          <a:xfrm>
            <a:off x="7542672" y="2778374"/>
            <a:ext cx="282625" cy="282625"/>
          </a:xfrm>
          <a:prstGeom prst="rect">
            <a:avLst/>
          </a:prstGeom>
          <a:noFill/>
          <a:ln>
            <a:noFill/>
          </a:ln>
        </p:spPr>
      </p:pic>
      <p:pic>
        <p:nvPicPr>
          <p:cNvPr id="24" name="Google Shape;24;p3"/>
          <p:cNvPicPr preferRelativeResize="0"/>
          <p:nvPr/>
        </p:nvPicPr>
        <p:blipFill rotWithShape="1">
          <a:blip r:embed="rId6">
            <a:alphaModFix/>
          </a:blip>
          <a:srcRect b="0" l="0" r="0" t="0"/>
          <a:stretch/>
        </p:blipFill>
        <p:spPr>
          <a:xfrm>
            <a:off x="7542674" y="2086500"/>
            <a:ext cx="282625" cy="282625"/>
          </a:xfrm>
          <a:prstGeom prst="rect">
            <a:avLst/>
          </a:prstGeom>
          <a:noFill/>
          <a:ln>
            <a:noFill/>
          </a:ln>
        </p:spPr>
      </p:pic>
      <p:pic>
        <p:nvPicPr>
          <p:cNvPr id="25" name="Google Shape;25;p3"/>
          <p:cNvPicPr preferRelativeResize="0"/>
          <p:nvPr/>
        </p:nvPicPr>
        <p:blipFill rotWithShape="1">
          <a:blip r:embed="rId7">
            <a:alphaModFix/>
          </a:blip>
          <a:srcRect b="0" l="0" r="0" t="0"/>
          <a:stretch/>
        </p:blipFill>
        <p:spPr>
          <a:xfrm>
            <a:off x="7542672" y="4162124"/>
            <a:ext cx="282625" cy="282625"/>
          </a:xfrm>
          <a:prstGeom prst="rect">
            <a:avLst/>
          </a:prstGeom>
          <a:noFill/>
          <a:ln>
            <a:noFill/>
          </a:ln>
        </p:spPr>
      </p:pic>
      <p:sp>
        <p:nvSpPr>
          <p:cNvPr id="26" name="Google Shape;26;p3"/>
          <p:cNvSpPr txBox="1"/>
          <p:nvPr/>
        </p:nvSpPr>
        <p:spPr>
          <a:xfrm>
            <a:off x="7960472" y="199982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linkedin.com/company/red-hat</a:t>
            </a:r>
            <a:endParaRPr>
              <a:solidFill>
                <a:schemeClr val="lt1"/>
              </a:solidFill>
              <a:latin typeface="Red Hat Display"/>
              <a:ea typeface="Red Hat Display"/>
              <a:cs typeface="Red Hat Display"/>
              <a:sym typeface="Red Hat Display"/>
            </a:endParaRPr>
          </a:p>
        </p:txBody>
      </p:sp>
      <p:sp>
        <p:nvSpPr>
          <p:cNvPr id="27" name="Google Shape;27;p3"/>
          <p:cNvSpPr txBox="1"/>
          <p:nvPr/>
        </p:nvSpPr>
        <p:spPr>
          <a:xfrm>
            <a:off x="7960472" y="269167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youtube.com/user/RedHatVideos</a:t>
            </a:r>
            <a:endParaRPr>
              <a:solidFill>
                <a:schemeClr val="lt1"/>
              </a:solidFill>
              <a:latin typeface="Red Hat Display"/>
              <a:ea typeface="Red Hat Display"/>
              <a:cs typeface="Red Hat Display"/>
              <a:sym typeface="Red Hat Display"/>
            </a:endParaRPr>
          </a:p>
        </p:txBody>
      </p:sp>
      <p:sp>
        <p:nvSpPr>
          <p:cNvPr id="28" name="Google Shape;28;p3"/>
          <p:cNvSpPr txBox="1"/>
          <p:nvPr/>
        </p:nvSpPr>
        <p:spPr>
          <a:xfrm>
            <a:off x="7960472" y="338352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facebook.com/redhatinc</a:t>
            </a:r>
            <a:endParaRPr>
              <a:solidFill>
                <a:schemeClr val="lt1"/>
              </a:solidFill>
              <a:latin typeface="Red Hat Display"/>
              <a:ea typeface="Red Hat Display"/>
              <a:cs typeface="Red Hat Display"/>
              <a:sym typeface="Red Hat Display"/>
            </a:endParaRPr>
          </a:p>
        </p:txBody>
      </p:sp>
      <p:sp>
        <p:nvSpPr>
          <p:cNvPr id="29" name="Google Shape;29;p3"/>
          <p:cNvSpPr txBox="1"/>
          <p:nvPr/>
        </p:nvSpPr>
        <p:spPr>
          <a:xfrm>
            <a:off x="7960472" y="407537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twitter.com/RedHat</a:t>
            </a:r>
            <a:endParaRPr>
              <a:solidFill>
                <a:schemeClr val="lt1"/>
              </a:solidFill>
              <a:latin typeface="Red Hat Display"/>
              <a:ea typeface="Red Hat Display"/>
              <a:cs typeface="Red Hat Display"/>
              <a:sym typeface="Red Hat Display"/>
            </a:endParaRPr>
          </a:p>
        </p:txBody>
      </p:sp>
      <p:cxnSp>
        <p:nvCxnSpPr>
          <p:cNvPr id="30" name="Google Shape;30;p3"/>
          <p:cNvCxnSpPr/>
          <p:nvPr/>
        </p:nvCxnSpPr>
        <p:spPr>
          <a:xfrm rot="10800000">
            <a:off x="447775" y="50"/>
            <a:ext cx="0" cy="2282700"/>
          </a:xfrm>
          <a:prstGeom prst="straightConnector1">
            <a:avLst/>
          </a:prstGeom>
          <a:noFill/>
          <a:ln cap="flat" cmpd="sng" w="9525">
            <a:solidFill>
              <a:srgbClr val="800000"/>
            </a:solidFill>
            <a:prstDash val="solid"/>
            <a:round/>
            <a:headEnd len="med" w="med" type="none"/>
            <a:tailEnd len="med" w="med" type="none"/>
          </a:ln>
        </p:spPr>
      </p:cxnSp>
      <p:cxnSp>
        <p:nvCxnSpPr>
          <p:cNvPr id="31" name="Google Shape;31;p3"/>
          <p:cNvCxnSpPr/>
          <p:nvPr/>
        </p:nvCxnSpPr>
        <p:spPr>
          <a:xfrm rot="10800000">
            <a:off x="447767" y="6401400"/>
            <a:ext cx="0" cy="456600"/>
          </a:xfrm>
          <a:prstGeom prst="straightConnector1">
            <a:avLst/>
          </a:prstGeom>
          <a:noFill/>
          <a:ln cap="flat" cmpd="sng" w="9525">
            <a:solidFill>
              <a:srgbClr val="800000"/>
            </a:solidFill>
            <a:prstDash val="solid"/>
            <a:round/>
            <a:headEnd len="med" w="med" type="none"/>
            <a:tailEnd len="med" w="med" type="none"/>
          </a:ln>
        </p:spPr>
      </p:cxnSp>
      <p:sp>
        <p:nvSpPr>
          <p:cNvPr id="32" name="Google Shape;32;p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ebinar title">
  <p:cSld name="TITLE_3">
    <p:bg>
      <p:bgPr>
        <a:solidFill>
          <a:srgbClr val="EBEBEB">
            <a:alpha val="0"/>
          </a:srgbClr>
        </a:solidFill>
      </p:bgPr>
    </p:bg>
    <p:spTree>
      <p:nvGrpSpPr>
        <p:cNvPr id="33" name="Shape 33"/>
        <p:cNvGrpSpPr/>
        <p:nvPr/>
      </p:nvGrpSpPr>
      <p:grpSpPr>
        <a:xfrm>
          <a:off x="0" y="0"/>
          <a:ext cx="0" cy="0"/>
          <a:chOff x="0" y="0"/>
          <a:chExt cx="0" cy="0"/>
        </a:xfrm>
      </p:grpSpPr>
      <p:pic>
        <p:nvPicPr>
          <p:cNvPr id="34" name="Google Shape;34;p4"/>
          <p:cNvPicPr preferRelativeResize="0"/>
          <p:nvPr/>
        </p:nvPicPr>
        <p:blipFill>
          <a:blip r:embed="rId2">
            <a:alphaModFix/>
          </a:blip>
          <a:stretch>
            <a:fillRect/>
          </a:stretch>
        </p:blipFill>
        <p:spPr>
          <a:xfrm>
            <a:off x="1219200" y="762000"/>
            <a:ext cx="2145944" cy="507600"/>
          </a:xfrm>
          <a:prstGeom prst="rect">
            <a:avLst/>
          </a:prstGeom>
          <a:noFill/>
          <a:ln>
            <a:noFill/>
          </a:ln>
        </p:spPr>
      </p:pic>
      <p:sp>
        <p:nvSpPr>
          <p:cNvPr id="35" name="Google Shape;35;p4"/>
          <p:cNvSpPr txBox="1"/>
          <p:nvPr>
            <p:ph idx="1" type="subTitle"/>
          </p:nvPr>
        </p:nvSpPr>
        <p:spPr>
          <a:xfrm>
            <a:off x="1169325" y="4436225"/>
            <a:ext cx="7533300" cy="9144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rgbClr val="EE0000"/>
              </a:buClr>
              <a:buSzPts val="2800"/>
              <a:buFont typeface="Red Hat Display"/>
              <a:buNone/>
              <a:defRPr sz="2800">
                <a:solidFill>
                  <a:srgbClr val="EE0000"/>
                </a:solidFill>
                <a:latin typeface="Red Hat Display"/>
                <a:ea typeface="Red Hat Display"/>
                <a:cs typeface="Red Hat Display"/>
                <a:sym typeface="Red Hat Display"/>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36" name="Google Shape;36;p4"/>
          <p:cNvSpPr txBox="1"/>
          <p:nvPr>
            <p:ph type="title"/>
          </p:nvPr>
        </p:nvSpPr>
        <p:spPr>
          <a:xfrm>
            <a:off x="1169475" y="2658025"/>
            <a:ext cx="9871800" cy="1600200"/>
          </a:xfrm>
          <a:prstGeom prst="rect">
            <a:avLst/>
          </a:prstGeom>
        </p:spPr>
        <p:txBody>
          <a:bodyPr anchorCtr="0" anchor="b" bIns="0" lIns="0" spcFirstLastPara="1" rIns="0" wrap="square" tIns="0">
            <a:noAutofit/>
          </a:bodyPr>
          <a:lstStyle>
            <a:lvl1pPr lvl="0" rtl="0">
              <a:lnSpc>
                <a:spcPct val="90000"/>
              </a:lnSpc>
              <a:spcBef>
                <a:spcPts val="0"/>
              </a:spcBef>
              <a:spcAft>
                <a:spcPts val="0"/>
              </a:spcAft>
              <a:buNone/>
              <a:defRPr sz="8000">
                <a:solidFill>
                  <a:srgbClr val="EE0000"/>
                </a:solidFill>
                <a:latin typeface="Red Hat Display Medium"/>
                <a:ea typeface="Red Hat Display Medium"/>
                <a:cs typeface="Red Hat Display Medium"/>
                <a:sym typeface="Red Hat Display Medium"/>
              </a:defRPr>
            </a:lvl1pPr>
            <a:lvl2pPr lvl="1" rtl="0">
              <a:lnSpc>
                <a:spcPct val="105000"/>
              </a:lnSpc>
              <a:spcBef>
                <a:spcPts val="0"/>
              </a:spcBef>
              <a:spcAft>
                <a:spcPts val="0"/>
              </a:spcAft>
              <a:buNone/>
              <a:defRPr b="1" sz="8000">
                <a:solidFill>
                  <a:schemeClr val="lt1"/>
                </a:solidFill>
              </a:defRPr>
            </a:lvl2pPr>
            <a:lvl3pPr lvl="2" rtl="0">
              <a:lnSpc>
                <a:spcPct val="105000"/>
              </a:lnSpc>
              <a:spcBef>
                <a:spcPts val="0"/>
              </a:spcBef>
              <a:spcAft>
                <a:spcPts val="0"/>
              </a:spcAft>
              <a:buNone/>
              <a:defRPr b="1" sz="8000">
                <a:solidFill>
                  <a:schemeClr val="lt1"/>
                </a:solidFill>
              </a:defRPr>
            </a:lvl3pPr>
            <a:lvl4pPr lvl="3" rtl="0">
              <a:lnSpc>
                <a:spcPct val="105000"/>
              </a:lnSpc>
              <a:spcBef>
                <a:spcPts val="0"/>
              </a:spcBef>
              <a:spcAft>
                <a:spcPts val="0"/>
              </a:spcAft>
              <a:buNone/>
              <a:defRPr b="1" sz="8000">
                <a:solidFill>
                  <a:schemeClr val="lt1"/>
                </a:solidFill>
              </a:defRPr>
            </a:lvl4pPr>
            <a:lvl5pPr lvl="4" rtl="0">
              <a:lnSpc>
                <a:spcPct val="105000"/>
              </a:lnSpc>
              <a:spcBef>
                <a:spcPts val="0"/>
              </a:spcBef>
              <a:spcAft>
                <a:spcPts val="0"/>
              </a:spcAft>
              <a:buNone/>
              <a:defRPr b="1" sz="8000">
                <a:solidFill>
                  <a:schemeClr val="lt1"/>
                </a:solidFill>
              </a:defRPr>
            </a:lvl5pPr>
            <a:lvl6pPr lvl="5" rtl="0">
              <a:lnSpc>
                <a:spcPct val="105000"/>
              </a:lnSpc>
              <a:spcBef>
                <a:spcPts val="0"/>
              </a:spcBef>
              <a:spcAft>
                <a:spcPts val="0"/>
              </a:spcAft>
              <a:buNone/>
              <a:defRPr b="1" sz="8000">
                <a:solidFill>
                  <a:schemeClr val="lt1"/>
                </a:solidFill>
              </a:defRPr>
            </a:lvl6pPr>
            <a:lvl7pPr lvl="6" rtl="0">
              <a:lnSpc>
                <a:spcPct val="105000"/>
              </a:lnSpc>
              <a:spcBef>
                <a:spcPts val="0"/>
              </a:spcBef>
              <a:spcAft>
                <a:spcPts val="0"/>
              </a:spcAft>
              <a:buNone/>
              <a:defRPr b="1" sz="8000">
                <a:solidFill>
                  <a:schemeClr val="lt1"/>
                </a:solidFill>
              </a:defRPr>
            </a:lvl7pPr>
            <a:lvl8pPr lvl="7" rtl="0">
              <a:lnSpc>
                <a:spcPct val="105000"/>
              </a:lnSpc>
              <a:spcBef>
                <a:spcPts val="0"/>
              </a:spcBef>
              <a:spcAft>
                <a:spcPts val="0"/>
              </a:spcAft>
              <a:buNone/>
              <a:defRPr b="1" sz="8000">
                <a:solidFill>
                  <a:schemeClr val="lt1"/>
                </a:solidFill>
              </a:defRPr>
            </a:lvl8pPr>
            <a:lvl9pPr lvl="8" rtl="0">
              <a:lnSpc>
                <a:spcPct val="105000"/>
              </a:lnSpc>
              <a:spcBef>
                <a:spcPts val="0"/>
              </a:spcBef>
              <a:spcAft>
                <a:spcPts val="0"/>
              </a:spcAft>
              <a:buNone/>
              <a:defRPr b="1" sz="8000">
                <a:solidFill>
                  <a:schemeClr val="lt1"/>
                </a:solidFill>
              </a:defRPr>
            </a:lvl9pPr>
          </a:lstStyle>
          <a:p/>
        </p:txBody>
      </p:sp>
      <p:sp>
        <p:nvSpPr>
          <p:cNvPr id="37" name="Google Shape;37;p4"/>
          <p:cNvSpPr txBox="1"/>
          <p:nvPr>
            <p:ph idx="2" type="subTitle"/>
          </p:nvPr>
        </p:nvSpPr>
        <p:spPr>
          <a:xfrm>
            <a:off x="1169325" y="5454694"/>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rgbClr val="000000"/>
              </a:buClr>
              <a:buSzPts val="1400"/>
              <a:buFont typeface="Red Hat Display Medium"/>
              <a:buNone/>
              <a:defRPr sz="1400">
                <a:latin typeface="Red Hat Display Medium"/>
                <a:ea typeface="Red Hat Display Medium"/>
                <a:cs typeface="Red Hat Display Medium"/>
                <a:sym typeface="Red Hat Display Medium"/>
              </a:defRPr>
            </a:lvl1pPr>
            <a:lvl2pPr lvl="1"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2pPr>
            <a:lvl3pPr lvl="2"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3pPr>
            <a:lvl4pPr lvl="3"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4pPr>
            <a:lvl5pPr lvl="4"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5pPr>
            <a:lvl6pPr lvl="5"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6pPr>
            <a:lvl7pPr lvl="6"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7pPr>
            <a:lvl8pPr lvl="7"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8pPr>
            <a:lvl9pPr lvl="8"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9pPr>
          </a:lstStyle>
          <a:p/>
        </p:txBody>
      </p:sp>
      <p:sp>
        <p:nvSpPr>
          <p:cNvPr id="38" name="Google Shape;38;p4"/>
          <p:cNvSpPr txBox="1"/>
          <p:nvPr>
            <p:ph idx="3" type="subTitle"/>
          </p:nvPr>
        </p:nvSpPr>
        <p:spPr>
          <a:xfrm>
            <a:off x="3557450" y="5454694"/>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rgbClr val="000000"/>
              </a:buClr>
              <a:buSzPts val="1400"/>
              <a:buFont typeface="Red Hat Display Medium"/>
              <a:buNone/>
              <a:defRPr sz="1400">
                <a:latin typeface="Red Hat Display Medium"/>
                <a:ea typeface="Red Hat Display Medium"/>
                <a:cs typeface="Red Hat Display Medium"/>
                <a:sym typeface="Red Hat Display Medium"/>
              </a:defRPr>
            </a:lvl1pPr>
            <a:lvl2pPr lvl="1"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2pPr>
            <a:lvl3pPr lvl="2"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3pPr>
            <a:lvl4pPr lvl="3"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4pPr>
            <a:lvl5pPr lvl="4"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5pPr>
            <a:lvl6pPr lvl="5"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6pPr>
            <a:lvl7pPr lvl="6"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7pPr>
            <a:lvl8pPr lvl="7"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8pPr>
            <a:lvl9pPr lvl="8"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9pPr>
          </a:lstStyle>
          <a:p/>
        </p:txBody>
      </p:sp>
      <p:cxnSp>
        <p:nvCxnSpPr>
          <p:cNvPr id="39" name="Google Shape;39;p4"/>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40" name="Google Shape;40;p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B">
  <p:cSld name="CUSTOM_2_1">
    <p:bg>
      <p:bgPr>
        <a:blipFill>
          <a:blip r:embed="rId2">
            <a:alphaModFix/>
          </a:blip>
          <a:stretch>
            <a:fillRect/>
          </a:stretch>
        </a:blipFill>
      </p:bgPr>
    </p:bg>
    <p:spTree>
      <p:nvGrpSpPr>
        <p:cNvPr id="41" name="Shape 41"/>
        <p:cNvGrpSpPr/>
        <p:nvPr/>
      </p:nvGrpSpPr>
      <p:grpSpPr>
        <a:xfrm>
          <a:off x="0" y="0"/>
          <a:ext cx="0" cy="0"/>
          <a:chOff x="0" y="0"/>
          <a:chExt cx="0" cy="0"/>
        </a:xfrm>
      </p:grpSpPr>
      <p:sp>
        <p:nvSpPr>
          <p:cNvPr id="42" name="Google Shape;42;p5"/>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lvl1pPr lvl="0" rtl="0">
              <a:spcBef>
                <a:spcPts val="0"/>
              </a:spcBef>
              <a:spcAft>
                <a:spcPts val="0"/>
              </a:spcAft>
              <a:buNone/>
              <a:defRPr sz="4800">
                <a:solidFill>
                  <a:schemeClr val="accent1"/>
                </a:solidFill>
                <a:latin typeface="Red Hat Display Medium"/>
                <a:ea typeface="Red Hat Display Medium"/>
                <a:cs typeface="Red Hat Display Medium"/>
                <a:sym typeface="Red Hat Display Medium"/>
              </a:defRPr>
            </a:lvl1pPr>
            <a:lvl2pPr lvl="1"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2pPr>
            <a:lvl3pPr lvl="2"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3pPr>
            <a:lvl4pPr lvl="3"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4pPr>
            <a:lvl5pPr lvl="4"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5pPr>
            <a:lvl6pPr lvl="5"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6pPr>
            <a:lvl7pPr lvl="6"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7pPr>
            <a:lvl8pPr lvl="7"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8pPr>
            <a:lvl9pPr lvl="8"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9pPr>
          </a:lstStyle>
          <a:p/>
        </p:txBody>
      </p:sp>
      <p:cxnSp>
        <p:nvCxnSpPr>
          <p:cNvPr id="43" name="Google Shape;43;p5"/>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44" name="Google Shape;44;p5"/>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45" name="Google Shape;45;p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9pPr>
          </a:lstStyle>
          <a:p/>
        </p:txBody>
      </p:sp>
      <p:sp>
        <p:nvSpPr>
          <p:cNvPr id="46" name="Google Shape;46;p5"/>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None/>
              <a:defRPr sz="1400">
                <a:solidFill>
                  <a:schemeClr val="lt1"/>
                </a:solidFill>
                <a:latin typeface="Red Hat Display"/>
                <a:ea typeface="Red Hat Display"/>
                <a:cs typeface="Red Hat Display"/>
                <a:sym typeface="Red Hat Display"/>
              </a:defRPr>
            </a:lvl1pPr>
            <a:lvl2pPr lvl="1" rtl="0">
              <a:lnSpc>
                <a:spcPct val="174000"/>
              </a:lnSpc>
              <a:spcBef>
                <a:spcPts val="0"/>
              </a:spcBef>
              <a:spcAft>
                <a:spcPts val="0"/>
              </a:spcAft>
              <a:buNone/>
              <a:defRPr sz="1400">
                <a:solidFill>
                  <a:schemeClr val="lt1"/>
                </a:solidFill>
              </a:defRPr>
            </a:lvl2pPr>
            <a:lvl3pPr lvl="2" rtl="0">
              <a:lnSpc>
                <a:spcPct val="174000"/>
              </a:lnSpc>
              <a:spcBef>
                <a:spcPts val="0"/>
              </a:spcBef>
              <a:spcAft>
                <a:spcPts val="0"/>
              </a:spcAft>
              <a:buNone/>
              <a:defRPr sz="1400">
                <a:solidFill>
                  <a:schemeClr val="lt1"/>
                </a:solidFill>
              </a:defRPr>
            </a:lvl3pPr>
            <a:lvl4pPr lvl="3" rtl="0">
              <a:lnSpc>
                <a:spcPct val="174000"/>
              </a:lnSpc>
              <a:spcBef>
                <a:spcPts val="0"/>
              </a:spcBef>
              <a:spcAft>
                <a:spcPts val="0"/>
              </a:spcAft>
              <a:buNone/>
              <a:defRPr sz="1400">
                <a:solidFill>
                  <a:schemeClr val="lt1"/>
                </a:solidFill>
              </a:defRPr>
            </a:lvl4pPr>
            <a:lvl5pPr lvl="4" rtl="0">
              <a:lnSpc>
                <a:spcPct val="174000"/>
              </a:lnSpc>
              <a:spcBef>
                <a:spcPts val="0"/>
              </a:spcBef>
              <a:spcAft>
                <a:spcPts val="0"/>
              </a:spcAft>
              <a:buNone/>
              <a:defRPr sz="1400">
                <a:solidFill>
                  <a:schemeClr val="lt1"/>
                </a:solidFill>
              </a:defRPr>
            </a:lvl5pPr>
            <a:lvl6pPr lvl="5" rtl="0">
              <a:lnSpc>
                <a:spcPct val="174000"/>
              </a:lnSpc>
              <a:spcBef>
                <a:spcPts val="0"/>
              </a:spcBef>
              <a:spcAft>
                <a:spcPts val="0"/>
              </a:spcAft>
              <a:buNone/>
              <a:defRPr sz="1400">
                <a:solidFill>
                  <a:schemeClr val="lt1"/>
                </a:solidFill>
              </a:defRPr>
            </a:lvl6pPr>
            <a:lvl7pPr lvl="6" rtl="0">
              <a:lnSpc>
                <a:spcPct val="174000"/>
              </a:lnSpc>
              <a:spcBef>
                <a:spcPts val="0"/>
              </a:spcBef>
              <a:spcAft>
                <a:spcPts val="0"/>
              </a:spcAft>
              <a:buNone/>
              <a:defRPr sz="1400">
                <a:solidFill>
                  <a:schemeClr val="lt1"/>
                </a:solidFill>
              </a:defRPr>
            </a:lvl7pPr>
            <a:lvl8pPr lvl="7" rtl="0">
              <a:lnSpc>
                <a:spcPct val="174000"/>
              </a:lnSpc>
              <a:spcBef>
                <a:spcPts val="0"/>
              </a:spcBef>
              <a:spcAft>
                <a:spcPts val="0"/>
              </a:spcAft>
              <a:buNone/>
              <a:defRPr sz="1400">
                <a:solidFill>
                  <a:schemeClr val="lt1"/>
                </a:solidFill>
              </a:defRPr>
            </a:lvl8pPr>
            <a:lvl9pPr lvl="8" rtl="0">
              <a:lnSpc>
                <a:spcPct val="174000"/>
              </a:lnSpc>
              <a:spcBef>
                <a:spcPts val="0"/>
              </a:spcBef>
              <a:spcAft>
                <a:spcPts val="0"/>
              </a:spcAft>
              <a:buNone/>
              <a:defRPr sz="1400">
                <a:solidFill>
                  <a:schemeClr val="lt1"/>
                </a:solidFill>
              </a:defRPr>
            </a:lvl9pPr>
          </a:lstStyle>
          <a:p/>
        </p:txBody>
      </p:sp>
      <p:pic>
        <p:nvPicPr>
          <p:cNvPr id="47" name="Google Shape;47;p5"/>
          <p:cNvPicPr preferRelativeResize="0"/>
          <p:nvPr/>
        </p:nvPicPr>
        <p:blipFill>
          <a:blip r:embed="rId3">
            <a:alphaModFix/>
          </a:blip>
          <a:stretch>
            <a:fillRect/>
          </a:stretch>
        </p:blipFill>
        <p:spPr>
          <a:xfrm>
            <a:off x="10711279" y="6312505"/>
            <a:ext cx="975850" cy="229612"/>
          </a:xfrm>
          <a:prstGeom prst="rect">
            <a:avLst/>
          </a:prstGeom>
          <a:noFill/>
          <a:ln>
            <a:noFill/>
          </a:ln>
        </p:spPr>
      </p:pic>
      <p:sp>
        <p:nvSpPr>
          <p:cNvPr id="48" name="Google Shape;48;p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divider">
  <p:cSld name="CUSTOM_3_1">
    <p:bg>
      <p:bgPr>
        <a:blipFill>
          <a:blip r:embed="rId2">
            <a:alphaModFix/>
          </a:blip>
          <a:stretch>
            <a:fillRect/>
          </a:stretch>
        </a:blipFill>
      </p:bgPr>
    </p:bg>
    <p:spTree>
      <p:nvGrpSpPr>
        <p:cNvPr id="49" name="Shape 49"/>
        <p:cNvGrpSpPr/>
        <p:nvPr/>
      </p:nvGrpSpPr>
      <p:grpSpPr>
        <a:xfrm>
          <a:off x="0" y="0"/>
          <a:ext cx="0" cy="0"/>
          <a:chOff x="0" y="0"/>
          <a:chExt cx="0" cy="0"/>
        </a:xfrm>
      </p:grpSpPr>
      <p:sp>
        <p:nvSpPr>
          <p:cNvPr id="50" name="Google Shape;50;p6"/>
          <p:cNvSpPr txBox="1"/>
          <p:nvPr>
            <p:ph type="title"/>
          </p:nvPr>
        </p:nvSpPr>
        <p:spPr>
          <a:xfrm>
            <a:off x="2076025" y="1883250"/>
            <a:ext cx="7992000" cy="30711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5400">
                <a:solidFill>
                  <a:schemeClr val="lt1"/>
                </a:solidFill>
              </a:defRPr>
            </a:lvl1pPr>
            <a:lvl2pPr lvl="1" rtl="0">
              <a:lnSpc>
                <a:spcPct val="100000"/>
              </a:lnSpc>
              <a:spcBef>
                <a:spcPts val="0"/>
              </a:spcBef>
              <a:spcAft>
                <a:spcPts val="0"/>
              </a:spcAft>
              <a:buNone/>
              <a:defRPr sz="5400">
                <a:solidFill>
                  <a:schemeClr val="lt1"/>
                </a:solidFill>
              </a:defRPr>
            </a:lvl2pPr>
            <a:lvl3pPr lvl="2" rtl="0">
              <a:lnSpc>
                <a:spcPct val="100000"/>
              </a:lnSpc>
              <a:spcBef>
                <a:spcPts val="0"/>
              </a:spcBef>
              <a:spcAft>
                <a:spcPts val="0"/>
              </a:spcAft>
              <a:buNone/>
              <a:defRPr sz="5400">
                <a:solidFill>
                  <a:schemeClr val="lt1"/>
                </a:solidFill>
              </a:defRPr>
            </a:lvl3pPr>
            <a:lvl4pPr lvl="3" rtl="0">
              <a:lnSpc>
                <a:spcPct val="100000"/>
              </a:lnSpc>
              <a:spcBef>
                <a:spcPts val="0"/>
              </a:spcBef>
              <a:spcAft>
                <a:spcPts val="0"/>
              </a:spcAft>
              <a:buNone/>
              <a:defRPr sz="5400">
                <a:solidFill>
                  <a:schemeClr val="lt1"/>
                </a:solidFill>
              </a:defRPr>
            </a:lvl4pPr>
            <a:lvl5pPr lvl="4" rtl="0">
              <a:lnSpc>
                <a:spcPct val="100000"/>
              </a:lnSpc>
              <a:spcBef>
                <a:spcPts val="0"/>
              </a:spcBef>
              <a:spcAft>
                <a:spcPts val="0"/>
              </a:spcAft>
              <a:buNone/>
              <a:defRPr sz="5400">
                <a:solidFill>
                  <a:schemeClr val="lt1"/>
                </a:solidFill>
              </a:defRPr>
            </a:lvl5pPr>
            <a:lvl6pPr lvl="5" rtl="0">
              <a:lnSpc>
                <a:spcPct val="100000"/>
              </a:lnSpc>
              <a:spcBef>
                <a:spcPts val="0"/>
              </a:spcBef>
              <a:spcAft>
                <a:spcPts val="0"/>
              </a:spcAft>
              <a:buNone/>
              <a:defRPr sz="5400">
                <a:solidFill>
                  <a:schemeClr val="lt1"/>
                </a:solidFill>
              </a:defRPr>
            </a:lvl6pPr>
            <a:lvl7pPr lvl="6" rtl="0">
              <a:lnSpc>
                <a:spcPct val="100000"/>
              </a:lnSpc>
              <a:spcBef>
                <a:spcPts val="0"/>
              </a:spcBef>
              <a:spcAft>
                <a:spcPts val="0"/>
              </a:spcAft>
              <a:buNone/>
              <a:defRPr sz="5400">
                <a:solidFill>
                  <a:schemeClr val="lt1"/>
                </a:solidFill>
              </a:defRPr>
            </a:lvl7pPr>
            <a:lvl8pPr lvl="7" rtl="0">
              <a:lnSpc>
                <a:spcPct val="100000"/>
              </a:lnSpc>
              <a:spcBef>
                <a:spcPts val="0"/>
              </a:spcBef>
              <a:spcAft>
                <a:spcPts val="0"/>
              </a:spcAft>
              <a:buNone/>
              <a:defRPr sz="5400">
                <a:solidFill>
                  <a:schemeClr val="lt1"/>
                </a:solidFill>
              </a:defRPr>
            </a:lvl8pPr>
            <a:lvl9pPr lvl="8" rtl="0">
              <a:lnSpc>
                <a:spcPct val="100000"/>
              </a:lnSpc>
              <a:spcBef>
                <a:spcPts val="0"/>
              </a:spcBef>
              <a:spcAft>
                <a:spcPts val="0"/>
              </a:spcAft>
              <a:buNone/>
              <a:defRPr sz="5400">
                <a:solidFill>
                  <a:schemeClr val="lt1"/>
                </a:solidFill>
              </a:defRPr>
            </a:lvl9pPr>
          </a:lstStyle>
          <a:p/>
        </p:txBody>
      </p:sp>
      <p:cxnSp>
        <p:nvCxnSpPr>
          <p:cNvPr id="51" name="Google Shape;51;p6"/>
          <p:cNvCxnSpPr/>
          <p:nvPr/>
        </p:nvCxnSpPr>
        <p:spPr>
          <a:xfrm rot="10800000">
            <a:off x="447767" y="6401400"/>
            <a:ext cx="0" cy="456600"/>
          </a:xfrm>
          <a:prstGeom prst="straightConnector1">
            <a:avLst/>
          </a:prstGeom>
          <a:noFill/>
          <a:ln cap="flat" cmpd="sng" w="9525">
            <a:solidFill>
              <a:srgbClr val="800000"/>
            </a:solidFill>
            <a:prstDash val="solid"/>
            <a:round/>
            <a:headEnd len="med" w="med" type="none"/>
            <a:tailEnd len="med" w="med" type="none"/>
          </a:ln>
        </p:spPr>
      </p:cxnSp>
      <p:pic>
        <p:nvPicPr>
          <p:cNvPr id="52" name="Google Shape;52;p6"/>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cxnSp>
        <p:nvCxnSpPr>
          <p:cNvPr id="53" name="Google Shape;53;p6"/>
          <p:cNvCxnSpPr/>
          <p:nvPr/>
        </p:nvCxnSpPr>
        <p:spPr>
          <a:xfrm>
            <a:off x="2076025" y="1653700"/>
            <a:ext cx="1390800" cy="0"/>
          </a:xfrm>
          <a:prstGeom prst="straightConnector1">
            <a:avLst/>
          </a:prstGeom>
          <a:noFill/>
          <a:ln cap="flat" cmpd="sng" w="9525">
            <a:solidFill>
              <a:srgbClr val="EE0000"/>
            </a:solidFill>
            <a:prstDash val="solid"/>
            <a:round/>
            <a:headEnd len="med" w="med" type="none"/>
            <a:tailEnd len="med" w="med" type="none"/>
          </a:ln>
        </p:spPr>
      </p:cxnSp>
      <p:cxnSp>
        <p:nvCxnSpPr>
          <p:cNvPr id="54" name="Google Shape;54;p6"/>
          <p:cNvCxnSpPr/>
          <p:nvPr/>
        </p:nvCxnSpPr>
        <p:spPr>
          <a:xfrm rot="10800000">
            <a:off x="447775" y="100"/>
            <a:ext cx="0" cy="886500"/>
          </a:xfrm>
          <a:prstGeom prst="straightConnector1">
            <a:avLst/>
          </a:prstGeom>
          <a:noFill/>
          <a:ln cap="flat" cmpd="sng" w="9525">
            <a:solidFill>
              <a:srgbClr val="800000"/>
            </a:solidFill>
            <a:prstDash val="solid"/>
            <a:round/>
            <a:headEnd len="med" w="med" type="none"/>
            <a:tailEnd len="med" w="med" type="none"/>
          </a:ln>
        </p:spPr>
      </p:cxnSp>
      <p:sp>
        <p:nvSpPr>
          <p:cNvPr id="55" name="Google Shape;55;p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56" name="Google Shape;56;p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hevrons">
  <p:cSld name="CUSTOM_4_20">
    <p:spTree>
      <p:nvGrpSpPr>
        <p:cNvPr id="57" name="Shape 57"/>
        <p:cNvGrpSpPr/>
        <p:nvPr/>
      </p:nvGrpSpPr>
      <p:grpSpPr>
        <a:xfrm>
          <a:off x="0" y="0"/>
          <a:ext cx="0" cy="0"/>
          <a:chOff x="0" y="0"/>
          <a:chExt cx="0" cy="0"/>
        </a:xfrm>
      </p:grpSpPr>
      <p:sp>
        <p:nvSpPr>
          <p:cNvPr id="58" name="Google Shape;58;p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cxnSp>
        <p:nvCxnSpPr>
          <p:cNvPr id="59" name="Google Shape;59;p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0" name="Google Shape;60;p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1" name="Google Shape;61;p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2" name="Google Shape;62;p7"/>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63" name="Google Shape;63;p7"/>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64" name="Google Shape;64;p7"/>
          <p:cNvSpPr/>
          <p:nvPr/>
        </p:nvSpPr>
        <p:spPr>
          <a:xfrm>
            <a:off x="3901500" y="2473638"/>
            <a:ext cx="43890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a:off x="7803000" y="2473650"/>
            <a:ext cx="43890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7"/>
          <p:cNvSpPr/>
          <p:nvPr/>
        </p:nvSpPr>
        <p:spPr>
          <a:xfrm>
            <a:off x="0" y="2473650"/>
            <a:ext cx="43890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7"/>
          <p:cNvSpPr/>
          <p:nvPr/>
        </p:nvSpPr>
        <p:spPr>
          <a:xfrm>
            <a:off x="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7"/>
          <p:cNvSpPr/>
          <p:nvPr/>
        </p:nvSpPr>
        <p:spPr>
          <a:xfrm>
            <a:off x="1107150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7"/>
          <p:cNvSpPr txBox="1"/>
          <p:nvPr>
            <p:ph idx="3" type="subTitle"/>
          </p:nvPr>
        </p:nvSpPr>
        <p:spPr>
          <a:xfrm>
            <a:off x="3901500" y="2473650"/>
            <a:ext cx="4389000" cy="2702400"/>
          </a:xfrm>
          <a:prstGeom prst="rect">
            <a:avLst/>
          </a:prstGeom>
        </p:spPr>
        <p:txBody>
          <a:bodyPr anchorCtr="0" anchor="ctr" bIns="0" lIns="1097275" spcFirstLastPara="1" rIns="457200" wrap="square" tIns="91425">
            <a:noAutofit/>
          </a:bodyPr>
          <a:lstStyle>
            <a:lvl1pPr lvl="0" rtl="0">
              <a:lnSpc>
                <a:spcPct val="115000"/>
              </a:lnSpc>
              <a:spcBef>
                <a:spcPts val="0"/>
              </a:spcBef>
              <a:spcAft>
                <a:spcPts val="0"/>
              </a:spcAft>
              <a:buNone/>
              <a:defRPr/>
            </a:lvl1pPr>
            <a:lvl2pPr lvl="1" rtl="0">
              <a:lnSpc>
                <a:spcPct val="115000"/>
              </a:lnSpc>
              <a:spcBef>
                <a:spcPts val="1000"/>
              </a:spcBef>
              <a:spcAft>
                <a:spcPts val="0"/>
              </a:spcAft>
              <a:buNone/>
              <a:defRPr/>
            </a:lvl2pPr>
            <a:lvl3pPr lvl="2" rtl="0">
              <a:lnSpc>
                <a:spcPct val="115000"/>
              </a:lnSpc>
              <a:spcBef>
                <a:spcPts val="1000"/>
              </a:spcBef>
              <a:spcAft>
                <a:spcPts val="0"/>
              </a:spcAft>
              <a:buNone/>
              <a:defRPr/>
            </a:lvl3pPr>
            <a:lvl4pPr lvl="3" rtl="0">
              <a:lnSpc>
                <a:spcPct val="115000"/>
              </a:lnSpc>
              <a:spcBef>
                <a:spcPts val="1000"/>
              </a:spcBef>
              <a:spcAft>
                <a:spcPts val="0"/>
              </a:spcAft>
              <a:buNone/>
              <a:defRPr/>
            </a:lvl4pPr>
            <a:lvl5pPr lvl="4" rtl="0">
              <a:lnSpc>
                <a:spcPct val="115000"/>
              </a:lnSpc>
              <a:spcBef>
                <a:spcPts val="1000"/>
              </a:spcBef>
              <a:spcAft>
                <a:spcPts val="0"/>
              </a:spcAft>
              <a:buNone/>
              <a:defRPr/>
            </a:lvl5pPr>
            <a:lvl6pPr lvl="5" rtl="0">
              <a:lnSpc>
                <a:spcPct val="115000"/>
              </a:lnSpc>
              <a:spcBef>
                <a:spcPts val="1000"/>
              </a:spcBef>
              <a:spcAft>
                <a:spcPts val="0"/>
              </a:spcAft>
              <a:buNone/>
              <a:defRPr/>
            </a:lvl6pPr>
            <a:lvl7pPr lvl="6" rtl="0">
              <a:lnSpc>
                <a:spcPct val="115000"/>
              </a:lnSpc>
              <a:spcBef>
                <a:spcPts val="1000"/>
              </a:spcBef>
              <a:spcAft>
                <a:spcPts val="0"/>
              </a:spcAft>
              <a:buNone/>
              <a:defRPr/>
            </a:lvl7pPr>
            <a:lvl8pPr lvl="7" rtl="0">
              <a:lnSpc>
                <a:spcPct val="115000"/>
              </a:lnSpc>
              <a:spcBef>
                <a:spcPts val="1000"/>
              </a:spcBef>
              <a:spcAft>
                <a:spcPts val="0"/>
              </a:spcAft>
              <a:buNone/>
              <a:defRPr/>
            </a:lvl8pPr>
            <a:lvl9pPr lvl="8" rtl="0">
              <a:lnSpc>
                <a:spcPct val="115000"/>
              </a:lnSpc>
              <a:spcBef>
                <a:spcPts val="1000"/>
              </a:spcBef>
              <a:spcAft>
                <a:spcPts val="1000"/>
              </a:spcAft>
              <a:buNone/>
              <a:defRPr/>
            </a:lvl9pPr>
          </a:lstStyle>
          <a:p/>
        </p:txBody>
      </p:sp>
      <p:sp>
        <p:nvSpPr>
          <p:cNvPr id="70" name="Google Shape;70;p7"/>
          <p:cNvSpPr txBox="1"/>
          <p:nvPr>
            <p:ph idx="4" type="subTitle"/>
          </p:nvPr>
        </p:nvSpPr>
        <p:spPr>
          <a:xfrm>
            <a:off x="0" y="2473650"/>
            <a:ext cx="4389000" cy="2702400"/>
          </a:xfrm>
          <a:prstGeom prst="rect">
            <a:avLst/>
          </a:prstGeom>
        </p:spPr>
        <p:txBody>
          <a:bodyPr anchorCtr="0" anchor="ctr" bIns="0" lIns="868675" spcFirstLastPara="1" rIns="731500" wrap="square" tIns="91425">
            <a:noAutofit/>
          </a:bodyPr>
          <a:lstStyle>
            <a:lvl1pPr lvl="0" rtl="0">
              <a:lnSpc>
                <a:spcPct val="115000"/>
              </a:lnSpc>
              <a:spcBef>
                <a:spcPts val="0"/>
              </a:spcBef>
              <a:spcAft>
                <a:spcPts val="0"/>
              </a:spcAft>
              <a:buNone/>
              <a:defRPr/>
            </a:lvl1pPr>
            <a:lvl2pPr lvl="1" rtl="0">
              <a:lnSpc>
                <a:spcPct val="115000"/>
              </a:lnSpc>
              <a:spcBef>
                <a:spcPts val="1000"/>
              </a:spcBef>
              <a:spcAft>
                <a:spcPts val="0"/>
              </a:spcAft>
              <a:buNone/>
              <a:defRPr/>
            </a:lvl2pPr>
            <a:lvl3pPr lvl="2" rtl="0">
              <a:lnSpc>
                <a:spcPct val="115000"/>
              </a:lnSpc>
              <a:spcBef>
                <a:spcPts val="1000"/>
              </a:spcBef>
              <a:spcAft>
                <a:spcPts val="0"/>
              </a:spcAft>
              <a:buNone/>
              <a:defRPr/>
            </a:lvl3pPr>
            <a:lvl4pPr lvl="3" rtl="0">
              <a:lnSpc>
                <a:spcPct val="115000"/>
              </a:lnSpc>
              <a:spcBef>
                <a:spcPts val="1000"/>
              </a:spcBef>
              <a:spcAft>
                <a:spcPts val="0"/>
              </a:spcAft>
              <a:buNone/>
              <a:defRPr/>
            </a:lvl4pPr>
            <a:lvl5pPr lvl="4" rtl="0">
              <a:lnSpc>
                <a:spcPct val="115000"/>
              </a:lnSpc>
              <a:spcBef>
                <a:spcPts val="1000"/>
              </a:spcBef>
              <a:spcAft>
                <a:spcPts val="0"/>
              </a:spcAft>
              <a:buNone/>
              <a:defRPr/>
            </a:lvl5pPr>
            <a:lvl6pPr lvl="5" rtl="0">
              <a:lnSpc>
                <a:spcPct val="115000"/>
              </a:lnSpc>
              <a:spcBef>
                <a:spcPts val="1000"/>
              </a:spcBef>
              <a:spcAft>
                <a:spcPts val="0"/>
              </a:spcAft>
              <a:buNone/>
              <a:defRPr/>
            </a:lvl6pPr>
            <a:lvl7pPr lvl="6" rtl="0">
              <a:lnSpc>
                <a:spcPct val="115000"/>
              </a:lnSpc>
              <a:spcBef>
                <a:spcPts val="1000"/>
              </a:spcBef>
              <a:spcAft>
                <a:spcPts val="0"/>
              </a:spcAft>
              <a:buNone/>
              <a:defRPr/>
            </a:lvl7pPr>
            <a:lvl8pPr lvl="7" rtl="0">
              <a:lnSpc>
                <a:spcPct val="115000"/>
              </a:lnSpc>
              <a:spcBef>
                <a:spcPts val="1000"/>
              </a:spcBef>
              <a:spcAft>
                <a:spcPts val="0"/>
              </a:spcAft>
              <a:buNone/>
              <a:defRPr/>
            </a:lvl8pPr>
            <a:lvl9pPr lvl="8" rtl="0">
              <a:lnSpc>
                <a:spcPct val="115000"/>
              </a:lnSpc>
              <a:spcBef>
                <a:spcPts val="1000"/>
              </a:spcBef>
              <a:spcAft>
                <a:spcPts val="1000"/>
              </a:spcAft>
              <a:buNone/>
              <a:defRPr/>
            </a:lvl9pPr>
          </a:lstStyle>
          <a:p/>
        </p:txBody>
      </p:sp>
      <p:sp>
        <p:nvSpPr>
          <p:cNvPr id="71" name="Google Shape;71;p7"/>
          <p:cNvSpPr txBox="1"/>
          <p:nvPr>
            <p:ph idx="5" type="subTitle"/>
          </p:nvPr>
        </p:nvSpPr>
        <p:spPr>
          <a:xfrm>
            <a:off x="7803000" y="2473650"/>
            <a:ext cx="4389000" cy="2702400"/>
          </a:xfrm>
          <a:prstGeom prst="rect">
            <a:avLst/>
          </a:prstGeom>
        </p:spPr>
        <p:txBody>
          <a:bodyPr anchorCtr="0" anchor="ctr" bIns="0" lIns="1097275" spcFirstLastPara="1" rIns="457200" wrap="square" tIns="91425">
            <a:noAutofit/>
          </a:bodyPr>
          <a:lstStyle>
            <a:lvl1pPr lvl="0" rtl="0">
              <a:lnSpc>
                <a:spcPct val="115000"/>
              </a:lnSpc>
              <a:spcBef>
                <a:spcPts val="0"/>
              </a:spcBef>
              <a:spcAft>
                <a:spcPts val="0"/>
              </a:spcAft>
              <a:buNone/>
              <a:defRPr/>
            </a:lvl1pPr>
            <a:lvl2pPr lvl="1" rtl="0">
              <a:lnSpc>
                <a:spcPct val="115000"/>
              </a:lnSpc>
              <a:spcBef>
                <a:spcPts val="1000"/>
              </a:spcBef>
              <a:spcAft>
                <a:spcPts val="0"/>
              </a:spcAft>
              <a:buNone/>
              <a:defRPr/>
            </a:lvl2pPr>
            <a:lvl3pPr lvl="2" rtl="0">
              <a:lnSpc>
                <a:spcPct val="115000"/>
              </a:lnSpc>
              <a:spcBef>
                <a:spcPts val="1000"/>
              </a:spcBef>
              <a:spcAft>
                <a:spcPts val="0"/>
              </a:spcAft>
              <a:buNone/>
              <a:defRPr/>
            </a:lvl3pPr>
            <a:lvl4pPr lvl="3" rtl="0">
              <a:lnSpc>
                <a:spcPct val="115000"/>
              </a:lnSpc>
              <a:spcBef>
                <a:spcPts val="1000"/>
              </a:spcBef>
              <a:spcAft>
                <a:spcPts val="0"/>
              </a:spcAft>
              <a:buNone/>
              <a:defRPr/>
            </a:lvl4pPr>
            <a:lvl5pPr lvl="4" rtl="0">
              <a:lnSpc>
                <a:spcPct val="115000"/>
              </a:lnSpc>
              <a:spcBef>
                <a:spcPts val="1000"/>
              </a:spcBef>
              <a:spcAft>
                <a:spcPts val="0"/>
              </a:spcAft>
              <a:buNone/>
              <a:defRPr/>
            </a:lvl5pPr>
            <a:lvl6pPr lvl="5" rtl="0">
              <a:lnSpc>
                <a:spcPct val="115000"/>
              </a:lnSpc>
              <a:spcBef>
                <a:spcPts val="1000"/>
              </a:spcBef>
              <a:spcAft>
                <a:spcPts val="0"/>
              </a:spcAft>
              <a:buNone/>
              <a:defRPr/>
            </a:lvl6pPr>
            <a:lvl7pPr lvl="6" rtl="0">
              <a:lnSpc>
                <a:spcPct val="115000"/>
              </a:lnSpc>
              <a:spcBef>
                <a:spcPts val="1000"/>
              </a:spcBef>
              <a:spcAft>
                <a:spcPts val="0"/>
              </a:spcAft>
              <a:buNone/>
              <a:defRPr/>
            </a:lvl7pPr>
            <a:lvl8pPr lvl="7" rtl="0">
              <a:lnSpc>
                <a:spcPct val="115000"/>
              </a:lnSpc>
              <a:spcBef>
                <a:spcPts val="1000"/>
              </a:spcBef>
              <a:spcAft>
                <a:spcPts val="0"/>
              </a:spcAft>
              <a:buNone/>
              <a:defRPr/>
            </a:lvl8pPr>
            <a:lvl9pPr lvl="8" rtl="0">
              <a:lnSpc>
                <a:spcPct val="115000"/>
              </a:lnSpc>
              <a:spcBef>
                <a:spcPts val="1000"/>
              </a:spcBef>
              <a:spcAft>
                <a:spcPts val="1000"/>
              </a:spcAft>
              <a:buNone/>
              <a:defRPr/>
            </a:lvl9pPr>
          </a:lstStyle>
          <a:p/>
        </p:txBody>
      </p:sp>
      <p:sp>
        <p:nvSpPr>
          <p:cNvPr id="72" name="Google Shape;72;p7"/>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73" name="Google Shape;73;p7"/>
          <p:cNvSpPr txBox="1"/>
          <p:nvPr>
            <p:ph idx="6"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wo chevrons">
  <p:cSld name="CUSTOM_4_20_1">
    <p:spTree>
      <p:nvGrpSpPr>
        <p:cNvPr id="74" name="Shape 74"/>
        <p:cNvGrpSpPr/>
        <p:nvPr/>
      </p:nvGrpSpPr>
      <p:grpSpPr>
        <a:xfrm>
          <a:off x="0" y="0"/>
          <a:ext cx="0" cy="0"/>
          <a:chOff x="0" y="0"/>
          <a:chExt cx="0" cy="0"/>
        </a:xfrm>
      </p:grpSpPr>
      <p:cxnSp>
        <p:nvCxnSpPr>
          <p:cNvPr id="75" name="Google Shape;75;p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76" name="Google Shape;76;p8"/>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77" name="Google Shape;77;p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8" name="Google Shape;78;p8"/>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9" name="Google Shape;79;p8"/>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80" name="Google Shape;80;p8"/>
          <p:cNvSpPr/>
          <p:nvPr/>
        </p:nvSpPr>
        <p:spPr>
          <a:xfrm>
            <a:off x="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a:off x="1107150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5863800" y="2473650"/>
            <a:ext cx="63282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0" y="2473650"/>
            <a:ext cx="63282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txBox="1"/>
          <p:nvPr>
            <p:ph idx="2" type="subTitle"/>
          </p:nvPr>
        </p:nvSpPr>
        <p:spPr>
          <a:xfrm>
            <a:off x="0" y="2473650"/>
            <a:ext cx="6328200" cy="2702400"/>
          </a:xfrm>
          <a:prstGeom prst="rect">
            <a:avLst/>
          </a:prstGeom>
        </p:spPr>
        <p:txBody>
          <a:bodyPr anchorCtr="0" anchor="ctr" bIns="0" lIns="868675" spcFirstLastPara="1" rIns="914400" wrap="square" tIns="91425">
            <a:noAutofit/>
          </a:bodyPr>
          <a:lstStyle>
            <a:lvl1pPr lvl="0" rtl="0">
              <a:lnSpc>
                <a:spcPct val="115000"/>
              </a:lnSpc>
              <a:spcBef>
                <a:spcPts val="0"/>
              </a:spcBef>
              <a:spcAft>
                <a:spcPts val="0"/>
              </a:spcAft>
              <a:buNone/>
              <a:defRPr/>
            </a:lvl1pPr>
            <a:lvl2pPr lvl="1" rtl="0">
              <a:lnSpc>
                <a:spcPct val="115000"/>
              </a:lnSpc>
              <a:spcBef>
                <a:spcPts val="1000"/>
              </a:spcBef>
              <a:spcAft>
                <a:spcPts val="0"/>
              </a:spcAft>
              <a:buNone/>
              <a:defRPr/>
            </a:lvl2pPr>
            <a:lvl3pPr lvl="2" rtl="0">
              <a:lnSpc>
                <a:spcPct val="115000"/>
              </a:lnSpc>
              <a:spcBef>
                <a:spcPts val="1000"/>
              </a:spcBef>
              <a:spcAft>
                <a:spcPts val="0"/>
              </a:spcAft>
              <a:buNone/>
              <a:defRPr/>
            </a:lvl3pPr>
            <a:lvl4pPr lvl="3" rtl="0">
              <a:lnSpc>
                <a:spcPct val="115000"/>
              </a:lnSpc>
              <a:spcBef>
                <a:spcPts val="1000"/>
              </a:spcBef>
              <a:spcAft>
                <a:spcPts val="0"/>
              </a:spcAft>
              <a:buNone/>
              <a:defRPr/>
            </a:lvl4pPr>
            <a:lvl5pPr lvl="4" rtl="0">
              <a:lnSpc>
                <a:spcPct val="115000"/>
              </a:lnSpc>
              <a:spcBef>
                <a:spcPts val="1000"/>
              </a:spcBef>
              <a:spcAft>
                <a:spcPts val="0"/>
              </a:spcAft>
              <a:buNone/>
              <a:defRPr/>
            </a:lvl5pPr>
            <a:lvl6pPr lvl="5" rtl="0">
              <a:lnSpc>
                <a:spcPct val="115000"/>
              </a:lnSpc>
              <a:spcBef>
                <a:spcPts val="1000"/>
              </a:spcBef>
              <a:spcAft>
                <a:spcPts val="0"/>
              </a:spcAft>
              <a:buNone/>
              <a:defRPr/>
            </a:lvl6pPr>
            <a:lvl7pPr lvl="6" rtl="0">
              <a:lnSpc>
                <a:spcPct val="115000"/>
              </a:lnSpc>
              <a:spcBef>
                <a:spcPts val="1000"/>
              </a:spcBef>
              <a:spcAft>
                <a:spcPts val="0"/>
              </a:spcAft>
              <a:buNone/>
              <a:defRPr/>
            </a:lvl7pPr>
            <a:lvl8pPr lvl="7" rtl="0">
              <a:lnSpc>
                <a:spcPct val="115000"/>
              </a:lnSpc>
              <a:spcBef>
                <a:spcPts val="1000"/>
              </a:spcBef>
              <a:spcAft>
                <a:spcPts val="0"/>
              </a:spcAft>
              <a:buNone/>
              <a:defRPr/>
            </a:lvl8pPr>
            <a:lvl9pPr lvl="8" rtl="0">
              <a:lnSpc>
                <a:spcPct val="115000"/>
              </a:lnSpc>
              <a:spcBef>
                <a:spcPts val="1000"/>
              </a:spcBef>
              <a:spcAft>
                <a:spcPts val="1000"/>
              </a:spcAft>
              <a:buNone/>
              <a:defRPr/>
            </a:lvl9pPr>
          </a:lstStyle>
          <a:p/>
        </p:txBody>
      </p:sp>
      <p:sp>
        <p:nvSpPr>
          <p:cNvPr id="85" name="Google Shape;85;p8"/>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86" name="Google Shape;86;p8"/>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87" name="Google Shape;87;p8"/>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88" name="Google Shape;88;p8"/>
          <p:cNvSpPr txBox="1"/>
          <p:nvPr>
            <p:ph idx="5" type="subTitle"/>
          </p:nvPr>
        </p:nvSpPr>
        <p:spPr>
          <a:xfrm>
            <a:off x="6633000" y="2473650"/>
            <a:ext cx="6328200" cy="2702400"/>
          </a:xfrm>
          <a:prstGeom prst="rect">
            <a:avLst/>
          </a:prstGeom>
        </p:spPr>
        <p:txBody>
          <a:bodyPr anchorCtr="0" anchor="ctr" bIns="0" lIns="868675" spcFirstLastPara="1" rIns="914400" wrap="square" tIns="91425">
            <a:noAutofit/>
          </a:bodyPr>
          <a:lstStyle>
            <a:lvl1pPr lvl="0" rtl="0">
              <a:lnSpc>
                <a:spcPct val="115000"/>
              </a:lnSpc>
              <a:spcBef>
                <a:spcPts val="0"/>
              </a:spcBef>
              <a:spcAft>
                <a:spcPts val="0"/>
              </a:spcAft>
              <a:buNone/>
              <a:defRPr/>
            </a:lvl1pPr>
            <a:lvl2pPr lvl="1" rtl="0">
              <a:lnSpc>
                <a:spcPct val="115000"/>
              </a:lnSpc>
              <a:spcBef>
                <a:spcPts val="1000"/>
              </a:spcBef>
              <a:spcAft>
                <a:spcPts val="0"/>
              </a:spcAft>
              <a:buNone/>
              <a:defRPr/>
            </a:lvl2pPr>
            <a:lvl3pPr lvl="2" rtl="0">
              <a:lnSpc>
                <a:spcPct val="115000"/>
              </a:lnSpc>
              <a:spcBef>
                <a:spcPts val="1000"/>
              </a:spcBef>
              <a:spcAft>
                <a:spcPts val="0"/>
              </a:spcAft>
              <a:buNone/>
              <a:defRPr/>
            </a:lvl3pPr>
            <a:lvl4pPr lvl="3" rtl="0">
              <a:lnSpc>
                <a:spcPct val="115000"/>
              </a:lnSpc>
              <a:spcBef>
                <a:spcPts val="1000"/>
              </a:spcBef>
              <a:spcAft>
                <a:spcPts val="0"/>
              </a:spcAft>
              <a:buNone/>
              <a:defRPr/>
            </a:lvl4pPr>
            <a:lvl5pPr lvl="4" rtl="0">
              <a:lnSpc>
                <a:spcPct val="115000"/>
              </a:lnSpc>
              <a:spcBef>
                <a:spcPts val="1000"/>
              </a:spcBef>
              <a:spcAft>
                <a:spcPts val="0"/>
              </a:spcAft>
              <a:buNone/>
              <a:defRPr/>
            </a:lvl5pPr>
            <a:lvl6pPr lvl="5" rtl="0">
              <a:lnSpc>
                <a:spcPct val="115000"/>
              </a:lnSpc>
              <a:spcBef>
                <a:spcPts val="1000"/>
              </a:spcBef>
              <a:spcAft>
                <a:spcPts val="0"/>
              </a:spcAft>
              <a:buNone/>
              <a:defRPr/>
            </a:lvl6pPr>
            <a:lvl7pPr lvl="6" rtl="0">
              <a:lnSpc>
                <a:spcPct val="115000"/>
              </a:lnSpc>
              <a:spcBef>
                <a:spcPts val="1000"/>
              </a:spcBef>
              <a:spcAft>
                <a:spcPts val="0"/>
              </a:spcAft>
              <a:buNone/>
              <a:defRPr/>
            </a:lvl7pPr>
            <a:lvl8pPr lvl="7" rtl="0">
              <a:lnSpc>
                <a:spcPct val="115000"/>
              </a:lnSpc>
              <a:spcBef>
                <a:spcPts val="1000"/>
              </a:spcBef>
              <a:spcAft>
                <a:spcPts val="0"/>
              </a:spcAft>
              <a:buNone/>
              <a:defRPr/>
            </a:lvl8pPr>
            <a:lvl9pPr lvl="8" rtl="0">
              <a:lnSpc>
                <a:spcPct val="115000"/>
              </a:lnSpc>
              <a:spcBef>
                <a:spcPts val="1000"/>
              </a:spcBef>
              <a:spcAft>
                <a:spcPts val="1000"/>
              </a:spcAft>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ircles">
  <p:cSld name="CUSTOM_4_19">
    <p:spTree>
      <p:nvGrpSpPr>
        <p:cNvPr id="89" name="Shape 89"/>
        <p:cNvGrpSpPr/>
        <p:nvPr/>
      </p:nvGrpSpPr>
      <p:grpSpPr>
        <a:xfrm>
          <a:off x="0" y="0"/>
          <a:ext cx="0" cy="0"/>
          <a:chOff x="0" y="0"/>
          <a:chExt cx="0" cy="0"/>
        </a:xfrm>
      </p:grpSpPr>
      <p:cxnSp>
        <p:nvCxnSpPr>
          <p:cNvPr id="90" name="Google Shape;90;p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91" name="Google Shape;91;p9"/>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92" name="Google Shape;92;p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93" name="Google Shape;93;p9"/>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94" name="Google Shape;94;p9"/>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pic>
        <p:nvPicPr>
          <p:cNvPr id="95" name="Google Shape;95;p9"/>
          <p:cNvPicPr preferRelativeResize="0"/>
          <p:nvPr/>
        </p:nvPicPr>
        <p:blipFill rotWithShape="1">
          <a:blip r:embed="rId3">
            <a:alphaModFix/>
          </a:blip>
          <a:srcRect b="0" l="0" r="0" t="0"/>
          <a:stretch/>
        </p:blipFill>
        <p:spPr>
          <a:xfrm>
            <a:off x="1743525" y="2296425"/>
            <a:ext cx="8704948" cy="3247250"/>
          </a:xfrm>
          <a:prstGeom prst="rect">
            <a:avLst/>
          </a:prstGeom>
          <a:noFill/>
          <a:ln>
            <a:noFill/>
          </a:ln>
        </p:spPr>
      </p:pic>
      <p:sp>
        <p:nvSpPr>
          <p:cNvPr id="96" name="Google Shape;96;p9"/>
          <p:cNvSpPr txBox="1"/>
          <p:nvPr>
            <p:ph idx="2" type="subTitle"/>
          </p:nvPr>
        </p:nvSpPr>
        <p:spPr>
          <a:xfrm>
            <a:off x="2262374" y="2965028"/>
            <a:ext cx="2181600" cy="1910100"/>
          </a:xfrm>
          <a:prstGeom prst="rect">
            <a:avLst/>
          </a:prstGeom>
        </p:spPr>
        <p:txBody>
          <a:bodyPr anchorCtr="0" anchor="ctr" bIns="91425" lIns="274300" spcFirstLastPara="1" rIns="274300" wrap="square" tIns="91425">
            <a:noAutofit/>
          </a:bodyPr>
          <a:lstStyle>
            <a:lvl1pPr lvl="0" rtl="0" algn="ctr">
              <a:lnSpc>
                <a:spcPct val="100000"/>
              </a:lnSpc>
              <a:spcBef>
                <a:spcPts val="0"/>
              </a:spcBef>
              <a:spcAft>
                <a:spcPts val="0"/>
              </a:spcAft>
              <a:buNone/>
              <a:defRPr sz="1800"/>
            </a:lvl1pPr>
            <a:lvl2pPr lvl="1" rtl="0" algn="ctr">
              <a:lnSpc>
                <a:spcPct val="100000"/>
              </a:lnSpc>
              <a:spcBef>
                <a:spcPts val="0"/>
              </a:spcBef>
              <a:spcAft>
                <a:spcPts val="0"/>
              </a:spcAft>
              <a:buNone/>
              <a:defRPr sz="1800"/>
            </a:lvl2pPr>
            <a:lvl3pPr lvl="2" rtl="0" algn="ctr">
              <a:lnSpc>
                <a:spcPct val="100000"/>
              </a:lnSpc>
              <a:spcBef>
                <a:spcPts val="0"/>
              </a:spcBef>
              <a:spcAft>
                <a:spcPts val="0"/>
              </a:spcAft>
              <a:buNone/>
              <a:defRPr sz="1800"/>
            </a:lvl3pPr>
            <a:lvl4pPr lvl="3" rtl="0" algn="ctr">
              <a:lnSpc>
                <a:spcPct val="100000"/>
              </a:lnSpc>
              <a:spcBef>
                <a:spcPts val="0"/>
              </a:spcBef>
              <a:spcAft>
                <a:spcPts val="0"/>
              </a:spcAft>
              <a:buNone/>
              <a:defRPr sz="1800"/>
            </a:lvl4pPr>
            <a:lvl5pPr lvl="4" rtl="0" algn="ctr">
              <a:lnSpc>
                <a:spcPct val="100000"/>
              </a:lnSpc>
              <a:spcBef>
                <a:spcPts val="0"/>
              </a:spcBef>
              <a:spcAft>
                <a:spcPts val="0"/>
              </a:spcAft>
              <a:buNone/>
              <a:defRPr sz="1800"/>
            </a:lvl5pPr>
            <a:lvl6pPr lvl="5" rtl="0" algn="ctr">
              <a:lnSpc>
                <a:spcPct val="100000"/>
              </a:lnSpc>
              <a:spcBef>
                <a:spcPts val="0"/>
              </a:spcBef>
              <a:spcAft>
                <a:spcPts val="0"/>
              </a:spcAft>
              <a:buNone/>
              <a:defRPr sz="1800"/>
            </a:lvl6pPr>
            <a:lvl7pPr lvl="6" rtl="0" algn="ctr">
              <a:lnSpc>
                <a:spcPct val="100000"/>
              </a:lnSpc>
              <a:spcBef>
                <a:spcPts val="0"/>
              </a:spcBef>
              <a:spcAft>
                <a:spcPts val="0"/>
              </a:spcAft>
              <a:buNone/>
              <a:defRPr sz="1800"/>
            </a:lvl7pPr>
            <a:lvl8pPr lvl="7" rtl="0" algn="ctr">
              <a:lnSpc>
                <a:spcPct val="100000"/>
              </a:lnSpc>
              <a:spcBef>
                <a:spcPts val="0"/>
              </a:spcBef>
              <a:spcAft>
                <a:spcPts val="0"/>
              </a:spcAft>
              <a:buNone/>
              <a:defRPr sz="1800"/>
            </a:lvl8pPr>
            <a:lvl9pPr lvl="8" rtl="0" algn="ctr">
              <a:lnSpc>
                <a:spcPct val="100000"/>
              </a:lnSpc>
              <a:spcBef>
                <a:spcPts val="0"/>
              </a:spcBef>
              <a:spcAft>
                <a:spcPts val="0"/>
              </a:spcAft>
              <a:buNone/>
              <a:defRPr sz="1800"/>
            </a:lvl9pPr>
          </a:lstStyle>
          <a:p/>
        </p:txBody>
      </p:sp>
      <p:sp>
        <p:nvSpPr>
          <p:cNvPr id="97" name="Google Shape;97;p9"/>
          <p:cNvSpPr txBox="1"/>
          <p:nvPr>
            <p:ph idx="3" type="subTitle"/>
          </p:nvPr>
        </p:nvSpPr>
        <p:spPr>
          <a:xfrm>
            <a:off x="5005265" y="2965023"/>
            <a:ext cx="2181600" cy="1910100"/>
          </a:xfrm>
          <a:prstGeom prst="rect">
            <a:avLst/>
          </a:prstGeom>
        </p:spPr>
        <p:txBody>
          <a:bodyPr anchorCtr="0" anchor="ctr" bIns="91425" lIns="274300" spcFirstLastPara="1" rIns="274300" wrap="square" tIns="91425">
            <a:noAutofit/>
          </a:bodyPr>
          <a:lstStyle>
            <a:lvl1pPr lvl="0" rtl="0" algn="ctr">
              <a:lnSpc>
                <a:spcPct val="100000"/>
              </a:lnSpc>
              <a:spcBef>
                <a:spcPts val="0"/>
              </a:spcBef>
              <a:spcAft>
                <a:spcPts val="0"/>
              </a:spcAft>
              <a:buNone/>
              <a:defRPr sz="1800"/>
            </a:lvl1pPr>
            <a:lvl2pPr lvl="1" rtl="0" algn="ctr">
              <a:lnSpc>
                <a:spcPct val="100000"/>
              </a:lnSpc>
              <a:spcBef>
                <a:spcPts val="0"/>
              </a:spcBef>
              <a:spcAft>
                <a:spcPts val="0"/>
              </a:spcAft>
              <a:buNone/>
              <a:defRPr sz="1800"/>
            </a:lvl2pPr>
            <a:lvl3pPr lvl="2" rtl="0" algn="ctr">
              <a:lnSpc>
                <a:spcPct val="100000"/>
              </a:lnSpc>
              <a:spcBef>
                <a:spcPts val="0"/>
              </a:spcBef>
              <a:spcAft>
                <a:spcPts val="0"/>
              </a:spcAft>
              <a:buNone/>
              <a:defRPr sz="1800"/>
            </a:lvl3pPr>
            <a:lvl4pPr lvl="3" rtl="0" algn="ctr">
              <a:lnSpc>
                <a:spcPct val="100000"/>
              </a:lnSpc>
              <a:spcBef>
                <a:spcPts val="0"/>
              </a:spcBef>
              <a:spcAft>
                <a:spcPts val="0"/>
              </a:spcAft>
              <a:buNone/>
              <a:defRPr sz="1800"/>
            </a:lvl4pPr>
            <a:lvl5pPr lvl="4" rtl="0" algn="ctr">
              <a:lnSpc>
                <a:spcPct val="100000"/>
              </a:lnSpc>
              <a:spcBef>
                <a:spcPts val="0"/>
              </a:spcBef>
              <a:spcAft>
                <a:spcPts val="0"/>
              </a:spcAft>
              <a:buNone/>
              <a:defRPr sz="1800"/>
            </a:lvl5pPr>
            <a:lvl6pPr lvl="5" rtl="0" algn="ctr">
              <a:lnSpc>
                <a:spcPct val="100000"/>
              </a:lnSpc>
              <a:spcBef>
                <a:spcPts val="0"/>
              </a:spcBef>
              <a:spcAft>
                <a:spcPts val="0"/>
              </a:spcAft>
              <a:buNone/>
              <a:defRPr sz="1800"/>
            </a:lvl6pPr>
            <a:lvl7pPr lvl="6" rtl="0" algn="ctr">
              <a:lnSpc>
                <a:spcPct val="100000"/>
              </a:lnSpc>
              <a:spcBef>
                <a:spcPts val="0"/>
              </a:spcBef>
              <a:spcAft>
                <a:spcPts val="0"/>
              </a:spcAft>
              <a:buNone/>
              <a:defRPr sz="1800"/>
            </a:lvl7pPr>
            <a:lvl8pPr lvl="7" rtl="0" algn="ctr">
              <a:lnSpc>
                <a:spcPct val="100000"/>
              </a:lnSpc>
              <a:spcBef>
                <a:spcPts val="0"/>
              </a:spcBef>
              <a:spcAft>
                <a:spcPts val="0"/>
              </a:spcAft>
              <a:buNone/>
              <a:defRPr sz="1800"/>
            </a:lvl8pPr>
            <a:lvl9pPr lvl="8" rtl="0" algn="ctr">
              <a:lnSpc>
                <a:spcPct val="100000"/>
              </a:lnSpc>
              <a:spcBef>
                <a:spcPts val="0"/>
              </a:spcBef>
              <a:spcAft>
                <a:spcPts val="0"/>
              </a:spcAft>
              <a:buNone/>
              <a:defRPr sz="1800"/>
            </a:lvl9pPr>
          </a:lstStyle>
          <a:p/>
        </p:txBody>
      </p:sp>
      <p:sp>
        <p:nvSpPr>
          <p:cNvPr id="98" name="Google Shape;98;p9"/>
          <p:cNvSpPr txBox="1"/>
          <p:nvPr>
            <p:ph idx="4" type="subTitle"/>
          </p:nvPr>
        </p:nvSpPr>
        <p:spPr>
          <a:xfrm>
            <a:off x="7748157" y="2965023"/>
            <a:ext cx="2181600" cy="1910100"/>
          </a:xfrm>
          <a:prstGeom prst="rect">
            <a:avLst/>
          </a:prstGeom>
        </p:spPr>
        <p:txBody>
          <a:bodyPr anchorCtr="0" anchor="ctr" bIns="91425" lIns="274300" spcFirstLastPara="1" rIns="274300" wrap="square" tIns="91425">
            <a:noAutofit/>
          </a:bodyPr>
          <a:lstStyle>
            <a:lvl1pPr lvl="0" rtl="0" algn="ctr">
              <a:lnSpc>
                <a:spcPct val="100000"/>
              </a:lnSpc>
              <a:spcBef>
                <a:spcPts val="0"/>
              </a:spcBef>
              <a:spcAft>
                <a:spcPts val="0"/>
              </a:spcAft>
              <a:buNone/>
              <a:defRPr sz="1800"/>
            </a:lvl1pPr>
            <a:lvl2pPr lvl="1" rtl="0" algn="ctr">
              <a:lnSpc>
                <a:spcPct val="100000"/>
              </a:lnSpc>
              <a:spcBef>
                <a:spcPts val="0"/>
              </a:spcBef>
              <a:spcAft>
                <a:spcPts val="0"/>
              </a:spcAft>
              <a:buNone/>
              <a:defRPr sz="1800"/>
            </a:lvl2pPr>
            <a:lvl3pPr lvl="2" rtl="0" algn="ctr">
              <a:lnSpc>
                <a:spcPct val="100000"/>
              </a:lnSpc>
              <a:spcBef>
                <a:spcPts val="0"/>
              </a:spcBef>
              <a:spcAft>
                <a:spcPts val="0"/>
              </a:spcAft>
              <a:buNone/>
              <a:defRPr sz="1800"/>
            </a:lvl3pPr>
            <a:lvl4pPr lvl="3" rtl="0" algn="ctr">
              <a:lnSpc>
                <a:spcPct val="100000"/>
              </a:lnSpc>
              <a:spcBef>
                <a:spcPts val="0"/>
              </a:spcBef>
              <a:spcAft>
                <a:spcPts val="0"/>
              </a:spcAft>
              <a:buNone/>
              <a:defRPr sz="1800"/>
            </a:lvl4pPr>
            <a:lvl5pPr lvl="4" rtl="0" algn="ctr">
              <a:lnSpc>
                <a:spcPct val="100000"/>
              </a:lnSpc>
              <a:spcBef>
                <a:spcPts val="0"/>
              </a:spcBef>
              <a:spcAft>
                <a:spcPts val="0"/>
              </a:spcAft>
              <a:buNone/>
              <a:defRPr sz="1800"/>
            </a:lvl5pPr>
            <a:lvl6pPr lvl="5" rtl="0" algn="ctr">
              <a:lnSpc>
                <a:spcPct val="100000"/>
              </a:lnSpc>
              <a:spcBef>
                <a:spcPts val="0"/>
              </a:spcBef>
              <a:spcAft>
                <a:spcPts val="0"/>
              </a:spcAft>
              <a:buNone/>
              <a:defRPr sz="1800"/>
            </a:lvl6pPr>
            <a:lvl7pPr lvl="6" rtl="0" algn="ctr">
              <a:lnSpc>
                <a:spcPct val="100000"/>
              </a:lnSpc>
              <a:spcBef>
                <a:spcPts val="0"/>
              </a:spcBef>
              <a:spcAft>
                <a:spcPts val="0"/>
              </a:spcAft>
              <a:buNone/>
              <a:defRPr sz="1800"/>
            </a:lvl7pPr>
            <a:lvl8pPr lvl="7" rtl="0" algn="ctr">
              <a:lnSpc>
                <a:spcPct val="100000"/>
              </a:lnSpc>
              <a:spcBef>
                <a:spcPts val="0"/>
              </a:spcBef>
              <a:spcAft>
                <a:spcPts val="0"/>
              </a:spcAft>
              <a:buNone/>
              <a:defRPr sz="1800"/>
            </a:lvl8pPr>
            <a:lvl9pPr lvl="8" rtl="0" algn="ctr">
              <a:lnSpc>
                <a:spcPct val="100000"/>
              </a:lnSpc>
              <a:spcBef>
                <a:spcPts val="0"/>
              </a:spcBef>
              <a:spcAft>
                <a:spcPts val="0"/>
              </a:spcAft>
              <a:buNone/>
              <a:defRPr sz="1800"/>
            </a:lvl9pPr>
          </a:lstStyle>
          <a:p/>
        </p:txBody>
      </p:sp>
      <p:sp>
        <p:nvSpPr>
          <p:cNvPr id="99" name="Google Shape;99;p9"/>
          <p:cNvSpPr txBox="1"/>
          <p:nvPr>
            <p:ph idx="5"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00" name="Google Shape;100;p9"/>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01" name="Google Shape;101;p9"/>
          <p:cNvSpPr txBox="1"/>
          <p:nvPr>
            <p:ph idx="6"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blank">
  <p:cSld name="CUSTOM_4_18">
    <p:spTree>
      <p:nvGrpSpPr>
        <p:cNvPr id="102" name="Shape 102"/>
        <p:cNvGrpSpPr/>
        <p:nvPr/>
      </p:nvGrpSpPr>
      <p:grpSpPr>
        <a:xfrm>
          <a:off x="0" y="0"/>
          <a:ext cx="0" cy="0"/>
          <a:chOff x="0" y="0"/>
          <a:chExt cx="0" cy="0"/>
        </a:xfrm>
      </p:grpSpPr>
      <p:sp>
        <p:nvSpPr>
          <p:cNvPr id="103" name="Google Shape;103;p1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cxnSp>
        <p:nvCxnSpPr>
          <p:cNvPr id="104" name="Google Shape;104;p1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05" name="Google Shape;105;p10"/>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06" name="Google Shape;106;p1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07" name="Google Shape;107;p10"/>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08" name="Google Shape;108;p10"/>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subhead, and body">
  <p:cSld name="CUSTOM_4_17">
    <p:spTree>
      <p:nvGrpSpPr>
        <p:cNvPr id="109" name="Shape 109"/>
        <p:cNvGrpSpPr/>
        <p:nvPr/>
      </p:nvGrpSpPr>
      <p:grpSpPr>
        <a:xfrm>
          <a:off x="0" y="0"/>
          <a:ext cx="0" cy="0"/>
          <a:chOff x="0" y="0"/>
          <a:chExt cx="0" cy="0"/>
        </a:xfrm>
      </p:grpSpPr>
      <p:sp>
        <p:nvSpPr>
          <p:cNvPr id="110" name="Google Shape;110;p1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11" name="Google Shape;111;p11"/>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112" name="Google Shape;112;p1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13" name="Google Shape;113;p1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14" name="Google Shape;114;p1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15" name="Google Shape;115;p11"/>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16" name="Google Shape;116;p11"/>
          <p:cNvSpPr txBox="1"/>
          <p:nvPr>
            <p:ph idx="2"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117" name="Google Shape;117;p11"/>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18" name="Google Shape;118;p11"/>
          <p:cNvSpPr txBox="1"/>
          <p:nvPr>
            <p:ph idx="4" type="body"/>
          </p:nvPr>
        </p:nvSpPr>
        <p:spPr>
          <a:xfrm>
            <a:off x="2438400" y="2286000"/>
            <a:ext cx="7315200" cy="3657600"/>
          </a:xfrm>
          <a:prstGeom prst="rect">
            <a:avLst/>
          </a:prstGeom>
        </p:spPr>
        <p:txBody>
          <a:bodyPr anchorCtr="0" anchor="t" bIns="0" lIns="0" spcFirstLastPara="1" rIns="0" wrap="square" tIns="0">
            <a:noAutofit/>
          </a:bodyPr>
          <a:lstStyle>
            <a:lvl1pPr indent="-342900" lvl="0" marL="457200" rtl="0">
              <a:lnSpc>
                <a:spcPct val="135000"/>
              </a:lnSpc>
              <a:spcBef>
                <a:spcPts val="1000"/>
              </a:spcBef>
              <a:spcAft>
                <a:spcPts val="0"/>
              </a:spcAft>
              <a:buSzPts val="1800"/>
              <a:buChar char="▸"/>
              <a:defRPr/>
            </a:lvl1pPr>
            <a:lvl2pPr indent="-342900" lvl="1" marL="914400" rtl="0">
              <a:lnSpc>
                <a:spcPct val="135000"/>
              </a:lnSpc>
              <a:spcBef>
                <a:spcPts val="1000"/>
              </a:spcBef>
              <a:spcAft>
                <a:spcPts val="0"/>
              </a:spcAft>
              <a:buSzPts val="1800"/>
              <a:buChar char="･"/>
              <a:defRPr/>
            </a:lvl2pPr>
            <a:lvl3pPr indent="-342900" lvl="2" marL="1371600" rtl="0">
              <a:lnSpc>
                <a:spcPct val="135000"/>
              </a:lnSpc>
              <a:spcBef>
                <a:spcPts val="1000"/>
              </a:spcBef>
              <a:spcAft>
                <a:spcPts val="0"/>
              </a:spcAft>
              <a:buSzPts val="1800"/>
              <a:buChar char="･"/>
              <a:defRPr/>
            </a:lvl3pPr>
            <a:lvl4pPr indent="-342900" lvl="3" marL="1828800" rtl="0">
              <a:lnSpc>
                <a:spcPct val="135000"/>
              </a:lnSpc>
              <a:spcBef>
                <a:spcPts val="1000"/>
              </a:spcBef>
              <a:spcAft>
                <a:spcPts val="0"/>
              </a:spcAft>
              <a:buSzPts val="1800"/>
              <a:buChar char="･"/>
              <a:defRPr/>
            </a:lvl4pPr>
            <a:lvl5pPr indent="-342900" lvl="4" marL="2286000" rtl="0">
              <a:lnSpc>
                <a:spcPct val="135000"/>
              </a:lnSpc>
              <a:spcBef>
                <a:spcPts val="1000"/>
              </a:spcBef>
              <a:spcAft>
                <a:spcPts val="0"/>
              </a:spcAft>
              <a:buSzPts val="1800"/>
              <a:buChar char="･"/>
              <a:defRPr/>
            </a:lvl5pPr>
            <a:lvl6pPr indent="-342900" lvl="5" marL="2743200" rtl="0">
              <a:lnSpc>
                <a:spcPct val="135000"/>
              </a:lnSpc>
              <a:spcBef>
                <a:spcPts val="1000"/>
              </a:spcBef>
              <a:spcAft>
                <a:spcPts val="0"/>
              </a:spcAft>
              <a:buSzPts val="1800"/>
              <a:buChar char="･"/>
              <a:defRPr/>
            </a:lvl6pPr>
            <a:lvl7pPr indent="-342900" lvl="6" marL="3200400" rtl="0">
              <a:lnSpc>
                <a:spcPct val="135000"/>
              </a:lnSpc>
              <a:spcBef>
                <a:spcPts val="1000"/>
              </a:spcBef>
              <a:spcAft>
                <a:spcPts val="0"/>
              </a:spcAft>
              <a:buSzPts val="1800"/>
              <a:buChar char="･"/>
              <a:defRPr/>
            </a:lvl7pPr>
            <a:lvl8pPr indent="-342900" lvl="7" marL="3657600" rtl="0">
              <a:lnSpc>
                <a:spcPct val="135000"/>
              </a:lnSpc>
              <a:spcBef>
                <a:spcPts val="1000"/>
              </a:spcBef>
              <a:spcAft>
                <a:spcPts val="0"/>
              </a:spcAft>
              <a:buSzPts val="1800"/>
              <a:buChar char="･"/>
              <a:defRPr/>
            </a:lvl8pPr>
            <a:lvl9pPr indent="-342900" lvl="8" marL="4114800" rtl="0">
              <a:lnSpc>
                <a:spcPct val="135000"/>
              </a:lnSpc>
              <a:spcBef>
                <a:spcPts val="1000"/>
              </a:spcBef>
              <a:spcAft>
                <a:spcPts val="1000"/>
              </a:spcAft>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and body">
  <p:cSld name="CUSTOM_4_17_2">
    <p:spTree>
      <p:nvGrpSpPr>
        <p:cNvPr id="119" name="Shape 119"/>
        <p:cNvGrpSpPr/>
        <p:nvPr/>
      </p:nvGrpSpPr>
      <p:grpSpPr>
        <a:xfrm>
          <a:off x="0" y="0"/>
          <a:ext cx="0" cy="0"/>
          <a:chOff x="0" y="0"/>
          <a:chExt cx="0" cy="0"/>
        </a:xfrm>
      </p:grpSpPr>
      <p:cxnSp>
        <p:nvCxnSpPr>
          <p:cNvPr id="120" name="Google Shape;120;p1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21" name="Google Shape;121;p12"/>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22" name="Google Shape;122;p1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23" name="Google Shape;123;p12"/>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24" name="Google Shape;124;p12"/>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25" name="Google Shape;125;p12"/>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26" name="Google Shape;126;p12"/>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27" name="Google Shape;127;p12"/>
          <p:cNvSpPr txBox="1"/>
          <p:nvPr>
            <p:ph idx="3" type="body"/>
          </p:nvPr>
        </p:nvSpPr>
        <p:spPr>
          <a:xfrm>
            <a:off x="2438400" y="2286000"/>
            <a:ext cx="7315200" cy="3657600"/>
          </a:xfrm>
          <a:prstGeom prst="rect">
            <a:avLst/>
          </a:prstGeom>
        </p:spPr>
        <p:txBody>
          <a:bodyPr anchorCtr="0" anchor="t" bIns="0" lIns="0" spcFirstLastPara="1" rIns="0" wrap="square" tIns="0">
            <a:noAutofit/>
          </a:bodyPr>
          <a:lstStyle>
            <a:lvl1pPr indent="-342900" lvl="0" marL="457200" rtl="0">
              <a:lnSpc>
                <a:spcPct val="135000"/>
              </a:lnSpc>
              <a:spcBef>
                <a:spcPts val="1000"/>
              </a:spcBef>
              <a:spcAft>
                <a:spcPts val="0"/>
              </a:spcAft>
              <a:buSzPts val="1800"/>
              <a:buChar char="▸"/>
              <a:defRPr/>
            </a:lvl1pPr>
            <a:lvl2pPr indent="-342900" lvl="1" marL="914400" rtl="0">
              <a:lnSpc>
                <a:spcPct val="135000"/>
              </a:lnSpc>
              <a:spcBef>
                <a:spcPts val="1000"/>
              </a:spcBef>
              <a:spcAft>
                <a:spcPts val="0"/>
              </a:spcAft>
              <a:buSzPts val="1800"/>
              <a:buChar char="･"/>
              <a:defRPr/>
            </a:lvl2pPr>
            <a:lvl3pPr indent="-342900" lvl="2" marL="1371600" rtl="0">
              <a:lnSpc>
                <a:spcPct val="135000"/>
              </a:lnSpc>
              <a:spcBef>
                <a:spcPts val="1000"/>
              </a:spcBef>
              <a:spcAft>
                <a:spcPts val="0"/>
              </a:spcAft>
              <a:buSzPts val="1800"/>
              <a:buChar char="･"/>
              <a:defRPr/>
            </a:lvl3pPr>
            <a:lvl4pPr indent="-342900" lvl="3" marL="1828800" rtl="0">
              <a:lnSpc>
                <a:spcPct val="135000"/>
              </a:lnSpc>
              <a:spcBef>
                <a:spcPts val="1000"/>
              </a:spcBef>
              <a:spcAft>
                <a:spcPts val="0"/>
              </a:spcAft>
              <a:buSzPts val="1800"/>
              <a:buChar char="･"/>
              <a:defRPr/>
            </a:lvl4pPr>
            <a:lvl5pPr indent="-342900" lvl="4" marL="2286000" rtl="0">
              <a:lnSpc>
                <a:spcPct val="135000"/>
              </a:lnSpc>
              <a:spcBef>
                <a:spcPts val="1000"/>
              </a:spcBef>
              <a:spcAft>
                <a:spcPts val="0"/>
              </a:spcAft>
              <a:buSzPts val="1800"/>
              <a:buChar char="･"/>
              <a:defRPr/>
            </a:lvl5pPr>
            <a:lvl6pPr indent="-342900" lvl="5" marL="2743200" rtl="0">
              <a:lnSpc>
                <a:spcPct val="135000"/>
              </a:lnSpc>
              <a:spcBef>
                <a:spcPts val="1000"/>
              </a:spcBef>
              <a:spcAft>
                <a:spcPts val="0"/>
              </a:spcAft>
              <a:buSzPts val="1800"/>
              <a:buChar char="･"/>
              <a:defRPr/>
            </a:lvl6pPr>
            <a:lvl7pPr indent="-342900" lvl="6" marL="3200400" rtl="0">
              <a:lnSpc>
                <a:spcPct val="135000"/>
              </a:lnSpc>
              <a:spcBef>
                <a:spcPts val="1000"/>
              </a:spcBef>
              <a:spcAft>
                <a:spcPts val="0"/>
              </a:spcAft>
              <a:buSzPts val="1800"/>
              <a:buChar char="･"/>
              <a:defRPr/>
            </a:lvl7pPr>
            <a:lvl8pPr indent="-342900" lvl="7" marL="3657600" rtl="0">
              <a:lnSpc>
                <a:spcPct val="135000"/>
              </a:lnSpc>
              <a:spcBef>
                <a:spcPts val="1000"/>
              </a:spcBef>
              <a:spcAft>
                <a:spcPts val="0"/>
              </a:spcAft>
              <a:buSzPts val="1800"/>
              <a:buChar char="･"/>
              <a:defRPr/>
            </a:lvl8pPr>
            <a:lvl9pPr indent="-342900" lvl="8" marL="4114800" rtl="0">
              <a:lnSpc>
                <a:spcPct val="135000"/>
              </a:lnSpc>
              <a:spcBef>
                <a:spcPts val="1000"/>
              </a:spcBef>
              <a:spcAft>
                <a:spcPts val="1000"/>
              </a:spcAft>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body">
  <p:cSld name="CUSTOM_4_17_2_1">
    <p:spTree>
      <p:nvGrpSpPr>
        <p:cNvPr id="128" name="Shape 128"/>
        <p:cNvGrpSpPr/>
        <p:nvPr/>
      </p:nvGrpSpPr>
      <p:grpSpPr>
        <a:xfrm>
          <a:off x="0" y="0"/>
          <a:ext cx="0" cy="0"/>
          <a:chOff x="0" y="0"/>
          <a:chExt cx="0" cy="0"/>
        </a:xfrm>
      </p:grpSpPr>
      <p:sp>
        <p:nvSpPr>
          <p:cNvPr id="129" name="Google Shape;129;p1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130" name="Google Shape;130;p1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31" name="Google Shape;131;p13"/>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32" name="Google Shape;132;p1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33" name="Google Shape;133;p13"/>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34" name="Google Shape;134;p13"/>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35" name="Google Shape;135;p13"/>
          <p:cNvSpPr txBox="1"/>
          <p:nvPr>
            <p:ph idx="3" type="body"/>
          </p:nvPr>
        </p:nvSpPr>
        <p:spPr>
          <a:xfrm>
            <a:off x="2438400" y="1600200"/>
            <a:ext cx="7315200" cy="3657600"/>
          </a:xfrm>
          <a:prstGeom prst="rect">
            <a:avLst/>
          </a:prstGeom>
        </p:spPr>
        <p:txBody>
          <a:bodyPr anchorCtr="0" anchor="t" bIns="0" lIns="0" spcFirstLastPara="1" rIns="0" wrap="square" tIns="0">
            <a:noAutofit/>
          </a:bodyPr>
          <a:lstStyle>
            <a:lvl1pPr indent="-342900" lvl="0" marL="457200" rtl="0">
              <a:lnSpc>
                <a:spcPct val="135000"/>
              </a:lnSpc>
              <a:spcBef>
                <a:spcPts val="1000"/>
              </a:spcBef>
              <a:spcAft>
                <a:spcPts val="0"/>
              </a:spcAft>
              <a:buSzPts val="1800"/>
              <a:buChar char="▸"/>
              <a:defRPr/>
            </a:lvl1pPr>
            <a:lvl2pPr indent="-342900" lvl="1" marL="914400" rtl="0">
              <a:lnSpc>
                <a:spcPct val="135000"/>
              </a:lnSpc>
              <a:spcBef>
                <a:spcPts val="1000"/>
              </a:spcBef>
              <a:spcAft>
                <a:spcPts val="0"/>
              </a:spcAft>
              <a:buSzPts val="1800"/>
              <a:buChar char="･"/>
              <a:defRPr/>
            </a:lvl2pPr>
            <a:lvl3pPr indent="-342900" lvl="2" marL="1371600" rtl="0">
              <a:lnSpc>
                <a:spcPct val="135000"/>
              </a:lnSpc>
              <a:spcBef>
                <a:spcPts val="1000"/>
              </a:spcBef>
              <a:spcAft>
                <a:spcPts val="0"/>
              </a:spcAft>
              <a:buSzPts val="1800"/>
              <a:buChar char="･"/>
              <a:defRPr/>
            </a:lvl3pPr>
            <a:lvl4pPr indent="-342900" lvl="3" marL="1828800" rtl="0">
              <a:lnSpc>
                <a:spcPct val="135000"/>
              </a:lnSpc>
              <a:spcBef>
                <a:spcPts val="1000"/>
              </a:spcBef>
              <a:spcAft>
                <a:spcPts val="0"/>
              </a:spcAft>
              <a:buSzPts val="1800"/>
              <a:buChar char="･"/>
              <a:defRPr/>
            </a:lvl4pPr>
            <a:lvl5pPr indent="-342900" lvl="4" marL="2286000" rtl="0">
              <a:lnSpc>
                <a:spcPct val="135000"/>
              </a:lnSpc>
              <a:spcBef>
                <a:spcPts val="1000"/>
              </a:spcBef>
              <a:spcAft>
                <a:spcPts val="0"/>
              </a:spcAft>
              <a:buSzPts val="1800"/>
              <a:buChar char="･"/>
              <a:defRPr/>
            </a:lvl5pPr>
            <a:lvl6pPr indent="-342900" lvl="5" marL="2743200" rtl="0">
              <a:lnSpc>
                <a:spcPct val="135000"/>
              </a:lnSpc>
              <a:spcBef>
                <a:spcPts val="1000"/>
              </a:spcBef>
              <a:spcAft>
                <a:spcPts val="0"/>
              </a:spcAft>
              <a:buSzPts val="1800"/>
              <a:buChar char="･"/>
              <a:defRPr/>
            </a:lvl6pPr>
            <a:lvl7pPr indent="-342900" lvl="6" marL="3200400" rtl="0">
              <a:lnSpc>
                <a:spcPct val="135000"/>
              </a:lnSpc>
              <a:spcBef>
                <a:spcPts val="1000"/>
              </a:spcBef>
              <a:spcAft>
                <a:spcPts val="0"/>
              </a:spcAft>
              <a:buSzPts val="1800"/>
              <a:buChar char="･"/>
              <a:defRPr/>
            </a:lvl7pPr>
            <a:lvl8pPr indent="-342900" lvl="7" marL="3657600" rtl="0">
              <a:lnSpc>
                <a:spcPct val="135000"/>
              </a:lnSpc>
              <a:spcBef>
                <a:spcPts val="1000"/>
              </a:spcBef>
              <a:spcAft>
                <a:spcPts val="0"/>
              </a:spcAft>
              <a:buSzPts val="1800"/>
              <a:buChar char="･"/>
              <a:defRPr/>
            </a:lvl8pPr>
            <a:lvl9pPr indent="-342900" lvl="8" marL="4114800" rtl="0">
              <a:lnSpc>
                <a:spcPct val="135000"/>
              </a:lnSpc>
              <a:spcBef>
                <a:spcPts val="1000"/>
              </a:spcBef>
              <a:spcAft>
                <a:spcPts val="1000"/>
              </a:spcAft>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and two column body">
  <p:cSld name="CUSTOM_4_17_1">
    <p:spTree>
      <p:nvGrpSpPr>
        <p:cNvPr id="136" name="Shape 136"/>
        <p:cNvGrpSpPr/>
        <p:nvPr/>
      </p:nvGrpSpPr>
      <p:grpSpPr>
        <a:xfrm>
          <a:off x="0" y="0"/>
          <a:ext cx="0" cy="0"/>
          <a:chOff x="0" y="0"/>
          <a:chExt cx="0" cy="0"/>
        </a:xfrm>
      </p:grpSpPr>
      <p:cxnSp>
        <p:nvCxnSpPr>
          <p:cNvPr id="137" name="Google Shape;137;p1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38" name="Google Shape;138;p14"/>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39" name="Google Shape;139;p1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40" name="Google Shape;140;p14"/>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41" name="Google Shape;141;p14"/>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42" name="Google Shape;142;p14"/>
          <p:cNvSpPr txBox="1"/>
          <p:nvPr>
            <p:ph idx="2" type="body"/>
          </p:nvPr>
        </p:nvSpPr>
        <p:spPr>
          <a:xfrm>
            <a:off x="885125" y="2291177"/>
            <a:ext cx="4937700" cy="3727200"/>
          </a:xfrm>
          <a:prstGeom prst="rect">
            <a:avLst/>
          </a:prstGeom>
        </p:spPr>
        <p:txBody>
          <a:bodyPr anchorCtr="0" anchor="t" bIns="0" lIns="0" spcFirstLastPara="1" rIns="0" wrap="square" tIns="0">
            <a:noAutofit/>
          </a:bodyPr>
          <a:lstStyle>
            <a:lvl1pPr indent="-342900" lvl="0" marL="457200" rtl="0">
              <a:lnSpc>
                <a:spcPct val="135000"/>
              </a:lnSpc>
              <a:spcBef>
                <a:spcPts val="1000"/>
              </a:spcBef>
              <a:spcAft>
                <a:spcPts val="0"/>
              </a:spcAft>
              <a:buSzPts val="1800"/>
              <a:buChar char="▸"/>
              <a:defRPr/>
            </a:lvl1pPr>
            <a:lvl2pPr indent="-342900" lvl="1" marL="914400" rtl="0">
              <a:lnSpc>
                <a:spcPct val="135000"/>
              </a:lnSpc>
              <a:spcBef>
                <a:spcPts val="1000"/>
              </a:spcBef>
              <a:spcAft>
                <a:spcPts val="0"/>
              </a:spcAft>
              <a:buSzPts val="1800"/>
              <a:buChar char="･"/>
              <a:defRPr/>
            </a:lvl2pPr>
            <a:lvl3pPr indent="-342900" lvl="2" marL="1371600" rtl="0">
              <a:lnSpc>
                <a:spcPct val="135000"/>
              </a:lnSpc>
              <a:spcBef>
                <a:spcPts val="1000"/>
              </a:spcBef>
              <a:spcAft>
                <a:spcPts val="0"/>
              </a:spcAft>
              <a:buSzPts val="1800"/>
              <a:buChar char="･"/>
              <a:defRPr/>
            </a:lvl3pPr>
            <a:lvl4pPr indent="-342900" lvl="3" marL="1828800" rtl="0">
              <a:lnSpc>
                <a:spcPct val="135000"/>
              </a:lnSpc>
              <a:spcBef>
                <a:spcPts val="1000"/>
              </a:spcBef>
              <a:spcAft>
                <a:spcPts val="0"/>
              </a:spcAft>
              <a:buSzPts val="1800"/>
              <a:buChar char="･"/>
              <a:defRPr/>
            </a:lvl4pPr>
            <a:lvl5pPr indent="-342900" lvl="4" marL="2286000" rtl="0">
              <a:lnSpc>
                <a:spcPct val="135000"/>
              </a:lnSpc>
              <a:spcBef>
                <a:spcPts val="1000"/>
              </a:spcBef>
              <a:spcAft>
                <a:spcPts val="0"/>
              </a:spcAft>
              <a:buSzPts val="1800"/>
              <a:buChar char="･"/>
              <a:defRPr/>
            </a:lvl5pPr>
            <a:lvl6pPr indent="-342900" lvl="5" marL="2743200" rtl="0">
              <a:lnSpc>
                <a:spcPct val="135000"/>
              </a:lnSpc>
              <a:spcBef>
                <a:spcPts val="1000"/>
              </a:spcBef>
              <a:spcAft>
                <a:spcPts val="0"/>
              </a:spcAft>
              <a:buSzPts val="1800"/>
              <a:buChar char="･"/>
              <a:defRPr/>
            </a:lvl6pPr>
            <a:lvl7pPr indent="-342900" lvl="6" marL="3200400" rtl="0">
              <a:lnSpc>
                <a:spcPct val="135000"/>
              </a:lnSpc>
              <a:spcBef>
                <a:spcPts val="1000"/>
              </a:spcBef>
              <a:spcAft>
                <a:spcPts val="0"/>
              </a:spcAft>
              <a:buSzPts val="1800"/>
              <a:buChar char="･"/>
              <a:defRPr/>
            </a:lvl7pPr>
            <a:lvl8pPr indent="-342900" lvl="7" marL="3657600" rtl="0">
              <a:lnSpc>
                <a:spcPct val="135000"/>
              </a:lnSpc>
              <a:spcBef>
                <a:spcPts val="1000"/>
              </a:spcBef>
              <a:spcAft>
                <a:spcPts val="0"/>
              </a:spcAft>
              <a:buSzPts val="1800"/>
              <a:buChar char="･"/>
              <a:defRPr/>
            </a:lvl8pPr>
            <a:lvl9pPr indent="-342900" lvl="8" marL="4114800" rtl="0">
              <a:lnSpc>
                <a:spcPct val="135000"/>
              </a:lnSpc>
              <a:spcBef>
                <a:spcPts val="1000"/>
              </a:spcBef>
              <a:spcAft>
                <a:spcPts val="1000"/>
              </a:spcAft>
              <a:buSzPts val="1800"/>
              <a:buChar char="･"/>
              <a:defRPr/>
            </a:lvl9pPr>
          </a:lstStyle>
          <a:p/>
        </p:txBody>
      </p:sp>
      <p:sp>
        <p:nvSpPr>
          <p:cNvPr id="143" name="Google Shape;143;p14"/>
          <p:cNvSpPr txBox="1"/>
          <p:nvPr>
            <p:ph idx="3" type="body"/>
          </p:nvPr>
        </p:nvSpPr>
        <p:spPr>
          <a:xfrm>
            <a:off x="6369425" y="2291175"/>
            <a:ext cx="4937700" cy="3727200"/>
          </a:xfrm>
          <a:prstGeom prst="rect">
            <a:avLst/>
          </a:prstGeom>
        </p:spPr>
        <p:txBody>
          <a:bodyPr anchorCtr="0" anchor="t" bIns="0" lIns="0" spcFirstLastPara="1" rIns="0" wrap="square" tIns="0">
            <a:noAutofit/>
          </a:bodyPr>
          <a:lstStyle>
            <a:lvl1pPr indent="-342900" lvl="0" marL="457200" rtl="0">
              <a:lnSpc>
                <a:spcPct val="135000"/>
              </a:lnSpc>
              <a:spcBef>
                <a:spcPts val="1000"/>
              </a:spcBef>
              <a:spcAft>
                <a:spcPts val="0"/>
              </a:spcAft>
              <a:buSzPts val="1800"/>
              <a:buChar char="▸"/>
              <a:defRPr/>
            </a:lvl1pPr>
            <a:lvl2pPr indent="-342900" lvl="1" marL="914400" rtl="0">
              <a:lnSpc>
                <a:spcPct val="135000"/>
              </a:lnSpc>
              <a:spcBef>
                <a:spcPts val="1000"/>
              </a:spcBef>
              <a:spcAft>
                <a:spcPts val="0"/>
              </a:spcAft>
              <a:buSzPts val="1800"/>
              <a:buChar char="･"/>
              <a:defRPr/>
            </a:lvl2pPr>
            <a:lvl3pPr indent="-342900" lvl="2" marL="1371600" rtl="0">
              <a:lnSpc>
                <a:spcPct val="135000"/>
              </a:lnSpc>
              <a:spcBef>
                <a:spcPts val="1000"/>
              </a:spcBef>
              <a:spcAft>
                <a:spcPts val="0"/>
              </a:spcAft>
              <a:buSzPts val="1800"/>
              <a:buChar char="･"/>
              <a:defRPr/>
            </a:lvl3pPr>
            <a:lvl4pPr indent="-342900" lvl="3" marL="1828800" rtl="0">
              <a:lnSpc>
                <a:spcPct val="135000"/>
              </a:lnSpc>
              <a:spcBef>
                <a:spcPts val="1000"/>
              </a:spcBef>
              <a:spcAft>
                <a:spcPts val="0"/>
              </a:spcAft>
              <a:buSzPts val="1800"/>
              <a:buChar char="･"/>
              <a:defRPr/>
            </a:lvl4pPr>
            <a:lvl5pPr indent="-342900" lvl="4" marL="2286000" rtl="0">
              <a:lnSpc>
                <a:spcPct val="135000"/>
              </a:lnSpc>
              <a:spcBef>
                <a:spcPts val="1000"/>
              </a:spcBef>
              <a:spcAft>
                <a:spcPts val="0"/>
              </a:spcAft>
              <a:buSzPts val="1800"/>
              <a:buChar char="･"/>
              <a:defRPr/>
            </a:lvl5pPr>
            <a:lvl6pPr indent="-342900" lvl="5" marL="2743200" rtl="0">
              <a:lnSpc>
                <a:spcPct val="135000"/>
              </a:lnSpc>
              <a:spcBef>
                <a:spcPts val="1000"/>
              </a:spcBef>
              <a:spcAft>
                <a:spcPts val="0"/>
              </a:spcAft>
              <a:buSzPts val="1800"/>
              <a:buChar char="･"/>
              <a:defRPr/>
            </a:lvl6pPr>
            <a:lvl7pPr indent="-342900" lvl="6" marL="3200400" rtl="0">
              <a:lnSpc>
                <a:spcPct val="135000"/>
              </a:lnSpc>
              <a:spcBef>
                <a:spcPts val="1000"/>
              </a:spcBef>
              <a:spcAft>
                <a:spcPts val="0"/>
              </a:spcAft>
              <a:buSzPts val="1800"/>
              <a:buChar char="･"/>
              <a:defRPr/>
            </a:lvl7pPr>
            <a:lvl8pPr indent="-342900" lvl="7" marL="3657600" rtl="0">
              <a:lnSpc>
                <a:spcPct val="135000"/>
              </a:lnSpc>
              <a:spcBef>
                <a:spcPts val="1000"/>
              </a:spcBef>
              <a:spcAft>
                <a:spcPts val="0"/>
              </a:spcAft>
              <a:buSzPts val="1800"/>
              <a:buChar char="･"/>
              <a:defRPr/>
            </a:lvl8pPr>
            <a:lvl9pPr indent="-342900" lvl="8" marL="4114800" rtl="0">
              <a:lnSpc>
                <a:spcPct val="135000"/>
              </a:lnSpc>
              <a:spcBef>
                <a:spcPts val="1000"/>
              </a:spcBef>
              <a:spcAft>
                <a:spcPts val="1000"/>
              </a:spcAft>
              <a:buSzPts val="1800"/>
              <a:buChar char="･"/>
              <a:defRPr/>
            </a:lvl9pPr>
          </a:lstStyle>
          <a:p/>
        </p:txBody>
      </p:sp>
      <p:sp>
        <p:nvSpPr>
          <p:cNvPr id="144" name="Google Shape;144;p14"/>
          <p:cNvSpPr txBox="1"/>
          <p:nvPr>
            <p:ph idx="4"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45" name="Google Shape;145;p14"/>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46" name="Google Shape;146;p14"/>
          <p:cNvSpPr txBox="1"/>
          <p:nvPr>
            <p:ph idx="5"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image and column body">
  <p:cSld name="CUSTOM_4_17_1_1">
    <p:spTree>
      <p:nvGrpSpPr>
        <p:cNvPr id="147" name="Shape 147"/>
        <p:cNvGrpSpPr/>
        <p:nvPr/>
      </p:nvGrpSpPr>
      <p:grpSpPr>
        <a:xfrm>
          <a:off x="0" y="0"/>
          <a:ext cx="0" cy="0"/>
          <a:chOff x="0" y="0"/>
          <a:chExt cx="0" cy="0"/>
        </a:xfrm>
      </p:grpSpPr>
      <p:cxnSp>
        <p:nvCxnSpPr>
          <p:cNvPr id="148" name="Google Shape;148;p1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49" name="Google Shape;149;p15"/>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50" name="Google Shape;150;p1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51" name="Google Shape;151;p15"/>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52" name="Google Shape;152;p15"/>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53" name="Google Shape;153;p15"/>
          <p:cNvSpPr txBox="1"/>
          <p:nvPr>
            <p:ph idx="2" type="body"/>
          </p:nvPr>
        </p:nvSpPr>
        <p:spPr>
          <a:xfrm>
            <a:off x="6369425" y="2291175"/>
            <a:ext cx="4937700" cy="3727200"/>
          </a:xfrm>
          <a:prstGeom prst="rect">
            <a:avLst/>
          </a:prstGeom>
        </p:spPr>
        <p:txBody>
          <a:bodyPr anchorCtr="0" anchor="t" bIns="0" lIns="0" spcFirstLastPara="1" rIns="0" wrap="square" tIns="0">
            <a:noAutofit/>
          </a:bodyPr>
          <a:lstStyle>
            <a:lvl1pPr indent="-342900" lvl="0" marL="457200" rtl="0">
              <a:lnSpc>
                <a:spcPct val="135000"/>
              </a:lnSpc>
              <a:spcBef>
                <a:spcPts val="1000"/>
              </a:spcBef>
              <a:spcAft>
                <a:spcPts val="0"/>
              </a:spcAft>
              <a:buSzPts val="1800"/>
              <a:buChar char="▸"/>
              <a:defRPr/>
            </a:lvl1pPr>
            <a:lvl2pPr indent="-342900" lvl="1" marL="914400" rtl="0">
              <a:lnSpc>
                <a:spcPct val="135000"/>
              </a:lnSpc>
              <a:spcBef>
                <a:spcPts val="1000"/>
              </a:spcBef>
              <a:spcAft>
                <a:spcPts val="0"/>
              </a:spcAft>
              <a:buSzPts val="1800"/>
              <a:buChar char="･"/>
              <a:defRPr/>
            </a:lvl2pPr>
            <a:lvl3pPr indent="-342900" lvl="2" marL="1371600" rtl="0">
              <a:lnSpc>
                <a:spcPct val="135000"/>
              </a:lnSpc>
              <a:spcBef>
                <a:spcPts val="1000"/>
              </a:spcBef>
              <a:spcAft>
                <a:spcPts val="0"/>
              </a:spcAft>
              <a:buSzPts val="1800"/>
              <a:buChar char="･"/>
              <a:defRPr/>
            </a:lvl3pPr>
            <a:lvl4pPr indent="-342900" lvl="3" marL="1828800" rtl="0">
              <a:lnSpc>
                <a:spcPct val="135000"/>
              </a:lnSpc>
              <a:spcBef>
                <a:spcPts val="1000"/>
              </a:spcBef>
              <a:spcAft>
                <a:spcPts val="0"/>
              </a:spcAft>
              <a:buSzPts val="1800"/>
              <a:buChar char="･"/>
              <a:defRPr/>
            </a:lvl4pPr>
            <a:lvl5pPr indent="-342900" lvl="4" marL="2286000" rtl="0">
              <a:lnSpc>
                <a:spcPct val="135000"/>
              </a:lnSpc>
              <a:spcBef>
                <a:spcPts val="1000"/>
              </a:spcBef>
              <a:spcAft>
                <a:spcPts val="0"/>
              </a:spcAft>
              <a:buSzPts val="1800"/>
              <a:buChar char="･"/>
              <a:defRPr/>
            </a:lvl5pPr>
            <a:lvl6pPr indent="-342900" lvl="5" marL="2743200" rtl="0">
              <a:lnSpc>
                <a:spcPct val="135000"/>
              </a:lnSpc>
              <a:spcBef>
                <a:spcPts val="1000"/>
              </a:spcBef>
              <a:spcAft>
                <a:spcPts val="0"/>
              </a:spcAft>
              <a:buSzPts val="1800"/>
              <a:buChar char="･"/>
              <a:defRPr/>
            </a:lvl6pPr>
            <a:lvl7pPr indent="-342900" lvl="6" marL="3200400" rtl="0">
              <a:lnSpc>
                <a:spcPct val="135000"/>
              </a:lnSpc>
              <a:spcBef>
                <a:spcPts val="1000"/>
              </a:spcBef>
              <a:spcAft>
                <a:spcPts val="0"/>
              </a:spcAft>
              <a:buSzPts val="1800"/>
              <a:buChar char="･"/>
              <a:defRPr/>
            </a:lvl7pPr>
            <a:lvl8pPr indent="-342900" lvl="7" marL="3657600" rtl="0">
              <a:lnSpc>
                <a:spcPct val="135000"/>
              </a:lnSpc>
              <a:spcBef>
                <a:spcPts val="1000"/>
              </a:spcBef>
              <a:spcAft>
                <a:spcPts val="0"/>
              </a:spcAft>
              <a:buSzPts val="1800"/>
              <a:buChar char="･"/>
              <a:defRPr/>
            </a:lvl8pPr>
            <a:lvl9pPr indent="-342900" lvl="8" marL="4114800" rtl="0">
              <a:lnSpc>
                <a:spcPct val="135000"/>
              </a:lnSpc>
              <a:spcBef>
                <a:spcPts val="1000"/>
              </a:spcBef>
              <a:spcAft>
                <a:spcPts val="1000"/>
              </a:spcAft>
              <a:buSzPts val="1800"/>
              <a:buChar char="･"/>
              <a:defRPr/>
            </a:lvl9pPr>
          </a:lstStyle>
          <a:p/>
        </p:txBody>
      </p:sp>
      <p:sp>
        <p:nvSpPr>
          <p:cNvPr id="154" name="Google Shape;154;p15"/>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55" name="Google Shape;155;p15"/>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56" name="Google Shape;156;p15"/>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meline vertical">
  <p:cSld name="CUSTOM_4_16">
    <p:spTree>
      <p:nvGrpSpPr>
        <p:cNvPr id="157" name="Shape 157"/>
        <p:cNvGrpSpPr/>
        <p:nvPr/>
      </p:nvGrpSpPr>
      <p:grpSpPr>
        <a:xfrm>
          <a:off x="0" y="0"/>
          <a:ext cx="0" cy="0"/>
          <a:chOff x="0" y="0"/>
          <a:chExt cx="0" cy="0"/>
        </a:xfrm>
      </p:grpSpPr>
      <p:sp>
        <p:nvSpPr>
          <p:cNvPr id="158" name="Google Shape;158;p1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159" name="Google Shape;159;p1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60" name="Google Shape;160;p16"/>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61" name="Google Shape;161;p1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62" name="Google Shape;162;p16"/>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63" name="Google Shape;163;p16"/>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164" name="Google Shape;164;p16"/>
          <p:cNvCxnSpPr/>
          <p:nvPr/>
        </p:nvCxnSpPr>
        <p:spPr>
          <a:xfrm>
            <a:off x="4146414" y="-7350"/>
            <a:ext cx="0" cy="6872700"/>
          </a:xfrm>
          <a:prstGeom prst="straightConnector1">
            <a:avLst/>
          </a:prstGeom>
          <a:noFill/>
          <a:ln cap="flat" cmpd="sng" w="28575">
            <a:solidFill>
              <a:srgbClr val="D5D5D5"/>
            </a:solidFill>
            <a:prstDash val="solid"/>
            <a:round/>
            <a:headEnd len="med" w="med" type="none"/>
            <a:tailEnd len="med" w="med" type="none"/>
          </a:ln>
        </p:spPr>
      </p:cxnSp>
      <p:sp>
        <p:nvSpPr>
          <p:cNvPr id="165" name="Google Shape;165;p16"/>
          <p:cNvSpPr txBox="1"/>
          <p:nvPr>
            <p:ph idx="3" type="subTitle"/>
          </p:nvPr>
        </p:nvSpPr>
        <p:spPr>
          <a:xfrm>
            <a:off x="4467775" y="1832876"/>
            <a:ext cx="5115600" cy="6456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p:txBody>
      </p:sp>
      <p:sp>
        <p:nvSpPr>
          <p:cNvPr id="166" name="Google Shape;166;p16"/>
          <p:cNvSpPr txBox="1"/>
          <p:nvPr>
            <p:ph idx="4" type="subTitle"/>
          </p:nvPr>
        </p:nvSpPr>
        <p:spPr>
          <a:xfrm>
            <a:off x="4467775" y="1441300"/>
            <a:ext cx="4538700" cy="298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1400">
                <a:latin typeface="Red Hat Display Medium"/>
                <a:ea typeface="Red Hat Display Medium"/>
                <a:cs typeface="Red Hat Display Medium"/>
                <a:sym typeface="Red Hat Display Medium"/>
              </a:defRPr>
            </a:lvl1pPr>
            <a:lvl2pPr lvl="1" rtl="0">
              <a:lnSpc>
                <a:spcPct val="100000"/>
              </a:lnSpc>
              <a:spcBef>
                <a:spcPts val="0"/>
              </a:spcBef>
              <a:spcAft>
                <a:spcPts val="0"/>
              </a:spcAft>
              <a:buNone/>
              <a:defRPr>
                <a:latin typeface="Red Hat Display Medium"/>
                <a:ea typeface="Red Hat Display Medium"/>
                <a:cs typeface="Red Hat Display Medium"/>
                <a:sym typeface="Red Hat Display Medium"/>
              </a:defRPr>
            </a:lvl2pPr>
            <a:lvl3pPr lvl="2" rtl="0">
              <a:lnSpc>
                <a:spcPct val="100000"/>
              </a:lnSpc>
              <a:spcBef>
                <a:spcPts val="0"/>
              </a:spcBef>
              <a:spcAft>
                <a:spcPts val="0"/>
              </a:spcAft>
              <a:buNone/>
              <a:defRPr>
                <a:latin typeface="Red Hat Display Medium"/>
                <a:ea typeface="Red Hat Display Medium"/>
                <a:cs typeface="Red Hat Display Medium"/>
                <a:sym typeface="Red Hat Display Medium"/>
              </a:defRPr>
            </a:lvl3pPr>
            <a:lvl4pPr lvl="3" rtl="0">
              <a:lnSpc>
                <a:spcPct val="100000"/>
              </a:lnSpc>
              <a:spcBef>
                <a:spcPts val="0"/>
              </a:spcBef>
              <a:spcAft>
                <a:spcPts val="0"/>
              </a:spcAft>
              <a:buNone/>
              <a:defRPr>
                <a:latin typeface="Red Hat Display Medium"/>
                <a:ea typeface="Red Hat Display Medium"/>
                <a:cs typeface="Red Hat Display Medium"/>
                <a:sym typeface="Red Hat Display Medium"/>
              </a:defRPr>
            </a:lvl4pPr>
            <a:lvl5pPr lvl="4" rtl="0">
              <a:lnSpc>
                <a:spcPct val="100000"/>
              </a:lnSpc>
              <a:spcBef>
                <a:spcPts val="0"/>
              </a:spcBef>
              <a:spcAft>
                <a:spcPts val="0"/>
              </a:spcAft>
              <a:buNone/>
              <a:defRPr>
                <a:latin typeface="Red Hat Display Medium"/>
                <a:ea typeface="Red Hat Display Medium"/>
                <a:cs typeface="Red Hat Display Medium"/>
                <a:sym typeface="Red Hat Display Medium"/>
              </a:defRPr>
            </a:lvl5pPr>
            <a:lvl6pPr lvl="5" rtl="0">
              <a:lnSpc>
                <a:spcPct val="100000"/>
              </a:lnSpc>
              <a:spcBef>
                <a:spcPts val="0"/>
              </a:spcBef>
              <a:spcAft>
                <a:spcPts val="0"/>
              </a:spcAft>
              <a:buNone/>
              <a:defRPr>
                <a:latin typeface="Red Hat Display Medium"/>
                <a:ea typeface="Red Hat Display Medium"/>
                <a:cs typeface="Red Hat Display Medium"/>
                <a:sym typeface="Red Hat Display Medium"/>
              </a:defRPr>
            </a:lvl6pPr>
            <a:lvl7pPr lvl="6" rtl="0">
              <a:lnSpc>
                <a:spcPct val="100000"/>
              </a:lnSpc>
              <a:spcBef>
                <a:spcPts val="0"/>
              </a:spcBef>
              <a:spcAft>
                <a:spcPts val="0"/>
              </a:spcAft>
              <a:buNone/>
              <a:defRPr>
                <a:latin typeface="Red Hat Display Medium"/>
                <a:ea typeface="Red Hat Display Medium"/>
                <a:cs typeface="Red Hat Display Medium"/>
                <a:sym typeface="Red Hat Display Medium"/>
              </a:defRPr>
            </a:lvl7pPr>
            <a:lvl8pPr lvl="7" rtl="0">
              <a:lnSpc>
                <a:spcPct val="100000"/>
              </a:lnSpc>
              <a:spcBef>
                <a:spcPts val="0"/>
              </a:spcBef>
              <a:spcAft>
                <a:spcPts val="0"/>
              </a:spcAft>
              <a:buNone/>
              <a:defRPr>
                <a:latin typeface="Red Hat Display Medium"/>
                <a:ea typeface="Red Hat Display Medium"/>
                <a:cs typeface="Red Hat Display Medium"/>
                <a:sym typeface="Red Hat Display Medium"/>
              </a:defRPr>
            </a:lvl8pPr>
            <a:lvl9pPr lvl="8" rtl="0">
              <a:lnSpc>
                <a:spcPct val="100000"/>
              </a:lnSpc>
              <a:spcBef>
                <a:spcPts val="0"/>
              </a:spcBef>
              <a:spcAft>
                <a:spcPts val="0"/>
              </a:spcAft>
              <a:buNone/>
              <a:defRPr>
                <a:latin typeface="Red Hat Display Medium"/>
                <a:ea typeface="Red Hat Display Medium"/>
                <a:cs typeface="Red Hat Display Medium"/>
                <a:sym typeface="Red Hat Display Medium"/>
              </a:defRPr>
            </a:lvl9pPr>
          </a:lstStyle>
          <a:p/>
        </p:txBody>
      </p:sp>
      <p:sp>
        <p:nvSpPr>
          <p:cNvPr id="167" name="Google Shape;167;p16"/>
          <p:cNvSpPr txBox="1"/>
          <p:nvPr>
            <p:ph idx="5" type="subTitle"/>
          </p:nvPr>
        </p:nvSpPr>
        <p:spPr>
          <a:xfrm>
            <a:off x="3362500" y="1832876"/>
            <a:ext cx="690000" cy="2349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0"/>
              </a:spcBef>
              <a:spcAft>
                <a:spcPts val="0"/>
              </a:spcAft>
              <a:buNone/>
              <a:defRPr sz="1400"/>
            </a:lvl2pPr>
            <a:lvl3pPr lvl="2" rtl="0" algn="ctr">
              <a:spcBef>
                <a:spcPts val="0"/>
              </a:spcBef>
              <a:spcAft>
                <a:spcPts val="0"/>
              </a:spcAft>
              <a:buNone/>
              <a:defRPr sz="1400"/>
            </a:lvl3pPr>
            <a:lvl4pPr lvl="3" rtl="0" algn="ctr">
              <a:spcBef>
                <a:spcPts val="0"/>
              </a:spcBef>
              <a:spcAft>
                <a:spcPts val="0"/>
              </a:spcAft>
              <a:buNone/>
              <a:defRPr sz="1400"/>
            </a:lvl4pPr>
            <a:lvl5pPr lvl="4" rtl="0" algn="ctr">
              <a:spcBef>
                <a:spcPts val="0"/>
              </a:spcBef>
              <a:spcAft>
                <a:spcPts val="0"/>
              </a:spcAft>
              <a:buNone/>
              <a:defRPr sz="1400"/>
            </a:lvl5pPr>
            <a:lvl6pPr lvl="5" rtl="0" algn="ctr">
              <a:spcBef>
                <a:spcPts val="0"/>
              </a:spcBef>
              <a:spcAft>
                <a:spcPts val="0"/>
              </a:spcAft>
              <a:buNone/>
              <a:defRPr sz="1400"/>
            </a:lvl6pPr>
            <a:lvl7pPr lvl="6" rtl="0" algn="ctr">
              <a:spcBef>
                <a:spcPts val="0"/>
              </a:spcBef>
              <a:spcAft>
                <a:spcPts val="0"/>
              </a:spcAft>
              <a:buNone/>
              <a:defRPr sz="1400"/>
            </a:lvl7pPr>
            <a:lvl8pPr lvl="7" rtl="0" algn="ctr">
              <a:spcBef>
                <a:spcPts val="0"/>
              </a:spcBef>
              <a:spcAft>
                <a:spcPts val="0"/>
              </a:spcAft>
              <a:buNone/>
              <a:defRPr sz="1400"/>
            </a:lvl8pPr>
            <a:lvl9pPr lvl="8" rtl="0" algn="ctr">
              <a:spcBef>
                <a:spcPts val="0"/>
              </a:spcBef>
              <a:spcAft>
                <a:spcPts val="0"/>
              </a:spcAft>
              <a:buNone/>
              <a:defRPr sz="14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meline horizontal">
  <p:cSld name="CUSTOM_4_15">
    <p:spTree>
      <p:nvGrpSpPr>
        <p:cNvPr id="168" name="Shape 168"/>
        <p:cNvGrpSpPr/>
        <p:nvPr/>
      </p:nvGrpSpPr>
      <p:grpSpPr>
        <a:xfrm>
          <a:off x="0" y="0"/>
          <a:ext cx="0" cy="0"/>
          <a:chOff x="0" y="0"/>
          <a:chExt cx="0" cy="0"/>
        </a:xfrm>
      </p:grpSpPr>
      <p:cxnSp>
        <p:nvCxnSpPr>
          <p:cNvPr id="169" name="Google Shape;169;p1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70" name="Google Shape;170;p1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71" name="Google Shape;171;p1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72" name="Google Shape;172;p17"/>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73" name="Google Shape;173;p17"/>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74" name="Google Shape;174;p17"/>
          <p:cNvSpPr txBox="1"/>
          <p:nvPr>
            <p:ph idx="2" type="subTitle"/>
          </p:nvPr>
        </p:nvSpPr>
        <p:spPr>
          <a:xfrm>
            <a:off x="2042425" y="2497493"/>
            <a:ext cx="2106900" cy="3792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1200">
                <a:latin typeface="Red Hat Display Medium"/>
                <a:ea typeface="Red Hat Display Medium"/>
                <a:cs typeface="Red Hat Display Medium"/>
                <a:sym typeface="Red Hat Display Medium"/>
              </a:defRPr>
            </a:lvl1pPr>
            <a:lvl2pPr lvl="1" rtl="0">
              <a:lnSpc>
                <a:spcPct val="115000"/>
              </a:lnSpc>
              <a:spcBef>
                <a:spcPts val="0"/>
              </a:spcBef>
              <a:spcAft>
                <a:spcPts val="0"/>
              </a:spcAft>
              <a:buNone/>
              <a:defRPr sz="1200">
                <a:latin typeface="Red Hat Display Medium"/>
                <a:ea typeface="Red Hat Display Medium"/>
                <a:cs typeface="Red Hat Display Medium"/>
                <a:sym typeface="Red Hat Display Medium"/>
              </a:defRPr>
            </a:lvl2pPr>
            <a:lvl3pPr lvl="2" rtl="0">
              <a:lnSpc>
                <a:spcPct val="115000"/>
              </a:lnSpc>
              <a:spcBef>
                <a:spcPts val="0"/>
              </a:spcBef>
              <a:spcAft>
                <a:spcPts val="0"/>
              </a:spcAft>
              <a:buNone/>
              <a:defRPr sz="1200">
                <a:latin typeface="Red Hat Display Medium"/>
                <a:ea typeface="Red Hat Display Medium"/>
                <a:cs typeface="Red Hat Display Medium"/>
                <a:sym typeface="Red Hat Display Medium"/>
              </a:defRPr>
            </a:lvl3pPr>
            <a:lvl4pPr lvl="3" rtl="0">
              <a:lnSpc>
                <a:spcPct val="115000"/>
              </a:lnSpc>
              <a:spcBef>
                <a:spcPts val="0"/>
              </a:spcBef>
              <a:spcAft>
                <a:spcPts val="0"/>
              </a:spcAft>
              <a:buNone/>
              <a:defRPr sz="1200">
                <a:latin typeface="Red Hat Display Medium"/>
                <a:ea typeface="Red Hat Display Medium"/>
                <a:cs typeface="Red Hat Display Medium"/>
                <a:sym typeface="Red Hat Display Medium"/>
              </a:defRPr>
            </a:lvl4pPr>
            <a:lvl5pPr lvl="4" rtl="0">
              <a:lnSpc>
                <a:spcPct val="115000"/>
              </a:lnSpc>
              <a:spcBef>
                <a:spcPts val="0"/>
              </a:spcBef>
              <a:spcAft>
                <a:spcPts val="0"/>
              </a:spcAft>
              <a:buNone/>
              <a:defRPr sz="1200">
                <a:latin typeface="Red Hat Display Medium"/>
                <a:ea typeface="Red Hat Display Medium"/>
                <a:cs typeface="Red Hat Display Medium"/>
                <a:sym typeface="Red Hat Display Medium"/>
              </a:defRPr>
            </a:lvl5pPr>
            <a:lvl6pPr lvl="5" rtl="0">
              <a:lnSpc>
                <a:spcPct val="115000"/>
              </a:lnSpc>
              <a:spcBef>
                <a:spcPts val="0"/>
              </a:spcBef>
              <a:spcAft>
                <a:spcPts val="0"/>
              </a:spcAft>
              <a:buNone/>
              <a:defRPr sz="1200">
                <a:latin typeface="Red Hat Display Medium"/>
                <a:ea typeface="Red Hat Display Medium"/>
                <a:cs typeface="Red Hat Display Medium"/>
                <a:sym typeface="Red Hat Display Medium"/>
              </a:defRPr>
            </a:lvl6pPr>
            <a:lvl7pPr lvl="6" rtl="0">
              <a:lnSpc>
                <a:spcPct val="115000"/>
              </a:lnSpc>
              <a:spcBef>
                <a:spcPts val="0"/>
              </a:spcBef>
              <a:spcAft>
                <a:spcPts val="0"/>
              </a:spcAft>
              <a:buNone/>
              <a:defRPr sz="1200">
                <a:latin typeface="Red Hat Display Medium"/>
                <a:ea typeface="Red Hat Display Medium"/>
                <a:cs typeface="Red Hat Display Medium"/>
                <a:sym typeface="Red Hat Display Medium"/>
              </a:defRPr>
            </a:lvl7pPr>
            <a:lvl8pPr lvl="7" rtl="0">
              <a:lnSpc>
                <a:spcPct val="115000"/>
              </a:lnSpc>
              <a:spcBef>
                <a:spcPts val="0"/>
              </a:spcBef>
              <a:spcAft>
                <a:spcPts val="0"/>
              </a:spcAft>
              <a:buNone/>
              <a:defRPr sz="1200">
                <a:latin typeface="Red Hat Display Medium"/>
                <a:ea typeface="Red Hat Display Medium"/>
                <a:cs typeface="Red Hat Display Medium"/>
                <a:sym typeface="Red Hat Display Medium"/>
              </a:defRPr>
            </a:lvl8pPr>
            <a:lvl9pPr lvl="8" rtl="0">
              <a:lnSpc>
                <a:spcPct val="115000"/>
              </a:lnSpc>
              <a:spcBef>
                <a:spcPts val="0"/>
              </a:spcBef>
              <a:spcAft>
                <a:spcPts val="0"/>
              </a:spcAft>
              <a:buNone/>
              <a:defRPr sz="1200">
                <a:latin typeface="Red Hat Display Medium"/>
                <a:ea typeface="Red Hat Display Medium"/>
                <a:cs typeface="Red Hat Display Medium"/>
                <a:sym typeface="Red Hat Display Medium"/>
              </a:defRPr>
            </a:lvl9pPr>
          </a:lstStyle>
          <a:p/>
        </p:txBody>
      </p:sp>
      <p:sp>
        <p:nvSpPr>
          <p:cNvPr id="175" name="Google Shape;175;p17"/>
          <p:cNvSpPr txBox="1"/>
          <p:nvPr>
            <p:ph idx="3" type="subTitle"/>
          </p:nvPr>
        </p:nvSpPr>
        <p:spPr>
          <a:xfrm>
            <a:off x="2042425" y="2903475"/>
            <a:ext cx="2106900" cy="6753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176" name="Google Shape;176;p17"/>
          <p:cNvSpPr txBox="1"/>
          <p:nvPr>
            <p:ph idx="4" type="subTitle"/>
          </p:nvPr>
        </p:nvSpPr>
        <p:spPr>
          <a:xfrm>
            <a:off x="1596475" y="4403575"/>
            <a:ext cx="975900" cy="234900"/>
          </a:xfrm>
          <a:prstGeom prst="rect">
            <a:avLst/>
          </a:prstGeom>
        </p:spPr>
        <p:txBody>
          <a:bodyPr anchorCtr="0" anchor="ctr" bIns="0" lIns="0" spcFirstLastPara="1" rIns="0" wrap="square" tIns="0">
            <a:noAutofit/>
          </a:bodyPr>
          <a:lstStyle>
            <a:lvl1pPr lvl="0" rtl="0" algn="ctr">
              <a:lnSpc>
                <a:spcPct val="115000"/>
              </a:lnSpc>
              <a:spcBef>
                <a:spcPts val="0"/>
              </a:spcBef>
              <a:spcAft>
                <a:spcPts val="0"/>
              </a:spcAft>
              <a:buNone/>
              <a:defRPr sz="1400">
                <a:solidFill>
                  <a:schemeClr val="accent1"/>
                </a:solidFill>
              </a:defRPr>
            </a:lvl1pPr>
            <a:lvl2pPr lvl="1" rtl="0" algn="ctr">
              <a:lnSpc>
                <a:spcPct val="115000"/>
              </a:lnSpc>
              <a:spcBef>
                <a:spcPts val="0"/>
              </a:spcBef>
              <a:spcAft>
                <a:spcPts val="0"/>
              </a:spcAft>
              <a:buNone/>
              <a:defRPr sz="1400">
                <a:solidFill>
                  <a:schemeClr val="accent1"/>
                </a:solidFill>
              </a:defRPr>
            </a:lvl2pPr>
            <a:lvl3pPr lvl="2" rtl="0" algn="ctr">
              <a:lnSpc>
                <a:spcPct val="115000"/>
              </a:lnSpc>
              <a:spcBef>
                <a:spcPts val="0"/>
              </a:spcBef>
              <a:spcAft>
                <a:spcPts val="0"/>
              </a:spcAft>
              <a:buNone/>
              <a:defRPr sz="1400">
                <a:solidFill>
                  <a:schemeClr val="accent1"/>
                </a:solidFill>
              </a:defRPr>
            </a:lvl3pPr>
            <a:lvl4pPr lvl="3" rtl="0" algn="ctr">
              <a:lnSpc>
                <a:spcPct val="115000"/>
              </a:lnSpc>
              <a:spcBef>
                <a:spcPts val="0"/>
              </a:spcBef>
              <a:spcAft>
                <a:spcPts val="0"/>
              </a:spcAft>
              <a:buNone/>
              <a:defRPr sz="1400">
                <a:solidFill>
                  <a:schemeClr val="accent1"/>
                </a:solidFill>
              </a:defRPr>
            </a:lvl4pPr>
            <a:lvl5pPr lvl="4" rtl="0" algn="ctr">
              <a:lnSpc>
                <a:spcPct val="115000"/>
              </a:lnSpc>
              <a:spcBef>
                <a:spcPts val="0"/>
              </a:spcBef>
              <a:spcAft>
                <a:spcPts val="0"/>
              </a:spcAft>
              <a:buNone/>
              <a:defRPr sz="1400">
                <a:solidFill>
                  <a:schemeClr val="accent1"/>
                </a:solidFill>
              </a:defRPr>
            </a:lvl5pPr>
            <a:lvl6pPr lvl="5" rtl="0" algn="ctr">
              <a:lnSpc>
                <a:spcPct val="115000"/>
              </a:lnSpc>
              <a:spcBef>
                <a:spcPts val="0"/>
              </a:spcBef>
              <a:spcAft>
                <a:spcPts val="0"/>
              </a:spcAft>
              <a:buNone/>
              <a:defRPr sz="1400">
                <a:solidFill>
                  <a:schemeClr val="accent1"/>
                </a:solidFill>
              </a:defRPr>
            </a:lvl6pPr>
            <a:lvl7pPr lvl="6" rtl="0" algn="ctr">
              <a:lnSpc>
                <a:spcPct val="115000"/>
              </a:lnSpc>
              <a:spcBef>
                <a:spcPts val="0"/>
              </a:spcBef>
              <a:spcAft>
                <a:spcPts val="0"/>
              </a:spcAft>
              <a:buNone/>
              <a:defRPr sz="1400">
                <a:solidFill>
                  <a:schemeClr val="accent1"/>
                </a:solidFill>
              </a:defRPr>
            </a:lvl7pPr>
            <a:lvl8pPr lvl="7" rtl="0" algn="ctr">
              <a:lnSpc>
                <a:spcPct val="115000"/>
              </a:lnSpc>
              <a:spcBef>
                <a:spcPts val="0"/>
              </a:spcBef>
              <a:spcAft>
                <a:spcPts val="0"/>
              </a:spcAft>
              <a:buNone/>
              <a:defRPr sz="1400">
                <a:solidFill>
                  <a:schemeClr val="accent1"/>
                </a:solidFill>
              </a:defRPr>
            </a:lvl8pPr>
            <a:lvl9pPr lvl="8" rtl="0" algn="ctr">
              <a:lnSpc>
                <a:spcPct val="115000"/>
              </a:lnSpc>
              <a:spcBef>
                <a:spcPts val="0"/>
              </a:spcBef>
              <a:spcAft>
                <a:spcPts val="0"/>
              </a:spcAft>
              <a:buNone/>
              <a:defRPr sz="1400">
                <a:solidFill>
                  <a:schemeClr val="accent1"/>
                </a:solidFill>
              </a:defRPr>
            </a:lvl9pPr>
          </a:lstStyle>
          <a:p/>
        </p:txBody>
      </p:sp>
      <p:sp>
        <p:nvSpPr>
          <p:cNvPr id="177" name="Google Shape;177;p17"/>
          <p:cNvSpPr txBox="1"/>
          <p:nvPr>
            <p:ph idx="5" type="subTitle"/>
          </p:nvPr>
        </p:nvSpPr>
        <p:spPr>
          <a:xfrm>
            <a:off x="3278975" y="3892511"/>
            <a:ext cx="975900" cy="234900"/>
          </a:xfrm>
          <a:prstGeom prst="rect">
            <a:avLst/>
          </a:prstGeom>
        </p:spPr>
        <p:txBody>
          <a:bodyPr anchorCtr="0" anchor="ctr" bIns="0" lIns="0" spcFirstLastPara="1" rIns="0" wrap="square" tIns="0">
            <a:noAutofit/>
          </a:bodyPr>
          <a:lstStyle>
            <a:lvl1pPr lvl="0" rtl="0" algn="ctr">
              <a:lnSpc>
                <a:spcPct val="115000"/>
              </a:lnSpc>
              <a:spcBef>
                <a:spcPts val="0"/>
              </a:spcBef>
              <a:spcAft>
                <a:spcPts val="0"/>
              </a:spcAft>
              <a:buNone/>
              <a:defRPr sz="1400">
                <a:solidFill>
                  <a:schemeClr val="accent1"/>
                </a:solidFill>
              </a:defRPr>
            </a:lvl1pPr>
            <a:lvl2pPr lvl="1" rtl="0" algn="ctr">
              <a:lnSpc>
                <a:spcPct val="115000"/>
              </a:lnSpc>
              <a:spcBef>
                <a:spcPts val="0"/>
              </a:spcBef>
              <a:spcAft>
                <a:spcPts val="0"/>
              </a:spcAft>
              <a:buNone/>
              <a:defRPr sz="1400">
                <a:solidFill>
                  <a:schemeClr val="accent1"/>
                </a:solidFill>
              </a:defRPr>
            </a:lvl2pPr>
            <a:lvl3pPr lvl="2" rtl="0" algn="ctr">
              <a:lnSpc>
                <a:spcPct val="115000"/>
              </a:lnSpc>
              <a:spcBef>
                <a:spcPts val="0"/>
              </a:spcBef>
              <a:spcAft>
                <a:spcPts val="0"/>
              </a:spcAft>
              <a:buNone/>
              <a:defRPr sz="1400">
                <a:solidFill>
                  <a:schemeClr val="accent1"/>
                </a:solidFill>
              </a:defRPr>
            </a:lvl3pPr>
            <a:lvl4pPr lvl="3" rtl="0" algn="ctr">
              <a:lnSpc>
                <a:spcPct val="115000"/>
              </a:lnSpc>
              <a:spcBef>
                <a:spcPts val="0"/>
              </a:spcBef>
              <a:spcAft>
                <a:spcPts val="0"/>
              </a:spcAft>
              <a:buNone/>
              <a:defRPr sz="1400">
                <a:solidFill>
                  <a:schemeClr val="accent1"/>
                </a:solidFill>
              </a:defRPr>
            </a:lvl4pPr>
            <a:lvl5pPr lvl="4" rtl="0" algn="ctr">
              <a:lnSpc>
                <a:spcPct val="115000"/>
              </a:lnSpc>
              <a:spcBef>
                <a:spcPts val="0"/>
              </a:spcBef>
              <a:spcAft>
                <a:spcPts val="0"/>
              </a:spcAft>
              <a:buNone/>
              <a:defRPr sz="1400">
                <a:solidFill>
                  <a:schemeClr val="accent1"/>
                </a:solidFill>
              </a:defRPr>
            </a:lvl5pPr>
            <a:lvl6pPr lvl="5" rtl="0" algn="ctr">
              <a:lnSpc>
                <a:spcPct val="115000"/>
              </a:lnSpc>
              <a:spcBef>
                <a:spcPts val="0"/>
              </a:spcBef>
              <a:spcAft>
                <a:spcPts val="0"/>
              </a:spcAft>
              <a:buNone/>
              <a:defRPr sz="1400">
                <a:solidFill>
                  <a:schemeClr val="accent1"/>
                </a:solidFill>
              </a:defRPr>
            </a:lvl6pPr>
            <a:lvl7pPr lvl="6" rtl="0" algn="ctr">
              <a:lnSpc>
                <a:spcPct val="115000"/>
              </a:lnSpc>
              <a:spcBef>
                <a:spcPts val="0"/>
              </a:spcBef>
              <a:spcAft>
                <a:spcPts val="0"/>
              </a:spcAft>
              <a:buNone/>
              <a:defRPr sz="1400">
                <a:solidFill>
                  <a:schemeClr val="accent1"/>
                </a:solidFill>
              </a:defRPr>
            </a:lvl7pPr>
            <a:lvl8pPr lvl="7" rtl="0" algn="ctr">
              <a:lnSpc>
                <a:spcPct val="115000"/>
              </a:lnSpc>
              <a:spcBef>
                <a:spcPts val="0"/>
              </a:spcBef>
              <a:spcAft>
                <a:spcPts val="0"/>
              </a:spcAft>
              <a:buNone/>
              <a:defRPr sz="1400">
                <a:solidFill>
                  <a:schemeClr val="accent1"/>
                </a:solidFill>
              </a:defRPr>
            </a:lvl8pPr>
            <a:lvl9pPr lvl="8" rtl="0" algn="ctr">
              <a:lnSpc>
                <a:spcPct val="115000"/>
              </a:lnSpc>
              <a:spcBef>
                <a:spcPts val="0"/>
              </a:spcBef>
              <a:spcAft>
                <a:spcPts val="0"/>
              </a:spcAft>
              <a:buNone/>
              <a:defRPr sz="1400">
                <a:solidFill>
                  <a:schemeClr val="accent1"/>
                </a:solidFill>
              </a:defRPr>
            </a:lvl9pPr>
          </a:lstStyle>
          <a:p/>
        </p:txBody>
      </p:sp>
      <p:sp>
        <p:nvSpPr>
          <p:cNvPr id="178" name="Google Shape;178;p17"/>
          <p:cNvSpPr txBox="1"/>
          <p:nvPr>
            <p:ph idx="6" type="subTitle"/>
          </p:nvPr>
        </p:nvSpPr>
        <p:spPr>
          <a:xfrm>
            <a:off x="1713425" y="4752722"/>
            <a:ext cx="2106900" cy="379200"/>
          </a:xfrm>
          <a:prstGeom prst="rect">
            <a:avLst/>
          </a:prstGeom>
        </p:spPr>
        <p:txBody>
          <a:bodyPr anchorCtr="0" anchor="b" bIns="0" lIns="0" spcFirstLastPara="1" rIns="0" wrap="square" tIns="0">
            <a:noAutofit/>
          </a:bodyPr>
          <a:lstStyle>
            <a:lvl1pPr lvl="0" rtl="0" algn="r">
              <a:lnSpc>
                <a:spcPct val="115000"/>
              </a:lnSpc>
              <a:spcBef>
                <a:spcPts val="0"/>
              </a:spcBef>
              <a:spcAft>
                <a:spcPts val="0"/>
              </a:spcAft>
              <a:buNone/>
              <a:defRPr sz="1200">
                <a:latin typeface="Red Hat Display Medium"/>
                <a:ea typeface="Red Hat Display Medium"/>
                <a:cs typeface="Red Hat Display Medium"/>
                <a:sym typeface="Red Hat Display Medium"/>
              </a:defRPr>
            </a:lvl1pPr>
            <a:lvl2pPr lvl="1" rtl="0" algn="r">
              <a:lnSpc>
                <a:spcPct val="115000"/>
              </a:lnSpc>
              <a:spcBef>
                <a:spcPts val="0"/>
              </a:spcBef>
              <a:spcAft>
                <a:spcPts val="0"/>
              </a:spcAft>
              <a:buNone/>
              <a:defRPr sz="1200">
                <a:latin typeface="Red Hat Display Medium"/>
                <a:ea typeface="Red Hat Display Medium"/>
                <a:cs typeface="Red Hat Display Medium"/>
                <a:sym typeface="Red Hat Display Medium"/>
              </a:defRPr>
            </a:lvl2pPr>
            <a:lvl3pPr lvl="2" rtl="0" algn="r">
              <a:lnSpc>
                <a:spcPct val="115000"/>
              </a:lnSpc>
              <a:spcBef>
                <a:spcPts val="0"/>
              </a:spcBef>
              <a:spcAft>
                <a:spcPts val="0"/>
              </a:spcAft>
              <a:buNone/>
              <a:defRPr sz="1200">
                <a:latin typeface="Red Hat Display Medium"/>
                <a:ea typeface="Red Hat Display Medium"/>
                <a:cs typeface="Red Hat Display Medium"/>
                <a:sym typeface="Red Hat Display Medium"/>
              </a:defRPr>
            </a:lvl3pPr>
            <a:lvl4pPr lvl="3" rtl="0" algn="r">
              <a:lnSpc>
                <a:spcPct val="115000"/>
              </a:lnSpc>
              <a:spcBef>
                <a:spcPts val="0"/>
              </a:spcBef>
              <a:spcAft>
                <a:spcPts val="0"/>
              </a:spcAft>
              <a:buNone/>
              <a:defRPr sz="1200">
                <a:latin typeface="Red Hat Display Medium"/>
                <a:ea typeface="Red Hat Display Medium"/>
                <a:cs typeface="Red Hat Display Medium"/>
                <a:sym typeface="Red Hat Display Medium"/>
              </a:defRPr>
            </a:lvl4pPr>
            <a:lvl5pPr lvl="4" rtl="0" algn="r">
              <a:lnSpc>
                <a:spcPct val="115000"/>
              </a:lnSpc>
              <a:spcBef>
                <a:spcPts val="0"/>
              </a:spcBef>
              <a:spcAft>
                <a:spcPts val="0"/>
              </a:spcAft>
              <a:buNone/>
              <a:defRPr sz="1200">
                <a:latin typeface="Red Hat Display Medium"/>
                <a:ea typeface="Red Hat Display Medium"/>
                <a:cs typeface="Red Hat Display Medium"/>
                <a:sym typeface="Red Hat Display Medium"/>
              </a:defRPr>
            </a:lvl5pPr>
            <a:lvl6pPr lvl="5" rtl="0" algn="r">
              <a:lnSpc>
                <a:spcPct val="115000"/>
              </a:lnSpc>
              <a:spcBef>
                <a:spcPts val="0"/>
              </a:spcBef>
              <a:spcAft>
                <a:spcPts val="0"/>
              </a:spcAft>
              <a:buNone/>
              <a:defRPr sz="1200">
                <a:latin typeface="Red Hat Display Medium"/>
                <a:ea typeface="Red Hat Display Medium"/>
                <a:cs typeface="Red Hat Display Medium"/>
                <a:sym typeface="Red Hat Display Medium"/>
              </a:defRPr>
            </a:lvl6pPr>
            <a:lvl7pPr lvl="6" rtl="0" algn="r">
              <a:lnSpc>
                <a:spcPct val="115000"/>
              </a:lnSpc>
              <a:spcBef>
                <a:spcPts val="0"/>
              </a:spcBef>
              <a:spcAft>
                <a:spcPts val="0"/>
              </a:spcAft>
              <a:buNone/>
              <a:defRPr sz="1200">
                <a:latin typeface="Red Hat Display Medium"/>
                <a:ea typeface="Red Hat Display Medium"/>
                <a:cs typeface="Red Hat Display Medium"/>
                <a:sym typeface="Red Hat Display Medium"/>
              </a:defRPr>
            </a:lvl7pPr>
            <a:lvl8pPr lvl="7" rtl="0" algn="r">
              <a:lnSpc>
                <a:spcPct val="115000"/>
              </a:lnSpc>
              <a:spcBef>
                <a:spcPts val="0"/>
              </a:spcBef>
              <a:spcAft>
                <a:spcPts val="0"/>
              </a:spcAft>
              <a:buNone/>
              <a:defRPr sz="1200">
                <a:latin typeface="Red Hat Display Medium"/>
                <a:ea typeface="Red Hat Display Medium"/>
                <a:cs typeface="Red Hat Display Medium"/>
                <a:sym typeface="Red Hat Display Medium"/>
              </a:defRPr>
            </a:lvl8pPr>
            <a:lvl9pPr lvl="8" rtl="0" algn="r">
              <a:lnSpc>
                <a:spcPct val="115000"/>
              </a:lnSpc>
              <a:spcBef>
                <a:spcPts val="0"/>
              </a:spcBef>
              <a:spcAft>
                <a:spcPts val="0"/>
              </a:spcAft>
              <a:buNone/>
              <a:defRPr sz="1200">
                <a:latin typeface="Red Hat Display Medium"/>
                <a:ea typeface="Red Hat Display Medium"/>
                <a:cs typeface="Red Hat Display Medium"/>
                <a:sym typeface="Red Hat Display Medium"/>
              </a:defRPr>
            </a:lvl9pPr>
          </a:lstStyle>
          <a:p/>
        </p:txBody>
      </p:sp>
      <p:sp>
        <p:nvSpPr>
          <p:cNvPr id="179" name="Google Shape;179;p17"/>
          <p:cNvSpPr txBox="1"/>
          <p:nvPr>
            <p:ph idx="7" type="subTitle"/>
          </p:nvPr>
        </p:nvSpPr>
        <p:spPr>
          <a:xfrm>
            <a:off x="1713425" y="5158703"/>
            <a:ext cx="2106900" cy="675300"/>
          </a:xfrm>
          <a:prstGeom prst="rect">
            <a:avLst/>
          </a:prstGeom>
        </p:spPr>
        <p:txBody>
          <a:bodyPr anchorCtr="0" anchor="t" bIns="0" lIns="0" spcFirstLastPara="1" rIns="0" wrap="square" tIns="0">
            <a:noAutofit/>
          </a:bodyPr>
          <a:lstStyle>
            <a:lvl1pPr lvl="0" rtl="0" algn="r">
              <a:lnSpc>
                <a:spcPct val="115000"/>
              </a:lnSpc>
              <a:spcBef>
                <a:spcPts val="0"/>
              </a:spcBef>
              <a:spcAft>
                <a:spcPts val="0"/>
              </a:spcAft>
              <a:buNone/>
              <a:defRPr sz="1200"/>
            </a:lvl1pPr>
            <a:lvl2pPr lvl="1" rtl="0" algn="r">
              <a:lnSpc>
                <a:spcPct val="115000"/>
              </a:lnSpc>
              <a:spcBef>
                <a:spcPts val="0"/>
              </a:spcBef>
              <a:spcAft>
                <a:spcPts val="0"/>
              </a:spcAft>
              <a:buNone/>
              <a:defRPr sz="1200"/>
            </a:lvl2pPr>
            <a:lvl3pPr lvl="2" rtl="0" algn="r">
              <a:lnSpc>
                <a:spcPct val="115000"/>
              </a:lnSpc>
              <a:spcBef>
                <a:spcPts val="0"/>
              </a:spcBef>
              <a:spcAft>
                <a:spcPts val="0"/>
              </a:spcAft>
              <a:buNone/>
              <a:defRPr sz="1200"/>
            </a:lvl3pPr>
            <a:lvl4pPr lvl="3" rtl="0" algn="r">
              <a:lnSpc>
                <a:spcPct val="115000"/>
              </a:lnSpc>
              <a:spcBef>
                <a:spcPts val="0"/>
              </a:spcBef>
              <a:spcAft>
                <a:spcPts val="0"/>
              </a:spcAft>
              <a:buNone/>
              <a:defRPr sz="1200"/>
            </a:lvl4pPr>
            <a:lvl5pPr lvl="4" rtl="0" algn="r">
              <a:lnSpc>
                <a:spcPct val="115000"/>
              </a:lnSpc>
              <a:spcBef>
                <a:spcPts val="0"/>
              </a:spcBef>
              <a:spcAft>
                <a:spcPts val="0"/>
              </a:spcAft>
              <a:buNone/>
              <a:defRPr sz="1200"/>
            </a:lvl5pPr>
            <a:lvl6pPr lvl="5" rtl="0" algn="r">
              <a:lnSpc>
                <a:spcPct val="115000"/>
              </a:lnSpc>
              <a:spcBef>
                <a:spcPts val="0"/>
              </a:spcBef>
              <a:spcAft>
                <a:spcPts val="0"/>
              </a:spcAft>
              <a:buNone/>
              <a:defRPr sz="1200"/>
            </a:lvl6pPr>
            <a:lvl7pPr lvl="6" rtl="0" algn="r">
              <a:lnSpc>
                <a:spcPct val="115000"/>
              </a:lnSpc>
              <a:spcBef>
                <a:spcPts val="0"/>
              </a:spcBef>
              <a:spcAft>
                <a:spcPts val="0"/>
              </a:spcAft>
              <a:buNone/>
              <a:defRPr sz="1200"/>
            </a:lvl7pPr>
            <a:lvl8pPr lvl="7" rtl="0" algn="r">
              <a:lnSpc>
                <a:spcPct val="115000"/>
              </a:lnSpc>
              <a:spcBef>
                <a:spcPts val="0"/>
              </a:spcBef>
              <a:spcAft>
                <a:spcPts val="0"/>
              </a:spcAft>
              <a:buNone/>
              <a:defRPr sz="1200"/>
            </a:lvl8pPr>
            <a:lvl9pPr lvl="8" rtl="0" algn="r">
              <a:lnSpc>
                <a:spcPct val="115000"/>
              </a:lnSpc>
              <a:spcBef>
                <a:spcPts val="0"/>
              </a:spcBef>
              <a:spcAft>
                <a:spcPts val="0"/>
              </a:spcAft>
              <a:buNone/>
              <a:defRPr sz="1200"/>
            </a:lvl9pPr>
          </a:lstStyle>
          <a:p/>
        </p:txBody>
      </p:sp>
      <p:sp>
        <p:nvSpPr>
          <p:cNvPr id="180" name="Google Shape;180;p17"/>
          <p:cNvSpPr txBox="1"/>
          <p:nvPr>
            <p:ph idx="8"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81" name="Google Shape;181;p17"/>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82" name="Google Shape;182;p17"/>
          <p:cNvSpPr txBox="1"/>
          <p:nvPr>
            <p:ph idx="9"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hree callouts">
  <p:cSld name="CUSTOM_4_14">
    <p:spTree>
      <p:nvGrpSpPr>
        <p:cNvPr id="183" name="Shape 183"/>
        <p:cNvGrpSpPr/>
        <p:nvPr/>
      </p:nvGrpSpPr>
      <p:grpSpPr>
        <a:xfrm>
          <a:off x="0" y="0"/>
          <a:ext cx="0" cy="0"/>
          <a:chOff x="0" y="0"/>
          <a:chExt cx="0" cy="0"/>
        </a:xfrm>
      </p:grpSpPr>
      <p:sp>
        <p:nvSpPr>
          <p:cNvPr id="184" name="Google Shape;184;p18"/>
          <p:cNvSpPr txBox="1"/>
          <p:nvPr>
            <p:ph idx="1" type="subTitle"/>
          </p:nvPr>
        </p:nvSpPr>
        <p:spPr>
          <a:xfrm>
            <a:off x="1008900" y="2436425"/>
            <a:ext cx="3014700" cy="1240800"/>
          </a:xfrm>
          <a:prstGeom prst="rect">
            <a:avLst/>
          </a:prstGeom>
        </p:spPr>
        <p:txBody>
          <a:bodyPr anchorCtr="0" anchor="t" bIns="0" lIns="0" spcFirstLastPara="1" rIns="0" wrap="square" tIns="0">
            <a:noAutofit/>
          </a:bodyPr>
          <a:lstStyle>
            <a:lvl1pPr lvl="0" rtl="0" algn="ctr">
              <a:spcBef>
                <a:spcPts val="0"/>
              </a:spcBef>
              <a:spcAft>
                <a:spcPts val="0"/>
              </a:spcAft>
              <a:buNone/>
              <a:defRPr sz="8000">
                <a:solidFill>
                  <a:schemeClr val="accent1"/>
                </a:solidFill>
              </a:defRPr>
            </a:lvl1pPr>
            <a:lvl2pPr lvl="1" rtl="0" algn="ctr">
              <a:spcBef>
                <a:spcPts val="500"/>
              </a:spcBef>
              <a:spcAft>
                <a:spcPts val="0"/>
              </a:spcAft>
              <a:buNone/>
              <a:defRPr sz="8000">
                <a:solidFill>
                  <a:schemeClr val="accent1"/>
                </a:solidFill>
              </a:defRPr>
            </a:lvl2pPr>
            <a:lvl3pPr lvl="2" rtl="0" algn="ctr">
              <a:spcBef>
                <a:spcPts val="500"/>
              </a:spcBef>
              <a:spcAft>
                <a:spcPts val="0"/>
              </a:spcAft>
              <a:buNone/>
              <a:defRPr sz="8000">
                <a:solidFill>
                  <a:schemeClr val="accent1"/>
                </a:solidFill>
              </a:defRPr>
            </a:lvl3pPr>
            <a:lvl4pPr lvl="3" rtl="0" algn="ctr">
              <a:spcBef>
                <a:spcPts val="500"/>
              </a:spcBef>
              <a:spcAft>
                <a:spcPts val="0"/>
              </a:spcAft>
              <a:buNone/>
              <a:defRPr sz="8000">
                <a:solidFill>
                  <a:schemeClr val="accent1"/>
                </a:solidFill>
              </a:defRPr>
            </a:lvl4pPr>
            <a:lvl5pPr lvl="4" rtl="0" algn="ctr">
              <a:spcBef>
                <a:spcPts val="500"/>
              </a:spcBef>
              <a:spcAft>
                <a:spcPts val="0"/>
              </a:spcAft>
              <a:buNone/>
              <a:defRPr sz="8000">
                <a:solidFill>
                  <a:schemeClr val="accent1"/>
                </a:solidFill>
              </a:defRPr>
            </a:lvl5pPr>
            <a:lvl6pPr lvl="5" rtl="0" algn="ctr">
              <a:spcBef>
                <a:spcPts val="500"/>
              </a:spcBef>
              <a:spcAft>
                <a:spcPts val="0"/>
              </a:spcAft>
              <a:buNone/>
              <a:defRPr sz="8000">
                <a:solidFill>
                  <a:schemeClr val="accent1"/>
                </a:solidFill>
              </a:defRPr>
            </a:lvl6pPr>
            <a:lvl7pPr lvl="6" rtl="0" algn="ctr">
              <a:spcBef>
                <a:spcPts val="500"/>
              </a:spcBef>
              <a:spcAft>
                <a:spcPts val="0"/>
              </a:spcAft>
              <a:buNone/>
              <a:defRPr sz="8000">
                <a:solidFill>
                  <a:schemeClr val="accent1"/>
                </a:solidFill>
              </a:defRPr>
            </a:lvl7pPr>
            <a:lvl8pPr lvl="7" rtl="0" algn="ctr">
              <a:spcBef>
                <a:spcPts val="500"/>
              </a:spcBef>
              <a:spcAft>
                <a:spcPts val="0"/>
              </a:spcAft>
              <a:buNone/>
              <a:defRPr sz="8000">
                <a:solidFill>
                  <a:schemeClr val="accent1"/>
                </a:solidFill>
              </a:defRPr>
            </a:lvl8pPr>
            <a:lvl9pPr lvl="8" rtl="0" algn="ctr">
              <a:spcBef>
                <a:spcPts val="500"/>
              </a:spcBef>
              <a:spcAft>
                <a:spcPts val="500"/>
              </a:spcAft>
              <a:buNone/>
              <a:defRPr sz="8000">
                <a:solidFill>
                  <a:schemeClr val="accent1"/>
                </a:solidFill>
              </a:defRPr>
            </a:lvl9pPr>
          </a:lstStyle>
          <a:p/>
        </p:txBody>
      </p:sp>
      <p:sp>
        <p:nvSpPr>
          <p:cNvPr id="185" name="Google Shape;185;p18"/>
          <p:cNvSpPr txBox="1"/>
          <p:nvPr>
            <p:ph idx="2" type="subTitle"/>
          </p:nvPr>
        </p:nvSpPr>
        <p:spPr>
          <a:xfrm>
            <a:off x="4588650" y="2436425"/>
            <a:ext cx="3014700" cy="1240800"/>
          </a:xfrm>
          <a:prstGeom prst="rect">
            <a:avLst/>
          </a:prstGeom>
        </p:spPr>
        <p:txBody>
          <a:bodyPr anchorCtr="0" anchor="t" bIns="0" lIns="0" spcFirstLastPara="1" rIns="0" wrap="square" tIns="0">
            <a:noAutofit/>
          </a:bodyPr>
          <a:lstStyle>
            <a:lvl1pPr lvl="0" rtl="0" algn="ctr">
              <a:spcBef>
                <a:spcPts val="0"/>
              </a:spcBef>
              <a:spcAft>
                <a:spcPts val="0"/>
              </a:spcAft>
              <a:buNone/>
              <a:defRPr sz="8000">
                <a:solidFill>
                  <a:schemeClr val="accent1"/>
                </a:solidFill>
              </a:defRPr>
            </a:lvl1pPr>
            <a:lvl2pPr lvl="1" rtl="0" algn="ctr">
              <a:spcBef>
                <a:spcPts val="500"/>
              </a:spcBef>
              <a:spcAft>
                <a:spcPts val="0"/>
              </a:spcAft>
              <a:buNone/>
              <a:defRPr sz="8000">
                <a:solidFill>
                  <a:schemeClr val="accent1"/>
                </a:solidFill>
              </a:defRPr>
            </a:lvl2pPr>
            <a:lvl3pPr lvl="2" rtl="0" algn="ctr">
              <a:spcBef>
                <a:spcPts val="500"/>
              </a:spcBef>
              <a:spcAft>
                <a:spcPts val="0"/>
              </a:spcAft>
              <a:buNone/>
              <a:defRPr sz="8000">
                <a:solidFill>
                  <a:schemeClr val="accent1"/>
                </a:solidFill>
              </a:defRPr>
            </a:lvl3pPr>
            <a:lvl4pPr lvl="3" rtl="0" algn="ctr">
              <a:spcBef>
                <a:spcPts val="500"/>
              </a:spcBef>
              <a:spcAft>
                <a:spcPts val="0"/>
              </a:spcAft>
              <a:buNone/>
              <a:defRPr sz="8000">
                <a:solidFill>
                  <a:schemeClr val="accent1"/>
                </a:solidFill>
              </a:defRPr>
            </a:lvl4pPr>
            <a:lvl5pPr lvl="4" rtl="0" algn="ctr">
              <a:spcBef>
                <a:spcPts val="500"/>
              </a:spcBef>
              <a:spcAft>
                <a:spcPts val="0"/>
              </a:spcAft>
              <a:buNone/>
              <a:defRPr sz="8000">
                <a:solidFill>
                  <a:schemeClr val="accent1"/>
                </a:solidFill>
              </a:defRPr>
            </a:lvl5pPr>
            <a:lvl6pPr lvl="5" rtl="0" algn="ctr">
              <a:spcBef>
                <a:spcPts val="500"/>
              </a:spcBef>
              <a:spcAft>
                <a:spcPts val="0"/>
              </a:spcAft>
              <a:buNone/>
              <a:defRPr sz="8000">
                <a:solidFill>
                  <a:schemeClr val="accent1"/>
                </a:solidFill>
              </a:defRPr>
            </a:lvl6pPr>
            <a:lvl7pPr lvl="6" rtl="0" algn="ctr">
              <a:spcBef>
                <a:spcPts val="500"/>
              </a:spcBef>
              <a:spcAft>
                <a:spcPts val="0"/>
              </a:spcAft>
              <a:buNone/>
              <a:defRPr sz="8000">
                <a:solidFill>
                  <a:schemeClr val="accent1"/>
                </a:solidFill>
              </a:defRPr>
            </a:lvl7pPr>
            <a:lvl8pPr lvl="7" rtl="0" algn="ctr">
              <a:spcBef>
                <a:spcPts val="500"/>
              </a:spcBef>
              <a:spcAft>
                <a:spcPts val="0"/>
              </a:spcAft>
              <a:buNone/>
              <a:defRPr sz="8000">
                <a:solidFill>
                  <a:schemeClr val="accent1"/>
                </a:solidFill>
              </a:defRPr>
            </a:lvl8pPr>
            <a:lvl9pPr lvl="8" rtl="0" algn="ctr">
              <a:spcBef>
                <a:spcPts val="500"/>
              </a:spcBef>
              <a:spcAft>
                <a:spcPts val="500"/>
              </a:spcAft>
              <a:buNone/>
              <a:defRPr sz="8000">
                <a:solidFill>
                  <a:schemeClr val="accent1"/>
                </a:solidFill>
              </a:defRPr>
            </a:lvl9pPr>
          </a:lstStyle>
          <a:p/>
        </p:txBody>
      </p:sp>
      <p:sp>
        <p:nvSpPr>
          <p:cNvPr id="186" name="Google Shape;186;p18"/>
          <p:cNvSpPr txBox="1"/>
          <p:nvPr>
            <p:ph idx="3" type="subTitle"/>
          </p:nvPr>
        </p:nvSpPr>
        <p:spPr>
          <a:xfrm>
            <a:off x="8168350" y="2436425"/>
            <a:ext cx="3014700" cy="1240800"/>
          </a:xfrm>
          <a:prstGeom prst="rect">
            <a:avLst/>
          </a:prstGeom>
        </p:spPr>
        <p:txBody>
          <a:bodyPr anchorCtr="0" anchor="t" bIns="0" lIns="0" spcFirstLastPara="1" rIns="0" wrap="square" tIns="0">
            <a:noAutofit/>
          </a:bodyPr>
          <a:lstStyle>
            <a:lvl1pPr lvl="0" rtl="0" algn="ctr">
              <a:spcBef>
                <a:spcPts val="0"/>
              </a:spcBef>
              <a:spcAft>
                <a:spcPts val="0"/>
              </a:spcAft>
              <a:buNone/>
              <a:defRPr sz="8000">
                <a:solidFill>
                  <a:schemeClr val="accent1"/>
                </a:solidFill>
              </a:defRPr>
            </a:lvl1pPr>
            <a:lvl2pPr lvl="1" rtl="0" algn="ctr">
              <a:spcBef>
                <a:spcPts val="500"/>
              </a:spcBef>
              <a:spcAft>
                <a:spcPts val="0"/>
              </a:spcAft>
              <a:buNone/>
              <a:defRPr sz="8000">
                <a:solidFill>
                  <a:schemeClr val="accent1"/>
                </a:solidFill>
              </a:defRPr>
            </a:lvl2pPr>
            <a:lvl3pPr lvl="2" rtl="0" algn="ctr">
              <a:spcBef>
                <a:spcPts val="500"/>
              </a:spcBef>
              <a:spcAft>
                <a:spcPts val="0"/>
              </a:spcAft>
              <a:buNone/>
              <a:defRPr sz="8000">
                <a:solidFill>
                  <a:schemeClr val="accent1"/>
                </a:solidFill>
              </a:defRPr>
            </a:lvl3pPr>
            <a:lvl4pPr lvl="3" rtl="0" algn="ctr">
              <a:spcBef>
                <a:spcPts val="500"/>
              </a:spcBef>
              <a:spcAft>
                <a:spcPts val="0"/>
              </a:spcAft>
              <a:buNone/>
              <a:defRPr sz="8000">
                <a:solidFill>
                  <a:schemeClr val="accent1"/>
                </a:solidFill>
              </a:defRPr>
            </a:lvl4pPr>
            <a:lvl5pPr lvl="4" rtl="0" algn="ctr">
              <a:spcBef>
                <a:spcPts val="500"/>
              </a:spcBef>
              <a:spcAft>
                <a:spcPts val="0"/>
              </a:spcAft>
              <a:buNone/>
              <a:defRPr sz="8000">
                <a:solidFill>
                  <a:schemeClr val="accent1"/>
                </a:solidFill>
              </a:defRPr>
            </a:lvl5pPr>
            <a:lvl6pPr lvl="5" rtl="0" algn="ctr">
              <a:spcBef>
                <a:spcPts val="500"/>
              </a:spcBef>
              <a:spcAft>
                <a:spcPts val="0"/>
              </a:spcAft>
              <a:buNone/>
              <a:defRPr sz="8000">
                <a:solidFill>
                  <a:schemeClr val="accent1"/>
                </a:solidFill>
              </a:defRPr>
            </a:lvl6pPr>
            <a:lvl7pPr lvl="6" rtl="0" algn="ctr">
              <a:spcBef>
                <a:spcPts val="500"/>
              </a:spcBef>
              <a:spcAft>
                <a:spcPts val="0"/>
              </a:spcAft>
              <a:buNone/>
              <a:defRPr sz="8000">
                <a:solidFill>
                  <a:schemeClr val="accent1"/>
                </a:solidFill>
              </a:defRPr>
            </a:lvl7pPr>
            <a:lvl8pPr lvl="7" rtl="0" algn="ctr">
              <a:spcBef>
                <a:spcPts val="500"/>
              </a:spcBef>
              <a:spcAft>
                <a:spcPts val="0"/>
              </a:spcAft>
              <a:buNone/>
              <a:defRPr sz="8000">
                <a:solidFill>
                  <a:schemeClr val="accent1"/>
                </a:solidFill>
              </a:defRPr>
            </a:lvl8pPr>
            <a:lvl9pPr lvl="8" rtl="0" algn="ctr">
              <a:spcBef>
                <a:spcPts val="500"/>
              </a:spcBef>
              <a:spcAft>
                <a:spcPts val="500"/>
              </a:spcAft>
              <a:buNone/>
              <a:defRPr sz="8000">
                <a:solidFill>
                  <a:schemeClr val="accent1"/>
                </a:solidFill>
              </a:defRPr>
            </a:lvl9pPr>
          </a:lstStyle>
          <a:p/>
        </p:txBody>
      </p:sp>
      <p:cxnSp>
        <p:nvCxnSpPr>
          <p:cNvPr id="187" name="Google Shape;187;p1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88" name="Google Shape;188;p18"/>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89" name="Google Shape;189;p1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90" name="Google Shape;190;p18"/>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91" name="Google Shape;191;p18"/>
          <p:cNvSpPr txBox="1"/>
          <p:nvPr>
            <p:ph idx="4"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192" name="Google Shape;192;p18"/>
          <p:cNvCxnSpPr/>
          <p:nvPr/>
        </p:nvCxnSpPr>
        <p:spPr>
          <a:xfrm>
            <a:off x="4306145" y="2661025"/>
            <a:ext cx="0" cy="2556600"/>
          </a:xfrm>
          <a:prstGeom prst="straightConnector1">
            <a:avLst/>
          </a:prstGeom>
          <a:noFill/>
          <a:ln cap="flat" cmpd="sng" w="9525">
            <a:solidFill>
              <a:schemeClr val="dk2"/>
            </a:solidFill>
            <a:prstDash val="dot"/>
            <a:round/>
            <a:headEnd len="med" w="med" type="none"/>
            <a:tailEnd len="med" w="med" type="none"/>
          </a:ln>
        </p:spPr>
      </p:cxnSp>
      <p:cxnSp>
        <p:nvCxnSpPr>
          <p:cNvPr id="193" name="Google Shape;193;p18"/>
          <p:cNvCxnSpPr/>
          <p:nvPr/>
        </p:nvCxnSpPr>
        <p:spPr>
          <a:xfrm>
            <a:off x="7885845" y="2661025"/>
            <a:ext cx="0" cy="2556600"/>
          </a:xfrm>
          <a:prstGeom prst="straightConnector1">
            <a:avLst/>
          </a:prstGeom>
          <a:noFill/>
          <a:ln cap="flat" cmpd="sng" w="9525">
            <a:solidFill>
              <a:schemeClr val="dk2"/>
            </a:solidFill>
            <a:prstDash val="dot"/>
            <a:round/>
            <a:headEnd len="med" w="med" type="none"/>
            <a:tailEnd len="med" w="med" type="none"/>
          </a:ln>
        </p:spPr>
      </p:cxnSp>
      <p:sp>
        <p:nvSpPr>
          <p:cNvPr id="194" name="Google Shape;194;p18"/>
          <p:cNvSpPr txBox="1"/>
          <p:nvPr>
            <p:ph idx="5" type="subTitle"/>
          </p:nvPr>
        </p:nvSpPr>
        <p:spPr>
          <a:xfrm>
            <a:off x="4468300" y="3677200"/>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95" name="Google Shape;195;p18"/>
          <p:cNvSpPr txBox="1"/>
          <p:nvPr>
            <p:ph idx="6" type="subTitle"/>
          </p:nvPr>
        </p:nvSpPr>
        <p:spPr>
          <a:xfrm>
            <a:off x="4468400" y="4166425"/>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96" name="Google Shape;196;p18"/>
          <p:cNvSpPr txBox="1"/>
          <p:nvPr>
            <p:ph idx="7" type="subTitle"/>
          </p:nvPr>
        </p:nvSpPr>
        <p:spPr>
          <a:xfrm>
            <a:off x="8048000" y="3677200"/>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97" name="Google Shape;197;p18"/>
          <p:cNvSpPr txBox="1"/>
          <p:nvPr>
            <p:ph idx="8" type="subTitle"/>
          </p:nvPr>
        </p:nvSpPr>
        <p:spPr>
          <a:xfrm>
            <a:off x="8048100" y="4166425"/>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98" name="Google Shape;198;p18"/>
          <p:cNvSpPr txBox="1"/>
          <p:nvPr>
            <p:ph idx="9" type="subTitle"/>
          </p:nvPr>
        </p:nvSpPr>
        <p:spPr>
          <a:xfrm>
            <a:off x="888600" y="3677200"/>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99" name="Google Shape;199;p18"/>
          <p:cNvSpPr txBox="1"/>
          <p:nvPr>
            <p:ph idx="13" type="subTitle"/>
          </p:nvPr>
        </p:nvSpPr>
        <p:spPr>
          <a:xfrm>
            <a:off x="888700" y="4166425"/>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200" name="Google Shape;200;p18"/>
          <p:cNvSpPr txBox="1"/>
          <p:nvPr>
            <p:ph idx="14"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201" name="Google Shape;201;p18"/>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202" name="Google Shape;202;p18"/>
          <p:cNvSpPr txBox="1"/>
          <p:nvPr>
            <p:ph idx="15"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callouts">
  <p:cSld name="CUSTOM_4_13">
    <p:spTree>
      <p:nvGrpSpPr>
        <p:cNvPr id="203" name="Shape 203"/>
        <p:cNvGrpSpPr/>
        <p:nvPr/>
      </p:nvGrpSpPr>
      <p:grpSpPr>
        <a:xfrm>
          <a:off x="0" y="0"/>
          <a:ext cx="0" cy="0"/>
          <a:chOff x="0" y="0"/>
          <a:chExt cx="0" cy="0"/>
        </a:xfrm>
      </p:grpSpPr>
      <p:sp>
        <p:nvSpPr>
          <p:cNvPr id="204" name="Google Shape;204;p19"/>
          <p:cNvSpPr txBox="1"/>
          <p:nvPr>
            <p:ph idx="1" type="subTitle"/>
          </p:nvPr>
        </p:nvSpPr>
        <p:spPr>
          <a:xfrm>
            <a:off x="4555550" y="2436425"/>
            <a:ext cx="3014700" cy="1240800"/>
          </a:xfrm>
          <a:prstGeom prst="rect">
            <a:avLst/>
          </a:prstGeom>
        </p:spPr>
        <p:txBody>
          <a:bodyPr anchorCtr="0" anchor="t" bIns="0" lIns="0" spcFirstLastPara="1" rIns="0" wrap="square" tIns="0">
            <a:noAutofit/>
          </a:bodyPr>
          <a:lstStyle>
            <a:lvl1pPr lvl="0" rtl="0">
              <a:spcBef>
                <a:spcPts val="0"/>
              </a:spcBef>
              <a:spcAft>
                <a:spcPts val="0"/>
              </a:spcAft>
              <a:buNone/>
              <a:defRPr sz="8000">
                <a:solidFill>
                  <a:schemeClr val="accent1"/>
                </a:solidFill>
              </a:defRPr>
            </a:lvl1pPr>
            <a:lvl2pPr lvl="1" rtl="0">
              <a:spcBef>
                <a:spcPts val="500"/>
              </a:spcBef>
              <a:spcAft>
                <a:spcPts val="0"/>
              </a:spcAft>
              <a:buNone/>
              <a:defRPr sz="8000">
                <a:solidFill>
                  <a:schemeClr val="accent1"/>
                </a:solidFill>
              </a:defRPr>
            </a:lvl2pPr>
            <a:lvl3pPr lvl="2" rtl="0">
              <a:spcBef>
                <a:spcPts val="500"/>
              </a:spcBef>
              <a:spcAft>
                <a:spcPts val="0"/>
              </a:spcAft>
              <a:buNone/>
              <a:defRPr sz="8000">
                <a:solidFill>
                  <a:schemeClr val="accent1"/>
                </a:solidFill>
              </a:defRPr>
            </a:lvl3pPr>
            <a:lvl4pPr lvl="3" rtl="0">
              <a:spcBef>
                <a:spcPts val="500"/>
              </a:spcBef>
              <a:spcAft>
                <a:spcPts val="0"/>
              </a:spcAft>
              <a:buNone/>
              <a:defRPr sz="8000">
                <a:solidFill>
                  <a:schemeClr val="accent1"/>
                </a:solidFill>
              </a:defRPr>
            </a:lvl4pPr>
            <a:lvl5pPr lvl="4" rtl="0">
              <a:spcBef>
                <a:spcPts val="500"/>
              </a:spcBef>
              <a:spcAft>
                <a:spcPts val="0"/>
              </a:spcAft>
              <a:buNone/>
              <a:defRPr sz="8000">
                <a:solidFill>
                  <a:schemeClr val="accent1"/>
                </a:solidFill>
              </a:defRPr>
            </a:lvl5pPr>
            <a:lvl6pPr lvl="5" rtl="0">
              <a:spcBef>
                <a:spcPts val="500"/>
              </a:spcBef>
              <a:spcAft>
                <a:spcPts val="0"/>
              </a:spcAft>
              <a:buNone/>
              <a:defRPr sz="8000">
                <a:solidFill>
                  <a:schemeClr val="accent1"/>
                </a:solidFill>
              </a:defRPr>
            </a:lvl6pPr>
            <a:lvl7pPr lvl="6" rtl="0">
              <a:spcBef>
                <a:spcPts val="500"/>
              </a:spcBef>
              <a:spcAft>
                <a:spcPts val="0"/>
              </a:spcAft>
              <a:buNone/>
              <a:defRPr sz="8000">
                <a:solidFill>
                  <a:schemeClr val="accent1"/>
                </a:solidFill>
              </a:defRPr>
            </a:lvl7pPr>
            <a:lvl8pPr lvl="7" rtl="0">
              <a:spcBef>
                <a:spcPts val="500"/>
              </a:spcBef>
              <a:spcAft>
                <a:spcPts val="0"/>
              </a:spcAft>
              <a:buNone/>
              <a:defRPr sz="8000">
                <a:solidFill>
                  <a:schemeClr val="accent1"/>
                </a:solidFill>
              </a:defRPr>
            </a:lvl8pPr>
            <a:lvl9pPr lvl="8" rtl="0">
              <a:spcBef>
                <a:spcPts val="500"/>
              </a:spcBef>
              <a:spcAft>
                <a:spcPts val="500"/>
              </a:spcAft>
              <a:buNone/>
              <a:defRPr sz="8000">
                <a:solidFill>
                  <a:schemeClr val="accent1"/>
                </a:solidFill>
              </a:defRPr>
            </a:lvl9pPr>
          </a:lstStyle>
          <a:p/>
        </p:txBody>
      </p:sp>
      <p:sp>
        <p:nvSpPr>
          <p:cNvPr id="205" name="Google Shape;205;p19"/>
          <p:cNvSpPr txBox="1"/>
          <p:nvPr>
            <p:ph idx="2" type="subTitle"/>
          </p:nvPr>
        </p:nvSpPr>
        <p:spPr>
          <a:xfrm>
            <a:off x="7972925" y="2436425"/>
            <a:ext cx="3014700" cy="1240800"/>
          </a:xfrm>
          <a:prstGeom prst="rect">
            <a:avLst/>
          </a:prstGeom>
        </p:spPr>
        <p:txBody>
          <a:bodyPr anchorCtr="0" anchor="t" bIns="0" lIns="0" spcFirstLastPara="1" rIns="0" wrap="square" tIns="0">
            <a:noAutofit/>
          </a:bodyPr>
          <a:lstStyle>
            <a:lvl1pPr lvl="0" rtl="0">
              <a:spcBef>
                <a:spcPts val="0"/>
              </a:spcBef>
              <a:spcAft>
                <a:spcPts val="0"/>
              </a:spcAft>
              <a:buNone/>
              <a:defRPr sz="8000">
                <a:solidFill>
                  <a:schemeClr val="accent1"/>
                </a:solidFill>
              </a:defRPr>
            </a:lvl1pPr>
            <a:lvl2pPr lvl="1" rtl="0">
              <a:spcBef>
                <a:spcPts val="500"/>
              </a:spcBef>
              <a:spcAft>
                <a:spcPts val="0"/>
              </a:spcAft>
              <a:buNone/>
              <a:defRPr sz="8000">
                <a:solidFill>
                  <a:schemeClr val="accent1"/>
                </a:solidFill>
              </a:defRPr>
            </a:lvl2pPr>
            <a:lvl3pPr lvl="2" rtl="0">
              <a:spcBef>
                <a:spcPts val="500"/>
              </a:spcBef>
              <a:spcAft>
                <a:spcPts val="0"/>
              </a:spcAft>
              <a:buNone/>
              <a:defRPr sz="8000">
                <a:solidFill>
                  <a:schemeClr val="accent1"/>
                </a:solidFill>
              </a:defRPr>
            </a:lvl3pPr>
            <a:lvl4pPr lvl="3" rtl="0">
              <a:spcBef>
                <a:spcPts val="500"/>
              </a:spcBef>
              <a:spcAft>
                <a:spcPts val="0"/>
              </a:spcAft>
              <a:buNone/>
              <a:defRPr sz="8000">
                <a:solidFill>
                  <a:schemeClr val="accent1"/>
                </a:solidFill>
              </a:defRPr>
            </a:lvl4pPr>
            <a:lvl5pPr lvl="4" rtl="0">
              <a:spcBef>
                <a:spcPts val="500"/>
              </a:spcBef>
              <a:spcAft>
                <a:spcPts val="0"/>
              </a:spcAft>
              <a:buNone/>
              <a:defRPr sz="8000">
                <a:solidFill>
                  <a:schemeClr val="accent1"/>
                </a:solidFill>
              </a:defRPr>
            </a:lvl5pPr>
            <a:lvl6pPr lvl="5" rtl="0">
              <a:spcBef>
                <a:spcPts val="500"/>
              </a:spcBef>
              <a:spcAft>
                <a:spcPts val="0"/>
              </a:spcAft>
              <a:buNone/>
              <a:defRPr sz="8000">
                <a:solidFill>
                  <a:schemeClr val="accent1"/>
                </a:solidFill>
              </a:defRPr>
            </a:lvl6pPr>
            <a:lvl7pPr lvl="6" rtl="0">
              <a:spcBef>
                <a:spcPts val="500"/>
              </a:spcBef>
              <a:spcAft>
                <a:spcPts val="0"/>
              </a:spcAft>
              <a:buNone/>
              <a:defRPr sz="8000">
                <a:solidFill>
                  <a:schemeClr val="accent1"/>
                </a:solidFill>
              </a:defRPr>
            </a:lvl7pPr>
            <a:lvl8pPr lvl="7" rtl="0">
              <a:spcBef>
                <a:spcPts val="500"/>
              </a:spcBef>
              <a:spcAft>
                <a:spcPts val="0"/>
              </a:spcAft>
              <a:buNone/>
              <a:defRPr sz="8000">
                <a:solidFill>
                  <a:schemeClr val="accent1"/>
                </a:solidFill>
              </a:defRPr>
            </a:lvl8pPr>
            <a:lvl9pPr lvl="8" rtl="0">
              <a:spcBef>
                <a:spcPts val="500"/>
              </a:spcBef>
              <a:spcAft>
                <a:spcPts val="500"/>
              </a:spcAft>
              <a:buNone/>
              <a:defRPr sz="8000">
                <a:solidFill>
                  <a:schemeClr val="accent1"/>
                </a:solidFill>
              </a:defRPr>
            </a:lvl9pPr>
          </a:lstStyle>
          <a:p/>
        </p:txBody>
      </p:sp>
      <p:cxnSp>
        <p:nvCxnSpPr>
          <p:cNvPr id="206" name="Google Shape;206;p1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07" name="Google Shape;207;p19"/>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08" name="Google Shape;208;p1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09" name="Google Shape;209;p19"/>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10" name="Google Shape;210;p19"/>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11" name="Google Shape;211;p19"/>
          <p:cNvSpPr txBox="1"/>
          <p:nvPr>
            <p:ph idx="4" type="subTitle"/>
          </p:nvPr>
        </p:nvSpPr>
        <p:spPr>
          <a:xfrm>
            <a:off x="887800" y="2596700"/>
            <a:ext cx="3182700" cy="2668800"/>
          </a:xfrm>
          <a:prstGeom prst="rect">
            <a:avLst/>
          </a:prstGeom>
        </p:spPr>
        <p:txBody>
          <a:bodyPr anchorCtr="0" anchor="t" bIns="0" lIns="0" spcFirstLastPara="1" rIns="0" wrap="square" tIns="0">
            <a:noAutofit/>
          </a:bodyPr>
          <a:lstStyle>
            <a:lvl1pPr lvl="0"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cxnSp>
        <p:nvCxnSpPr>
          <p:cNvPr id="212" name="Google Shape;212;p19"/>
          <p:cNvCxnSpPr/>
          <p:nvPr/>
        </p:nvCxnSpPr>
        <p:spPr>
          <a:xfrm>
            <a:off x="7885850" y="3677350"/>
            <a:ext cx="0" cy="1404600"/>
          </a:xfrm>
          <a:prstGeom prst="straightConnector1">
            <a:avLst/>
          </a:prstGeom>
          <a:noFill/>
          <a:ln cap="flat" cmpd="sng" w="9525">
            <a:solidFill>
              <a:schemeClr val="dk2"/>
            </a:solidFill>
            <a:prstDash val="dot"/>
            <a:round/>
            <a:headEnd len="med" w="med" type="none"/>
            <a:tailEnd len="med" w="med" type="none"/>
          </a:ln>
        </p:spPr>
      </p:cxnSp>
      <p:sp>
        <p:nvSpPr>
          <p:cNvPr id="213" name="Google Shape;213;p19"/>
          <p:cNvSpPr txBox="1"/>
          <p:nvPr>
            <p:ph idx="5" type="subTitle"/>
          </p:nvPr>
        </p:nvSpPr>
        <p:spPr>
          <a:xfrm>
            <a:off x="4620750" y="3677388"/>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214" name="Google Shape;214;p19"/>
          <p:cNvSpPr txBox="1"/>
          <p:nvPr>
            <p:ph idx="6" type="subTitle"/>
          </p:nvPr>
        </p:nvSpPr>
        <p:spPr>
          <a:xfrm>
            <a:off x="4620750" y="4166613"/>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215" name="Google Shape;215;p19"/>
          <p:cNvSpPr txBox="1"/>
          <p:nvPr>
            <p:ph idx="7" type="subTitle"/>
          </p:nvPr>
        </p:nvSpPr>
        <p:spPr>
          <a:xfrm>
            <a:off x="8051175" y="3677388"/>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216" name="Google Shape;216;p19"/>
          <p:cNvSpPr txBox="1"/>
          <p:nvPr>
            <p:ph idx="8" type="subTitle"/>
          </p:nvPr>
        </p:nvSpPr>
        <p:spPr>
          <a:xfrm>
            <a:off x="8051175" y="4166613"/>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217" name="Google Shape;217;p19"/>
          <p:cNvSpPr txBox="1"/>
          <p:nvPr>
            <p:ph idx="9"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218" name="Google Shape;218;p19"/>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219" name="Google Shape;219;p19"/>
          <p:cNvSpPr txBox="1"/>
          <p:nvPr>
            <p:ph idx="13"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pies">
  <p:cSld name="CUSTOM_4_12">
    <p:spTree>
      <p:nvGrpSpPr>
        <p:cNvPr id="220" name="Shape 220"/>
        <p:cNvGrpSpPr/>
        <p:nvPr/>
      </p:nvGrpSpPr>
      <p:grpSpPr>
        <a:xfrm>
          <a:off x="0" y="0"/>
          <a:ext cx="0" cy="0"/>
          <a:chOff x="0" y="0"/>
          <a:chExt cx="0" cy="0"/>
        </a:xfrm>
      </p:grpSpPr>
      <p:cxnSp>
        <p:nvCxnSpPr>
          <p:cNvPr id="221" name="Google Shape;221;p2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22" name="Google Shape;222;p20"/>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23" name="Google Shape;223;p2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24" name="Google Shape;224;p20"/>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25" name="Google Shape;225;p20"/>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226" name="Google Shape;226;p20"/>
          <p:cNvCxnSpPr/>
          <p:nvPr/>
        </p:nvCxnSpPr>
        <p:spPr>
          <a:xfrm>
            <a:off x="7885850" y="4439350"/>
            <a:ext cx="0" cy="1404600"/>
          </a:xfrm>
          <a:prstGeom prst="straightConnector1">
            <a:avLst/>
          </a:prstGeom>
          <a:noFill/>
          <a:ln cap="flat" cmpd="sng" w="9525">
            <a:solidFill>
              <a:schemeClr val="dk2"/>
            </a:solidFill>
            <a:prstDash val="dot"/>
            <a:round/>
            <a:headEnd len="med" w="med" type="none"/>
            <a:tailEnd len="med" w="med" type="none"/>
          </a:ln>
        </p:spPr>
      </p:cxnSp>
      <p:sp>
        <p:nvSpPr>
          <p:cNvPr id="227" name="Google Shape;227;p20"/>
          <p:cNvSpPr txBox="1"/>
          <p:nvPr>
            <p:ph idx="2" type="subTitle"/>
          </p:nvPr>
        </p:nvSpPr>
        <p:spPr>
          <a:xfrm>
            <a:off x="887800" y="2596700"/>
            <a:ext cx="3182700" cy="2668800"/>
          </a:xfrm>
          <a:prstGeom prst="rect">
            <a:avLst/>
          </a:prstGeom>
        </p:spPr>
        <p:txBody>
          <a:bodyPr anchorCtr="0" anchor="t" bIns="0" lIns="0" spcFirstLastPara="1" rIns="0" wrap="square" tIns="0">
            <a:noAutofit/>
          </a:bodyPr>
          <a:lstStyle>
            <a:lvl1pPr lvl="0"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sp>
        <p:nvSpPr>
          <p:cNvPr id="228" name="Google Shape;228;p20"/>
          <p:cNvSpPr txBox="1"/>
          <p:nvPr>
            <p:ph idx="3" type="subTitle"/>
          </p:nvPr>
        </p:nvSpPr>
        <p:spPr>
          <a:xfrm>
            <a:off x="4620750" y="4439350"/>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229" name="Google Shape;229;p20"/>
          <p:cNvSpPr txBox="1"/>
          <p:nvPr>
            <p:ph idx="4" type="subTitle"/>
          </p:nvPr>
        </p:nvSpPr>
        <p:spPr>
          <a:xfrm>
            <a:off x="4620750" y="4928575"/>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230" name="Google Shape;230;p20"/>
          <p:cNvSpPr txBox="1"/>
          <p:nvPr>
            <p:ph idx="5" type="subTitle"/>
          </p:nvPr>
        </p:nvSpPr>
        <p:spPr>
          <a:xfrm>
            <a:off x="8051175" y="4439350"/>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231" name="Google Shape;231;p20"/>
          <p:cNvSpPr txBox="1"/>
          <p:nvPr>
            <p:ph idx="6" type="subTitle"/>
          </p:nvPr>
        </p:nvSpPr>
        <p:spPr>
          <a:xfrm>
            <a:off x="8051175" y="4928575"/>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232" name="Google Shape;232;p20"/>
          <p:cNvSpPr txBox="1"/>
          <p:nvPr>
            <p:ph idx="7"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233" name="Google Shape;233;p20"/>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234" name="Google Shape;234;p20"/>
          <p:cNvSpPr txBox="1"/>
          <p:nvPr>
            <p:ph idx="8"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large pie">
  <p:cSld name="CUSTOM_4_11">
    <p:spTree>
      <p:nvGrpSpPr>
        <p:cNvPr id="235" name="Shape 235"/>
        <p:cNvGrpSpPr/>
        <p:nvPr/>
      </p:nvGrpSpPr>
      <p:grpSpPr>
        <a:xfrm>
          <a:off x="0" y="0"/>
          <a:ext cx="0" cy="0"/>
          <a:chOff x="0" y="0"/>
          <a:chExt cx="0" cy="0"/>
        </a:xfrm>
      </p:grpSpPr>
      <p:cxnSp>
        <p:nvCxnSpPr>
          <p:cNvPr id="236" name="Google Shape;236;p2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37" name="Google Shape;237;p2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38" name="Google Shape;238;p2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39" name="Google Shape;239;p21"/>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40" name="Google Shape;240;p21"/>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41" name="Google Shape;241;p21"/>
          <p:cNvSpPr txBox="1"/>
          <p:nvPr>
            <p:ph idx="2" type="subTitle"/>
          </p:nvPr>
        </p:nvSpPr>
        <p:spPr>
          <a:xfrm>
            <a:off x="887800" y="2596700"/>
            <a:ext cx="3182700" cy="2668800"/>
          </a:xfrm>
          <a:prstGeom prst="rect">
            <a:avLst/>
          </a:prstGeom>
        </p:spPr>
        <p:txBody>
          <a:bodyPr anchorCtr="0" anchor="t" bIns="0" lIns="0" spcFirstLastPara="1" rIns="0" wrap="square" tIns="0">
            <a:noAutofit/>
          </a:bodyPr>
          <a:lstStyle>
            <a:lvl1pPr lvl="0"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sp>
        <p:nvSpPr>
          <p:cNvPr id="242" name="Google Shape;242;p21"/>
          <p:cNvSpPr txBox="1"/>
          <p:nvPr>
            <p:ph idx="3" type="subTitle"/>
          </p:nvPr>
        </p:nvSpPr>
        <p:spPr>
          <a:xfrm>
            <a:off x="9078238" y="3048425"/>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243" name="Google Shape;243;p21"/>
          <p:cNvSpPr txBox="1"/>
          <p:nvPr>
            <p:ph idx="4" type="subTitle"/>
          </p:nvPr>
        </p:nvSpPr>
        <p:spPr>
          <a:xfrm>
            <a:off x="10284513" y="3048425"/>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244" name="Google Shape;244;p21"/>
          <p:cNvSpPr txBox="1"/>
          <p:nvPr>
            <p:ph idx="5" type="subTitle"/>
          </p:nvPr>
        </p:nvSpPr>
        <p:spPr>
          <a:xfrm>
            <a:off x="9078238" y="3841627"/>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245" name="Google Shape;245;p21"/>
          <p:cNvSpPr txBox="1"/>
          <p:nvPr>
            <p:ph idx="6" type="subTitle"/>
          </p:nvPr>
        </p:nvSpPr>
        <p:spPr>
          <a:xfrm>
            <a:off x="10284513" y="3841627"/>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246" name="Google Shape;246;p21"/>
          <p:cNvSpPr txBox="1"/>
          <p:nvPr>
            <p:ph idx="7" type="subTitle"/>
          </p:nvPr>
        </p:nvSpPr>
        <p:spPr>
          <a:xfrm>
            <a:off x="9078238" y="4603527"/>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247" name="Google Shape;247;p21"/>
          <p:cNvSpPr txBox="1"/>
          <p:nvPr>
            <p:ph idx="8" type="subTitle"/>
          </p:nvPr>
        </p:nvSpPr>
        <p:spPr>
          <a:xfrm>
            <a:off x="10284513" y="4603527"/>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248" name="Google Shape;248;p21"/>
          <p:cNvSpPr txBox="1"/>
          <p:nvPr>
            <p:ph idx="9"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249" name="Google Shape;249;p21"/>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250" name="Google Shape;250;p21"/>
          <p:cNvSpPr txBox="1"/>
          <p:nvPr>
            <p:ph idx="13"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percentage bars">
  <p:cSld name="CUSTOM_4_10">
    <p:spTree>
      <p:nvGrpSpPr>
        <p:cNvPr id="251" name="Shape 251"/>
        <p:cNvGrpSpPr/>
        <p:nvPr/>
      </p:nvGrpSpPr>
      <p:grpSpPr>
        <a:xfrm>
          <a:off x="0" y="0"/>
          <a:ext cx="0" cy="0"/>
          <a:chOff x="0" y="0"/>
          <a:chExt cx="0" cy="0"/>
        </a:xfrm>
      </p:grpSpPr>
      <p:cxnSp>
        <p:nvCxnSpPr>
          <p:cNvPr id="252" name="Google Shape;252;p2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53" name="Google Shape;253;p22"/>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54" name="Google Shape;254;p2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55" name="Google Shape;255;p22"/>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56" name="Google Shape;256;p22"/>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57" name="Google Shape;257;p22"/>
          <p:cNvSpPr txBox="1"/>
          <p:nvPr>
            <p:ph idx="2" type="subTitle"/>
          </p:nvPr>
        </p:nvSpPr>
        <p:spPr>
          <a:xfrm>
            <a:off x="8048050" y="2898600"/>
            <a:ext cx="3410400" cy="7185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200"/>
            </a:lvl1pPr>
            <a:lvl2pPr lvl="1" rtl="0">
              <a:lnSpc>
                <a:spcPct val="140000"/>
              </a:lnSpc>
              <a:spcBef>
                <a:spcPts val="0"/>
              </a:spcBef>
              <a:spcAft>
                <a:spcPts val="0"/>
              </a:spcAft>
              <a:buNone/>
              <a:defRPr sz="1200"/>
            </a:lvl2pPr>
            <a:lvl3pPr lvl="2" rtl="0">
              <a:lnSpc>
                <a:spcPct val="140000"/>
              </a:lnSpc>
              <a:spcBef>
                <a:spcPts val="0"/>
              </a:spcBef>
              <a:spcAft>
                <a:spcPts val="0"/>
              </a:spcAft>
              <a:buNone/>
              <a:defRPr sz="1200"/>
            </a:lvl3pPr>
            <a:lvl4pPr lvl="3" rtl="0">
              <a:lnSpc>
                <a:spcPct val="140000"/>
              </a:lnSpc>
              <a:spcBef>
                <a:spcPts val="0"/>
              </a:spcBef>
              <a:spcAft>
                <a:spcPts val="0"/>
              </a:spcAft>
              <a:buNone/>
              <a:defRPr sz="1200"/>
            </a:lvl4pPr>
            <a:lvl5pPr lvl="4" rtl="0">
              <a:lnSpc>
                <a:spcPct val="140000"/>
              </a:lnSpc>
              <a:spcBef>
                <a:spcPts val="0"/>
              </a:spcBef>
              <a:spcAft>
                <a:spcPts val="0"/>
              </a:spcAft>
              <a:buNone/>
              <a:defRPr sz="1200"/>
            </a:lvl5pPr>
            <a:lvl6pPr lvl="5" rtl="0">
              <a:lnSpc>
                <a:spcPct val="140000"/>
              </a:lnSpc>
              <a:spcBef>
                <a:spcPts val="0"/>
              </a:spcBef>
              <a:spcAft>
                <a:spcPts val="0"/>
              </a:spcAft>
              <a:buNone/>
              <a:defRPr sz="1200"/>
            </a:lvl6pPr>
            <a:lvl7pPr lvl="6" rtl="0">
              <a:lnSpc>
                <a:spcPct val="140000"/>
              </a:lnSpc>
              <a:spcBef>
                <a:spcPts val="0"/>
              </a:spcBef>
              <a:spcAft>
                <a:spcPts val="0"/>
              </a:spcAft>
              <a:buNone/>
              <a:defRPr sz="1200"/>
            </a:lvl7pPr>
            <a:lvl8pPr lvl="7" rtl="0">
              <a:lnSpc>
                <a:spcPct val="140000"/>
              </a:lnSpc>
              <a:spcBef>
                <a:spcPts val="0"/>
              </a:spcBef>
              <a:spcAft>
                <a:spcPts val="0"/>
              </a:spcAft>
              <a:buNone/>
              <a:defRPr sz="1200"/>
            </a:lvl8pPr>
            <a:lvl9pPr lvl="8" rtl="0">
              <a:lnSpc>
                <a:spcPct val="140000"/>
              </a:lnSpc>
              <a:spcBef>
                <a:spcPts val="0"/>
              </a:spcBef>
              <a:spcAft>
                <a:spcPts val="0"/>
              </a:spcAft>
              <a:buNone/>
              <a:defRPr sz="1200"/>
            </a:lvl9pPr>
          </a:lstStyle>
          <a:p/>
        </p:txBody>
      </p:sp>
      <p:sp>
        <p:nvSpPr>
          <p:cNvPr id="258" name="Google Shape;258;p22"/>
          <p:cNvSpPr txBox="1"/>
          <p:nvPr>
            <p:ph idx="3" type="subTitle"/>
          </p:nvPr>
        </p:nvSpPr>
        <p:spPr>
          <a:xfrm>
            <a:off x="8048050" y="2540600"/>
            <a:ext cx="3410400" cy="3333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9pPr>
          </a:lstStyle>
          <a:p/>
        </p:txBody>
      </p:sp>
      <p:sp>
        <p:nvSpPr>
          <p:cNvPr id="259" name="Google Shape;259;p22"/>
          <p:cNvSpPr txBox="1"/>
          <p:nvPr>
            <p:ph idx="4" type="subTitle"/>
          </p:nvPr>
        </p:nvSpPr>
        <p:spPr>
          <a:xfrm>
            <a:off x="8048050" y="4676800"/>
            <a:ext cx="3410400" cy="7185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200"/>
            </a:lvl1pPr>
            <a:lvl2pPr lvl="1" rtl="0">
              <a:lnSpc>
                <a:spcPct val="140000"/>
              </a:lnSpc>
              <a:spcBef>
                <a:spcPts val="0"/>
              </a:spcBef>
              <a:spcAft>
                <a:spcPts val="0"/>
              </a:spcAft>
              <a:buNone/>
              <a:defRPr sz="1200"/>
            </a:lvl2pPr>
            <a:lvl3pPr lvl="2" rtl="0">
              <a:lnSpc>
                <a:spcPct val="140000"/>
              </a:lnSpc>
              <a:spcBef>
                <a:spcPts val="0"/>
              </a:spcBef>
              <a:spcAft>
                <a:spcPts val="0"/>
              </a:spcAft>
              <a:buNone/>
              <a:defRPr sz="1200"/>
            </a:lvl3pPr>
            <a:lvl4pPr lvl="3" rtl="0">
              <a:lnSpc>
                <a:spcPct val="140000"/>
              </a:lnSpc>
              <a:spcBef>
                <a:spcPts val="0"/>
              </a:spcBef>
              <a:spcAft>
                <a:spcPts val="0"/>
              </a:spcAft>
              <a:buNone/>
              <a:defRPr sz="1200"/>
            </a:lvl4pPr>
            <a:lvl5pPr lvl="4" rtl="0">
              <a:lnSpc>
                <a:spcPct val="140000"/>
              </a:lnSpc>
              <a:spcBef>
                <a:spcPts val="0"/>
              </a:spcBef>
              <a:spcAft>
                <a:spcPts val="0"/>
              </a:spcAft>
              <a:buNone/>
              <a:defRPr sz="1200"/>
            </a:lvl5pPr>
            <a:lvl6pPr lvl="5" rtl="0">
              <a:lnSpc>
                <a:spcPct val="140000"/>
              </a:lnSpc>
              <a:spcBef>
                <a:spcPts val="0"/>
              </a:spcBef>
              <a:spcAft>
                <a:spcPts val="0"/>
              </a:spcAft>
              <a:buNone/>
              <a:defRPr sz="1200"/>
            </a:lvl6pPr>
            <a:lvl7pPr lvl="6" rtl="0">
              <a:lnSpc>
                <a:spcPct val="140000"/>
              </a:lnSpc>
              <a:spcBef>
                <a:spcPts val="0"/>
              </a:spcBef>
              <a:spcAft>
                <a:spcPts val="0"/>
              </a:spcAft>
              <a:buNone/>
              <a:defRPr sz="1200"/>
            </a:lvl7pPr>
            <a:lvl8pPr lvl="7" rtl="0">
              <a:lnSpc>
                <a:spcPct val="140000"/>
              </a:lnSpc>
              <a:spcBef>
                <a:spcPts val="0"/>
              </a:spcBef>
              <a:spcAft>
                <a:spcPts val="0"/>
              </a:spcAft>
              <a:buNone/>
              <a:defRPr sz="1200"/>
            </a:lvl8pPr>
            <a:lvl9pPr lvl="8" rtl="0">
              <a:lnSpc>
                <a:spcPct val="140000"/>
              </a:lnSpc>
              <a:spcBef>
                <a:spcPts val="0"/>
              </a:spcBef>
              <a:spcAft>
                <a:spcPts val="0"/>
              </a:spcAft>
              <a:buNone/>
              <a:defRPr sz="1200"/>
            </a:lvl9pPr>
          </a:lstStyle>
          <a:p/>
        </p:txBody>
      </p:sp>
      <p:sp>
        <p:nvSpPr>
          <p:cNvPr id="260" name="Google Shape;260;p22"/>
          <p:cNvSpPr txBox="1"/>
          <p:nvPr>
            <p:ph idx="5" type="subTitle"/>
          </p:nvPr>
        </p:nvSpPr>
        <p:spPr>
          <a:xfrm>
            <a:off x="8048050" y="4318800"/>
            <a:ext cx="3410400" cy="3333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2800">
                <a:latin typeface="Red Hat Display Medium"/>
                <a:ea typeface="Red Hat Display Medium"/>
                <a:cs typeface="Red Hat Display Medium"/>
                <a:sym typeface="Red Hat Display Medium"/>
              </a:defRPr>
            </a:lvl1pPr>
            <a:lvl2pPr lvl="1" rtl="0">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9pPr>
          </a:lstStyle>
          <a:p/>
        </p:txBody>
      </p:sp>
      <p:sp>
        <p:nvSpPr>
          <p:cNvPr id="261" name="Google Shape;261;p22"/>
          <p:cNvSpPr/>
          <p:nvPr/>
        </p:nvSpPr>
        <p:spPr>
          <a:xfrm>
            <a:off x="8895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2"/>
          <p:cNvSpPr/>
          <p:nvPr/>
        </p:nvSpPr>
        <p:spPr>
          <a:xfrm>
            <a:off x="8895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2"/>
          <p:cNvSpPr/>
          <p:nvPr/>
        </p:nvSpPr>
        <p:spPr>
          <a:xfrm>
            <a:off x="8895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2"/>
          <p:cNvSpPr/>
          <p:nvPr/>
        </p:nvSpPr>
        <p:spPr>
          <a:xfrm>
            <a:off x="8895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2"/>
          <p:cNvSpPr/>
          <p:nvPr/>
        </p:nvSpPr>
        <p:spPr>
          <a:xfrm>
            <a:off x="8895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2"/>
          <p:cNvSpPr/>
          <p:nvPr/>
        </p:nvSpPr>
        <p:spPr>
          <a:xfrm>
            <a:off x="8895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2"/>
          <p:cNvSpPr/>
          <p:nvPr/>
        </p:nvSpPr>
        <p:spPr>
          <a:xfrm>
            <a:off x="8895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2"/>
          <p:cNvSpPr/>
          <p:nvPr/>
        </p:nvSpPr>
        <p:spPr>
          <a:xfrm>
            <a:off x="8895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2"/>
          <p:cNvSpPr/>
          <p:nvPr/>
        </p:nvSpPr>
        <p:spPr>
          <a:xfrm>
            <a:off x="8895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2"/>
          <p:cNvSpPr/>
          <p:nvPr/>
        </p:nvSpPr>
        <p:spPr>
          <a:xfrm>
            <a:off x="8895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2"/>
          <p:cNvSpPr/>
          <p:nvPr/>
        </p:nvSpPr>
        <p:spPr>
          <a:xfrm>
            <a:off x="15860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2"/>
          <p:cNvSpPr/>
          <p:nvPr/>
        </p:nvSpPr>
        <p:spPr>
          <a:xfrm>
            <a:off x="15860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2"/>
          <p:cNvSpPr/>
          <p:nvPr/>
        </p:nvSpPr>
        <p:spPr>
          <a:xfrm>
            <a:off x="15860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2"/>
          <p:cNvSpPr/>
          <p:nvPr/>
        </p:nvSpPr>
        <p:spPr>
          <a:xfrm>
            <a:off x="15860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2"/>
          <p:cNvSpPr/>
          <p:nvPr/>
        </p:nvSpPr>
        <p:spPr>
          <a:xfrm>
            <a:off x="15860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2"/>
          <p:cNvSpPr/>
          <p:nvPr/>
        </p:nvSpPr>
        <p:spPr>
          <a:xfrm>
            <a:off x="15860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2"/>
          <p:cNvSpPr/>
          <p:nvPr/>
        </p:nvSpPr>
        <p:spPr>
          <a:xfrm>
            <a:off x="15860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2"/>
          <p:cNvSpPr/>
          <p:nvPr/>
        </p:nvSpPr>
        <p:spPr>
          <a:xfrm>
            <a:off x="15860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2"/>
          <p:cNvSpPr/>
          <p:nvPr/>
        </p:nvSpPr>
        <p:spPr>
          <a:xfrm>
            <a:off x="15860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2"/>
          <p:cNvSpPr/>
          <p:nvPr/>
        </p:nvSpPr>
        <p:spPr>
          <a:xfrm>
            <a:off x="15860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2"/>
          <p:cNvSpPr/>
          <p:nvPr/>
        </p:nvSpPr>
        <p:spPr>
          <a:xfrm>
            <a:off x="228247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2"/>
          <p:cNvSpPr/>
          <p:nvPr/>
        </p:nvSpPr>
        <p:spPr>
          <a:xfrm>
            <a:off x="228247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2"/>
          <p:cNvSpPr/>
          <p:nvPr/>
        </p:nvSpPr>
        <p:spPr>
          <a:xfrm>
            <a:off x="228247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2"/>
          <p:cNvSpPr/>
          <p:nvPr/>
        </p:nvSpPr>
        <p:spPr>
          <a:xfrm>
            <a:off x="228247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2"/>
          <p:cNvSpPr/>
          <p:nvPr/>
        </p:nvSpPr>
        <p:spPr>
          <a:xfrm>
            <a:off x="228247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2"/>
          <p:cNvSpPr/>
          <p:nvPr/>
        </p:nvSpPr>
        <p:spPr>
          <a:xfrm>
            <a:off x="228247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2"/>
          <p:cNvSpPr/>
          <p:nvPr/>
        </p:nvSpPr>
        <p:spPr>
          <a:xfrm>
            <a:off x="228247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2"/>
          <p:cNvSpPr/>
          <p:nvPr/>
        </p:nvSpPr>
        <p:spPr>
          <a:xfrm>
            <a:off x="228247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2"/>
          <p:cNvSpPr/>
          <p:nvPr/>
        </p:nvSpPr>
        <p:spPr>
          <a:xfrm>
            <a:off x="228247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2"/>
          <p:cNvSpPr/>
          <p:nvPr/>
        </p:nvSpPr>
        <p:spPr>
          <a:xfrm>
            <a:off x="228247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2"/>
          <p:cNvSpPr/>
          <p:nvPr/>
        </p:nvSpPr>
        <p:spPr>
          <a:xfrm>
            <a:off x="297895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2"/>
          <p:cNvSpPr/>
          <p:nvPr/>
        </p:nvSpPr>
        <p:spPr>
          <a:xfrm>
            <a:off x="297895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2"/>
          <p:cNvSpPr/>
          <p:nvPr/>
        </p:nvSpPr>
        <p:spPr>
          <a:xfrm>
            <a:off x="297895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2"/>
          <p:cNvSpPr/>
          <p:nvPr/>
        </p:nvSpPr>
        <p:spPr>
          <a:xfrm>
            <a:off x="297895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2"/>
          <p:cNvSpPr/>
          <p:nvPr/>
        </p:nvSpPr>
        <p:spPr>
          <a:xfrm>
            <a:off x="297895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2"/>
          <p:cNvSpPr/>
          <p:nvPr/>
        </p:nvSpPr>
        <p:spPr>
          <a:xfrm>
            <a:off x="297895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2"/>
          <p:cNvSpPr/>
          <p:nvPr/>
        </p:nvSpPr>
        <p:spPr>
          <a:xfrm>
            <a:off x="297895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2"/>
          <p:cNvSpPr/>
          <p:nvPr/>
        </p:nvSpPr>
        <p:spPr>
          <a:xfrm>
            <a:off x="297895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2"/>
          <p:cNvSpPr/>
          <p:nvPr/>
        </p:nvSpPr>
        <p:spPr>
          <a:xfrm>
            <a:off x="297895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2"/>
          <p:cNvSpPr/>
          <p:nvPr/>
        </p:nvSpPr>
        <p:spPr>
          <a:xfrm>
            <a:off x="297895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2"/>
          <p:cNvSpPr/>
          <p:nvPr/>
        </p:nvSpPr>
        <p:spPr>
          <a:xfrm>
            <a:off x="36754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2"/>
          <p:cNvSpPr/>
          <p:nvPr/>
        </p:nvSpPr>
        <p:spPr>
          <a:xfrm>
            <a:off x="36754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2"/>
          <p:cNvSpPr/>
          <p:nvPr/>
        </p:nvSpPr>
        <p:spPr>
          <a:xfrm>
            <a:off x="36754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2"/>
          <p:cNvSpPr/>
          <p:nvPr/>
        </p:nvSpPr>
        <p:spPr>
          <a:xfrm>
            <a:off x="36754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2"/>
          <p:cNvSpPr/>
          <p:nvPr/>
        </p:nvSpPr>
        <p:spPr>
          <a:xfrm>
            <a:off x="36754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2"/>
          <p:cNvSpPr/>
          <p:nvPr/>
        </p:nvSpPr>
        <p:spPr>
          <a:xfrm>
            <a:off x="36754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2"/>
          <p:cNvSpPr/>
          <p:nvPr/>
        </p:nvSpPr>
        <p:spPr>
          <a:xfrm>
            <a:off x="36754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2"/>
          <p:cNvSpPr/>
          <p:nvPr/>
        </p:nvSpPr>
        <p:spPr>
          <a:xfrm>
            <a:off x="36754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2"/>
          <p:cNvSpPr/>
          <p:nvPr/>
        </p:nvSpPr>
        <p:spPr>
          <a:xfrm>
            <a:off x="36754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2"/>
          <p:cNvSpPr/>
          <p:nvPr/>
        </p:nvSpPr>
        <p:spPr>
          <a:xfrm>
            <a:off x="36754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2"/>
          <p:cNvSpPr/>
          <p:nvPr/>
        </p:nvSpPr>
        <p:spPr>
          <a:xfrm>
            <a:off x="43719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2"/>
          <p:cNvSpPr/>
          <p:nvPr/>
        </p:nvSpPr>
        <p:spPr>
          <a:xfrm>
            <a:off x="43719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2"/>
          <p:cNvSpPr/>
          <p:nvPr/>
        </p:nvSpPr>
        <p:spPr>
          <a:xfrm>
            <a:off x="43719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2"/>
          <p:cNvSpPr/>
          <p:nvPr/>
        </p:nvSpPr>
        <p:spPr>
          <a:xfrm>
            <a:off x="43719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2"/>
          <p:cNvSpPr/>
          <p:nvPr/>
        </p:nvSpPr>
        <p:spPr>
          <a:xfrm>
            <a:off x="43719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2"/>
          <p:cNvSpPr/>
          <p:nvPr/>
        </p:nvSpPr>
        <p:spPr>
          <a:xfrm>
            <a:off x="43719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2"/>
          <p:cNvSpPr/>
          <p:nvPr/>
        </p:nvSpPr>
        <p:spPr>
          <a:xfrm>
            <a:off x="43719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2"/>
          <p:cNvSpPr/>
          <p:nvPr/>
        </p:nvSpPr>
        <p:spPr>
          <a:xfrm>
            <a:off x="43719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2"/>
          <p:cNvSpPr/>
          <p:nvPr/>
        </p:nvSpPr>
        <p:spPr>
          <a:xfrm>
            <a:off x="43719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2"/>
          <p:cNvSpPr/>
          <p:nvPr/>
        </p:nvSpPr>
        <p:spPr>
          <a:xfrm>
            <a:off x="43719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2"/>
          <p:cNvSpPr/>
          <p:nvPr/>
        </p:nvSpPr>
        <p:spPr>
          <a:xfrm>
            <a:off x="506837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2"/>
          <p:cNvSpPr/>
          <p:nvPr/>
        </p:nvSpPr>
        <p:spPr>
          <a:xfrm>
            <a:off x="506837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2"/>
          <p:cNvSpPr/>
          <p:nvPr/>
        </p:nvSpPr>
        <p:spPr>
          <a:xfrm>
            <a:off x="506837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2"/>
          <p:cNvSpPr/>
          <p:nvPr/>
        </p:nvSpPr>
        <p:spPr>
          <a:xfrm>
            <a:off x="506837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2"/>
          <p:cNvSpPr/>
          <p:nvPr/>
        </p:nvSpPr>
        <p:spPr>
          <a:xfrm>
            <a:off x="506837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2"/>
          <p:cNvSpPr/>
          <p:nvPr/>
        </p:nvSpPr>
        <p:spPr>
          <a:xfrm>
            <a:off x="506837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2"/>
          <p:cNvSpPr/>
          <p:nvPr/>
        </p:nvSpPr>
        <p:spPr>
          <a:xfrm>
            <a:off x="506837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2"/>
          <p:cNvSpPr/>
          <p:nvPr/>
        </p:nvSpPr>
        <p:spPr>
          <a:xfrm>
            <a:off x="506837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2"/>
          <p:cNvSpPr/>
          <p:nvPr/>
        </p:nvSpPr>
        <p:spPr>
          <a:xfrm>
            <a:off x="506837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2"/>
          <p:cNvSpPr/>
          <p:nvPr/>
        </p:nvSpPr>
        <p:spPr>
          <a:xfrm>
            <a:off x="506837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2"/>
          <p:cNvSpPr/>
          <p:nvPr/>
        </p:nvSpPr>
        <p:spPr>
          <a:xfrm>
            <a:off x="576485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2"/>
          <p:cNvSpPr/>
          <p:nvPr/>
        </p:nvSpPr>
        <p:spPr>
          <a:xfrm>
            <a:off x="576485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2"/>
          <p:cNvSpPr/>
          <p:nvPr/>
        </p:nvSpPr>
        <p:spPr>
          <a:xfrm>
            <a:off x="576485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2"/>
          <p:cNvSpPr/>
          <p:nvPr/>
        </p:nvSpPr>
        <p:spPr>
          <a:xfrm>
            <a:off x="576485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2"/>
          <p:cNvSpPr/>
          <p:nvPr/>
        </p:nvSpPr>
        <p:spPr>
          <a:xfrm>
            <a:off x="576485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2"/>
          <p:cNvSpPr/>
          <p:nvPr/>
        </p:nvSpPr>
        <p:spPr>
          <a:xfrm>
            <a:off x="576485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2"/>
          <p:cNvSpPr/>
          <p:nvPr/>
        </p:nvSpPr>
        <p:spPr>
          <a:xfrm>
            <a:off x="576485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2"/>
          <p:cNvSpPr/>
          <p:nvPr/>
        </p:nvSpPr>
        <p:spPr>
          <a:xfrm>
            <a:off x="576485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2"/>
          <p:cNvSpPr/>
          <p:nvPr/>
        </p:nvSpPr>
        <p:spPr>
          <a:xfrm>
            <a:off x="576485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2"/>
          <p:cNvSpPr/>
          <p:nvPr/>
        </p:nvSpPr>
        <p:spPr>
          <a:xfrm>
            <a:off x="576485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2"/>
          <p:cNvSpPr/>
          <p:nvPr/>
        </p:nvSpPr>
        <p:spPr>
          <a:xfrm>
            <a:off x="64613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2"/>
          <p:cNvSpPr/>
          <p:nvPr/>
        </p:nvSpPr>
        <p:spPr>
          <a:xfrm>
            <a:off x="64613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2"/>
          <p:cNvSpPr/>
          <p:nvPr/>
        </p:nvSpPr>
        <p:spPr>
          <a:xfrm>
            <a:off x="64613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2"/>
          <p:cNvSpPr/>
          <p:nvPr/>
        </p:nvSpPr>
        <p:spPr>
          <a:xfrm>
            <a:off x="64613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2"/>
          <p:cNvSpPr/>
          <p:nvPr/>
        </p:nvSpPr>
        <p:spPr>
          <a:xfrm>
            <a:off x="64613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2"/>
          <p:cNvSpPr/>
          <p:nvPr/>
        </p:nvSpPr>
        <p:spPr>
          <a:xfrm>
            <a:off x="64613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2"/>
          <p:cNvSpPr/>
          <p:nvPr/>
        </p:nvSpPr>
        <p:spPr>
          <a:xfrm>
            <a:off x="64613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2"/>
          <p:cNvSpPr/>
          <p:nvPr/>
        </p:nvSpPr>
        <p:spPr>
          <a:xfrm>
            <a:off x="64613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2"/>
          <p:cNvSpPr/>
          <p:nvPr/>
        </p:nvSpPr>
        <p:spPr>
          <a:xfrm>
            <a:off x="64613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2"/>
          <p:cNvSpPr/>
          <p:nvPr/>
        </p:nvSpPr>
        <p:spPr>
          <a:xfrm>
            <a:off x="64613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2"/>
          <p:cNvSpPr/>
          <p:nvPr/>
        </p:nvSpPr>
        <p:spPr>
          <a:xfrm>
            <a:off x="71578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2"/>
          <p:cNvSpPr/>
          <p:nvPr/>
        </p:nvSpPr>
        <p:spPr>
          <a:xfrm>
            <a:off x="71578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2"/>
          <p:cNvSpPr/>
          <p:nvPr/>
        </p:nvSpPr>
        <p:spPr>
          <a:xfrm>
            <a:off x="71578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2"/>
          <p:cNvSpPr/>
          <p:nvPr/>
        </p:nvSpPr>
        <p:spPr>
          <a:xfrm>
            <a:off x="71578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2"/>
          <p:cNvSpPr/>
          <p:nvPr/>
        </p:nvSpPr>
        <p:spPr>
          <a:xfrm>
            <a:off x="71578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2"/>
          <p:cNvSpPr/>
          <p:nvPr/>
        </p:nvSpPr>
        <p:spPr>
          <a:xfrm>
            <a:off x="71578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2"/>
          <p:cNvSpPr/>
          <p:nvPr/>
        </p:nvSpPr>
        <p:spPr>
          <a:xfrm>
            <a:off x="71578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2"/>
          <p:cNvSpPr/>
          <p:nvPr/>
        </p:nvSpPr>
        <p:spPr>
          <a:xfrm>
            <a:off x="71578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2"/>
          <p:cNvSpPr/>
          <p:nvPr/>
        </p:nvSpPr>
        <p:spPr>
          <a:xfrm>
            <a:off x="71578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2"/>
          <p:cNvSpPr/>
          <p:nvPr/>
        </p:nvSpPr>
        <p:spPr>
          <a:xfrm>
            <a:off x="71578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2"/>
          <p:cNvSpPr/>
          <p:nvPr/>
        </p:nvSpPr>
        <p:spPr>
          <a:xfrm>
            <a:off x="8895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2"/>
          <p:cNvSpPr/>
          <p:nvPr/>
        </p:nvSpPr>
        <p:spPr>
          <a:xfrm>
            <a:off x="8895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2"/>
          <p:cNvSpPr/>
          <p:nvPr/>
        </p:nvSpPr>
        <p:spPr>
          <a:xfrm>
            <a:off x="8895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2"/>
          <p:cNvSpPr/>
          <p:nvPr/>
        </p:nvSpPr>
        <p:spPr>
          <a:xfrm>
            <a:off x="8895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2"/>
          <p:cNvSpPr/>
          <p:nvPr/>
        </p:nvSpPr>
        <p:spPr>
          <a:xfrm>
            <a:off x="8895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2"/>
          <p:cNvSpPr/>
          <p:nvPr/>
        </p:nvSpPr>
        <p:spPr>
          <a:xfrm>
            <a:off x="8895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2"/>
          <p:cNvSpPr/>
          <p:nvPr/>
        </p:nvSpPr>
        <p:spPr>
          <a:xfrm>
            <a:off x="8895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2"/>
          <p:cNvSpPr/>
          <p:nvPr/>
        </p:nvSpPr>
        <p:spPr>
          <a:xfrm>
            <a:off x="8895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2"/>
          <p:cNvSpPr/>
          <p:nvPr/>
        </p:nvSpPr>
        <p:spPr>
          <a:xfrm>
            <a:off x="8895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2"/>
          <p:cNvSpPr/>
          <p:nvPr/>
        </p:nvSpPr>
        <p:spPr>
          <a:xfrm>
            <a:off x="8895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2"/>
          <p:cNvSpPr/>
          <p:nvPr/>
        </p:nvSpPr>
        <p:spPr>
          <a:xfrm>
            <a:off x="15860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2"/>
          <p:cNvSpPr/>
          <p:nvPr/>
        </p:nvSpPr>
        <p:spPr>
          <a:xfrm>
            <a:off x="15860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2"/>
          <p:cNvSpPr/>
          <p:nvPr/>
        </p:nvSpPr>
        <p:spPr>
          <a:xfrm>
            <a:off x="15860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2"/>
          <p:cNvSpPr/>
          <p:nvPr/>
        </p:nvSpPr>
        <p:spPr>
          <a:xfrm>
            <a:off x="15860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2"/>
          <p:cNvSpPr/>
          <p:nvPr/>
        </p:nvSpPr>
        <p:spPr>
          <a:xfrm>
            <a:off x="15860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2"/>
          <p:cNvSpPr/>
          <p:nvPr/>
        </p:nvSpPr>
        <p:spPr>
          <a:xfrm>
            <a:off x="15860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2"/>
          <p:cNvSpPr/>
          <p:nvPr/>
        </p:nvSpPr>
        <p:spPr>
          <a:xfrm>
            <a:off x="15860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2"/>
          <p:cNvSpPr/>
          <p:nvPr/>
        </p:nvSpPr>
        <p:spPr>
          <a:xfrm>
            <a:off x="15860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2"/>
          <p:cNvSpPr/>
          <p:nvPr/>
        </p:nvSpPr>
        <p:spPr>
          <a:xfrm>
            <a:off x="15860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2"/>
          <p:cNvSpPr/>
          <p:nvPr/>
        </p:nvSpPr>
        <p:spPr>
          <a:xfrm>
            <a:off x="15860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2"/>
          <p:cNvSpPr/>
          <p:nvPr/>
        </p:nvSpPr>
        <p:spPr>
          <a:xfrm>
            <a:off x="228247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2"/>
          <p:cNvSpPr/>
          <p:nvPr/>
        </p:nvSpPr>
        <p:spPr>
          <a:xfrm>
            <a:off x="228247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2"/>
          <p:cNvSpPr/>
          <p:nvPr/>
        </p:nvSpPr>
        <p:spPr>
          <a:xfrm>
            <a:off x="228247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2"/>
          <p:cNvSpPr/>
          <p:nvPr/>
        </p:nvSpPr>
        <p:spPr>
          <a:xfrm>
            <a:off x="228247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2"/>
          <p:cNvSpPr/>
          <p:nvPr/>
        </p:nvSpPr>
        <p:spPr>
          <a:xfrm>
            <a:off x="228247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2"/>
          <p:cNvSpPr/>
          <p:nvPr/>
        </p:nvSpPr>
        <p:spPr>
          <a:xfrm>
            <a:off x="228247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2"/>
          <p:cNvSpPr/>
          <p:nvPr/>
        </p:nvSpPr>
        <p:spPr>
          <a:xfrm>
            <a:off x="228247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2"/>
          <p:cNvSpPr/>
          <p:nvPr/>
        </p:nvSpPr>
        <p:spPr>
          <a:xfrm>
            <a:off x="228247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2"/>
          <p:cNvSpPr/>
          <p:nvPr/>
        </p:nvSpPr>
        <p:spPr>
          <a:xfrm>
            <a:off x="228247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2"/>
          <p:cNvSpPr/>
          <p:nvPr/>
        </p:nvSpPr>
        <p:spPr>
          <a:xfrm>
            <a:off x="228247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2"/>
          <p:cNvSpPr/>
          <p:nvPr/>
        </p:nvSpPr>
        <p:spPr>
          <a:xfrm>
            <a:off x="297895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2"/>
          <p:cNvSpPr/>
          <p:nvPr/>
        </p:nvSpPr>
        <p:spPr>
          <a:xfrm>
            <a:off x="297895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2"/>
          <p:cNvSpPr/>
          <p:nvPr/>
        </p:nvSpPr>
        <p:spPr>
          <a:xfrm>
            <a:off x="297895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2"/>
          <p:cNvSpPr/>
          <p:nvPr/>
        </p:nvSpPr>
        <p:spPr>
          <a:xfrm>
            <a:off x="297895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2"/>
          <p:cNvSpPr/>
          <p:nvPr/>
        </p:nvSpPr>
        <p:spPr>
          <a:xfrm>
            <a:off x="297895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2"/>
          <p:cNvSpPr/>
          <p:nvPr/>
        </p:nvSpPr>
        <p:spPr>
          <a:xfrm>
            <a:off x="297895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2"/>
          <p:cNvSpPr/>
          <p:nvPr/>
        </p:nvSpPr>
        <p:spPr>
          <a:xfrm>
            <a:off x="297895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2"/>
          <p:cNvSpPr/>
          <p:nvPr/>
        </p:nvSpPr>
        <p:spPr>
          <a:xfrm>
            <a:off x="297895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2"/>
          <p:cNvSpPr/>
          <p:nvPr/>
        </p:nvSpPr>
        <p:spPr>
          <a:xfrm>
            <a:off x="297895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2"/>
          <p:cNvSpPr/>
          <p:nvPr/>
        </p:nvSpPr>
        <p:spPr>
          <a:xfrm>
            <a:off x="297895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2"/>
          <p:cNvSpPr/>
          <p:nvPr/>
        </p:nvSpPr>
        <p:spPr>
          <a:xfrm>
            <a:off x="36754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2"/>
          <p:cNvSpPr/>
          <p:nvPr/>
        </p:nvSpPr>
        <p:spPr>
          <a:xfrm>
            <a:off x="36754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2"/>
          <p:cNvSpPr/>
          <p:nvPr/>
        </p:nvSpPr>
        <p:spPr>
          <a:xfrm>
            <a:off x="36754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2"/>
          <p:cNvSpPr/>
          <p:nvPr/>
        </p:nvSpPr>
        <p:spPr>
          <a:xfrm>
            <a:off x="36754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2"/>
          <p:cNvSpPr/>
          <p:nvPr/>
        </p:nvSpPr>
        <p:spPr>
          <a:xfrm>
            <a:off x="36754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2"/>
          <p:cNvSpPr/>
          <p:nvPr/>
        </p:nvSpPr>
        <p:spPr>
          <a:xfrm>
            <a:off x="36754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2"/>
          <p:cNvSpPr/>
          <p:nvPr/>
        </p:nvSpPr>
        <p:spPr>
          <a:xfrm>
            <a:off x="36754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2"/>
          <p:cNvSpPr/>
          <p:nvPr/>
        </p:nvSpPr>
        <p:spPr>
          <a:xfrm>
            <a:off x="36754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2"/>
          <p:cNvSpPr/>
          <p:nvPr/>
        </p:nvSpPr>
        <p:spPr>
          <a:xfrm>
            <a:off x="36754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2"/>
          <p:cNvSpPr/>
          <p:nvPr/>
        </p:nvSpPr>
        <p:spPr>
          <a:xfrm>
            <a:off x="36754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2"/>
          <p:cNvSpPr/>
          <p:nvPr/>
        </p:nvSpPr>
        <p:spPr>
          <a:xfrm>
            <a:off x="43719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2"/>
          <p:cNvSpPr/>
          <p:nvPr/>
        </p:nvSpPr>
        <p:spPr>
          <a:xfrm>
            <a:off x="43719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2"/>
          <p:cNvSpPr/>
          <p:nvPr/>
        </p:nvSpPr>
        <p:spPr>
          <a:xfrm>
            <a:off x="43719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2"/>
          <p:cNvSpPr/>
          <p:nvPr/>
        </p:nvSpPr>
        <p:spPr>
          <a:xfrm>
            <a:off x="43719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2"/>
          <p:cNvSpPr/>
          <p:nvPr/>
        </p:nvSpPr>
        <p:spPr>
          <a:xfrm>
            <a:off x="43719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2"/>
          <p:cNvSpPr/>
          <p:nvPr/>
        </p:nvSpPr>
        <p:spPr>
          <a:xfrm>
            <a:off x="43719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2"/>
          <p:cNvSpPr/>
          <p:nvPr/>
        </p:nvSpPr>
        <p:spPr>
          <a:xfrm>
            <a:off x="43719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2"/>
          <p:cNvSpPr/>
          <p:nvPr/>
        </p:nvSpPr>
        <p:spPr>
          <a:xfrm>
            <a:off x="43719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2"/>
          <p:cNvSpPr/>
          <p:nvPr/>
        </p:nvSpPr>
        <p:spPr>
          <a:xfrm>
            <a:off x="43719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2"/>
          <p:cNvSpPr/>
          <p:nvPr/>
        </p:nvSpPr>
        <p:spPr>
          <a:xfrm>
            <a:off x="43719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2"/>
          <p:cNvSpPr/>
          <p:nvPr/>
        </p:nvSpPr>
        <p:spPr>
          <a:xfrm>
            <a:off x="506837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2"/>
          <p:cNvSpPr/>
          <p:nvPr/>
        </p:nvSpPr>
        <p:spPr>
          <a:xfrm>
            <a:off x="506837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2"/>
          <p:cNvSpPr/>
          <p:nvPr/>
        </p:nvSpPr>
        <p:spPr>
          <a:xfrm>
            <a:off x="506837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2"/>
          <p:cNvSpPr/>
          <p:nvPr/>
        </p:nvSpPr>
        <p:spPr>
          <a:xfrm>
            <a:off x="506837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2"/>
          <p:cNvSpPr/>
          <p:nvPr/>
        </p:nvSpPr>
        <p:spPr>
          <a:xfrm>
            <a:off x="506837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2"/>
          <p:cNvSpPr/>
          <p:nvPr/>
        </p:nvSpPr>
        <p:spPr>
          <a:xfrm>
            <a:off x="506837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2"/>
          <p:cNvSpPr/>
          <p:nvPr/>
        </p:nvSpPr>
        <p:spPr>
          <a:xfrm>
            <a:off x="506837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2"/>
          <p:cNvSpPr/>
          <p:nvPr/>
        </p:nvSpPr>
        <p:spPr>
          <a:xfrm>
            <a:off x="506837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2"/>
          <p:cNvSpPr/>
          <p:nvPr/>
        </p:nvSpPr>
        <p:spPr>
          <a:xfrm>
            <a:off x="506837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2"/>
          <p:cNvSpPr/>
          <p:nvPr/>
        </p:nvSpPr>
        <p:spPr>
          <a:xfrm>
            <a:off x="506837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2"/>
          <p:cNvSpPr/>
          <p:nvPr/>
        </p:nvSpPr>
        <p:spPr>
          <a:xfrm>
            <a:off x="576485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2"/>
          <p:cNvSpPr/>
          <p:nvPr/>
        </p:nvSpPr>
        <p:spPr>
          <a:xfrm>
            <a:off x="576485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2"/>
          <p:cNvSpPr/>
          <p:nvPr/>
        </p:nvSpPr>
        <p:spPr>
          <a:xfrm>
            <a:off x="576485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2"/>
          <p:cNvSpPr/>
          <p:nvPr/>
        </p:nvSpPr>
        <p:spPr>
          <a:xfrm>
            <a:off x="576485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2"/>
          <p:cNvSpPr/>
          <p:nvPr/>
        </p:nvSpPr>
        <p:spPr>
          <a:xfrm>
            <a:off x="576485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2"/>
          <p:cNvSpPr/>
          <p:nvPr/>
        </p:nvSpPr>
        <p:spPr>
          <a:xfrm>
            <a:off x="576485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2"/>
          <p:cNvSpPr/>
          <p:nvPr/>
        </p:nvSpPr>
        <p:spPr>
          <a:xfrm>
            <a:off x="576485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2"/>
          <p:cNvSpPr/>
          <p:nvPr/>
        </p:nvSpPr>
        <p:spPr>
          <a:xfrm>
            <a:off x="576485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2"/>
          <p:cNvSpPr/>
          <p:nvPr/>
        </p:nvSpPr>
        <p:spPr>
          <a:xfrm>
            <a:off x="576485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2"/>
          <p:cNvSpPr/>
          <p:nvPr/>
        </p:nvSpPr>
        <p:spPr>
          <a:xfrm>
            <a:off x="576485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2"/>
          <p:cNvSpPr/>
          <p:nvPr/>
        </p:nvSpPr>
        <p:spPr>
          <a:xfrm>
            <a:off x="64613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2"/>
          <p:cNvSpPr/>
          <p:nvPr/>
        </p:nvSpPr>
        <p:spPr>
          <a:xfrm>
            <a:off x="64613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2"/>
          <p:cNvSpPr/>
          <p:nvPr/>
        </p:nvSpPr>
        <p:spPr>
          <a:xfrm>
            <a:off x="64613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2"/>
          <p:cNvSpPr/>
          <p:nvPr/>
        </p:nvSpPr>
        <p:spPr>
          <a:xfrm>
            <a:off x="64613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2"/>
          <p:cNvSpPr/>
          <p:nvPr/>
        </p:nvSpPr>
        <p:spPr>
          <a:xfrm>
            <a:off x="64613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2"/>
          <p:cNvSpPr/>
          <p:nvPr/>
        </p:nvSpPr>
        <p:spPr>
          <a:xfrm>
            <a:off x="64613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2"/>
          <p:cNvSpPr/>
          <p:nvPr/>
        </p:nvSpPr>
        <p:spPr>
          <a:xfrm>
            <a:off x="64613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2"/>
          <p:cNvSpPr/>
          <p:nvPr/>
        </p:nvSpPr>
        <p:spPr>
          <a:xfrm>
            <a:off x="64613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2"/>
          <p:cNvSpPr/>
          <p:nvPr/>
        </p:nvSpPr>
        <p:spPr>
          <a:xfrm>
            <a:off x="64613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2"/>
          <p:cNvSpPr/>
          <p:nvPr/>
        </p:nvSpPr>
        <p:spPr>
          <a:xfrm>
            <a:off x="64613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2"/>
          <p:cNvSpPr/>
          <p:nvPr/>
        </p:nvSpPr>
        <p:spPr>
          <a:xfrm>
            <a:off x="71578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2"/>
          <p:cNvSpPr/>
          <p:nvPr/>
        </p:nvSpPr>
        <p:spPr>
          <a:xfrm>
            <a:off x="71578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2"/>
          <p:cNvSpPr/>
          <p:nvPr/>
        </p:nvSpPr>
        <p:spPr>
          <a:xfrm>
            <a:off x="71578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2"/>
          <p:cNvSpPr/>
          <p:nvPr/>
        </p:nvSpPr>
        <p:spPr>
          <a:xfrm>
            <a:off x="71578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2"/>
          <p:cNvSpPr/>
          <p:nvPr/>
        </p:nvSpPr>
        <p:spPr>
          <a:xfrm>
            <a:off x="71578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2"/>
          <p:cNvSpPr/>
          <p:nvPr/>
        </p:nvSpPr>
        <p:spPr>
          <a:xfrm>
            <a:off x="71578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2"/>
          <p:cNvSpPr/>
          <p:nvPr/>
        </p:nvSpPr>
        <p:spPr>
          <a:xfrm>
            <a:off x="71578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2"/>
          <p:cNvSpPr/>
          <p:nvPr/>
        </p:nvSpPr>
        <p:spPr>
          <a:xfrm>
            <a:off x="71578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2"/>
          <p:cNvSpPr/>
          <p:nvPr/>
        </p:nvSpPr>
        <p:spPr>
          <a:xfrm>
            <a:off x="71578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2"/>
          <p:cNvSpPr/>
          <p:nvPr/>
        </p:nvSpPr>
        <p:spPr>
          <a:xfrm>
            <a:off x="71578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2"/>
          <p:cNvSpPr txBox="1"/>
          <p:nvPr>
            <p:ph idx="6"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462" name="Google Shape;462;p22"/>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463" name="Google Shape;463;p22"/>
          <p:cNvSpPr txBox="1"/>
          <p:nvPr>
            <p:ph idx="7"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three column">
  <p:cSld name="CUSTOM_4_9">
    <p:spTree>
      <p:nvGrpSpPr>
        <p:cNvPr id="464" name="Shape 464"/>
        <p:cNvGrpSpPr/>
        <p:nvPr/>
      </p:nvGrpSpPr>
      <p:grpSpPr>
        <a:xfrm>
          <a:off x="0" y="0"/>
          <a:ext cx="0" cy="0"/>
          <a:chOff x="0" y="0"/>
          <a:chExt cx="0" cy="0"/>
        </a:xfrm>
      </p:grpSpPr>
      <p:cxnSp>
        <p:nvCxnSpPr>
          <p:cNvPr id="465" name="Google Shape;465;p2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466" name="Google Shape;466;p23"/>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467" name="Google Shape;467;p2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468" name="Google Shape;468;p23"/>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469" name="Google Shape;469;p23"/>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470" name="Google Shape;470;p23"/>
          <p:cNvCxnSpPr/>
          <p:nvPr/>
        </p:nvCxnSpPr>
        <p:spPr>
          <a:xfrm>
            <a:off x="4307600" y="2776950"/>
            <a:ext cx="0" cy="2302500"/>
          </a:xfrm>
          <a:prstGeom prst="straightConnector1">
            <a:avLst/>
          </a:prstGeom>
          <a:noFill/>
          <a:ln cap="flat" cmpd="sng" w="9525">
            <a:solidFill>
              <a:schemeClr val="dk2"/>
            </a:solidFill>
            <a:prstDash val="dot"/>
            <a:round/>
            <a:headEnd len="med" w="med" type="none"/>
            <a:tailEnd len="med" w="med" type="none"/>
          </a:ln>
        </p:spPr>
      </p:cxnSp>
      <p:cxnSp>
        <p:nvCxnSpPr>
          <p:cNvPr id="471" name="Google Shape;471;p23"/>
          <p:cNvCxnSpPr/>
          <p:nvPr/>
        </p:nvCxnSpPr>
        <p:spPr>
          <a:xfrm>
            <a:off x="7890550" y="2776950"/>
            <a:ext cx="0" cy="2302500"/>
          </a:xfrm>
          <a:prstGeom prst="straightConnector1">
            <a:avLst/>
          </a:prstGeom>
          <a:noFill/>
          <a:ln cap="flat" cmpd="sng" w="9525">
            <a:solidFill>
              <a:schemeClr val="dk2"/>
            </a:solidFill>
            <a:prstDash val="dot"/>
            <a:round/>
            <a:headEnd len="med" w="med" type="none"/>
            <a:tailEnd len="med" w="med" type="none"/>
          </a:ln>
        </p:spPr>
      </p:cxnSp>
      <p:sp>
        <p:nvSpPr>
          <p:cNvPr id="472" name="Google Shape;472;p23"/>
          <p:cNvSpPr txBox="1"/>
          <p:nvPr>
            <p:ph idx="2" type="subTitle"/>
          </p:nvPr>
        </p:nvSpPr>
        <p:spPr>
          <a:xfrm>
            <a:off x="1140925" y="4681050"/>
            <a:ext cx="27504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473" name="Google Shape;473;p23"/>
          <p:cNvSpPr txBox="1"/>
          <p:nvPr>
            <p:ph idx="3" type="subTitle"/>
          </p:nvPr>
        </p:nvSpPr>
        <p:spPr>
          <a:xfrm>
            <a:off x="1140925" y="2813710"/>
            <a:ext cx="2750400" cy="15483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400"/>
            </a:lvl1pPr>
            <a:lvl2pPr lvl="1" rtl="0">
              <a:lnSpc>
                <a:spcPct val="140000"/>
              </a:lnSpc>
              <a:spcBef>
                <a:spcPts val="0"/>
              </a:spcBef>
              <a:spcAft>
                <a:spcPts val="0"/>
              </a:spcAft>
              <a:buNone/>
              <a:defRPr sz="1400"/>
            </a:lvl2pPr>
            <a:lvl3pPr lvl="2" rtl="0">
              <a:lnSpc>
                <a:spcPct val="140000"/>
              </a:lnSpc>
              <a:spcBef>
                <a:spcPts val="0"/>
              </a:spcBef>
              <a:spcAft>
                <a:spcPts val="0"/>
              </a:spcAft>
              <a:buNone/>
              <a:defRPr sz="1400"/>
            </a:lvl3pPr>
            <a:lvl4pPr lvl="3" rtl="0">
              <a:lnSpc>
                <a:spcPct val="140000"/>
              </a:lnSpc>
              <a:spcBef>
                <a:spcPts val="0"/>
              </a:spcBef>
              <a:spcAft>
                <a:spcPts val="0"/>
              </a:spcAft>
              <a:buNone/>
              <a:defRPr sz="1400"/>
            </a:lvl4pPr>
            <a:lvl5pPr lvl="4" rtl="0">
              <a:lnSpc>
                <a:spcPct val="140000"/>
              </a:lnSpc>
              <a:spcBef>
                <a:spcPts val="0"/>
              </a:spcBef>
              <a:spcAft>
                <a:spcPts val="0"/>
              </a:spcAft>
              <a:buNone/>
              <a:defRPr sz="1400"/>
            </a:lvl5pPr>
            <a:lvl6pPr lvl="5" rtl="0">
              <a:lnSpc>
                <a:spcPct val="140000"/>
              </a:lnSpc>
              <a:spcBef>
                <a:spcPts val="0"/>
              </a:spcBef>
              <a:spcAft>
                <a:spcPts val="0"/>
              </a:spcAft>
              <a:buNone/>
              <a:defRPr sz="1400"/>
            </a:lvl6pPr>
            <a:lvl7pPr lvl="6" rtl="0">
              <a:lnSpc>
                <a:spcPct val="140000"/>
              </a:lnSpc>
              <a:spcBef>
                <a:spcPts val="0"/>
              </a:spcBef>
              <a:spcAft>
                <a:spcPts val="0"/>
              </a:spcAft>
              <a:buNone/>
              <a:defRPr sz="1400"/>
            </a:lvl7pPr>
            <a:lvl8pPr lvl="7" rtl="0">
              <a:lnSpc>
                <a:spcPct val="140000"/>
              </a:lnSpc>
              <a:spcBef>
                <a:spcPts val="0"/>
              </a:spcBef>
              <a:spcAft>
                <a:spcPts val="0"/>
              </a:spcAft>
              <a:buNone/>
              <a:defRPr sz="1400"/>
            </a:lvl8pPr>
            <a:lvl9pPr lvl="8" rtl="0">
              <a:lnSpc>
                <a:spcPct val="140000"/>
              </a:lnSpc>
              <a:spcBef>
                <a:spcPts val="0"/>
              </a:spcBef>
              <a:spcAft>
                <a:spcPts val="0"/>
              </a:spcAft>
              <a:buNone/>
              <a:defRPr sz="1400"/>
            </a:lvl9pPr>
          </a:lstStyle>
          <a:p/>
        </p:txBody>
      </p:sp>
      <p:sp>
        <p:nvSpPr>
          <p:cNvPr id="474" name="Google Shape;474;p23"/>
          <p:cNvSpPr txBox="1"/>
          <p:nvPr>
            <p:ph idx="4" type="subTitle"/>
          </p:nvPr>
        </p:nvSpPr>
        <p:spPr>
          <a:xfrm>
            <a:off x="4723875" y="2813710"/>
            <a:ext cx="2750400" cy="15483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400"/>
            </a:lvl1pPr>
            <a:lvl2pPr lvl="1" rtl="0">
              <a:lnSpc>
                <a:spcPct val="140000"/>
              </a:lnSpc>
              <a:spcBef>
                <a:spcPts val="0"/>
              </a:spcBef>
              <a:spcAft>
                <a:spcPts val="0"/>
              </a:spcAft>
              <a:buNone/>
              <a:defRPr sz="1400"/>
            </a:lvl2pPr>
            <a:lvl3pPr lvl="2" rtl="0">
              <a:lnSpc>
                <a:spcPct val="140000"/>
              </a:lnSpc>
              <a:spcBef>
                <a:spcPts val="0"/>
              </a:spcBef>
              <a:spcAft>
                <a:spcPts val="0"/>
              </a:spcAft>
              <a:buNone/>
              <a:defRPr sz="1400"/>
            </a:lvl3pPr>
            <a:lvl4pPr lvl="3" rtl="0">
              <a:lnSpc>
                <a:spcPct val="140000"/>
              </a:lnSpc>
              <a:spcBef>
                <a:spcPts val="0"/>
              </a:spcBef>
              <a:spcAft>
                <a:spcPts val="0"/>
              </a:spcAft>
              <a:buNone/>
              <a:defRPr sz="1400"/>
            </a:lvl4pPr>
            <a:lvl5pPr lvl="4" rtl="0">
              <a:lnSpc>
                <a:spcPct val="140000"/>
              </a:lnSpc>
              <a:spcBef>
                <a:spcPts val="0"/>
              </a:spcBef>
              <a:spcAft>
                <a:spcPts val="0"/>
              </a:spcAft>
              <a:buNone/>
              <a:defRPr sz="1400"/>
            </a:lvl5pPr>
            <a:lvl6pPr lvl="5" rtl="0">
              <a:lnSpc>
                <a:spcPct val="140000"/>
              </a:lnSpc>
              <a:spcBef>
                <a:spcPts val="0"/>
              </a:spcBef>
              <a:spcAft>
                <a:spcPts val="0"/>
              </a:spcAft>
              <a:buNone/>
              <a:defRPr sz="1400"/>
            </a:lvl6pPr>
            <a:lvl7pPr lvl="6" rtl="0">
              <a:lnSpc>
                <a:spcPct val="140000"/>
              </a:lnSpc>
              <a:spcBef>
                <a:spcPts val="0"/>
              </a:spcBef>
              <a:spcAft>
                <a:spcPts val="0"/>
              </a:spcAft>
              <a:buNone/>
              <a:defRPr sz="1400"/>
            </a:lvl7pPr>
            <a:lvl8pPr lvl="7" rtl="0">
              <a:lnSpc>
                <a:spcPct val="140000"/>
              </a:lnSpc>
              <a:spcBef>
                <a:spcPts val="0"/>
              </a:spcBef>
              <a:spcAft>
                <a:spcPts val="0"/>
              </a:spcAft>
              <a:buNone/>
              <a:defRPr sz="1400"/>
            </a:lvl8pPr>
            <a:lvl9pPr lvl="8" rtl="0">
              <a:lnSpc>
                <a:spcPct val="140000"/>
              </a:lnSpc>
              <a:spcBef>
                <a:spcPts val="0"/>
              </a:spcBef>
              <a:spcAft>
                <a:spcPts val="0"/>
              </a:spcAft>
              <a:buNone/>
              <a:defRPr sz="1400"/>
            </a:lvl9pPr>
          </a:lstStyle>
          <a:p/>
        </p:txBody>
      </p:sp>
      <p:sp>
        <p:nvSpPr>
          <p:cNvPr id="475" name="Google Shape;475;p23"/>
          <p:cNvSpPr txBox="1"/>
          <p:nvPr>
            <p:ph idx="5" type="subTitle"/>
          </p:nvPr>
        </p:nvSpPr>
        <p:spPr>
          <a:xfrm>
            <a:off x="8306825" y="2813710"/>
            <a:ext cx="2750400" cy="15483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400"/>
            </a:lvl1pPr>
            <a:lvl2pPr lvl="1" rtl="0">
              <a:lnSpc>
                <a:spcPct val="140000"/>
              </a:lnSpc>
              <a:spcBef>
                <a:spcPts val="0"/>
              </a:spcBef>
              <a:spcAft>
                <a:spcPts val="0"/>
              </a:spcAft>
              <a:buNone/>
              <a:defRPr sz="1400"/>
            </a:lvl2pPr>
            <a:lvl3pPr lvl="2" rtl="0">
              <a:lnSpc>
                <a:spcPct val="140000"/>
              </a:lnSpc>
              <a:spcBef>
                <a:spcPts val="0"/>
              </a:spcBef>
              <a:spcAft>
                <a:spcPts val="0"/>
              </a:spcAft>
              <a:buNone/>
              <a:defRPr sz="1400"/>
            </a:lvl3pPr>
            <a:lvl4pPr lvl="3" rtl="0">
              <a:lnSpc>
                <a:spcPct val="140000"/>
              </a:lnSpc>
              <a:spcBef>
                <a:spcPts val="0"/>
              </a:spcBef>
              <a:spcAft>
                <a:spcPts val="0"/>
              </a:spcAft>
              <a:buNone/>
              <a:defRPr sz="1400"/>
            </a:lvl4pPr>
            <a:lvl5pPr lvl="4" rtl="0">
              <a:lnSpc>
                <a:spcPct val="140000"/>
              </a:lnSpc>
              <a:spcBef>
                <a:spcPts val="0"/>
              </a:spcBef>
              <a:spcAft>
                <a:spcPts val="0"/>
              </a:spcAft>
              <a:buNone/>
              <a:defRPr sz="1400"/>
            </a:lvl5pPr>
            <a:lvl6pPr lvl="5" rtl="0">
              <a:lnSpc>
                <a:spcPct val="140000"/>
              </a:lnSpc>
              <a:spcBef>
                <a:spcPts val="0"/>
              </a:spcBef>
              <a:spcAft>
                <a:spcPts val="0"/>
              </a:spcAft>
              <a:buNone/>
              <a:defRPr sz="1400"/>
            </a:lvl6pPr>
            <a:lvl7pPr lvl="6" rtl="0">
              <a:lnSpc>
                <a:spcPct val="140000"/>
              </a:lnSpc>
              <a:spcBef>
                <a:spcPts val="0"/>
              </a:spcBef>
              <a:spcAft>
                <a:spcPts val="0"/>
              </a:spcAft>
              <a:buNone/>
              <a:defRPr sz="1400"/>
            </a:lvl7pPr>
            <a:lvl8pPr lvl="7" rtl="0">
              <a:lnSpc>
                <a:spcPct val="140000"/>
              </a:lnSpc>
              <a:spcBef>
                <a:spcPts val="0"/>
              </a:spcBef>
              <a:spcAft>
                <a:spcPts val="0"/>
              </a:spcAft>
              <a:buNone/>
              <a:defRPr sz="1400"/>
            </a:lvl8pPr>
            <a:lvl9pPr lvl="8" rtl="0">
              <a:lnSpc>
                <a:spcPct val="140000"/>
              </a:lnSpc>
              <a:spcBef>
                <a:spcPts val="0"/>
              </a:spcBef>
              <a:spcAft>
                <a:spcPts val="0"/>
              </a:spcAft>
              <a:buNone/>
              <a:defRPr sz="1400"/>
            </a:lvl9pPr>
          </a:lstStyle>
          <a:p/>
        </p:txBody>
      </p:sp>
      <p:sp>
        <p:nvSpPr>
          <p:cNvPr id="476" name="Google Shape;476;p23"/>
          <p:cNvSpPr txBox="1"/>
          <p:nvPr>
            <p:ph idx="6" type="subTitle"/>
          </p:nvPr>
        </p:nvSpPr>
        <p:spPr>
          <a:xfrm>
            <a:off x="4720800" y="4681050"/>
            <a:ext cx="27504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477" name="Google Shape;477;p23"/>
          <p:cNvSpPr txBox="1"/>
          <p:nvPr>
            <p:ph idx="7" type="subTitle"/>
          </p:nvPr>
        </p:nvSpPr>
        <p:spPr>
          <a:xfrm>
            <a:off x="8306825" y="4681050"/>
            <a:ext cx="27504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pic>
        <p:nvPicPr>
          <p:cNvPr id="478" name="Google Shape;478;p23"/>
          <p:cNvPicPr preferRelativeResize="0"/>
          <p:nvPr/>
        </p:nvPicPr>
        <p:blipFill rotWithShape="1">
          <a:blip r:embed="rId3">
            <a:alphaModFix/>
          </a:blip>
          <a:srcRect b="0" l="0" r="0" t="0"/>
          <a:stretch/>
        </p:blipFill>
        <p:spPr>
          <a:xfrm>
            <a:off x="1044805" y="2217196"/>
            <a:ext cx="553219" cy="553200"/>
          </a:xfrm>
          <a:prstGeom prst="rect">
            <a:avLst/>
          </a:prstGeom>
          <a:noFill/>
          <a:ln>
            <a:noFill/>
          </a:ln>
        </p:spPr>
      </p:pic>
      <p:pic>
        <p:nvPicPr>
          <p:cNvPr id="479" name="Google Shape;479;p23"/>
          <p:cNvPicPr preferRelativeResize="0"/>
          <p:nvPr/>
        </p:nvPicPr>
        <p:blipFill rotWithShape="1">
          <a:blip r:embed="rId3">
            <a:alphaModFix/>
          </a:blip>
          <a:srcRect b="0" l="0" r="0" t="0"/>
          <a:stretch/>
        </p:blipFill>
        <p:spPr>
          <a:xfrm>
            <a:off x="4627759" y="2217196"/>
            <a:ext cx="553219" cy="553200"/>
          </a:xfrm>
          <a:prstGeom prst="rect">
            <a:avLst/>
          </a:prstGeom>
          <a:noFill/>
          <a:ln>
            <a:noFill/>
          </a:ln>
        </p:spPr>
      </p:pic>
      <p:pic>
        <p:nvPicPr>
          <p:cNvPr id="480" name="Google Shape;480;p23"/>
          <p:cNvPicPr preferRelativeResize="0"/>
          <p:nvPr/>
        </p:nvPicPr>
        <p:blipFill rotWithShape="1">
          <a:blip r:embed="rId3">
            <a:alphaModFix/>
          </a:blip>
          <a:srcRect b="0" l="0" r="0" t="0"/>
          <a:stretch/>
        </p:blipFill>
        <p:spPr>
          <a:xfrm>
            <a:off x="8210712" y="2217196"/>
            <a:ext cx="553219" cy="553200"/>
          </a:xfrm>
          <a:prstGeom prst="rect">
            <a:avLst/>
          </a:prstGeom>
          <a:noFill/>
          <a:ln>
            <a:noFill/>
          </a:ln>
        </p:spPr>
      </p:pic>
      <p:sp>
        <p:nvSpPr>
          <p:cNvPr id="481" name="Google Shape;481;p23"/>
          <p:cNvSpPr txBox="1"/>
          <p:nvPr>
            <p:ph idx="8"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482" name="Google Shape;482;p23"/>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483" name="Google Shape;483;p23"/>
          <p:cNvSpPr txBox="1"/>
          <p:nvPr>
            <p:ph idx="9"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two column">
  <p:cSld name="CUSTOM_4_8">
    <p:spTree>
      <p:nvGrpSpPr>
        <p:cNvPr id="484" name="Shape 484"/>
        <p:cNvGrpSpPr/>
        <p:nvPr/>
      </p:nvGrpSpPr>
      <p:grpSpPr>
        <a:xfrm>
          <a:off x="0" y="0"/>
          <a:ext cx="0" cy="0"/>
          <a:chOff x="0" y="0"/>
          <a:chExt cx="0" cy="0"/>
        </a:xfrm>
      </p:grpSpPr>
      <p:cxnSp>
        <p:nvCxnSpPr>
          <p:cNvPr id="485" name="Google Shape;485;p2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486" name="Google Shape;486;p24"/>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487" name="Google Shape;487;p2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488" name="Google Shape;488;p24"/>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489" name="Google Shape;489;p24"/>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490" name="Google Shape;490;p24"/>
          <p:cNvCxnSpPr/>
          <p:nvPr/>
        </p:nvCxnSpPr>
        <p:spPr>
          <a:xfrm>
            <a:off x="6098909" y="2796200"/>
            <a:ext cx="0" cy="2923500"/>
          </a:xfrm>
          <a:prstGeom prst="straightConnector1">
            <a:avLst/>
          </a:prstGeom>
          <a:noFill/>
          <a:ln cap="flat" cmpd="sng" w="9525">
            <a:solidFill>
              <a:schemeClr val="dk2"/>
            </a:solidFill>
            <a:prstDash val="dot"/>
            <a:round/>
            <a:headEnd len="med" w="med" type="none"/>
            <a:tailEnd len="med" w="med" type="none"/>
          </a:ln>
        </p:spPr>
      </p:cxnSp>
      <p:sp>
        <p:nvSpPr>
          <p:cNvPr id="491" name="Google Shape;491;p24"/>
          <p:cNvSpPr txBox="1"/>
          <p:nvPr>
            <p:ph idx="2" type="subTitle"/>
          </p:nvPr>
        </p:nvSpPr>
        <p:spPr>
          <a:xfrm>
            <a:off x="1343125" y="5036725"/>
            <a:ext cx="43980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492" name="Google Shape;492;p24"/>
          <p:cNvSpPr txBox="1"/>
          <p:nvPr>
            <p:ph idx="3" type="subTitle"/>
          </p:nvPr>
        </p:nvSpPr>
        <p:spPr>
          <a:xfrm>
            <a:off x="1343125" y="2848100"/>
            <a:ext cx="4398000" cy="1861500"/>
          </a:xfrm>
          <a:prstGeom prst="rect">
            <a:avLst/>
          </a:prstGeom>
        </p:spPr>
        <p:txBody>
          <a:bodyPr anchorCtr="0" anchor="t" bIns="0" lIns="0" spcFirstLastPara="1" rIns="0" wrap="square" tIns="0">
            <a:noAutofit/>
          </a:bodyPr>
          <a:lstStyle>
            <a:lvl1pPr lvl="0" rtl="0">
              <a:lnSpc>
                <a:spcPct val="150000"/>
              </a:lnSpc>
              <a:spcBef>
                <a:spcPts val="0"/>
              </a:spcBef>
              <a:spcAft>
                <a:spcPts val="0"/>
              </a:spcAft>
              <a:buNone/>
              <a:defRPr/>
            </a:lvl1pPr>
            <a:lvl2pPr lvl="1" rtl="0">
              <a:lnSpc>
                <a:spcPct val="150000"/>
              </a:lnSpc>
              <a:spcBef>
                <a:spcPts val="0"/>
              </a:spcBef>
              <a:spcAft>
                <a:spcPts val="0"/>
              </a:spcAft>
              <a:buNone/>
              <a:defRPr/>
            </a:lvl2pPr>
            <a:lvl3pPr lvl="2" rtl="0">
              <a:lnSpc>
                <a:spcPct val="150000"/>
              </a:lnSpc>
              <a:spcBef>
                <a:spcPts val="0"/>
              </a:spcBef>
              <a:spcAft>
                <a:spcPts val="0"/>
              </a:spcAft>
              <a:buNone/>
              <a:defRPr/>
            </a:lvl3pPr>
            <a:lvl4pPr lvl="3" rtl="0">
              <a:lnSpc>
                <a:spcPct val="150000"/>
              </a:lnSpc>
              <a:spcBef>
                <a:spcPts val="0"/>
              </a:spcBef>
              <a:spcAft>
                <a:spcPts val="0"/>
              </a:spcAft>
              <a:buNone/>
              <a:defRPr/>
            </a:lvl4pPr>
            <a:lvl5pPr lvl="4" rtl="0">
              <a:lnSpc>
                <a:spcPct val="150000"/>
              </a:lnSpc>
              <a:spcBef>
                <a:spcPts val="0"/>
              </a:spcBef>
              <a:spcAft>
                <a:spcPts val="0"/>
              </a:spcAft>
              <a:buNone/>
              <a:defRPr/>
            </a:lvl5pPr>
            <a:lvl6pPr lvl="5" rtl="0">
              <a:lnSpc>
                <a:spcPct val="150000"/>
              </a:lnSpc>
              <a:spcBef>
                <a:spcPts val="0"/>
              </a:spcBef>
              <a:spcAft>
                <a:spcPts val="0"/>
              </a:spcAft>
              <a:buNone/>
              <a:defRPr/>
            </a:lvl6pPr>
            <a:lvl7pPr lvl="6" rtl="0">
              <a:lnSpc>
                <a:spcPct val="150000"/>
              </a:lnSpc>
              <a:spcBef>
                <a:spcPts val="0"/>
              </a:spcBef>
              <a:spcAft>
                <a:spcPts val="0"/>
              </a:spcAft>
              <a:buNone/>
              <a:defRPr/>
            </a:lvl7pPr>
            <a:lvl8pPr lvl="7" rtl="0">
              <a:lnSpc>
                <a:spcPct val="150000"/>
              </a:lnSpc>
              <a:spcBef>
                <a:spcPts val="0"/>
              </a:spcBef>
              <a:spcAft>
                <a:spcPts val="0"/>
              </a:spcAft>
              <a:buNone/>
              <a:defRPr/>
            </a:lvl8pPr>
            <a:lvl9pPr lvl="8" rtl="0">
              <a:lnSpc>
                <a:spcPct val="150000"/>
              </a:lnSpc>
              <a:spcBef>
                <a:spcPts val="0"/>
              </a:spcBef>
              <a:spcAft>
                <a:spcPts val="0"/>
              </a:spcAft>
              <a:buNone/>
              <a:defRPr/>
            </a:lvl9pPr>
          </a:lstStyle>
          <a:p/>
        </p:txBody>
      </p:sp>
      <p:sp>
        <p:nvSpPr>
          <p:cNvPr id="493" name="Google Shape;493;p24"/>
          <p:cNvSpPr txBox="1"/>
          <p:nvPr>
            <p:ph idx="4" type="subTitle"/>
          </p:nvPr>
        </p:nvSpPr>
        <p:spPr>
          <a:xfrm>
            <a:off x="6529325" y="5036725"/>
            <a:ext cx="43980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494" name="Google Shape;494;p24"/>
          <p:cNvSpPr txBox="1"/>
          <p:nvPr>
            <p:ph idx="5" type="subTitle"/>
          </p:nvPr>
        </p:nvSpPr>
        <p:spPr>
          <a:xfrm>
            <a:off x="6529325" y="2848100"/>
            <a:ext cx="4398000" cy="1861500"/>
          </a:xfrm>
          <a:prstGeom prst="rect">
            <a:avLst/>
          </a:prstGeom>
        </p:spPr>
        <p:txBody>
          <a:bodyPr anchorCtr="0" anchor="t" bIns="0" lIns="0" spcFirstLastPara="1" rIns="0" wrap="square" tIns="0">
            <a:noAutofit/>
          </a:bodyPr>
          <a:lstStyle>
            <a:lvl1pPr lvl="0" rtl="0">
              <a:lnSpc>
                <a:spcPct val="150000"/>
              </a:lnSpc>
              <a:spcBef>
                <a:spcPts val="0"/>
              </a:spcBef>
              <a:spcAft>
                <a:spcPts val="0"/>
              </a:spcAft>
              <a:buNone/>
              <a:defRPr/>
            </a:lvl1pPr>
            <a:lvl2pPr lvl="1" rtl="0">
              <a:lnSpc>
                <a:spcPct val="150000"/>
              </a:lnSpc>
              <a:spcBef>
                <a:spcPts val="0"/>
              </a:spcBef>
              <a:spcAft>
                <a:spcPts val="0"/>
              </a:spcAft>
              <a:buNone/>
              <a:defRPr/>
            </a:lvl2pPr>
            <a:lvl3pPr lvl="2" rtl="0">
              <a:lnSpc>
                <a:spcPct val="150000"/>
              </a:lnSpc>
              <a:spcBef>
                <a:spcPts val="0"/>
              </a:spcBef>
              <a:spcAft>
                <a:spcPts val="0"/>
              </a:spcAft>
              <a:buNone/>
              <a:defRPr/>
            </a:lvl3pPr>
            <a:lvl4pPr lvl="3" rtl="0">
              <a:lnSpc>
                <a:spcPct val="150000"/>
              </a:lnSpc>
              <a:spcBef>
                <a:spcPts val="0"/>
              </a:spcBef>
              <a:spcAft>
                <a:spcPts val="0"/>
              </a:spcAft>
              <a:buNone/>
              <a:defRPr/>
            </a:lvl4pPr>
            <a:lvl5pPr lvl="4" rtl="0">
              <a:lnSpc>
                <a:spcPct val="150000"/>
              </a:lnSpc>
              <a:spcBef>
                <a:spcPts val="0"/>
              </a:spcBef>
              <a:spcAft>
                <a:spcPts val="0"/>
              </a:spcAft>
              <a:buNone/>
              <a:defRPr/>
            </a:lvl5pPr>
            <a:lvl6pPr lvl="5" rtl="0">
              <a:lnSpc>
                <a:spcPct val="150000"/>
              </a:lnSpc>
              <a:spcBef>
                <a:spcPts val="0"/>
              </a:spcBef>
              <a:spcAft>
                <a:spcPts val="0"/>
              </a:spcAft>
              <a:buNone/>
              <a:defRPr/>
            </a:lvl6pPr>
            <a:lvl7pPr lvl="6" rtl="0">
              <a:lnSpc>
                <a:spcPct val="150000"/>
              </a:lnSpc>
              <a:spcBef>
                <a:spcPts val="0"/>
              </a:spcBef>
              <a:spcAft>
                <a:spcPts val="0"/>
              </a:spcAft>
              <a:buNone/>
              <a:defRPr/>
            </a:lvl7pPr>
            <a:lvl8pPr lvl="7" rtl="0">
              <a:lnSpc>
                <a:spcPct val="150000"/>
              </a:lnSpc>
              <a:spcBef>
                <a:spcPts val="0"/>
              </a:spcBef>
              <a:spcAft>
                <a:spcPts val="0"/>
              </a:spcAft>
              <a:buNone/>
              <a:defRPr/>
            </a:lvl8pPr>
            <a:lvl9pPr lvl="8" rtl="0">
              <a:lnSpc>
                <a:spcPct val="150000"/>
              </a:lnSpc>
              <a:spcBef>
                <a:spcPts val="0"/>
              </a:spcBef>
              <a:spcAft>
                <a:spcPts val="0"/>
              </a:spcAft>
              <a:buNone/>
              <a:defRPr/>
            </a:lvl9pPr>
          </a:lstStyle>
          <a:p/>
        </p:txBody>
      </p:sp>
      <p:pic>
        <p:nvPicPr>
          <p:cNvPr id="495" name="Google Shape;495;p24"/>
          <p:cNvPicPr preferRelativeResize="0"/>
          <p:nvPr/>
        </p:nvPicPr>
        <p:blipFill rotWithShape="1">
          <a:blip r:embed="rId3">
            <a:alphaModFix/>
          </a:blip>
          <a:srcRect b="0" l="0" r="0" t="0"/>
          <a:stretch/>
        </p:blipFill>
        <p:spPr>
          <a:xfrm>
            <a:off x="1227082" y="2044890"/>
            <a:ext cx="731700" cy="731684"/>
          </a:xfrm>
          <a:prstGeom prst="rect">
            <a:avLst/>
          </a:prstGeom>
          <a:noFill/>
          <a:ln>
            <a:noFill/>
          </a:ln>
        </p:spPr>
      </p:pic>
      <p:pic>
        <p:nvPicPr>
          <p:cNvPr id="496" name="Google Shape;496;p24"/>
          <p:cNvPicPr preferRelativeResize="0"/>
          <p:nvPr/>
        </p:nvPicPr>
        <p:blipFill rotWithShape="1">
          <a:blip r:embed="rId3">
            <a:alphaModFix/>
          </a:blip>
          <a:srcRect b="0" l="0" r="0" t="0"/>
          <a:stretch/>
        </p:blipFill>
        <p:spPr>
          <a:xfrm>
            <a:off x="6413282" y="2044890"/>
            <a:ext cx="731700" cy="731684"/>
          </a:xfrm>
          <a:prstGeom prst="rect">
            <a:avLst/>
          </a:prstGeom>
          <a:noFill/>
          <a:ln>
            <a:noFill/>
          </a:ln>
        </p:spPr>
      </p:pic>
      <p:sp>
        <p:nvSpPr>
          <p:cNvPr id="497" name="Google Shape;497;p24"/>
          <p:cNvSpPr txBox="1"/>
          <p:nvPr>
            <p:ph idx="6"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498" name="Google Shape;498;p24"/>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499" name="Google Shape;499;p24"/>
          <p:cNvSpPr txBox="1"/>
          <p:nvPr>
            <p:ph idx="7"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large">
  <p:cSld name="CUSTOM_4_7">
    <p:spTree>
      <p:nvGrpSpPr>
        <p:cNvPr id="500" name="Shape 500"/>
        <p:cNvGrpSpPr/>
        <p:nvPr/>
      </p:nvGrpSpPr>
      <p:grpSpPr>
        <a:xfrm>
          <a:off x="0" y="0"/>
          <a:ext cx="0" cy="0"/>
          <a:chOff x="0" y="0"/>
          <a:chExt cx="0" cy="0"/>
        </a:xfrm>
      </p:grpSpPr>
      <p:sp>
        <p:nvSpPr>
          <p:cNvPr id="501" name="Google Shape;501;p2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502" name="Google Shape;502;p2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503" name="Google Shape;503;p25"/>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504" name="Google Shape;504;p2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505" name="Google Shape;505;p25"/>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506" name="Google Shape;506;p25"/>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507" name="Google Shape;507;p25"/>
          <p:cNvSpPr txBox="1"/>
          <p:nvPr>
            <p:ph type="title"/>
          </p:nvPr>
        </p:nvSpPr>
        <p:spPr>
          <a:xfrm>
            <a:off x="4465550" y="1455375"/>
            <a:ext cx="6724800" cy="32004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2600"/>
            </a:lvl1pPr>
            <a:lvl2pPr lvl="1" rtl="0">
              <a:lnSpc>
                <a:spcPct val="115000"/>
              </a:lnSpc>
              <a:spcBef>
                <a:spcPts val="0"/>
              </a:spcBef>
              <a:spcAft>
                <a:spcPts val="0"/>
              </a:spcAft>
              <a:buNone/>
              <a:defRPr sz="2600"/>
            </a:lvl2pPr>
            <a:lvl3pPr lvl="2" rtl="0">
              <a:lnSpc>
                <a:spcPct val="115000"/>
              </a:lnSpc>
              <a:spcBef>
                <a:spcPts val="0"/>
              </a:spcBef>
              <a:spcAft>
                <a:spcPts val="0"/>
              </a:spcAft>
              <a:buNone/>
              <a:defRPr sz="2600"/>
            </a:lvl3pPr>
            <a:lvl4pPr lvl="3" rtl="0">
              <a:lnSpc>
                <a:spcPct val="115000"/>
              </a:lnSpc>
              <a:spcBef>
                <a:spcPts val="0"/>
              </a:spcBef>
              <a:spcAft>
                <a:spcPts val="0"/>
              </a:spcAft>
              <a:buNone/>
              <a:defRPr sz="2600"/>
            </a:lvl4pPr>
            <a:lvl5pPr lvl="4" rtl="0">
              <a:lnSpc>
                <a:spcPct val="115000"/>
              </a:lnSpc>
              <a:spcBef>
                <a:spcPts val="0"/>
              </a:spcBef>
              <a:spcAft>
                <a:spcPts val="0"/>
              </a:spcAft>
              <a:buNone/>
              <a:defRPr sz="2600"/>
            </a:lvl5pPr>
            <a:lvl6pPr lvl="5" rtl="0">
              <a:lnSpc>
                <a:spcPct val="115000"/>
              </a:lnSpc>
              <a:spcBef>
                <a:spcPts val="0"/>
              </a:spcBef>
              <a:spcAft>
                <a:spcPts val="0"/>
              </a:spcAft>
              <a:buNone/>
              <a:defRPr sz="2600"/>
            </a:lvl6pPr>
            <a:lvl7pPr lvl="6" rtl="0">
              <a:lnSpc>
                <a:spcPct val="115000"/>
              </a:lnSpc>
              <a:spcBef>
                <a:spcPts val="0"/>
              </a:spcBef>
              <a:spcAft>
                <a:spcPts val="0"/>
              </a:spcAft>
              <a:buNone/>
              <a:defRPr sz="2600"/>
            </a:lvl7pPr>
            <a:lvl8pPr lvl="7" rtl="0">
              <a:lnSpc>
                <a:spcPct val="115000"/>
              </a:lnSpc>
              <a:spcBef>
                <a:spcPts val="0"/>
              </a:spcBef>
              <a:spcAft>
                <a:spcPts val="0"/>
              </a:spcAft>
              <a:buNone/>
              <a:defRPr sz="2600"/>
            </a:lvl8pPr>
            <a:lvl9pPr lvl="8" rtl="0">
              <a:lnSpc>
                <a:spcPct val="115000"/>
              </a:lnSpc>
              <a:spcBef>
                <a:spcPts val="0"/>
              </a:spcBef>
              <a:spcAft>
                <a:spcPts val="0"/>
              </a:spcAft>
              <a:buNone/>
              <a:defRPr sz="2600"/>
            </a:lvl9pPr>
          </a:lstStyle>
          <a:p/>
        </p:txBody>
      </p:sp>
      <p:sp>
        <p:nvSpPr>
          <p:cNvPr id="508" name="Google Shape;508;p25"/>
          <p:cNvSpPr txBox="1"/>
          <p:nvPr>
            <p:ph idx="3" type="subTitle"/>
          </p:nvPr>
        </p:nvSpPr>
        <p:spPr>
          <a:xfrm>
            <a:off x="4465600" y="5036725"/>
            <a:ext cx="4097700" cy="426000"/>
          </a:xfrm>
          <a:prstGeom prst="rect">
            <a:avLst/>
          </a:prstGeom>
        </p:spPr>
        <p:txBody>
          <a:bodyPr anchorCtr="0" anchor="t" bIns="0" lIns="0" spcFirstLastPara="1" rIns="0" wrap="square" tIns="0">
            <a:noAutofit/>
          </a:bodyPr>
          <a:lstStyle>
            <a:lvl1pPr lvl="0" rtl="0">
              <a:lnSpc>
                <a:spcPct val="114000"/>
              </a:lnSpc>
              <a:spcBef>
                <a:spcPts val="0"/>
              </a:spcBef>
              <a:spcAft>
                <a:spcPts val="0"/>
              </a:spcAft>
              <a:buNone/>
              <a:defRPr sz="1400"/>
            </a:lvl1pPr>
            <a:lvl2pPr lvl="1" rtl="0">
              <a:lnSpc>
                <a:spcPct val="114000"/>
              </a:lnSpc>
              <a:spcBef>
                <a:spcPts val="0"/>
              </a:spcBef>
              <a:spcAft>
                <a:spcPts val="0"/>
              </a:spcAft>
              <a:buNone/>
              <a:defRPr sz="1400"/>
            </a:lvl2pPr>
            <a:lvl3pPr lvl="2" rtl="0">
              <a:lnSpc>
                <a:spcPct val="114000"/>
              </a:lnSpc>
              <a:spcBef>
                <a:spcPts val="0"/>
              </a:spcBef>
              <a:spcAft>
                <a:spcPts val="0"/>
              </a:spcAft>
              <a:buNone/>
              <a:defRPr sz="1400"/>
            </a:lvl3pPr>
            <a:lvl4pPr lvl="3" rtl="0">
              <a:lnSpc>
                <a:spcPct val="114000"/>
              </a:lnSpc>
              <a:spcBef>
                <a:spcPts val="0"/>
              </a:spcBef>
              <a:spcAft>
                <a:spcPts val="0"/>
              </a:spcAft>
              <a:buNone/>
              <a:defRPr sz="1400"/>
            </a:lvl4pPr>
            <a:lvl5pPr lvl="4" rtl="0">
              <a:lnSpc>
                <a:spcPct val="114000"/>
              </a:lnSpc>
              <a:spcBef>
                <a:spcPts val="0"/>
              </a:spcBef>
              <a:spcAft>
                <a:spcPts val="0"/>
              </a:spcAft>
              <a:buNone/>
              <a:defRPr sz="1400"/>
            </a:lvl5pPr>
            <a:lvl6pPr lvl="5" rtl="0">
              <a:lnSpc>
                <a:spcPct val="114000"/>
              </a:lnSpc>
              <a:spcBef>
                <a:spcPts val="0"/>
              </a:spcBef>
              <a:spcAft>
                <a:spcPts val="0"/>
              </a:spcAft>
              <a:buNone/>
              <a:defRPr sz="1400"/>
            </a:lvl6pPr>
            <a:lvl7pPr lvl="6" rtl="0">
              <a:lnSpc>
                <a:spcPct val="114000"/>
              </a:lnSpc>
              <a:spcBef>
                <a:spcPts val="0"/>
              </a:spcBef>
              <a:spcAft>
                <a:spcPts val="0"/>
              </a:spcAft>
              <a:buNone/>
              <a:defRPr sz="1400"/>
            </a:lvl7pPr>
            <a:lvl8pPr lvl="7" rtl="0">
              <a:lnSpc>
                <a:spcPct val="114000"/>
              </a:lnSpc>
              <a:spcBef>
                <a:spcPts val="0"/>
              </a:spcBef>
              <a:spcAft>
                <a:spcPts val="0"/>
              </a:spcAft>
              <a:buNone/>
              <a:defRPr sz="1400"/>
            </a:lvl8pPr>
            <a:lvl9pPr lvl="8" rtl="0">
              <a:lnSpc>
                <a:spcPct val="114000"/>
              </a:lnSpc>
              <a:spcBef>
                <a:spcPts val="0"/>
              </a:spcBef>
              <a:spcAft>
                <a:spcPts val="0"/>
              </a:spcAft>
              <a:buNone/>
              <a:defRPr sz="1400"/>
            </a:lvl9pPr>
          </a:lstStyle>
          <a:p/>
        </p:txBody>
      </p:sp>
      <p:pic>
        <p:nvPicPr>
          <p:cNvPr id="509" name="Google Shape;509;p25"/>
          <p:cNvPicPr preferRelativeResize="0"/>
          <p:nvPr/>
        </p:nvPicPr>
        <p:blipFill rotWithShape="1">
          <a:blip r:embed="rId3">
            <a:alphaModFix/>
          </a:blip>
          <a:srcRect b="0" l="0" r="0" t="0"/>
          <a:stretch/>
        </p:blipFill>
        <p:spPr>
          <a:xfrm>
            <a:off x="3419450" y="1298452"/>
            <a:ext cx="731700" cy="731684"/>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wo by two">
  <p:cSld name="CUSTOM_4_6">
    <p:spTree>
      <p:nvGrpSpPr>
        <p:cNvPr id="510" name="Shape 510"/>
        <p:cNvGrpSpPr/>
        <p:nvPr/>
      </p:nvGrpSpPr>
      <p:grpSpPr>
        <a:xfrm>
          <a:off x="0" y="0"/>
          <a:ext cx="0" cy="0"/>
          <a:chOff x="0" y="0"/>
          <a:chExt cx="0" cy="0"/>
        </a:xfrm>
      </p:grpSpPr>
      <p:cxnSp>
        <p:nvCxnSpPr>
          <p:cNvPr id="511" name="Google Shape;511;p2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512" name="Google Shape;512;p26"/>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513" name="Google Shape;513;p2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514" name="Google Shape;514;p26"/>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515" name="Google Shape;515;p26"/>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516" name="Google Shape;516;p26"/>
          <p:cNvSpPr txBox="1"/>
          <p:nvPr>
            <p:ph idx="2" type="subTitle"/>
          </p:nvPr>
        </p:nvSpPr>
        <p:spPr>
          <a:xfrm>
            <a:off x="6855088" y="2788100"/>
            <a:ext cx="3512100" cy="10608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517" name="Google Shape;517;p26"/>
          <p:cNvSpPr txBox="1"/>
          <p:nvPr>
            <p:ph idx="3" type="subTitle"/>
          </p:nvPr>
        </p:nvSpPr>
        <p:spPr>
          <a:xfrm>
            <a:off x="6855081" y="2352950"/>
            <a:ext cx="3512100" cy="3792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518" name="Google Shape;518;p26"/>
          <p:cNvSpPr txBox="1"/>
          <p:nvPr>
            <p:ph idx="4" type="subTitle"/>
          </p:nvPr>
        </p:nvSpPr>
        <p:spPr>
          <a:xfrm>
            <a:off x="6855088" y="4434375"/>
            <a:ext cx="3512100" cy="10608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519" name="Google Shape;519;p26"/>
          <p:cNvSpPr txBox="1"/>
          <p:nvPr>
            <p:ph idx="5" type="subTitle"/>
          </p:nvPr>
        </p:nvSpPr>
        <p:spPr>
          <a:xfrm>
            <a:off x="6855081" y="3999225"/>
            <a:ext cx="3512100" cy="3792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520" name="Google Shape;520;p26"/>
          <p:cNvSpPr txBox="1"/>
          <p:nvPr>
            <p:ph idx="6" type="subTitle"/>
          </p:nvPr>
        </p:nvSpPr>
        <p:spPr>
          <a:xfrm>
            <a:off x="2084625" y="2788100"/>
            <a:ext cx="3512100" cy="10608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521" name="Google Shape;521;p26"/>
          <p:cNvSpPr txBox="1"/>
          <p:nvPr>
            <p:ph idx="7" type="subTitle"/>
          </p:nvPr>
        </p:nvSpPr>
        <p:spPr>
          <a:xfrm>
            <a:off x="2084600" y="2352950"/>
            <a:ext cx="3512100" cy="3792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522" name="Google Shape;522;p26"/>
          <p:cNvSpPr txBox="1"/>
          <p:nvPr>
            <p:ph idx="8" type="subTitle"/>
          </p:nvPr>
        </p:nvSpPr>
        <p:spPr>
          <a:xfrm>
            <a:off x="2084625" y="4434375"/>
            <a:ext cx="3512100" cy="10608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523" name="Google Shape;523;p26"/>
          <p:cNvSpPr txBox="1"/>
          <p:nvPr>
            <p:ph idx="9" type="subTitle"/>
          </p:nvPr>
        </p:nvSpPr>
        <p:spPr>
          <a:xfrm>
            <a:off x="2084600" y="3999225"/>
            <a:ext cx="3512100" cy="3792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524" name="Google Shape;524;p26"/>
          <p:cNvSpPr txBox="1"/>
          <p:nvPr>
            <p:ph idx="1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525" name="Google Shape;525;p26"/>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526" name="Google Shape;526;p26"/>
          <p:cNvSpPr txBox="1"/>
          <p:nvPr>
            <p:ph idx="14"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four column">
  <p:cSld name="CUSTOM_4_5">
    <p:spTree>
      <p:nvGrpSpPr>
        <p:cNvPr id="527" name="Shape 527"/>
        <p:cNvGrpSpPr/>
        <p:nvPr/>
      </p:nvGrpSpPr>
      <p:grpSpPr>
        <a:xfrm>
          <a:off x="0" y="0"/>
          <a:ext cx="0" cy="0"/>
          <a:chOff x="0" y="0"/>
          <a:chExt cx="0" cy="0"/>
        </a:xfrm>
      </p:grpSpPr>
      <p:cxnSp>
        <p:nvCxnSpPr>
          <p:cNvPr id="528" name="Google Shape;528;p2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529" name="Google Shape;529;p2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530" name="Google Shape;530;p2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531" name="Google Shape;531;p27"/>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532" name="Google Shape;532;p27"/>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533" name="Google Shape;533;p27"/>
          <p:cNvCxnSpPr/>
          <p:nvPr/>
        </p:nvCxnSpPr>
        <p:spPr>
          <a:xfrm>
            <a:off x="3416583" y="3678000"/>
            <a:ext cx="0" cy="1527600"/>
          </a:xfrm>
          <a:prstGeom prst="straightConnector1">
            <a:avLst/>
          </a:prstGeom>
          <a:noFill/>
          <a:ln cap="flat" cmpd="sng" w="9525">
            <a:solidFill>
              <a:schemeClr val="dk2"/>
            </a:solidFill>
            <a:prstDash val="dot"/>
            <a:round/>
            <a:headEnd len="med" w="med" type="none"/>
            <a:tailEnd len="med" w="med" type="none"/>
          </a:ln>
        </p:spPr>
      </p:cxnSp>
      <p:cxnSp>
        <p:nvCxnSpPr>
          <p:cNvPr id="534" name="Google Shape;534;p27"/>
          <p:cNvCxnSpPr/>
          <p:nvPr/>
        </p:nvCxnSpPr>
        <p:spPr>
          <a:xfrm>
            <a:off x="6096100" y="3678000"/>
            <a:ext cx="0" cy="1527600"/>
          </a:xfrm>
          <a:prstGeom prst="straightConnector1">
            <a:avLst/>
          </a:prstGeom>
          <a:noFill/>
          <a:ln cap="flat" cmpd="sng" w="9525">
            <a:solidFill>
              <a:schemeClr val="dk2"/>
            </a:solidFill>
            <a:prstDash val="dot"/>
            <a:round/>
            <a:headEnd len="med" w="med" type="none"/>
            <a:tailEnd len="med" w="med" type="none"/>
          </a:ln>
        </p:spPr>
      </p:cxnSp>
      <p:cxnSp>
        <p:nvCxnSpPr>
          <p:cNvPr id="535" name="Google Shape;535;p27"/>
          <p:cNvCxnSpPr/>
          <p:nvPr/>
        </p:nvCxnSpPr>
        <p:spPr>
          <a:xfrm>
            <a:off x="8775617" y="3678000"/>
            <a:ext cx="0" cy="1527600"/>
          </a:xfrm>
          <a:prstGeom prst="straightConnector1">
            <a:avLst/>
          </a:prstGeom>
          <a:noFill/>
          <a:ln cap="flat" cmpd="sng" w="9525">
            <a:solidFill>
              <a:schemeClr val="dk2"/>
            </a:solidFill>
            <a:prstDash val="dot"/>
            <a:round/>
            <a:headEnd len="med" w="med" type="none"/>
            <a:tailEnd len="med" w="med" type="none"/>
          </a:ln>
        </p:spPr>
      </p:cxnSp>
      <p:sp>
        <p:nvSpPr>
          <p:cNvPr id="536" name="Google Shape;536;p27"/>
          <p:cNvSpPr txBox="1"/>
          <p:nvPr>
            <p:ph idx="2" type="subTitle"/>
          </p:nvPr>
        </p:nvSpPr>
        <p:spPr>
          <a:xfrm>
            <a:off x="885075" y="4059500"/>
            <a:ext cx="2383500" cy="10608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537" name="Google Shape;537;p27"/>
          <p:cNvSpPr txBox="1"/>
          <p:nvPr>
            <p:ph idx="3" type="subTitle"/>
          </p:nvPr>
        </p:nvSpPr>
        <p:spPr>
          <a:xfrm>
            <a:off x="885050" y="3624350"/>
            <a:ext cx="2383500" cy="3792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538" name="Google Shape;538;p27"/>
          <p:cNvSpPr txBox="1"/>
          <p:nvPr>
            <p:ph idx="4" type="subTitle"/>
          </p:nvPr>
        </p:nvSpPr>
        <p:spPr>
          <a:xfrm>
            <a:off x="8923625" y="4059500"/>
            <a:ext cx="2383500" cy="10608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539" name="Google Shape;539;p27"/>
          <p:cNvSpPr txBox="1"/>
          <p:nvPr>
            <p:ph idx="5" type="subTitle"/>
          </p:nvPr>
        </p:nvSpPr>
        <p:spPr>
          <a:xfrm>
            <a:off x="8923600" y="3624350"/>
            <a:ext cx="2383500" cy="3792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540" name="Google Shape;540;p27"/>
          <p:cNvSpPr txBox="1"/>
          <p:nvPr>
            <p:ph idx="6" type="subTitle"/>
          </p:nvPr>
        </p:nvSpPr>
        <p:spPr>
          <a:xfrm>
            <a:off x="6244108" y="4059500"/>
            <a:ext cx="2383500" cy="10608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541" name="Google Shape;541;p27"/>
          <p:cNvSpPr txBox="1"/>
          <p:nvPr>
            <p:ph idx="7" type="subTitle"/>
          </p:nvPr>
        </p:nvSpPr>
        <p:spPr>
          <a:xfrm>
            <a:off x="6244083" y="3624350"/>
            <a:ext cx="2383500" cy="3792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542" name="Google Shape;542;p27"/>
          <p:cNvSpPr txBox="1"/>
          <p:nvPr>
            <p:ph idx="8" type="subTitle"/>
          </p:nvPr>
        </p:nvSpPr>
        <p:spPr>
          <a:xfrm>
            <a:off x="3564592" y="4059500"/>
            <a:ext cx="2383500" cy="10608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543" name="Google Shape;543;p27"/>
          <p:cNvSpPr txBox="1"/>
          <p:nvPr>
            <p:ph idx="9" type="subTitle"/>
          </p:nvPr>
        </p:nvSpPr>
        <p:spPr>
          <a:xfrm>
            <a:off x="3564567" y="3624350"/>
            <a:ext cx="2383500" cy="3792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544" name="Google Shape;544;p27"/>
          <p:cNvSpPr txBox="1"/>
          <p:nvPr>
            <p:ph idx="1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545" name="Google Shape;545;p27"/>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546" name="Google Shape;546;p27"/>
          <p:cNvSpPr txBox="1"/>
          <p:nvPr>
            <p:ph idx="14"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left">
  <p:cSld name="CUSTOM_4_4">
    <p:spTree>
      <p:nvGrpSpPr>
        <p:cNvPr id="547" name="Shape 547"/>
        <p:cNvGrpSpPr/>
        <p:nvPr/>
      </p:nvGrpSpPr>
      <p:grpSpPr>
        <a:xfrm>
          <a:off x="0" y="0"/>
          <a:ext cx="0" cy="0"/>
          <a:chOff x="0" y="0"/>
          <a:chExt cx="0" cy="0"/>
        </a:xfrm>
      </p:grpSpPr>
      <p:sp>
        <p:nvSpPr>
          <p:cNvPr id="548" name="Google Shape;548;p28"/>
          <p:cNvSpPr txBox="1"/>
          <p:nvPr>
            <p:ph idx="1" type="subTitle"/>
          </p:nvPr>
        </p:nvSpPr>
        <p:spPr>
          <a:xfrm>
            <a:off x="885050" y="3358700"/>
            <a:ext cx="3291900" cy="1980600"/>
          </a:xfrm>
          <a:prstGeom prst="rect">
            <a:avLst/>
          </a:prstGeom>
        </p:spPr>
        <p:txBody>
          <a:bodyPr anchorCtr="0" anchor="t" bIns="0" lIns="0" spcFirstLastPara="1" rIns="0" wrap="square" tIns="0">
            <a:noAutofit/>
          </a:bodyPr>
          <a:lstStyle>
            <a:lvl1pPr lvl="0" rtl="0">
              <a:lnSpc>
                <a:spcPct val="150000"/>
              </a:lnSpc>
              <a:spcBef>
                <a:spcPts val="0"/>
              </a:spcBef>
              <a:spcAft>
                <a:spcPts val="0"/>
              </a:spcAft>
              <a:buNone/>
              <a:defRPr>
                <a:solidFill>
                  <a:schemeClr val="accent1"/>
                </a:solidFill>
              </a:defRPr>
            </a:lvl1pPr>
            <a:lvl2pPr lvl="1" rtl="0">
              <a:lnSpc>
                <a:spcPct val="150000"/>
              </a:lnSpc>
              <a:spcBef>
                <a:spcPts val="500"/>
              </a:spcBef>
              <a:spcAft>
                <a:spcPts val="0"/>
              </a:spcAft>
              <a:buNone/>
              <a:defRPr>
                <a:solidFill>
                  <a:schemeClr val="accent1"/>
                </a:solidFill>
              </a:defRPr>
            </a:lvl2pPr>
            <a:lvl3pPr lvl="2" rtl="0">
              <a:lnSpc>
                <a:spcPct val="150000"/>
              </a:lnSpc>
              <a:spcBef>
                <a:spcPts val="500"/>
              </a:spcBef>
              <a:spcAft>
                <a:spcPts val="0"/>
              </a:spcAft>
              <a:buNone/>
              <a:defRPr>
                <a:solidFill>
                  <a:schemeClr val="accent1"/>
                </a:solidFill>
              </a:defRPr>
            </a:lvl3pPr>
            <a:lvl4pPr lvl="3" rtl="0">
              <a:lnSpc>
                <a:spcPct val="150000"/>
              </a:lnSpc>
              <a:spcBef>
                <a:spcPts val="500"/>
              </a:spcBef>
              <a:spcAft>
                <a:spcPts val="0"/>
              </a:spcAft>
              <a:buNone/>
              <a:defRPr>
                <a:solidFill>
                  <a:schemeClr val="accent1"/>
                </a:solidFill>
              </a:defRPr>
            </a:lvl4pPr>
            <a:lvl5pPr lvl="4" rtl="0">
              <a:lnSpc>
                <a:spcPct val="150000"/>
              </a:lnSpc>
              <a:spcBef>
                <a:spcPts val="500"/>
              </a:spcBef>
              <a:spcAft>
                <a:spcPts val="0"/>
              </a:spcAft>
              <a:buNone/>
              <a:defRPr>
                <a:solidFill>
                  <a:schemeClr val="accent1"/>
                </a:solidFill>
              </a:defRPr>
            </a:lvl5pPr>
            <a:lvl6pPr lvl="5" rtl="0">
              <a:lnSpc>
                <a:spcPct val="150000"/>
              </a:lnSpc>
              <a:spcBef>
                <a:spcPts val="500"/>
              </a:spcBef>
              <a:spcAft>
                <a:spcPts val="0"/>
              </a:spcAft>
              <a:buNone/>
              <a:defRPr>
                <a:solidFill>
                  <a:schemeClr val="accent1"/>
                </a:solidFill>
              </a:defRPr>
            </a:lvl6pPr>
            <a:lvl7pPr lvl="6" rtl="0">
              <a:lnSpc>
                <a:spcPct val="150000"/>
              </a:lnSpc>
              <a:spcBef>
                <a:spcPts val="500"/>
              </a:spcBef>
              <a:spcAft>
                <a:spcPts val="0"/>
              </a:spcAft>
              <a:buNone/>
              <a:defRPr>
                <a:solidFill>
                  <a:schemeClr val="accent1"/>
                </a:solidFill>
              </a:defRPr>
            </a:lvl7pPr>
            <a:lvl8pPr lvl="7" rtl="0">
              <a:lnSpc>
                <a:spcPct val="150000"/>
              </a:lnSpc>
              <a:spcBef>
                <a:spcPts val="500"/>
              </a:spcBef>
              <a:spcAft>
                <a:spcPts val="0"/>
              </a:spcAft>
              <a:buNone/>
              <a:defRPr>
                <a:solidFill>
                  <a:schemeClr val="accent1"/>
                </a:solidFill>
              </a:defRPr>
            </a:lvl8pPr>
            <a:lvl9pPr lvl="8" rtl="0">
              <a:lnSpc>
                <a:spcPct val="150000"/>
              </a:lnSpc>
              <a:spcBef>
                <a:spcPts val="500"/>
              </a:spcBef>
              <a:spcAft>
                <a:spcPts val="500"/>
              </a:spcAft>
              <a:buNone/>
              <a:defRPr>
                <a:solidFill>
                  <a:schemeClr val="accent1"/>
                </a:solidFill>
              </a:defRPr>
            </a:lvl9pPr>
          </a:lstStyle>
          <a:p/>
        </p:txBody>
      </p:sp>
      <p:sp>
        <p:nvSpPr>
          <p:cNvPr id="549" name="Google Shape;549;p28"/>
          <p:cNvSpPr txBox="1"/>
          <p:nvPr>
            <p:ph type="title"/>
          </p:nvPr>
        </p:nvSpPr>
        <p:spPr>
          <a:xfrm>
            <a:off x="885050" y="1240700"/>
            <a:ext cx="4114800" cy="19806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2400"/>
            </a:lvl1pPr>
            <a:lvl2pPr lvl="1" rtl="0">
              <a:lnSpc>
                <a:spcPct val="140000"/>
              </a:lnSpc>
              <a:spcBef>
                <a:spcPts val="0"/>
              </a:spcBef>
              <a:spcAft>
                <a:spcPts val="0"/>
              </a:spcAft>
              <a:buNone/>
              <a:defRPr sz="2400"/>
            </a:lvl2pPr>
            <a:lvl3pPr lvl="2" rtl="0">
              <a:lnSpc>
                <a:spcPct val="140000"/>
              </a:lnSpc>
              <a:spcBef>
                <a:spcPts val="0"/>
              </a:spcBef>
              <a:spcAft>
                <a:spcPts val="0"/>
              </a:spcAft>
              <a:buNone/>
              <a:defRPr sz="2400"/>
            </a:lvl3pPr>
            <a:lvl4pPr lvl="3" rtl="0">
              <a:lnSpc>
                <a:spcPct val="140000"/>
              </a:lnSpc>
              <a:spcBef>
                <a:spcPts val="0"/>
              </a:spcBef>
              <a:spcAft>
                <a:spcPts val="0"/>
              </a:spcAft>
              <a:buNone/>
              <a:defRPr sz="2400"/>
            </a:lvl4pPr>
            <a:lvl5pPr lvl="4" rtl="0">
              <a:lnSpc>
                <a:spcPct val="140000"/>
              </a:lnSpc>
              <a:spcBef>
                <a:spcPts val="0"/>
              </a:spcBef>
              <a:spcAft>
                <a:spcPts val="0"/>
              </a:spcAft>
              <a:buNone/>
              <a:defRPr sz="2400"/>
            </a:lvl5pPr>
            <a:lvl6pPr lvl="5" rtl="0">
              <a:lnSpc>
                <a:spcPct val="140000"/>
              </a:lnSpc>
              <a:spcBef>
                <a:spcPts val="0"/>
              </a:spcBef>
              <a:spcAft>
                <a:spcPts val="0"/>
              </a:spcAft>
              <a:buNone/>
              <a:defRPr sz="2400"/>
            </a:lvl6pPr>
            <a:lvl7pPr lvl="6" rtl="0">
              <a:lnSpc>
                <a:spcPct val="140000"/>
              </a:lnSpc>
              <a:spcBef>
                <a:spcPts val="0"/>
              </a:spcBef>
              <a:spcAft>
                <a:spcPts val="0"/>
              </a:spcAft>
              <a:buNone/>
              <a:defRPr sz="2400"/>
            </a:lvl7pPr>
            <a:lvl8pPr lvl="7" rtl="0">
              <a:lnSpc>
                <a:spcPct val="140000"/>
              </a:lnSpc>
              <a:spcBef>
                <a:spcPts val="0"/>
              </a:spcBef>
              <a:spcAft>
                <a:spcPts val="0"/>
              </a:spcAft>
              <a:buNone/>
              <a:defRPr sz="2400"/>
            </a:lvl8pPr>
            <a:lvl9pPr lvl="8" rtl="0">
              <a:lnSpc>
                <a:spcPct val="140000"/>
              </a:lnSpc>
              <a:spcBef>
                <a:spcPts val="0"/>
              </a:spcBef>
              <a:spcAft>
                <a:spcPts val="0"/>
              </a:spcAft>
              <a:buNone/>
              <a:defRPr sz="2400"/>
            </a:lvl9pPr>
          </a:lstStyle>
          <a:p/>
        </p:txBody>
      </p:sp>
      <p:sp>
        <p:nvSpPr>
          <p:cNvPr id="550" name="Google Shape;550;p28"/>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cxnSp>
        <p:nvCxnSpPr>
          <p:cNvPr id="551" name="Google Shape;551;p2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552" name="Google Shape;552;p28"/>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553" name="Google Shape;553;p2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554" name="Google Shape;554;p28"/>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555" name="Google Shape;555;p28"/>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556" name="Google Shape;556;p28"/>
          <p:cNvSpPr txBox="1"/>
          <p:nvPr>
            <p:ph idx="4" type="subTitle"/>
          </p:nvPr>
        </p:nvSpPr>
        <p:spPr>
          <a:xfrm>
            <a:off x="6857350" y="1644050"/>
            <a:ext cx="4660800" cy="8865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557" name="Google Shape;557;p28"/>
          <p:cNvSpPr txBox="1"/>
          <p:nvPr>
            <p:ph idx="5" type="subTitle"/>
          </p:nvPr>
        </p:nvSpPr>
        <p:spPr>
          <a:xfrm>
            <a:off x="6857350" y="1240700"/>
            <a:ext cx="4660800" cy="3474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558" name="Google Shape;558;p28"/>
          <p:cNvSpPr txBox="1"/>
          <p:nvPr>
            <p:ph idx="6" type="subTitle"/>
          </p:nvPr>
        </p:nvSpPr>
        <p:spPr>
          <a:xfrm>
            <a:off x="6857350" y="3164125"/>
            <a:ext cx="4660800" cy="8865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559" name="Google Shape;559;p28"/>
          <p:cNvSpPr txBox="1"/>
          <p:nvPr>
            <p:ph idx="7" type="subTitle"/>
          </p:nvPr>
        </p:nvSpPr>
        <p:spPr>
          <a:xfrm>
            <a:off x="6857350" y="2760775"/>
            <a:ext cx="4660800" cy="3474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560" name="Google Shape;560;p28"/>
          <p:cNvSpPr txBox="1"/>
          <p:nvPr>
            <p:ph idx="8" type="subTitle"/>
          </p:nvPr>
        </p:nvSpPr>
        <p:spPr>
          <a:xfrm>
            <a:off x="6857350" y="4684200"/>
            <a:ext cx="4660800" cy="8865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561" name="Google Shape;561;p28"/>
          <p:cNvSpPr txBox="1"/>
          <p:nvPr>
            <p:ph idx="9" type="subTitle"/>
          </p:nvPr>
        </p:nvSpPr>
        <p:spPr>
          <a:xfrm>
            <a:off x="6857350" y="4280850"/>
            <a:ext cx="4660800" cy="3474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olumn">
  <p:cSld name="CUSTOM_4_3">
    <p:spTree>
      <p:nvGrpSpPr>
        <p:cNvPr id="562" name="Shape 562"/>
        <p:cNvGrpSpPr/>
        <p:nvPr/>
      </p:nvGrpSpPr>
      <p:grpSpPr>
        <a:xfrm>
          <a:off x="0" y="0"/>
          <a:ext cx="0" cy="0"/>
          <a:chOff x="0" y="0"/>
          <a:chExt cx="0" cy="0"/>
        </a:xfrm>
      </p:grpSpPr>
      <p:cxnSp>
        <p:nvCxnSpPr>
          <p:cNvPr id="563" name="Google Shape;563;p2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564" name="Google Shape;564;p29"/>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565" name="Google Shape;565;p2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566" name="Google Shape;566;p29"/>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567" name="Google Shape;567;p29"/>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568" name="Google Shape;568;p29"/>
          <p:cNvCxnSpPr/>
          <p:nvPr/>
        </p:nvCxnSpPr>
        <p:spPr>
          <a:xfrm>
            <a:off x="4306150" y="4229725"/>
            <a:ext cx="0" cy="1557600"/>
          </a:xfrm>
          <a:prstGeom prst="straightConnector1">
            <a:avLst/>
          </a:prstGeom>
          <a:noFill/>
          <a:ln cap="flat" cmpd="sng" w="9525">
            <a:solidFill>
              <a:schemeClr val="dk2"/>
            </a:solidFill>
            <a:prstDash val="dot"/>
            <a:round/>
            <a:headEnd len="med" w="med" type="none"/>
            <a:tailEnd len="med" w="med" type="none"/>
          </a:ln>
        </p:spPr>
      </p:cxnSp>
      <p:cxnSp>
        <p:nvCxnSpPr>
          <p:cNvPr id="569" name="Google Shape;569;p29"/>
          <p:cNvCxnSpPr/>
          <p:nvPr/>
        </p:nvCxnSpPr>
        <p:spPr>
          <a:xfrm>
            <a:off x="7885850" y="4229725"/>
            <a:ext cx="0" cy="1557600"/>
          </a:xfrm>
          <a:prstGeom prst="straightConnector1">
            <a:avLst/>
          </a:prstGeom>
          <a:noFill/>
          <a:ln cap="flat" cmpd="sng" w="9525">
            <a:solidFill>
              <a:schemeClr val="dk2"/>
            </a:solidFill>
            <a:prstDash val="dot"/>
            <a:round/>
            <a:headEnd len="med" w="med" type="none"/>
            <a:tailEnd len="med" w="med" type="none"/>
          </a:ln>
        </p:spPr>
      </p:cxnSp>
      <p:sp>
        <p:nvSpPr>
          <p:cNvPr id="570" name="Google Shape;570;p29"/>
          <p:cNvSpPr txBox="1"/>
          <p:nvPr>
            <p:ph idx="2" type="subTitle"/>
          </p:nvPr>
        </p:nvSpPr>
        <p:spPr>
          <a:xfrm>
            <a:off x="44683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571" name="Google Shape;571;p29"/>
          <p:cNvSpPr txBox="1"/>
          <p:nvPr>
            <p:ph idx="3" type="subTitle"/>
          </p:nvPr>
        </p:nvSpPr>
        <p:spPr>
          <a:xfrm>
            <a:off x="44684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572" name="Google Shape;572;p29"/>
          <p:cNvSpPr txBox="1"/>
          <p:nvPr>
            <p:ph idx="4" type="subTitle"/>
          </p:nvPr>
        </p:nvSpPr>
        <p:spPr>
          <a:xfrm>
            <a:off x="80480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573" name="Google Shape;573;p29"/>
          <p:cNvSpPr txBox="1"/>
          <p:nvPr>
            <p:ph idx="5" type="subTitle"/>
          </p:nvPr>
        </p:nvSpPr>
        <p:spPr>
          <a:xfrm>
            <a:off x="80481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574" name="Google Shape;574;p29"/>
          <p:cNvSpPr txBox="1"/>
          <p:nvPr>
            <p:ph idx="6" type="subTitle"/>
          </p:nvPr>
        </p:nvSpPr>
        <p:spPr>
          <a:xfrm>
            <a:off x="8886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575" name="Google Shape;575;p29"/>
          <p:cNvSpPr txBox="1"/>
          <p:nvPr>
            <p:ph idx="7" type="subTitle"/>
          </p:nvPr>
        </p:nvSpPr>
        <p:spPr>
          <a:xfrm>
            <a:off x="8887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576" name="Google Shape;576;p29"/>
          <p:cNvSpPr txBox="1"/>
          <p:nvPr>
            <p:ph idx="8"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577" name="Google Shape;577;p29"/>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578" name="Google Shape;578;p29"/>
          <p:cNvSpPr txBox="1"/>
          <p:nvPr>
            <p:ph idx="9"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image left">
  <p:cSld name="CUSTOM_4_2">
    <p:spTree>
      <p:nvGrpSpPr>
        <p:cNvPr id="579" name="Shape 579"/>
        <p:cNvGrpSpPr/>
        <p:nvPr/>
      </p:nvGrpSpPr>
      <p:grpSpPr>
        <a:xfrm>
          <a:off x="0" y="0"/>
          <a:ext cx="0" cy="0"/>
          <a:chOff x="0" y="0"/>
          <a:chExt cx="0" cy="0"/>
        </a:xfrm>
      </p:grpSpPr>
      <p:cxnSp>
        <p:nvCxnSpPr>
          <p:cNvPr id="580" name="Google Shape;580;p3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581" name="Google Shape;581;p30"/>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582" name="Google Shape;582;p3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583" name="Google Shape;583;p30"/>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584" name="Google Shape;584;p30"/>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585" name="Google Shape;585;p30"/>
          <p:cNvSpPr txBox="1"/>
          <p:nvPr>
            <p:ph idx="2" type="subTitle"/>
          </p:nvPr>
        </p:nvSpPr>
        <p:spPr>
          <a:xfrm>
            <a:off x="5662075" y="2539250"/>
            <a:ext cx="5486400" cy="3168600"/>
          </a:xfrm>
          <a:prstGeom prst="rect">
            <a:avLst/>
          </a:prstGeom>
        </p:spPr>
        <p:txBody>
          <a:bodyPr anchorCtr="0" anchor="t" bIns="0" lIns="0" spcFirstLastPara="1" rIns="0" wrap="square" tIns="0">
            <a:noAutofit/>
          </a:bodyPr>
          <a:lstStyle>
            <a:lvl1pPr lvl="0" rtl="0">
              <a:lnSpc>
                <a:spcPct val="113000"/>
              </a:lnSpc>
              <a:spcBef>
                <a:spcPts val="0"/>
              </a:spcBef>
              <a:spcAft>
                <a:spcPts val="0"/>
              </a:spcAft>
              <a:buNone/>
              <a:defRPr/>
            </a:lvl1pPr>
            <a:lvl2pPr lvl="1" rtl="0">
              <a:lnSpc>
                <a:spcPct val="113000"/>
              </a:lnSpc>
              <a:spcBef>
                <a:spcPts val="2000"/>
              </a:spcBef>
              <a:spcAft>
                <a:spcPts val="0"/>
              </a:spcAft>
              <a:buNone/>
              <a:defRPr/>
            </a:lvl2pPr>
            <a:lvl3pPr lvl="2" rtl="0">
              <a:lnSpc>
                <a:spcPct val="113000"/>
              </a:lnSpc>
              <a:spcBef>
                <a:spcPts val="2000"/>
              </a:spcBef>
              <a:spcAft>
                <a:spcPts val="0"/>
              </a:spcAft>
              <a:buNone/>
              <a:defRPr/>
            </a:lvl3pPr>
            <a:lvl4pPr lvl="3" rtl="0">
              <a:lnSpc>
                <a:spcPct val="113000"/>
              </a:lnSpc>
              <a:spcBef>
                <a:spcPts val="2000"/>
              </a:spcBef>
              <a:spcAft>
                <a:spcPts val="0"/>
              </a:spcAft>
              <a:buNone/>
              <a:defRPr/>
            </a:lvl4pPr>
            <a:lvl5pPr lvl="4" rtl="0">
              <a:lnSpc>
                <a:spcPct val="113000"/>
              </a:lnSpc>
              <a:spcBef>
                <a:spcPts val="2000"/>
              </a:spcBef>
              <a:spcAft>
                <a:spcPts val="0"/>
              </a:spcAft>
              <a:buNone/>
              <a:defRPr/>
            </a:lvl5pPr>
            <a:lvl6pPr lvl="5" rtl="0">
              <a:lnSpc>
                <a:spcPct val="113000"/>
              </a:lnSpc>
              <a:spcBef>
                <a:spcPts val="2000"/>
              </a:spcBef>
              <a:spcAft>
                <a:spcPts val="0"/>
              </a:spcAft>
              <a:buNone/>
              <a:defRPr/>
            </a:lvl6pPr>
            <a:lvl7pPr lvl="6" rtl="0">
              <a:lnSpc>
                <a:spcPct val="113000"/>
              </a:lnSpc>
              <a:spcBef>
                <a:spcPts val="2000"/>
              </a:spcBef>
              <a:spcAft>
                <a:spcPts val="0"/>
              </a:spcAft>
              <a:buNone/>
              <a:defRPr/>
            </a:lvl7pPr>
            <a:lvl8pPr lvl="7" rtl="0">
              <a:lnSpc>
                <a:spcPct val="113000"/>
              </a:lnSpc>
              <a:spcBef>
                <a:spcPts val="2000"/>
              </a:spcBef>
              <a:spcAft>
                <a:spcPts val="0"/>
              </a:spcAft>
              <a:buNone/>
              <a:defRPr/>
            </a:lvl8pPr>
            <a:lvl9pPr lvl="8" rtl="0">
              <a:lnSpc>
                <a:spcPct val="113000"/>
              </a:lnSpc>
              <a:spcBef>
                <a:spcPts val="2000"/>
              </a:spcBef>
              <a:spcAft>
                <a:spcPts val="2000"/>
              </a:spcAft>
              <a:buNone/>
              <a:defRPr/>
            </a:lvl9pPr>
          </a:lstStyle>
          <a:p/>
        </p:txBody>
      </p:sp>
      <p:sp>
        <p:nvSpPr>
          <p:cNvPr id="586" name="Google Shape;586;p30"/>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587" name="Google Shape;587;p30"/>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588" name="Google Shape;588;p30"/>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large text alt1">
  <p:cSld name="CUSTOM_4_2_2">
    <p:spTree>
      <p:nvGrpSpPr>
        <p:cNvPr id="589" name="Shape 589"/>
        <p:cNvGrpSpPr/>
        <p:nvPr/>
      </p:nvGrpSpPr>
      <p:grpSpPr>
        <a:xfrm>
          <a:off x="0" y="0"/>
          <a:ext cx="0" cy="0"/>
          <a:chOff x="0" y="0"/>
          <a:chExt cx="0" cy="0"/>
        </a:xfrm>
      </p:grpSpPr>
      <p:cxnSp>
        <p:nvCxnSpPr>
          <p:cNvPr id="590" name="Google Shape;590;p3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591" name="Google Shape;591;p3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592" name="Google Shape;592;p3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593" name="Google Shape;593;p31"/>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594" name="Google Shape;594;p31"/>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595" name="Google Shape;595;p31"/>
          <p:cNvSpPr txBox="1"/>
          <p:nvPr>
            <p:ph idx="2" type="subTitle"/>
          </p:nvPr>
        </p:nvSpPr>
        <p:spPr>
          <a:xfrm>
            <a:off x="2087850" y="2416425"/>
            <a:ext cx="8044800" cy="13041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None/>
              <a:defRPr>
                <a:solidFill>
                  <a:schemeClr val="accent1"/>
                </a:solidFill>
              </a:defRPr>
            </a:lvl1pPr>
            <a:lvl2pPr lvl="1" rtl="0">
              <a:spcBef>
                <a:spcPts val="500"/>
              </a:spcBef>
              <a:spcAft>
                <a:spcPts val="0"/>
              </a:spcAft>
              <a:buNone/>
              <a:defRPr>
                <a:solidFill>
                  <a:schemeClr val="accent1"/>
                </a:solidFill>
              </a:defRPr>
            </a:lvl2pPr>
            <a:lvl3pPr lvl="2" rtl="0">
              <a:spcBef>
                <a:spcPts val="500"/>
              </a:spcBef>
              <a:spcAft>
                <a:spcPts val="0"/>
              </a:spcAft>
              <a:buNone/>
              <a:defRPr>
                <a:solidFill>
                  <a:schemeClr val="accent1"/>
                </a:solidFill>
              </a:defRPr>
            </a:lvl3pPr>
            <a:lvl4pPr lvl="3" rtl="0">
              <a:spcBef>
                <a:spcPts val="500"/>
              </a:spcBef>
              <a:spcAft>
                <a:spcPts val="0"/>
              </a:spcAft>
              <a:buNone/>
              <a:defRPr>
                <a:solidFill>
                  <a:schemeClr val="accent1"/>
                </a:solidFill>
              </a:defRPr>
            </a:lvl4pPr>
            <a:lvl5pPr lvl="4" rtl="0">
              <a:spcBef>
                <a:spcPts val="500"/>
              </a:spcBef>
              <a:spcAft>
                <a:spcPts val="0"/>
              </a:spcAft>
              <a:buNone/>
              <a:defRPr>
                <a:solidFill>
                  <a:schemeClr val="accent1"/>
                </a:solidFill>
              </a:defRPr>
            </a:lvl5pPr>
            <a:lvl6pPr lvl="5" rtl="0">
              <a:spcBef>
                <a:spcPts val="500"/>
              </a:spcBef>
              <a:spcAft>
                <a:spcPts val="0"/>
              </a:spcAft>
              <a:buNone/>
              <a:defRPr>
                <a:solidFill>
                  <a:schemeClr val="accent1"/>
                </a:solidFill>
              </a:defRPr>
            </a:lvl6pPr>
            <a:lvl7pPr lvl="6" rtl="0">
              <a:spcBef>
                <a:spcPts val="500"/>
              </a:spcBef>
              <a:spcAft>
                <a:spcPts val="0"/>
              </a:spcAft>
              <a:buNone/>
              <a:defRPr>
                <a:solidFill>
                  <a:schemeClr val="accent1"/>
                </a:solidFill>
              </a:defRPr>
            </a:lvl7pPr>
            <a:lvl8pPr lvl="7" rtl="0">
              <a:spcBef>
                <a:spcPts val="500"/>
              </a:spcBef>
              <a:spcAft>
                <a:spcPts val="0"/>
              </a:spcAft>
              <a:buNone/>
              <a:defRPr>
                <a:solidFill>
                  <a:schemeClr val="accent1"/>
                </a:solidFill>
              </a:defRPr>
            </a:lvl8pPr>
            <a:lvl9pPr lvl="8" rtl="0">
              <a:spcBef>
                <a:spcPts val="500"/>
              </a:spcBef>
              <a:spcAft>
                <a:spcPts val="500"/>
              </a:spcAft>
              <a:buNone/>
              <a:defRPr>
                <a:solidFill>
                  <a:schemeClr val="accent1"/>
                </a:solidFill>
              </a:defRPr>
            </a:lvl9pPr>
          </a:lstStyle>
          <a:p/>
        </p:txBody>
      </p:sp>
      <p:sp>
        <p:nvSpPr>
          <p:cNvPr id="596" name="Google Shape;596;p31"/>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597" name="Google Shape;597;p31"/>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598" name="Google Shape;598;p31"/>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large text">
  <p:cSld name="CUSTOM_4_2_1">
    <p:spTree>
      <p:nvGrpSpPr>
        <p:cNvPr id="599" name="Shape 599"/>
        <p:cNvGrpSpPr/>
        <p:nvPr/>
      </p:nvGrpSpPr>
      <p:grpSpPr>
        <a:xfrm>
          <a:off x="0" y="0"/>
          <a:ext cx="0" cy="0"/>
          <a:chOff x="0" y="0"/>
          <a:chExt cx="0" cy="0"/>
        </a:xfrm>
      </p:grpSpPr>
      <p:sp>
        <p:nvSpPr>
          <p:cNvPr id="600" name="Google Shape;600;p32"/>
          <p:cNvSpPr txBox="1"/>
          <p:nvPr>
            <p:ph type="title"/>
          </p:nvPr>
        </p:nvSpPr>
        <p:spPr>
          <a:xfrm>
            <a:off x="3280375" y="1653075"/>
            <a:ext cx="7431000" cy="39318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None/>
              <a:defRPr sz="2800">
                <a:solidFill>
                  <a:schemeClr val="accent1"/>
                </a:solidFill>
              </a:defRPr>
            </a:lvl1pPr>
            <a:lvl2pPr lvl="1" rtl="0">
              <a:lnSpc>
                <a:spcPct val="115000"/>
              </a:lnSpc>
              <a:spcBef>
                <a:spcPts val="0"/>
              </a:spcBef>
              <a:spcAft>
                <a:spcPts val="0"/>
              </a:spcAft>
              <a:buNone/>
              <a:defRPr sz="2600">
                <a:solidFill>
                  <a:schemeClr val="accent1"/>
                </a:solidFill>
                <a:latin typeface="Red Hat Text"/>
                <a:ea typeface="Red Hat Text"/>
                <a:cs typeface="Red Hat Text"/>
                <a:sym typeface="Red Hat Text"/>
              </a:defRPr>
            </a:lvl2pPr>
            <a:lvl3pPr lvl="2" rtl="0">
              <a:lnSpc>
                <a:spcPct val="115000"/>
              </a:lnSpc>
              <a:spcBef>
                <a:spcPts val="0"/>
              </a:spcBef>
              <a:spcAft>
                <a:spcPts val="0"/>
              </a:spcAft>
              <a:buNone/>
              <a:defRPr sz="2600">
                <a:solidFill>
                  <a:schemeClr val="accent1"/>
                </a:solidFill>
                <a:latin typeface="Red Hat Text"/>
                <a:ea typeface="Red Hat Text"/>
                <a:cs typeface="Red Hat Text"/>
                <a:sym typeface="Red Hat Text"/>
              </a:defRPr>
            </a:lvl3pPr>
            <a:lvl4pPr lvl="3" rtl="0">
              <a:lnSpc>
                <a:spcPct val="115000"/>
              </a:lnSpc>
              <a:spcBef>
                <a:spcPts val="0"/>
              </a:spcBef>
              <a:spcAft>
                <a:spcPts val="0"/>
              </a:spcAft>
              <a:buNone/>
              <a:defRPr sz="2600">
                <a:solidFill>
                  <a:schemeClr val="accent1"/>
                </a:solidFill>
                <a:latin typeface="Red Hat Text"/>
                <a:ea typeface="Red Hat Text"/>
                <a:cs typeface="Red Hat Text"/>
                <a:sym typeface="Red Hat Text"/>
              </a:defRPr>
            </a:lvl4pPr>
            <a:lvl5pPr lvl="4" rtl="0">
              <a:lnSpc>
                <a:spcPct val="115000"/>
              </a:lnSpc>
              <a:spcBef>
                <a:spcPts val="0"/>
              </a:spcBef>
              <a:spcAft>
                <a:spcPts val="0"/>
              </a:spcAft>
              <a:buNone/>
              <a:defRPr sz="2600">
                <a:solidFill>
                  <a:schemeClr val="accent1"/>
                </a:solidFill>
                <a:latin typeface="Red Hat Text"/>
                <a:ea typeface="Red Hat Text"/>
                <a:cs typeface="Red Hat Text"/>
                <a:sym typeface="Red Hat Text"/>
              </a:defRPr>
            </a:lvl5pPr>
            <a:lvl6pPr lvl="5" rtl="0">
              <a:lnSpc>
                <a:spcPct val="115000"/>
              </a:lnSpc>
              <a:spcBef>
                <a:spcPts val="0"/>
              </a:spcBef>
              <a:spcAft>
                <a:spcPts val="0"/>
              </a:spcAft>
              <a:buNone/>
              <a:defRPr sz="2600">
                <a:solidFill>
                  <a:schemeClr val="accent1"/>
                </a:solidFill>
                <a:latin typeface="Red Hat Text"/>
                <a:ea typeface="Red Hat Text"/>
                <a:cs typeface="Red Hat Text"/>
                <a:sym typeface="Red Hat Text"/>
              </a:defRPr>
            </a:lvl6pPr>
            <a:lvl7pPr lvl="6" rtl="0">
              <a:lnSpc>
                <a:spcPct val="115000"/>
              </a:lnSpc>
              <a:spcBef>
                <a:spcPts val="0"/>
              </a:spcBef>
              <a:spcAft>
                <a:spcPts val="0"/>
              </a:spcAft>
              <a:buNone/>
              <a:defRPr sz="2600">
                <a:solidFill>
                  <a:schemeClr val="accent1"/>
                </a:solidFill>
                <a:latin typeface="Red Hat Text"/>
                <a:ea typeface="Red Hat Text"/>
                <a:cs typeface="Red Hat Text"/>
                <a:sym typeface="Red Hat Text"/>
              </a:defRPr>
            </a:lvl7pPr>
            <a:lvl8pPr lvl="7" rtl="0">
              <a:lnSpc>
                <a:spcPct val="115000"/>
              </a:lnSpc>
              <a:spcBef>
                <a:spcPts val="0"/>
              </a:spcBef>
              <a:spcAft>
                <a:spcPts val="0"/>
              </a:spcAft>
              <a:buNone/>
              <a:defRPr sz="2600">
                <a:solidFill>
                  <a:schemeClr val="accent1"/>
                </a:solidFill>
                <a:latin typeface="Red Hat Text"/>
                <a:ea typeface="Red Hat Text"/>
                <a:cs typeface="Red Hat Text"/>
                <a:sym typeface="Red Hat Text"/>
              </a:defRPr>
            </a:lvl8pPr>
            <a:lvl9pPr lvl="8" rtl="0">
              <a:lnSpc>
                <a:spcPct val="115000"/>
              </a:lnSpc>
              <a:spcBef>
                <a:spcPts val="0"/>
              </a:spcBef>
              <a:spcAft>
                <a:spcPts val="0"/>
              </a:spcAft>
              <a:buNone/>
              <a:defRPr sz="2600">
                <a:solidFill>
                  <a:schemeClr val="accent1"/>
                </a:solidFill>
                <a:latin typeface="Red Hat Text"/>
                <a:ea typeface="Red Hat Text"/>
                <a:cs typeface="Red Hat Text"/>
                <a:sym typeface="Red Hat Text"/>
              </a:defRPr>
            </a:lvl9pPr>
          </a:lstStyle>
          <a:p/>
        </p:txBody>
      </p:sp>
      <p:sp>
        <p:nvSpPr>
          <p:cNvPr id="601" name="Google Shape;601;p3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602" name="Google Shape;602;p3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03" name="Google Shape;603;p32"/>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04" name="Google Shape;604;p3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05" name="Google Shape;605;p32"/>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606" name="Google Shape;606;p32"/>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agenda dark">
  <p:cSld name="CUSTOM_4_1">
    <p:bg>
      <p:bgPr>
        <a:solidFill>
          <a:srgbClr val="353535"/>
        </a:solidFill>
      </p:bgPr>
    </p:bg>
    <p:spTree>
      <p:nvGrpSpPr>
        <p:cNvPr id="607" name="Shape 607"/>
        <p:cNvGrpSpPr/>
        <p:nvPr/>
      </p:nvGrpSpPr>
      <p:grpSpPr>
        <a:xfrm>
          <a:off x="0" y="0"/>
          <a:ext cx="0" cy="0"/>
          <a:chOff x="0" y="0"/>
          <a:chExt cx="0" cy="0"/>
        </a:xfrm>
      </p:grpSpPr>
      <p:sp>
        <p:nvSpPr>
          <p:cNvPr id="608" name="Google Shape;608;p33"/>
          <p:cNvSpPr txBox="1"/>
          <p:nvPr>
            <p:ph idx="1" type="body"/>
          </p:nvPr>
        </p:nvSpPr>
        <p:spPr>
          <a:xfrm>
            <a:off x="8669900" y="1849475"/>
            <a:ext cx="2131800" cy="3000000"/>
          </a:xfrm>
          <a:prstGeom prst="rect">
            <a:avLst/>
          </a:prstGeom>
        </p:spPr>
        <p:txBody>
          <a:bodyPr anchorCtr="0" anchor="t" bIns="0" lIns="0" spcFirstLastPara="1" rIns="0" wrap="square" tIns="0">
            <a:noAutofit/>
          </a:bodyPr>
          <a:lstStyle>
            <a:lvl1pPr indent="-342900" lvl="0" marL="457200" rtl="0">
              <a:lnSpc>
                <a:spcPct val="115000"/>
              </a:lnSpc>
              <a:spcBef>
                <a:spcPts val="0"/>
              </a:spcBef>
              <a:spcAft>
                <a:spcPts val="0"/>
              </a:spcAft>
              <a:buClr>
                <a:srgbClr val="FFFFFF"/>
              </a:buClr>
              <a:buSzPts val="1800"/>
              <a:buChar char="▸"/>
              <a:defRPr>
                <a:solidFill>
                  <a:srgbClr val="FFFFFF"/>
                </a:solidFill>
              </a:defRPr>
            </a:lvl1pPr>
            <a:lvl2pPr indent="-342900" lvl="1" marL="914400" rtl="0">
              <a:lnSpc>
                <a:spcPct val="115000"/>
              </a:lnSpc>
              <a:spcBef>
                <a:spcPts val="2000"/>
              </a:spcBef>
              <a:spcAft>
                <a:spcPts val="0"/>
              </a:spcAft>
              <a:buClr>
                <a:srgbClr val="FFFFFF"/>
              </a:buClr>
              <a:buSzPts val="1800"/>
              <a:buChar char="･"/>
              <a:defRPr>
                <a:solidFill>
                  <a:srgbClr val="FFFFFF"/>
                </a:solidFill>
              </a:defRPr>
            </a:lvl2pPr>
            <a:lvl3pPr indent="-342900" lvl="2" marL="1371600" rtl="0">
              <a:lnSpc>
                <a:spcPct val="115000"/>
              </a:lnSpc>
              <a:spcBef>
                <a:spcPts val="2000"/>
              </a:spcBef>
              <a:spcAft>
                <a:spcPts val="0"/>
              </a:spcAft>
              <a:buClr>
                <a:srgbClr val="FFFFFF"/>
              </a:buClr>
              <a:buSzPts val="1800"/>
              <a:buChar char="･"/>
              <a:defRPr>
                <a:solidFill>
                  <a:srgbClr val="FFFFFF"/>
                </a:solidFill>
              </a:defRPr>
            </a:lvl3pPr>
            <a:lvl4pPr indent="-342900" lvl="3" marL="1828800" rtl="0">
              <a:lnSpc>
                <a:spcPct val="115000"/>
              </a:lnSpc>
              <a:spcBef>
                <a:spcPts val="2000"/>
              </a:spcBef>
              <a:spcAft>
                <a:spcPts val="0"/>
              </a:spcAft>
              <a:buClr>
                <a:srgbClr val="FFFFFF"/>
              </a:buClr>
              <a:buSzPts val="1800"/>
              <a:buChar char="･"/>
              <a:defRPr>
                <a:solidFill>
                  <a:srgbClr val="FFFFFF"/>
                </a:solidFill>
              </a:defRPr>
            </a:lvl4pPr>
            <a:lvl5pPr indent="-342900" lvl="4" marL="2286000" rtl="0">
              <a:lnSpc>
                <a:spcPct val="115000"/>
              </a:lnSpc>
              <a:spcBef>
                <a:spcPts val="2000"/>
              </a:spcBef>
              <a:spcAft>
                <a:spcPts val="0"/>
              </a:spcAft>
              <a:buClr>
                <a:srgbClr val="FFFFFF"/>
              </a:buClr>
              <a:buSzPts val="1800"/>
              <a:buChar char="･"/>
              <a:defRPr>
                <a:solidFill>
                  <a:srgbClr val="FFFFFF"/>
                </a:solidFill>
              </a:defRPr>
            </a:lvl5pPr>
            <a:lvl6pPr indent="-342900" lvl="5" marL="2743200" rtl="0">
              <a:lnSpc>
                <a:spcPct val="115000"/>
              </a:lnSpc>
              <a:spcBef>
                <a:spcPts val="2000"/>
              </a:spcBef>
              <a:spcAft>
                <a:spcPts val="0"/>
              </a:spcAft>
              <a:buClr>
                <a:srgbClr val="FFFFFF"/>
              </a:buClr>
              <a:buSzPts val="1800"/>
              <a:buChar char="･"/>
              <a:defRPr>
                <a:solidFill>
                  <a:srgbClr val="FFFFFF"/>
                </a:solidFill>
              </a:defRPr>
            </a:lvl6pPr>
            <a:lvl7pPr indent="-342900" lvl="6" marL="3200400" rtl="0">
              <a:lnSpc>
                <a:spcPct val="115000"/>
              </a:lnSpc>
              <a:spcBef>
                <a:spcPts val="2000"/>
              </a:spcBef>
              <a:spcAft>
                <a:spcPts val="0"/>
              </a:spcAft>
              <a:buClr>
                <a:srgbClr val="FFFFFF"/>
              </a:buClr>
              <a:buSzPts val="1800"/>
              <a:buChar char="･"/>
              <a:defRPr>
                <a:solidFill>
                  <a:srgbClr val="FFFFFF"/>
                </a:solidFill>
              </a:defRPr>
            </a:lvl7pPr>
            <a:lvl8pPr indent="-342900" lvl="7" marL="3657600" rtl="0">
              <a:lnSpc>
                <a:spcPct val="115000"/>
              </a:lnSpc>
              <a:spcBef>
                <a:spcPts val="2000"/>
              </a:spcBef>
              <a:spcAft>
                <a:spcPts val="0"/>
              </a:spcAft>
              <a:buClr>
                <a:srgbClr val="FFFFFF"/>
              </a:buClr>
              <a:buSzPts val="1800"/>
              <a:buChar char="･"/>
              <a:defRPr>
                <a:solidFill>
                  <a:srgbClr val="FFFFFF"/>
                </a:solidFill>
              </a:defRPr>
            </a:lvl8pPr>
            <a:lvl9pPr indent="-342900" lvl="8" marL="4114800" rtl="0">
              <a:lnSpc>
                <a:spcPct val="115000"/>
              </a:lnSpc>
              <a:spcBef>
                <a:spcPts val="2000"/>
              </a:spcBef>
              <a:spcAft>
                <a:spcPts val="2000"/>
              </a:spcAft>
              <a:buClr>
                <a:srgbClr val="FFFFFF"/>
              </a:buClr>
              <a:buSzPts val="1800"/>
              <a:buChar char="･"/>
              <a:defRPr>
                <a:solidFill>
                  <a:srgbClr val="FFFFFF"/>
                </a:solidFill>
              </a:defRPr>
            </a:lvl9pPr>
          </a:lstStyle>
          <a:p/>
        </p:txBody>
      </p:sp>
      <p:sp>
        <p:nvSpPr>
          <p:cNvPr id="609" name="Google Shape;609;p33"/>
          <p:cNvSpPr txBox="1"/>
          <p:nvPr>
            <p:ph idx="2" type="body"/>
          </p:nvPr>
        </p:nvSpPr>
        <p:spPr>
          <a:xfrm>
            <a:off x="5708700" y="1849475"/>
            <a:ext cx="2131800" cy="3000000"/>
          </a:xfrm>
          <a:prstGeom prst="rect">
            <a:avLst/>
          </a:prstGeom>
        </p:spPr>
        <p:txBody>
          <a:bodyPr anchorCtr="0" anchor="t" bIns="0" lIns="0" spcFirstLastPara="1" rIns="0" wrap="square" tIns="0">
            <a:noAutofit/>
          </a:bodyPr>
          <a:lstStyle>
            <a:lvl1pPr indent="-342900" lvl="0" marL="457200" rtl="0">
              <a:lnSpc>
                <a:spcPct val="115000"/>
              </a:lnSpc>
              <a:spcBef>
                <a:spcPts val="0"/>
              </a:spcBef>
              <a:spcAft>
                <a:spcPts val="0"/>
              </a:spcAft>
              <a:buClr>
                <a:srgbClr val="FFFFFF"/>
              </a:buClr>
              <a:buSzPts val="1800"/>
              <a:buChar char="▸"/>
              <a:defRPr>
                <a:solidFill>
                  <a:srgbClr val="FFFFFF"/>
                </a:solidFill>
              </a:defRPr>
            </a:lvl1pPr>
            <a:lvl2pPr indent="-342900" lvl="1" marL="914400" rtl="0">
              <a:lnSpc>
                <a:spcPct val="115000"/>
              </a:lnSpc>
              <a:spcBef>
                <a:spcPts val="2000"/>
              </a:spcBef>
              <a:spcAft>
                <a:spcPts val="0"/>
              </a:spcAft>
              <a:buClr>
                <a:srgbClr val="FFFFFF"/>
              </a:buClr>
              <a:buSzPts val="1800"/>
              <a:buChar char="･"/>
              <a:defRPr>
                <a:solidFill>
                  <a:srgbClr val="FFFFFF"/>
                </a:solidFill>
              </a:defRPr>
            </a:lvl2pPr>
            <a:lvl3pPr indent="-342900" lvl="2" marL="1371600" rtl="0">
              <a:lnSpc>
                <a:spcPct val="115000"/>
              </a:lnSpc>
              <a:spcBef>
                <a:spcPts val="2000"/>
              </a:spcBef>
              <a:spcAft>
                <a:spcPts val="0"/>
              </a:spcAft>
              <a:buClr>
                <a:srgbClr val="FFFFFF"/>
              </a:buClr>
              <a:buSzPts val="1800"/>
              <a:buChar char="･"/>
              <a:defRPr>
                <a:solidFill>
                  <a:srgbClr val="FFFFFF"/>
                </a:solidFill>
              </a:defRPr>
            </a:lvl3pPr>
            <a:lvl4pPr indent="-342900" lvl="3" marL="1828800" rtl="0">
              <a:lnSpc>
                <a:spcPct val="115000"/>
              </a:lnSpc>
              <a:spcBef>
                <a:spcPts val="2000"/>
              </a:spcBef>
              <a:spcAft>
                <a:spcPts val="0"/>
              </a:spcAft>
              <a:buClr>
                <a:srgbClr val="FFFFFF"/>
              </a:buClr>
              <a:buSzPts val="1800"/>
              <a:buChar char="･"/>
              <a:defRPr>
                <a:solidFill>
                  <a:srgbClr val="FFFFFF"/>
                </a:solidFill>
              </a:defRPr>
            </a:lvl4pPr>
            <a:lvl5pPr indent="-342900" lvl="4" marL="2286000" rtl="0">
              <a:lnSpc>
                <a:spcPct val="115000"/>
              </a:lnSpc>
              <a:spcBef>
                <a:spcPts val="2000"/>
              </a:spcBef>
              <a:spcAft>
                <a:spcPts val="0"/>
              </a:spcAft>
              <a:buClr>
                <a:srgbClr val="FFFFFF"/>
              </a:buClr>
              <a:buSzPts val="1800"/>
              <a:buChar char="･"/>
              <a:defRPr>
                <a:solidFill>
                  <a:srgbClr val="FFFFFF"/>
                </a:solidFill>
              </a:defRPr>
            </a:lvl5pPr>
            <a:lvl6pPr indent="-342900" lvl="5" marL="2743200" rtl="0">
              <a:lnSpc>
                <a:spcPct val="115000"/>
              </a:lnSpc>
              <a:spcBef>
                <a:spcPts val="2000"/>
              </a:spcBef>
              <a:spcAft>
                <a:spcPts val="0"/>
              </a:spcAft>
              <a:buClr>
                <a:srgbClr val="FFFFFF"/>
              </a:buClr>
              <a:buSzPts val="1800"/>
              <a:buChar char="･"/>
              <a:defRPr>
                <a:solidFill>
                  <a:srgbClr val="FFFFFF"/>
                </a:solidFill>
              </a:defRPr>
            </a:lvl6pPr>
            <a:lvl7pPr indent="-342900" lvl="6" marL="3200400" rtl="0">
              <a:lnSpc>
                <a:spcPct val="115000"/>
              </a:lnSpc>
              <a:spcBef>
                <a:spcPts val="2000"/>
              </a:spcBef>
              <a:spcAft>
                <a:spcPts val="0"/>
              </a:spcAft>
              <a:buClr>
                <a:srgbClr val="FFFFFF"/>
              </a:buClr>
              <a:buSzPts val="1800"/>
              <a:buChar char="･"/>
              <a:defRPr>
                <a:solidFill>
                  <a:srgbClr val="FFFFFF"/>
                </a:solidFill>
              </a:defRPr>
            </a:lvl7pPr>
            <a:lvl8pPr indent="-342900" lvl="7" marL="3657600" rtl="0">
              <a:lnSpc>
                <a:spcPct val="115000"/>
              </a:lnSpc>
              <a:spcBef>
                <a:spcPts val="2000"/>
              </a:spcBef>
              <a:spcAft>
                <a:spcPts val="0"/>
              </a:spcAft>
              <a:buClr>
                <a:srgbClr val="FFFFFF"/>
              </a:buClr>
              <a:buSzPts val="1800"/>
              <a:buChar char="･"/>
              <a:defRPr>
                <a:solidFill>
                  <a:srgbClr val="FFFFFF"/>
                </a:solidFill>
              </a:defRPr>
            </a:lvl8pPr>
            <a:lvl9pPr indent="-342900" lvl="8" marL="4114800" rtl="0">
              <a:lnSpc>
                <a:spcPct val="115000"/>
              </a:lnSpc>
              <a:spcBef>
                <a:spcPts val="2000"/>
              </a:spcBef>
              <a:spcAft>
                <a:spcPts val="2000"/>
              </a:spcAft>
              <a:buClr>
                <a:srgbClr val="FFFFFF"/>
              </a:buClr>
              <a:buSzPts val="1800"/>
              <a:buChar char="･"/>
              <a:defRPr>
                <a:solidFill>
                  <a:srgbClr val="FFFFFF"/>
                </a:solidFill>
              </a:defRPr>
            </a:lvl9pPr>
          </a:lstStyle>
          <a:p/>
        </p:txBody>
      </p:sp>
      <p:sp>
        <p:nvSpPr>
          <p:cNvPr id="610" name="Google Shape;610;p33"/>
          <p:cNvSpPr txBox="1"/>
          <p:nvPr>
            <p:ph type="title"/>
          </p:nvPr>
        </p:nvSpPr>
        <p:spPr>
          <a:xfrm>
            <a:off x="900275" y="1736433"/>
            <a:ext cx="3885900" cy="26982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4800"/>
              <a:buNone/>
              <a:defRPr sz="4800">
                <a:solidFill>
                  <a:srgbClr val="FFFFFF"/>
                </a:solidFill>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cxnSp>
        <p:nvCxnSpPr>
          <p:cNvPr id="611" name="Google Shape;611;p33"/>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612" name="Google Shape;612;p33"/>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cxnSp>
        <p:nvCxnSpPr>
          <p:cNvPr id="613" name="Google Shape;613;p33"/>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pic>
        <p:nvPicPr>
          <p:cNvPr id="614" name="Google Shape;614;p33"/>
          <p:cNvPicPr preferRelativeResize="0"/>
          <p:nvPr/>
        </p:nvPicPr>
        <p:blipFill>
          <a:blip r:embed="rId2">
            <a:alphaModFix/>
          </a:blip>
          <a:stretch>
            <a:fillRect/>
          </a:stretch>
        </p:blipFill>
        <p:spPr>
          <a:xfrm>
            <a:off x="10711279" y="6312505"/>
            <a:ext cx="975850" cy="229612"/>
          </a:xfrm>
          <a:prstGeom prst="rect">
            <a:avLst/>
          </a:prstGeom>
          <a:noFill/>
          <a:ln>
            <a:noFill/>
          </a:ln>
        </p:spPr>
      </p:pic>
      <p:sp>
        <p:nvSpPr>
          <p:cNvPr id="615" name="Google Shape;615;p3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chemeClr val="lt1"/>
                </a:solidFill>
                <a:latin typeface="Red Hat Text Medium"/>
                <a:ea typeface="Red Hat Text Medium"/>
                <a:cs typeface="Red Hat Text Medium"/>
                <a:sym typeface="Red Hat Text Medium"/>
              </a:defRPr>
            </a:lvl1pPr>
            <a:lvl2pPr lvl="1" rtl="0" algn="ctr">
              <a:buNone/>
              <a:defRPr sz="800">
                <a:solidFill>
                  <a:schemeClr val="lt1"/>
                </a:solidFill>
                <a:latin typeface="Red Hat Text Medium"/>
                <a:ea typeface="Red Hat Text Medium"/>
                <a:cs typeface="Red Hat Text Medium"/>
                <a:sym typeface="Red Hat Text Medium"/>
              </a:defRPr>
            </a:lvl2pPr>
            <a:lvl3pPr lvl="2" rtl="0" algn="ctr">
              <a:buNone/>
              <a:defRPr sz="800">
                <a:solidFill>
                  <a:schemeClr val="lt1"/>
                </a:solidFill>
                <a:latin typeface="Red Hat Text Medium"/>
                <a:ea typeface="Red Hat Text Medium"/>
                <a:cs typeface="Red Hat Text Medium"/>
                <a:sym typeface="Red Hat Text Medium"/>
              </a:defRPr>
            </a:lvl3pPr>
            <a:lvl4pPr lvl="3" rtl="0" algn="ctr">
              <a:buNone/>
              <a:defRPr sz="800">
                <a:solidFill>
                  <a:schemeClr val="lt1"/>
                </a:solidFill>
                <a:latin typeface="Red Hat Text Medium"/>
                <a:ea typeface="Red Hat Text Medium"/>
                <a:cs typeface="Red Hat Text Medium"/>
                <a:sym typeface="Red Hat Text Medium"/>
              </a:defRPr>
            </a:lvl4pPr>
            <a:lvl5pPr lvl="4" rtl="0" algn="ctr">
              <a:buNone/>
              <a:defRPr sz="800">
                <a:solidFill>
                  <a:schemeClr val="lt1"/>
                </a:solidFill>
                <a:latin typeface="Red Hat Text Medium"/>
                <a:ea typeface="Red Hat Text Medium"/>
                <a:cs typeface="Red Hat Text Medium"/>
                <a:sym typeface="Red Hat Text Medium"/>
              </a:defRPr>
            </a:lvl5pPr>
            <a:lvl6pPr lvl="5" rtl="0" algn="ctr">
              <a:buNone/>
              <a:defRPr sz="800">
                <a:solidFill>
                  <a:schemeClr val="lt1"/>
                </a:solidFill>
                <a:latin typeface="Red Hat Text Medium"/>
                <a:ea typeface="Red Hat Text Medium"/>
                <a:cs typeface="Red Hat Text Medium"/>
                <a:sym typeface="Red Hat Text Medium"/>
              </a:defRPr>
            </a:lvl6pPr>
            <a:lvl7pPr lvl="6" rtl="0" algn="ctr">
              <a:buNone/>
              <a:defRPr sz="800">
                <a:solidFill>
                  <a:schemeClr val="lt1"/>
                </a:solidFill>
                <a:latin typeface="Red Hat Text Medium"/>
                <a:ea typeface="Red Hat Text Medium"/>
                <a:cs typeface="Red Hat Text Medium"/>
                <a:sym typeface="Red Hat Text Medium"/>
              </a:defRPr>
            </a:lvl7pPr>
            <a:lvl8pPr lvl="7" rtl="0" algn="ctr">
              <a:buNone/>
              <a:defRPr sz="800">
                <a:solidFill>
                  <a:schemeClr val="lt1"/>
                </a:solidFill>
                <a:latin typeface="Red Hat Text Medium"/>
                <a:ea typeface="Red Hat Text Medium"/>
                <a:cs typeface="Red Hat Text Medium"/>
                <a:sym typeface="Red Hat Text Medium"/>
              </a:defRPr>
            </a:lvl8pPr>
            <a:lvl9pPr lvl="8" rtl="0" algn="ctr">
              <a:buNone/>
              <a:defRPr sz="800">
                <a:solidFill>
                  <a:schemeClr val="lt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
        <p:nvSpPr>
          <p:cNvPr id="616" name="Google Shape;616;p33"/>
          <p:cNvSpPr txBox="1"/>
          <p:nvPr>
            <p:ph idx="4"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lt1"/>
                </a:solidFill>
              </a:defRPr>
            </a:lvl1pPr>
            <a:lvl2pPr lvl="1" rtl="0">
              <a:lnSpc>
                <a:spcPct val="115000"/>
              </a:lnSpc>
              <a:spcBef>
                <a:spcPts val="0"/>
              </a:spcBef>
              <a:spcAft>
                <a:spcPts val="0"/>
              </a:spcAft>
              <a:buNone/>
              <a:defRPr sz="800">
                <a:solidFill>
                  <a:schemeClr val="lt1"/>
                </a:solidFill>
              </a:defRPr>
            </a:lvl2pPr>
            <a:lvl3pPr lvl="2" rtl="0">
              <a:lnSpc>
                <a:spcPct val="115000"/>
              </a:lnSpc>
              <a:spcBef>
                <a:spcPts val="0"/>
              </a:spcBef>
              <a:spcAft>
                <a:spcPts val="0"/>
              </a:spcAft>
              <a:buNone/>
              <a:defRPr sz="800">
                <a:solidFill>
                  <a:schemeClr val="lt1"/>
                </a:solidFill>
              </a:defRPr>
            </a:lvl3pPr>
            <a:lvl4pPr lvl="3" rtl="0">
              <a:lnSpc>
                <a:spcPct val="115000"/>
              </a:lnSpc>
              <a:spcBef>
                <a:spcPts val="0"/>
              </a:spcBef>
              <a:spcAft>
                <a:spcPts val="0"/>
              </a:spcAft>
              <a:buNone/>
              <a:defRPr sz="800">
                <a:solidFill>
                  <a:schemeClr val="lt1"/>
                </a:solidFill>
              </a:defRPr>
            </a:lvl4pPr>
            <a:lvl5pPr lvl="4" rtl="0">
              <a:lnSpc>
                <a:spcPct val="115000"/>
              </a:lnSpc>
              <a:spcBef>
                <a:spcPts val="0"/>
              </a:spcBef>
              <a:spcAft>
                <a:spcPts val="0"/>
              </a:spcAft>
              <a:buNone/>
              <a:defRPr sz="800">
                <a:solidFill>
                  <a:schemeClr val="lt1"/>
                </a:solidFill>
              </a:defRPr>
            </a:lvl5pPr>
            <a:lvl6pPr lvl="5" rtl="0">
              <a:lnSpc>
                <a:spcPct val="115000"/>
              </a:lnSpc>
              <a:spcBef>
                <a:spcPts val="0"/>
              </a:spcBef>
              <a:spcAft>
                <a:spcPts val="0"/>
              </a:spcAft>
              <a:buNone/>
              <a:defRPr sz="800">
                <a:solidFill>
                  <a:schemeClr val="lt1"/>
                </a:solidFill>
              </a:defRPr>
            </a:lvl6pPr>
            <a:lvl7pPr lvl="6" rtl="0">
              <a:lnSpc>
                <a:spcPct val="115000"/>
              </a:lnSpc>
              <a:spcBef>
                <a:spcPts val="0"/>
              </a:spcBef>
              <a:spcAft>
                <a:spcPts val="0"/>
              </a:spcAft>
              <a:buNone/>
              <a:defRPr sz="800">
                <a:solidFill>
                  <a:schemeClr val="lt1"/>
                </a:solidFill>
              </a:defRPr>
            </a:lvl7pPr>
            <a:lvl8pPr lvl="7" rtl="0">
              <a:lnSpc>
                <a:spcPct val="115000"/>
              </a:lnSpc>
              <a:spcBef>
                <a:spcPts val="0"/>
              </a:spcBef>
              <a:spcAft>
                <a:spcPts val="0"/>
              </a:spcAft>
              <a:buNone/>
              <a:defRPr sz="800">
                <a:solidFill>
                  <a:schemeClr val="lt1"/>
                </a:solidFill>
              </a:defRPr>
            </a:lvl8pPr>
            <a:lvl9pPr lvl="8" rtl="0">
              <a:lnSpc>
                <a:spcPct val="115000"/>
              </a:lnSpc>
              <a:spcBef>
                <a:spcPts val="0"/>
              </a:spcBef>
              <a:spcAft>
                <a:spcPts val="0"/>
              </a:spcAft>
              <a:buNone/>
              <a:defRPr sz="800">
                <a:solidFill>
                  <a:schemeClr val="lt1"/>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agenda light">
  <p:cSld name="CUSTOM_4_1_1">
    <p:bg>
      <p:bgPr>
        <a:solidFill>
          <a:schemeClr val="lt1"/>
        </a:solidFill>
      </p:bgPr>
    </p:bg>
    <p:spTree>
      <p:nvGrpSpPr>
        <p:cNvPr id="617" name="Shape 617"/>
        <p:cNvGrpSpPr/>
        <p:nvPr/>
      </p:nvGrpSpPr>
      <p:grpSpPr>
        <a:xfrm>
          <a:off x="0" y="0"/>
          <a:ext cx="0" cy="0"/>
          <a:chOff x="0" y="0"/>
          <a:chExt cx="0" cy="0"/>
        </a:xfrm>
      </p:grpSpPr>
      <p:cxnSp>
        <p:nvCxnSpPr>
          <p:cNvPr id="618" name="Google Shape;618;p34"/>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619" name="Google Shape;619;p3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2pPr>
            <a:lvl3pPr lvl="2"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3pPr>
            <a:lvl4pPr lvl="3"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4pPr>
            <a:lvl5pPr lvl="4"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5pPr>
            <a:lvl6pPr lvl="5"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6pPr>
            <a:lvl7pPr lvl="6"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7pPr>
            <a:lvl8pPr lvl="7"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8pPr>
            <a:lvl9pPr lvl="8"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9pPr>
          </a:lstStyle>
          <a:p/>
        </p:txBody>
      </p:sp>
      <p:cxnSp>
        <p:nvCxnSpPr>
          <p:cNvPr id="620" name="Google Shape;620;p34"/>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621" name="Google Shape;621;p3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chemeClr val="dk1"/>
                </a:solidFill>
                <a:latin typeface="Red Hat Text Medium"/>
                <a:ea typeface="Red Hat Text Medium"/>
                <a:cs typeface="Red Hat Text Medium"/>
                <a:sym typeface="Red Hat Text Medium"/>
              </a:defRPr>
            </a:lvl1pPr>
            <a:lvl2pPr lvl="1" rtl="0" algn="ctr">
              <a:buNone/>
              <a:defRPr sz="800">
                <a:solidFill>
                  <a:schemeClr val="dk1"/>
                </a:solidFill>
                <a:latin typeface="Red Hat Text Medium"/>
                <a:ea typeface="Red Hat Text Medium"/>
                <a:cs typeface="Red Hat Text Medium"/>
                <a:sym typeface="Red Hat Text Medium"/>
              </a:defRPr>
            </a:lvl2pPr>
            <a:lvl3pPr lvl="2" rtl="0" algn="ctr">
              <a:buNone/>
              <a:defRPr sz="800">
                <a:solidFill>
                  <a:schemeClr val="dk1"/>
                </a:solidFill>
                <a:latin typeface="Red Hat Text Medium"/>
                <a:ea typeface="Red Hat Text Medium"/>
                <a:cs typeface="Red Hat Text Medium"/>
                <a:sym typeface="Red Hat Text Medium"/>
              </a:defRPr>
            </a:lvl3pPr>
            <a:lvl4pPr lvl="3" rtl="0" algn="ctr">
              <a:buNone/>
              <a:defRPr sz="800">
                <a:solidFill>
                  <a:schemeClr val="dk1"/>
                </a:solidFill>
                <a:latin typeface="Red Hat Text Medium"/>
                <a:ea typeface="Red Hat Text Medium"/>
                <a:cs typeface="Red Hat Text Medium"/>
                <a:sym typeface="Red Hat Text Medium"/>
              </a:defRPr>
            </a:lvl4pPr>
            <a:lvl5pPr lvl="4" rtl="0" algn="ctr">
              <a:buNone/>
              <a:defRPr sz="800">
                <a:solidFill>
                  <a:schemeClr val="dk1"/>
                </a:solidFill>
                <a:latin typeface="Red Hat Text Medium"/>
                <a:ea typeface="Red Hat Text Medium"/>
                <a:cs typeface="Red Hat Text Medium"/>
                <a:sym typeface="Red Hat Text Medium"/>
              </a:defRPr>
            </a:lvl5pPr>
            <a:lvl6pPr lvl="5" rtl="0" algn="ctr">
              <a:buNone/>
              <a:defRPr sz="800">
                <a:solidFill>
                  <a:schemeClr val="dk1"/>
                </a:solidFill>
                <a:latin typeface="Red Hat Text Medium"/>
                <a:ea typeface="Red Hat Text Medium"/>
                <a:cs typeface="Red Hat Text Medium"/>
                <a:sym typeface="Red Hat Text Medium"/>
              </a:defRPr>
            </a:lvl6pPr>
            <a:lvl7pPr lvl="6" rtl="0" algn="ctr">
              <a:buNone/>
              <a:defRPr sz="800">
                <a:solidFill>
                  <a:schemeClr val="dk1"/>
                </a:solidFill>
                <a:latin typeface="Red Hat Text Medium"/>
                <a:ea typeface="Red Hat Text Medium"/>
                <a:cs typeface="Red Hat Text Medium"/>
                <a:sym typeface="Red Hat Text Medium"/>
              </a:defRPr>
            </a:lvl7pPr>
            <a:lvl8pPr lvl="7" rtl="0" algn="ctr">
              <a:buNone/>
              <a:defRPr sz="800">
                <a:solidFill>
                  <a:schemeClr val="dk1"/>
                </a:solidFill>
                <a:latin typeface="Red Hat Text Medium"/>
                <a:ea typeface="Red Hat Text Medium"/>
                <a:cs typeface="Red Hat Text Medium"/>
                <a:sym typeface="Red Hat Text Medium"/>
              </a:defRPr>
            </a:lvl8pPr>
            <a:lvl9pPr lvl="8" rtl="0" algn="ctr">
              <a:buNone/>
              <a:defRPr sz="800">
                <a:solidFill>
                  <a:schemeClr val="dk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22" name="Google Shape;622;p34"/>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623" name="Google Shape;623;p34"/>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624" name="Google Shape;624;p34"/>
          <p:cNvSpPr txBox="1"/>
          <p:nvPr>
            <p:ph idx="3" type="body"/>
          </p:nvPr>
        </p:nvSpPr>
        <p:spPr>
          <a:xfrm>
            <a:off x="8669900" y="1849475"/>
            <a:ext cx="2131800" cy="3000000"/>
          </a:xfrm>
          <a:prstGeom prst="rect">
            <a:avLst/>
          </a:prstGeom>
        </p:spPr>
        <p:txBody>
          <a:bodyPr anchorCtr="0" anchor="t" bIns="0" lIns="0" spcFirstLastPara="1" rIns="0" wrap="square" tIns="0">
            <a:noAutofit/>
          </a:bodyPr>
          <a:lstStyle>
            <a:lvl1pPr indent="-342900" lvl="0" marL="457200" rtl="0">
              <a:lnSpc>
                <a:spcPct val="115000"/>
              </a:lnSpc>
              <a:spcBef>
                <a:spcPts val="0"/>
              </a:spcBef>
              <a:spcAft>
                <a:spcPts val="0"/>
              </a:spcAft>
              <a:buSzPts val="1800"/>
              <a:buChar char="▸"/>
              <a:defRPr/>
            </a:lvl1pPr>
            <a:lvl2pPr indent="-342900" lvl="1" marL="914400" rtl="0">
              <a:lnSpc>
                <a:spcPct val="115000"/>
              </a:lnSpc>
              <a:spcBef>
                <a:spcPts val="2000"/>
              </a:spcBef>
              <a:spcAft>
                <a:spcPts val="0"/>
              </a:spcAft>
              <a:buSzPts val="1800"/>
              <a:buChar char="･"/>
              <a:defRPr/>
            </a:lvl2pPr>
            <a:lvl3pPr indent="-342900" lvl="2" marL="1371600" rtl="0">
              <a:lnSpc>
                <a:spcPct val="115000"/>
              </a:lnSpc>
              <a:spcBef>
                <a:spcPts val="2000"/>
              </a:spcBef>
              <a:spcAft>
                <a:spcPts val="0"/>
              </a:spcAft>
              <a:buSzPts val="1800"/>
              <a:buChar char="･"/>
              <a:defRPr/>
            </a:lvl3pPr>
            <a:lvl4pPr indent="-342900" lvl="3" marL="1828800" rtl="0">
              <a:lnSpc>
                <a:spcPct val="115000"/>
              </a:lnSpc>
              <a:spcBef>
                <a:spcPts val="2000"/>
              </a:spcBef>
              <a:spcAft>
                <a:spcPts val="0"/>
              </a:spcAft>
              <a:buSzPts val="1800"/>
              <a:buChar char="･"/>
              <a:defRPr/>
            </a:lvl4pPr>
            <a:lvl5pPr indent="-342900" lvl="4" marL="2286000" rtl="0">
              <a:lnSpc>
                <a:spcPct val="115000"/>
              </a:lnSpc>
              <a:spcBef>
                <a:spcPts val="2000"/>
              </a:spcBef>
              <a:spcAft>
                <a:spcPts val="0"/>
              </a:spcAft>
              <a:buSzPts val="1800"/>
              <a:buChar char="･"/>
              <a:defRPr/>
            </a:lvl5pPr>
            <a:lvl6pPr indent="-342900" lvl="5" marL="2743200" rtl="0">
              <a:lnSpc>
                <a:spcPct val="115000"/>
              </a:lnSpc>
              <a:spcBef>
                <a:spcPts val="2000"/>
              </a:spcBef>
              <a:spcAft>
                <a:spcPts val="0"/>
              </a:spcAft>
              <a:buSzPts val="1800"/>
              <a:buChar char="･"/>
              <a:defRPr/>
            </a:lvl6pPr>
            <a:lvl7pPr indent="-342900" lvl="6" marL="3200400" rtl="0">
              <a:lnSpc>
                <a:spcPct val="115000"/>
              </a:lnSpc>
              <a:spcBef>
                <a:spcPts val="2000"/>
              </a:spcBef>
              <a:spcAft>
                <a:spcPts val="0"/>
              </a:spcAft>
              <a:buSzPts val="1800"/>
              <a:buChar char="･"/>
              <a:defRPr/>
            </a:lvl7pPr>
            <a:lvl8pPr indent="-342900" lvl="7" marL="3657600" rtl="0">
              <a:lnSpc>
                <a:spcPct val="115000"/>
              </a:lnSpc>
              <a:spcBef>
                <a:spcPts val="2000"/>
              </a:spcBef>
              <a:spcAft>
                <a:spcPts val="0"/>
              </a:spcAft>
              <a:buSzPts val="1800"/>
              <a:buChar char="･"/>
              <a:defRPr/>
            </a:lvl8pPr>
            <a:lvl9pPr indent="-342900" lvl="8" marL="4114800" rtl="0">
              <a:lnSpc>
                <a:spcPct val="115000"/>
              </a:lnSpc>
              <a:spcBef>
                <a:spcPts val="2000"/>
              </a:spcBef>
              <a:spcAft>
                <a:spcPts val="2000"/>
              </a:spcAft>
              <a:buSzPts val="1800"/>
              <a:buChar char="･"/>
              <a:defRPr/>
            </a:lvl9pPr>
          </a:lstStyle>
          <a:p/>
        </p:txBody>
      </p:sp>
      <p:sp>
        <p:nvSpPr>
          <p:cNvPr id="625" name="Google Shape;625;p34"/>
          <p:cNvSpPr txBox="1"/>
          <p:nvPr>
            <p:ph idx="4" type="body"/>
          </p:nvPr>
        </p:nvSpPr>
        <p:spPr>
          <a:xfrm>
            <a:off x="5708700" y="1849475"/>
            <a:ext cx="2131800" cy="3000000"/>
          </a:xfrm>
          <a:prstGeom prst="rect">
            <a:avLst/>
          </a:prstGeom>
        </p:spPr>
        <p:txBody>
          <a:bodyPr anchorCtr="0" anchor="t" bIns="0" lIns="0" spcFirstLastPara="1" rIns="0" wrap="square" tIns="0">
            <a:noAutofit/>
          </a:bodyPr>
          <a:lstStyle>
            <a:lvl1pPr indent="-342900" lvl="0" marL="457200" rtl="0">
              <a:lnSpc>
                <a:spcPct val="115000"/>
              </a:lnSpc>
              <a:spcBef>
                <a:spcPts val="0"/>
              </a:spcBef>
              <a:spcAft>
                <a:spcPts val="0"/>
              </a:spcAft>
              <a:buSzPts val="1800"/>
              <a:buChar char="▸"/>
              <a:defRPr/>
            </a:lvl1pPr>
            <a:lvl2pPr indent="-342900" lvl="1" marL="914400" rtl="0">
              <a:lnSpc>
                <a:spcPct val="115000"/>
              </a:lnSpc>
              <a:spcBef>
                <a:spcPts val="2000"/>
              </a:spcBef>
              <a:spcAft>
                <a:spcPts val="0"/>
              </a:spcAft>
              <a:buSzPts val="1800"/>
              <a:buChar char="･"/>
              <a:defRPr/>
            </a:lvl2pPr>
            <a:lvl3pPr indent="-342900" lvl="2" marL="1371600" rtl="0">
              <a:lnSpc>
                <a:spcPct val="115000"/>
              </a:lnSpc>
              <a:spcBef>
                <a:spcPts val="2000"/>
              </a:spcBef>
              <a:spcAft>
                <a:spcPts val="0"/>
              </a:spcAft>
              <a:buSzPts val="1800"/>
              <a:buChar char="･"/>
              <a:defRPr/>
            </a:lvl3pPr>
            <a:lvl4pPr indent="-342900" lvl="3" marL="1828800" rtl="0">
              <a:lnSpc>
                <a:spcPct val="115000"/>
              </a:lnSpc>
              <a:spcBef>
                <a:spcPts val="2000"/>
              </a:spcBef>
              <a:spcAft>
                <a:spcPts val="0"/>
              </a:spcAft>
              <a:buSzPts val="1800"/>
              <a:buChar char="･"/>
              <a:defRPr/>
            </a:lvl4pPr>
            <a:lvl5pPr indent="-342900" lvl="4" marL="2286000" rtl="0">
              <a:lnSpc>
                <a:spcPct val="115000"/>
              </a:lnSpc>
              <a:spcBef>
                <a:spcPts val="2000"/>
              </a:spcBef>
              <a:spcAft>
                <a:spcPts val="0"/>
              </a:spcAft>
              <a:buSzPts val="1800"/>
              <a:buChar char="･"/>
              <a:defRPr/>
            </a:lvl5pPr>
            <a:lvl6pPr indent="-342900" lvl="5" marL="2743200" rtl="0">
              <a:lnSpc>
                <a:spcPct val="115000"/>
              </a:lnSpc>
              <a:spcBef>
                <a:spcPts val="2000"/>
              </a:spcBef>
              <a:spcAft>
                <a:spcPts val="0"/>
              </a:spcAft>
              <a:buSzPts val="1800"/>
              <a:buChar char="･"/>
              <a:defRPr/>
            </a:lvl6pPr>
            <a:lvl7pPr indent="-342900" lvl="6" marL="3200400" rtl="0">
              <a:lnSpc>
                <a:spcPct val="115000"/>
              </a:lnSpc>
              <a:spcBef>
                <a:spcPts val="2000"/>
              </a:spcBef>
              <a:spcAft>
                <a:spcPts val="0"/>
              </a:spcAft>
              <a:buSzPts val="1800"/>
              <a:buChar char="･"/>
              <a:defRPr/>
            </a:lvl7pPr>
            <a:lvl8pPr indent="-342900" lvl="7" marL="3657600" rtl="0">
              <a:lnSpc>
                <a:spcPct val="115000"/>
              </a:lnSpc>
              <a:spcBef>
                <a:spcPts val="2000"/>
              </a:spcBef>
              <a:spcAft>
                <a:spcPts val="0"/>
              </a:spcAft>
              <a:buSzPts val="1800"/>
              <a:buChar char="･"/>
              <a:defRPr/>
            </a:lvl8pPr>
            <a:lvl9pPr indent="-342900" lvl="8" marL="4114800" rtl="0">
              <a:lnSpc>
                <a:spcPct val="115000"/>
              </a:lnSpc>
              <a:spcBef>
                <a:spcPts val="2000"/>
              </a:spcBef>
              <a:spcAft>
                <a:spcPts val="2000"/>
              </a:spcAft>
              <a:buSzPts val="1800"/>
              <a:buChar char="･"/>
              <a:defRPr/>
            </a:lvl9pPr>
          </a:lstStyle>
          <a:p/>
        </p:txBody>
      </p:sp>
      <p:sp>
        <p:nvSpPr>
          <p:cNvPr id="626" name="Google Shape;626;p34"/>
          <p:cNvSpPr txBox="1"/>
          <p:nvPr>
            <p:ph type="title"/>
          </p:nvPr>
        </p:nvSpPr>
        <p:spPr>
          <a:xfrm>
            <a:off x="900275" y="1736433"/>
            <a:ext cx="3885900" cy="2698200"/>
          </a:xfrm>
          <a:prstGeom prst="rect">
            <a:avLst/>
          </a:prstGeom>
        </p:spPr>
        <p:txBody>
          <a:bodyPr anchorCtr="0" anchor="t" bIns="0" lIns="0" spcFirstLastPara="1" rIns="0" wrap="square" tIns="0">
            <a:noAutofit/>
          </a:bodyPr>
          <a:lstStyle>
            <a:lvl1pPr lvl="0" rtl="0">
              <a:spcBef>
                <a:spcPts val="0"/>
              </a:spcBef>
              <a:spcAft>
                <a:spcPts val="0"/>
              </a:spcAft>
              <a:buClr>
                <a:schemeClr val="accent1"/>
              </a:buClr>
              <a:buSzPts val="4800"/>
              <a:buNone/>
              <a:defRPr sz="4800">
                <a:solidFill>
                  <a:schemeClr val="accent1"/>
                </a:solidFill>
              </a:defRPr>
            </a:lvl1pPr>
            <a:lvl2pPr lvl="1" rtl="0">
              <a:spcBef>
                <a:spcPts val="0"/>
              </a:spcBef>
              <a:spcAft>
                <a:spcPts val="0"/>
              </a:spcAft>
              <a:buClr>
                <a:schemeClr val="accent1"/>
              </a:buClr>
              <a:buSzPts val="4800"/>
              <a:buNone/>
              <a:defRPr sz="4800">
                <a:solidFill>
                  <a:schemeClr val="accent1"/>
                </a:solidFill>
              </a:defRPr>
            </a:lvl2pPr>
            <a:lvl3pPr lvl="2" rtl="0">
              <a:spcBef>
                <a:spcPts val="0"/>
              </a:spcBef>
              <a:spcAft>
                <a:spcPts val="0"/>
              </a:spcAft>
              <a:buClr>
                <a:schemeClr val="accent1"/>
              </a:buClr>
              <a:buSzPts val="4800"/>
              <a:buNone/>
              <a:defRPr sz="4800">
                <a:solidFill>
                  <a:schemeClr val="accent1"/>
                </a:solidFill>
              </a:defRPr>
            </a:lvl3pPr>
            <a:lvl4pPr lvl="3" rtl="0">
              <a:spcBef>
                <a:spcPts val="0"/>
              </a:spcBef>
              <a:spcAft>
                <a:spcPts val="0"/>
              </a:spcAft>
              <a:buClr>
                <a:schemeClr val="accent1"/>
              </a:buClr>
              <a:buSzPts val="4800"/>
              <a:buNone/>
              <a:defRPr sz="4800">
                <a:solidFill>
                  <a:schemeClr val="accent1"/>
                </a:solidFill>
              </a:defRPr>
            </a:lvl4pPr>
            <a:lvl5pPr lvl="4" rtl="0">
              <a:spcBef>
                <a:spcPts val="0"/>
              </a:spcBef>
              <a:spcAft>
                <a:spcPts val="0"/>
              </a:spcAft>
              <a:buClr>
                <a:schemeClr val="accent1"/>
              </a:buClr>
              <a:buSzPts val="4800"/>
              <a:buNone/>
              <a:defRPr sz="4800">
                <a:solidFill>
                  <a:schemeClr val="accent1"/>
                </a:solidFill>
              </a:defRPr>
            </a:lvl5pPr>
            <a:lvl6pPr lvl="5" rtl="0">
              <a:spcBef>
                <a:spcPts val="0"/>
              </a:spcBef>
              <a:spcAft>
                <a:spcPts val="0"/>
              </a:spcAft>
              <a:buClr>
                <a:schemeClr val="accent1"/>
              </a:buClr>
              <a:buSzPts val="4800"/>
              <a:buNone/>
              <a:defRPr sz="4800">
                <a:solidFill>
                  <a:schemeClr val="accent1"/>
                </a:solidFill>
              </a:defRPr>
            </a:lvl6pPr>
            <a:lvl7pPr lvl="6" rtl="0">
              <a:spcBef>
                <a:spcPts val="0"/>
              </a:spcBef>
              <a:spcAft>
                <a:spcPts val="0"/>
              </a:spcAft>
              <a:buClr>
                <a:schemeClr val="accent1"/>
              </a:buClr>
              <a:buSzPts val="4800"/>
              <a:buNone/>
              <a:defRPr sz="4800">
                <a:solidFill>
                  <a:schemeClr val="accent1"/>
                </a:solidFill>
              </a:defRPr>
            </a:lvl7pPr>
            <a:lvl8pPr lvl="7" rtl="0">
              <a:spcBef>
                <a:spcPts val="0"/>
              </a:spcBef>
              <a:spcAft>
                <a:spcPts val="0"/>
              </a:spcAft>
              <a:buClr>
                <a:schemeClr val="accent1"/>
              </a:buClr>
              <a:buSzPts val="4800"/>
              <a:buNone/>
              <a:defRPr sz="4800">
                <a:solidFill>
                  <a:schemeClr val="accent1"/>
                </a:solidFill>
              </a:defRPr>
            </a:lvl8pPr>
            <a:lvl9pPr lvl="8" rtl="0">
              <a:spcBef>
                <a:spcPts val="0"/>
              </a:spcBef>
              <a:spcAft>
                <a:spcPts val="0"/>
              </a:spcAft>
              <a:buClr>
                <a:schemeClr val="accent1"/>
              </a:buClr>
              <a:buSzPts val="4800"/>
              <a:buNone/>
              <a:defRPr sz="4800">
                <a:solidFill>
                  <a:schemeClr val="accent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overview">
  <p:cSld name="CUSTOM_4_1_1_1">
    <p:bg>
      <p:bgPr>
        <a:solidFill>
          <a:schemeClr val="lt1"/>
        </a:solidFill>
      </p:bgPr>
    </p:bg>
    <p:spTree>
      <p:nvGrpSpPr>
        <p:cNvPr id="627" name="Shape 627"/>
        <p:cNvGrpSpPr/>
        <p:nvPr/>
      </p:nvGrpSpPr>
      <p:grpSpPr>
        <a:xfrm>
          <a:off x="0" y="0"/>
          <a:ext cx="0" cy="0"/>
          <a:chOff x="0" y="0"/>
          <a:chExt cx="0" cy="0"/>
        </a:xfrm>
      </p:grpSpPr>
      <p:cxnSp>
        <p:nvCxnSpPr>
          <p:cNvPr id="628" name="Google Shape;628;p35"/>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629" name="Google Shape;629;p3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2pPr>
            <a:lvl3pPr lvl="2"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3pPr>
            <a:lvl4pPr lvl="3"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4pPr>
            <a:lvl5pPr lvl="4"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5pPr>
            <a:lvl6pPr lvl="5"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6pPr>
            <a:lvl7pPr lvl="6"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7pPr>
            <a:lvl8pPr lvl="7"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8pPr>
            <a:lvl9pPr lvl="8"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9pPr>
          </a:lstStyle>
          <a:p/>
        </p:txBody>
      </p:sp>
      <p:cxnSp>
        <p:nvCxnSpPr>
          <p:cNvPr id="630" name="Google Shape;630;p35"/>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631" name="Google Shape;631;p3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chemeClr val="dk1"/>
                </a:solidFill>
                <a:latin typeface="Red Hat Text Medium"/>
                <a:ea typeface="Red Hat Text Medium"/>
                <a:cs typeface="Red Hat Text Medium"/>
                <a:sym typeface="Red Hat Text Medium"/>
              </a:defRPr>
            </a:lvl1pPr>
            <a:lvl2pPr lvl="1" rtl="0" algn="ctr">
              <a:buNone/>
              <a:defRPr sz="800">
                <a:solidFill>
                  <a:schemeClr val="dk1"/>
                </a:solidFill>
                <a:latin typeface="Red Hat Text Medium"/>
                <a:ea typeface="Red Hat Text Medium"/>
                <a:cs typeface="Red Hat Text Medium"/>
                <a:sym typeface="Red Hat Text Medium"/>
              </a:defRPr>
            </a:lvl2pPr>
            <a:lvl3pPr lvl="2" rtl="0" algn="ctr">
              <a:buNone/>
              <a:defRPr sz="800">
                <a:solidFill>
                  <a:schemeClr val="dk1"/>
                </a:solidFill>
                <a:latin typeface="Red Hat Text Medium"/>
                <a:ea typeface="Red Hat Text Medium"/>
                <a:cs typeface="Red Hat Text Medium"/>
                <a:sym typeface="Red Hat Text Medium"/>
              </a:defRPr>
            </a:lvl3pPr>
            <a:lvl4pPr lvl="3" rtl="0" algn="ctr">
              <a:buNone/>
              <a:defRPr sz="800">
                <a:solidFill>
                  <a:schemeClr val="dk1"/>
                </a:solidFill>
                <a:latin typeface="Red Hat Text Medium"/>
                <a:ea typeface="Red Hat Text Medium"/>
                <a:cs typeface="Red Hat Text Medium"/>
                <a:sym typeface="Red Hat Text Medium"/>
              </a:defRPr>
            </a:lvl4pPr>
            <a:lvl5pPr lvl="4" rtl="0" algn="ctr">
              <a:buNone/>
              <a:defRPr sz="800">
                <a:solidFill>
                  <a:schemeClr val="dk1"/>
                </a:solidFill>
                <a:latin typeface="Red Hat Text Medium"/>
                <a:ea typeface="Red Hat Text Medium"/>
                <a:cs typeface="Red Hat Text Medium"/>
                <a:sym typeface="Red Hat Text Medium"/>
              </a:defRPr>
            </a:lvl5pPr>
            <a:lvl6pPr lvl="5" rtl="0" algn="ctr">
              <a:buNone/>
              <a:defRPr sz="800">
                <a:solidFill>
                  <a:schemeClr val="dk1"/>
                </a:solidFill>
                <a:latin typeface="Red Hat Text Medium"/>
                <a:ea typeface="Red Hat Text Medium"/>
                <a:cs typeface="Red Hat Text Medium"/>
                <a:sym typeface="Red Hat Text Medium"/>
              </a:defRPr>
            </a:lvl6pPr>
            <a:lvl7pPr lvl="6" rtl="0" algn="ctr">
              <a:buNone/>
              <a:defRPr sz="800">
                <a:solidFill>
                  <a:schemeClr val="dk1"/>
                </a:solidFill>
                <a:latin typeface="Red Hat Text Medium"/>
                <a:ea typeface="Red Hat Text Medium"/>
                <a:cs typeface="Red Hat Text Medium"/>
                <a:sym typeface="Red Hat Text Medium"/>
              </a:defRPr>
            </a:lvl7pPr>
            <a:lvl8pPr lvl="7" rtl="0" algn="ctr">
              <a:buNone/>
              <a:defRPr sz="800">
                <a:solidFill>
                  <a:schemeClr val="dk1"/>
                </a:solidFill>
                <a:latin typeface="Red Hat Text Medium"/>
                <a:ea typeface="Red Hat Text Medium"/>
                <a:cs typeface="Red Hat Text Medium"/>
                <a:sym typeface="Red Hat Text Medium"/>
              </a:defRPr>
            </a:lvl8pPr>
            <a:lvl9pPr lvl="8" rtl="0" algn="ctr">
              <a:buNone/>
              <a:defRPr sz="800">
                <a:solidFill>
                  <a:schemeClr val="dk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32" name="Google Shape;632;p35"/>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633" name="Google Shape;633;p35"/>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634" name="Google Shape;634;p35"/>
          <p:cNvSpPr txBox="1"/>
          <p:nvPr>
            <p:ph idx="3" type="body"/>
          </p:nvPr>
        </p:nvSpPr>
        <p:spPr>
          <a:xfrm>
            <a:off x="900275" y="3109300"/>
            <a:ext cx="5043900" cy="3000000"/>
          </a:xfrm>
          <a:prstGeom prst="rect">
            <a:avLst/>
          </a:prstGeom>
        </p:spPr>
        <p:txBody>
          <a:bodyPr anchorCtr="0" anchor="t" bIns="91425" lIns="914400" spcFirstLastPara="1" rIns="91425" wrap="square" tIns="91425">
            <a:noAutofit/>
          </a:bodyPr>
          <a:lstStyle>
            <a:lvl1pPr indent="-342900" lvl="0" marL="457200" rtl="0">
              <a:lnSpc>
                <a:spcPct val="115000"/>
              </a:lnSpc>
              <a:spcBef>
                <a:spcPts val="0"/>
              </a:spcBef>
              <a:spcAft>
                <a:spcPts val="0"/>
              </a:spcAft>
              <a:buSzPts val="1800"/>
              <a:buChar char="▸"/>
              <a:defRPr/>
            </a:lvl1pPr>
            <a:lvl2pPr indent="-342900" lvl="1" marL="914400" rtl="0">
              <a:lnSpc>
                <a:spcPct val="115000"/>
              </a:lnSpc>
              <a:spcBef>
                <a:spcPts val="2000"/>
              </a:spcBef>
              <a:spcAft>
                <a:spcPts val="0"/>
              </a:spcAft>
              <a:buSzPts val="1800"/>
              <a:buChar char="･"/>
              <a:defRPr/>
            </a:lvl2pPr>
            <a:lvl3pPr indent="-342900" lvl="2" marL="1371600" rtl="0">
              <a:lnSpc>
                <a:spcPct val="115000"/>
              </a:lnSpc>
              <a:spcBef>
                <a:spcPts val="2000"/>
              </a:spcBef>
              <a:spcAft>
                <a:spcPts val="0"/>
              </a:spcAft>
              <a:buSzPts val="1800"/>
              <a:buChar char="･"/>
              <a:defRPr/>
            </a:lvl3pPr>
            <a:lvl4pPr indent="-342900" lvl="3" marL="1828800" rtl="0">
              <a:lnSpc>
                <a:spcPct val="115000"/>
              </a:lnSpc>
              <a:spcBef>
                <a:spcPts val="2000"/>
              </a:spcBef>
              <a:spcAft>
                <a:spcPts val="0"/>
              </a:spcAft>
              <a:buSzPts val="1800"/>
              <a:buChar char="･"/>
              <a:defRPr/>
            </a:lvl4pPr>
            <a:lvl5pPr indent="-342900" lvl="4" marL="2286000" rtl="0">
              <a:lnSpc>
                <a:spcPct val="115000"/>
              </a:lnSpc>
              <a:spcBef>
                <a:spcPts val="2000"/>
              </a:spcBef>
              <a:spcAft>
                <a:spcPts val="0"/>
              </a:spcAft>
              <a:buSzPts val="1800"/>
              <a:buChar char="･"/>
              <a:defRPr/>
            </a:lvl5pPr>
            <a:lvl6pPr indent="-342900" lvl="5" marL="2743200" rtl="0">
              <a:lnSpc>
                <a:spcPct val="115000"/>
              </a:lnSpc>
              <a:spcBef>
                <a:spcPts val="2000"/>
              </a:spcBef>
              <a:spcAft>
                <a:spcPts val="0"/>
              </a:spcAft>
              <a:buSzPts val="1800"/>
              <a:buChar char="･"/>
              <a:defRPr/>
            </a:lvl6pPr>
            <a:lvl7pPr indent="-342900" lvl="6" marL="3200400" rtl="0">
              <a:lnSpc>
                <a:spcPct val="115000"/>
              </a:lnSpc>
              <a:spcBef>
                <a:spcPts val="2000"/>
              </a:spcBef>
              <a:spcAft>
                <a:spcPts val="0"/>
              </a:spcAft>
              <a:buSzPts val="1800"/>
              <a:buChar char="･"/>
              <a:defRPr/>
            </a:lvl7pPr>
            <a:lvl8pPr indent="-342900" lvl="7" marL="3657600" rtl="0">
              <a:lnSpc>
                <a:spcPct val="115000"/>
              </a:lnSpc>
              <a:spcBef>
                <a:spcPts val="2000"/>
              </a:spcBef>
              <a:spcAft>
                <a:spcPts val="0"/>
              </a:spcAft>
              <a:buSzPts val="1800"/>
              <a:buChar char="･"/>
              <a:defRPr/>
            </a:lvl8pPr>
            <a:lvl9pPr indent="-342900" lvl="8" marL="4114800" rtl="0">
              <a:lnSpc>
                <a:spcPct val="115000"/>
              </a:lnSpc>
              <a:spcBef>
                <a:spcPts val="2000"/>
              </a:spcBef>
              <a:spcAft>
                <a:spcPts val="2000"/>
              </a:spcAft>
              <a:buSzPts val="1800"/>
              <a:buChar char="･"/>
              <a:defRPr/>
            </a:lvl9pPr>
          </a:lstStyle>
          <a:p/>
        </p:txBody>
      </p:sp>
      <p:sp>
        <p:nvSpPr>
          <p:cNvPr id="635" name="Google Shape;635;p35"/>
          <p:cNvSpPr txBox="1"/>
          <p:nvPr>
            <p:ph type="title"/>
          </p:nvPr>
        </p:nvSpPr>
        <p:spPr>
          <a:xfrm>
            <a:off x="900275" y="1190987"/>
            <a:ext cx="3885900" cy="1461300"/>
          </a:xfrm>
          <a:prstGeom prst="rect">
            <a:avLst/>
          </a:prstGeom>
        </p:spPr>
        <p:txBody>
          <a:bodyPr anchorCtr="0" anchor="b" bIns="0" lIns="0" spcFirstLastPara="1" rIns="0" wrap="square" tIns="0">
            <a:noAutofit/>
          </a:bodyPr>
          <a:lstStyle>
            <a:lvl1pPr lvl="0" rtl="0">
              <a:spcBef>
                <a:spcPts val="0"/>
              </a:spcBef>
              <a:spcAft>
                <a:spcPts val="0"/>
              </a:spcAft>
              <a:buClr>
                <a:schemeClr val="accent1"/>
              </a:buClr>
              <a:buSzPts val="4800"/>
              <a:buNone/>
              <a:defRPr sz="4800">
                <a:solidFill>
                  <a:schemeClr val="accent1"/>
                </a:solidFill>
              </a:defRPr>
            </a:lvl1pPr>
            <a:lvl2pPr lvl="1" rtl="0">
              <a:spcBef>
                <a:spcPts val="0"/>
              </a:spcBef>
              <a:spcAft>
                <a:spcPts val="0"/>
              </a:spcAft>
              <a:buClr>
                <a:schemeClr val="accent1"/>
              </a:buClr>
              <a:buSzPts val="4800"/>
              <a:buNone/>
              <a:defRPr sz="4800">
                <a:solidFill>
                  <a:schemeClr val="accent1"/>
                </a:solidFill>
              </a:defRPr>
            </a:lvl2pPr>
            <a:lvl3pPr lvl="2" rtl="0">
              <a:spcBef>
                <a:spcPts val="0"/>
              </a:spcBef>
              <a:spcAft>
                <a:spcPts val="0"/>
              </a:spcAft>
              <a:buClr>
                <a:schemeClr val="accent1"/>
              </a:buClr>
              <a:buSzPts val="4800"/>
              <a:buNone/>
              <a:defRPr sz="4800">
                <a:solidFill>
                  <a:schemeClr val="accent1"/>
                </a:solidFill>
              </a:defRPr>
            </a:lvl3pPr>
            <a:lvl4pPr lvl="3" rtl="0">
              <a:spcBef>
                <a:spcPts val="0"/>
              </a:spcBef>
              <a:spcAft>
                <a:spcPts val="0"/>
              </a:spcAft>
              <a:buClr>
                <a:schemeClr val="accent1"/>
              </a:buClr>
              <a:buSzPts val="4800"/>
              <a:buNone/>
              <a:defRPr sz="4800">
                <a:solidFill>
                  <a:schemeClr val="accent1"/>
                </a:solidFill>
              </a:defRPr>
            </a:lvl4pPr>
            <a:lvl5pPr lvl="4" rtl="0">
              <a:spcBef>
                <a:spcPts val="0"/>
              </a:spcBef>
              <a:spcAft>
                <a:spcPts val="0"/>
              </a:spcAft>
              <a:buClr>
                <a:schemeClr val="accent1"/>
              </a:buClr>
              <a:buSzPts val="4800"/>
              <a:buNone/>
              <a:defRPr sz="4800">
                <a:solidFill>
                  <a:schemeClr val="accent1"/>
                </a:solidFill>
              </a:defRPr>
            </a:lvl5pPr>
            <a:lvl6pPr lvl="5" rtl="0">
              <a:spcBef>
                <a:spcPts val="0"/>
              </a:spcBef>
              <a:spcAft>
                <a:spcPts val="0"/>
              </a:spcAft>
              <a:buClr>
                <a:schemeClr val="accent1"/>
              </a:buClr>
              <a:buSzPts val="4800"/>
              <a:buNone/>
              <a:defRPr sz="4800">
                <a:solidFill>
                  <a:schemeClr val="accent1"/>
                </a:solidFill>
              </a:defRPr>
            </a:lvl6pPr>
            <a:lvl7pPr lvl="6" rtl="0">
              <a:spcBef>
                <a:spcPts val="0"/>
              </a:spcBef>
              <a:spcAft>
                <a:spcPts val="0"/>
              </a:spcAft>
              <a:buClr>
                <a:schemeClr val="accent1"/>
              </a:buClr>
              <a:buSzPts val="4800"/>
              <a:buNone/>
              <a:defRPr sz="4800">
                <a:solidFill>
                  <a:schemeClr val="accent1"/>
                </a:solidFill>
              </a:defRPr>
            </a:lvl7pPr>
            <a:lvl8pPr lvl="7" rtl="0">
              <a:spcBef>
                <a:spcPts val="0"/>
              </a:spcBef>
              <a:spcAft>
                <a:spcPts val="0"/>
              </a:spcAft>
              <a:buClr>
                <a:schemeClr val="accent1"/>
              </a:buClr>
              <a:buSzPts val="4800"/>
              <a:buNone/>
              <a:defRPr sz="4800">
                <a:solidFill>
                  <a:schemeClr val="accent1"/>
                </a:solidFill>
              </a:defRPr>
            </a:lvl8pPr>
            <a:lvl9pPr lvl="8" rtl="0">
              <a:spcBef>
                <a:spcPts val="0"/>
              </a:spcBef>
              <a:spcAft>
                <a:spcPts val="0"/>
              </a:spcAft>
              <a:buClr>
                <a:schemeClr val="accent1"/>
              </a:buClr>
              <a:buSzPts val="4800"/>
              <a:buNone/>
              <a:defRPr sz="4800">
                <a:solidFill>
                  <a:schemeClr val="accent1"/>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1">
  <p:cSld name="CUSTOM_4_33">
    <p:spTree>
      <p:nvGrpSpPr>
        <p:cNvPr id="636" name="Shape 636"/>
        <p:cNvGrpSpPr/>
        <p:nvPr/>
      </p:nvGrpSpPr>
      <p:grpSpPr>
        <a:xfrm>
          <a:off x="0" y="0"/>
          <a:ext cx="0" cy="0"/>
          <a:chOff x="0" y="0"/>
          <a:chExt cx="0" cy="0"/>
        </a:xfrm>
      </p:grpSpPr>
      <p:sp>
        <p:nvSpPr>
          <p:cNvPr id="637" name="Google Shape;637;p36"/>
          <p:cNvSpPr txBox="1"/>
          <p:nvPr>
            <p:ph type="title"/>
          </p:nvPr>
        </p:nvSpPr>
        <p:spPr>
          <a:xfrm>
            <a:off x="1752600" y="946000"/>
            <a:ext cx="8686800" cy="9681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638" name="Google Shape;638;p36"/>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639" name="Google Shape;639;p3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1000"/>
              <a:buFont typeface="Red Hat Display Medium"/>
              <a:buNone/>
              <a:defRPr sz="1000">
                <a:solidFill>
                  <a:srgbClr val="EE0000"/>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640" name="Google Shape;640;p36"/>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641" name="Google Shape;641;p3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642" name="Google Shape;642;p36"/>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643" name="Google Shape;643;p36"/>
          <p:cNvSpPr txBox="1"/>
          <p:nvPr>
            <p:ph idx="2" type="subTitle"/>
          </p:nvPr>
        </p:nvSpPr>
        <p:spPr>
          <a:xfrm>
            <a:off x="885050" y="6169550"/>
            <a:ext cx="9183300" cy="5601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 title subtitle">
  <p:cSld name="CUSTOM_4_2_3">
    <p:spTree>
      <p:nvGrpSpPr>
        <p:cNvPr id="644" name="Shape 644"/>
        <p:cNvGrpSpPr/>
        <p:nvPr/>
      </p:nvGrpSpPr>
      <p:grpSpPr>
        <a:xfrm>
          <a:off x="0" y="0"/>
          <a:ext cx="0" cy="0"/>
          <a:chOff x="0" y="0"/>
          <a:chExt cx="0" cy="0"/>
        </a:xfrm>
      </p:grpSpPr>
      <p:sp>
        <p:nvSpPr>
          <p:cNvPr id="645" name="Google Shape;645;p37"/>
          <p:cNvSpPr txBox="1"/>
          <p:nvPr>
            <p:ph type="title"/>
          </p:nvPr>
        </p:nvSpPr>
        <p:spPr>
          <a:xfrm>
            <a:off x="1752600" y="946000"/>
            <a:ext cx="8686800" cy="4566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646" name="Google Shape;646;p37"/>
          <p:cNvSpPr txBox="1"/>
          <p:nvPr>
            <p:ph idx="1" type="subTitle"/>
          </p:nvPr>
        </p:nvSpPr>
        <p:spPr>
          <a:xfrm>
            <a:off x="1752600" y="1402600"/>
            <a:ext cx="8686800" cy="456600"/>
          </a:xfrm>
          <a:prstGeom prst="rect">
            <a:avLst/>
          </a:prstGeom>
        </p:spPr>
        <p:txBody>
          <a:bodyPr anchorCtr="0" anchor="t" bIns="0" lIns="0" spcFirstLastPara="1" rIns="0" wrap="square" tIns="0">
            <a:noAutofit/>
          </a:bodyPr>
          <a:lstStyle>
            <a:lvl1pPr lvl="0" rtl="0" algn="ctr">
              <a:lnSpc>
                <a:spcPct val="100000"/>
              </a:lnSpc>
              <a:spcBef>
                <a:spcPts val="0"/>
              </a:spcBef>
              <a:spcAft>
                <a:spcPts val="0"/>
              </a:spcAft>
              <a:buNone/>
              <a:defRPr sz="2000">
                <a:solidFill>
                  <a:schemeClr val="dk2"/>
                </a:solidFill>
              </a:defRPr>
            </a:lvl1pPr>
            <a:lvl2pPr lvl="1" rtl="0" algn="ctr">
              <a:lnSpc>
                <a:spcPct val="100000"/>
              </a:lnSpc>
              <a:spcBef>
                <a:spcPts val="0"/>
              </a:spcBef>
              <a:spcAft>
                <a:spcPts val="0"/>
              </a:spcAft>
              <a:buNone/>
              <a:defRPr/>
            </a:lvl2pPr>
            <a:lvl3pPr lvl="2" rtl="0" algn="ctr">
              <a:lnSpc>
                <a:spcPct val="100000"/>
              </a:lnSpc>
              <a:spcBef>
                <a:spcPts val="0"/>
              </a:spcBef>
              <a:spcAft>
                <a:spcPts val="0"/>
              </a:spcAft>
              <a:buNone/>
              <a:defRPr/>
            </a:lvl3pPr>
            <a:lvl4pPr lvl="3" rtl="0" algn="ctr">
              <a:lnSpc>
                <a:spcPct val="100000"/>
              </a:lnSpc>
              <a:spcBef>
                <a:spcPts val="0"/>
              </a:spcBef>
              <a:spcAft>
                <a:spcPts val="0"/>
              </a:spcAft>
              <a:buNone/>
              <a:defRPr/>
            </a:lvl4pPr>
            <a:lvl5pPr lvl="4" rtl="0" algn="ctr">
              <a:lnSpc>
                <a:spcPct val="100000"/>
              </a:lnSpc>
              <a:spcBef>
                <a:spcPts val="0"/>
              </a:spcBef>
              <a:spcAft>
                <a:spcPts val="0"/>
              </a:spcAft>
              <a:buNone/>
              <a:defRPr/>
            </a:lvl5pPr>
            <a:lvl6pPr lvl="5" rtl="0" algn="ctr">
              <a:lnSpc>
                <a:spcPct val="100000"/>
              </a:lnSpc>
              <a:spcBef>
                <a:spcPts val="0"/>
              </a:spcBef>
              <a:spcAft>
                <a:spcPts val="0"/>
              </a:spcAft>
              <a:buNone/>
              <a:defRPr/>
            </a:lvl6pPr>
            <a:lvl7pPr lvl="6" rtl="0" algn="ctr">
              <a:lnSpc>
                <a:spcPct val="100000"/>
              </a:lnSpc>
              <a:spcBef>
                <a:spcPts val="0"/>
              </a:spcBef>
              <a:spcAft>
                <a:spcPts val="0"/>
              </a:spcAft>
              <a:buNone/>
              <a:defRPr/>
            </a:lvl7pPr>
            <a:lvl8pPr lvl="7" rtl="0" algn="ctr">
              <a:lnSpc>
                <a:spcPct val="100000"/>
              </a:lnSpc>
              <a:spcBef>
                <a:spcPts val="0"/>
              </a:spcBef>
              <a:spcAft>
                <a:spcPts val="0"/>
              </a:spcAft>
              <a:buNone/>
              <a:defRPr/>
            </a:lvl8pPr>
            <a:lvl9pPr lvl="8" rtl="0" algn="ctr">
              <a:lnSpc>
                <a:spcPct val="100000"/>
              </a:lnSpc>
              <a:spcBef>
                <a:spcPts val="0"/>
              </a:spcBef>
              <a:spcAft>
                <a:spcPts val="0"/>
              </a:spcAft>
              <a:buNone/>
              <a:defRPr/>
            </a:lvl9pPr>
          </a:lstStyle>
          <a:p/>
        </p:txBody>
      </p:sp>
      <p:cxnSp>
        <p:nvCxnSpPr>
          <p:cNvPr id="647" name="Google Shape;647;p3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sp>
        <p:nvSpPr>
          <p:cNvPr id="648" name="Google Shape;648;p37"/>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2pPr>
            <a:lvl3pPr lvl="2"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3pPr>
            <a:lvl4pPr lvl="3"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4pPr>
            <a:lvl5pPr lvl="4"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5pPr>
            <a:lvl6pPr lvl="5"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6pPr>
            <a:lvl7pPr lvl="6"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7pPr>
            <a:lvl8pPr lvl="7"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8pPr>
            <a:lvl9pPr lvl="8"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9pPr>
          </a:lstStyle>
          <a:p/>
        </p:txBody>
      </p:sp>
      <p:cxnSp>
        <p:nvCxnSpPr>
          <p:cNvPr id="649" name="Google Shape;649;p3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50" name="Google Shape;650;p3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651" name="Google Shape;651;p37"/>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652" name="Google Shape;652;p37"/>
          <p:cNvSpPr txBox="1"/>
          <p:nvPr>
            <p:ph idx="3" type="subTitle"/>
          </p:nvPr>
        </p:nvSpPr>
        <p:spPr>
          <a:xfrm>
            <a:off x="885050" y="6169550"/>
            <a:ext cx="9183000" cy="559800"/>
          </a:xfrm>
          <a:prstGeom prst="rect">
            <a:avLst/>
          </a:prstGeom>
          <a:noFill/>
        </p:spPr>
        <p:txBody>
          <a:bodyPr anchorCtr="0" anchor="b" bIns="0" lIns="0" spcFirstLastPara="1" rIns="0" wrap="square" tIns="0">
            <a:noAutofit/>
          </a:bodyPr>
          <a:lstStyle>
            <a:lvl1pPr lvl="0" rtl="0">
              <a:lnSpc>
                <a:spcPct val="142000"/>
              </a:lnSpc>
              <a:spcBef>
                <a:spcPts val="0"/>
              </a:spcBef>
              <a:spcAft>
                <a:spcPts val="0"/>
              </a:spcAft>
              <a:buNone/>
              <a:defRPr sz="600">
                <a:solidFill>
                  <a:schemeClr val="dk2"/>
                </a:solidFill>
              </a:defRPr>
            </a:lvl1pPr>
            <a:lvl2pPr lvl="1" rtl="0">
              <a:lnSpc>
                <a:spcPct val="142000"/>
              </a:lnSpc>
              <a:spcBef>
                <a:spcPts val="0"/>
              </a:spcBef>
              <a:spcAft>
                <a:spcPts val="0"/>
              </a:spcAft>
              <a:buNone/>
              <a:defRPr sz="600">
                <a:solidFill>
                  <a:schemeClr val="dk2"/>
                </a:solidFill>
              </a:defRPr>
            </a:lvl2pPr>
            <a:lvl3pPr lvl="2" rtl="0">
              <a:lnSpc>
                <a:spcPct val="142000"/>
              </a:lnSpc>
              <a:spcBef>
                <a:spcPts val="0"/>
              </a:spcBef>
              <a:spcAft>
                <a:spcPts val="0"/>
              </a:spcAft>
              <a:buNone/>
              <a:defRPr sz="600">
                <a:solidFill>
                  <a:schemeClr val="dk2"/>
                </a:solidFill>
              </a:defRPr>
            </a:lvl3pPr>
            <a:lvl4pPr lvl="3" rtl="0">
              <a:lnSpc>
                <a:spcPct val="142000"/>
              </a:lnSpc>
              <a:spcBef>
                <a:spcPts val="0"/>
              </a:spcBef>
              <a:spcAft>
                <a:spcPts val="0"/>
              </a:spcAft>
              <a:buNone/>
              <a:defRPr sz="600">
                <a:solidFill>
                  <a:schemeClr val="dk2"/>
                </a:solidFill>
              </a:defRPr>
            </a:lvl4pPr>
            <a:lvl5pPr lvl="4" rtl="0">
              <a:lnSpc>
                <a:spcPct val="142000"/>
              </a:lnSpc>
              <a:spcBef>
                <a:spcPts val="0"/>
              </a:spcBef>
              <a:spcAft>
                <a:spcPts val="0"/>
              </a:spcAft>
              <a:buNone/>
              <a:defRPr sz="600">
                <a:solidFill>
                  <a:schemeClr val="dk2"/>
                </a:solidFill>
              </a:defRPr>
            </a:lvl5pPr>
            <a:lvl6pPr lvl="5" rtl="0">
              <a:lnSpc>
                <a:spcPct val="142000"/>
              </a:lnSpc>
              <a:spcBef>
                <a:spcPts val="0"/>
              </a:spcBef>
              <a:spcAft>
                <a:spcPts val="0"/>
              </a:spcAft>
              <a:buNone/>
              <a:defRPr sz="600">
                <a:solidFill>
                  <a:schemeClr val="dk2"/>
                </a:solidFill>
              </a:defRPr>
            </a:lvl6pPr>
            <a:lvl7pPr lvl="6" rtl="0">
              <a:lnSpc>
                <a:spcPct val="142000"/>
              </a:lnSpc>
              <a:spcBef>
                <a:spcPts val="0"/>
              </a:spcBef>
              <a:spcAft>
                <a:spcPts val="0"/>
              </a:spcAft>
              <a:buNone/>
              <a:defRPr sz="600">
                <a:solidFill>
                  <a:schemeClr val="dk2"/>
                </a:solidFill>
              </a:defRPr>
            </a:lvl7pPr>
            <a:lvl8pPr lvl="7" rtl="0">
              <a:lnSpc>
                <a:spcPct val="142000"/>
              </a:lnSpc>
              <a:spcBef>
                <a:spcPts val="0"/>
              </a:spcBef>
              <a:spcAft>
                <a:spcPts val="0"/>
              </a:spcAft>
              <a:buNone/>
              <a:defRPr sz="600">
                <a:solidFill>
                  <a:schemeClr val="dk2"/>
                </a:solidFill>
              </a:defRPr>
            </a:lvl8pPr>
            <a:lvl9pPr lvl="8" rtl="0">
              <a:lnSpc>
                <a:spcPct val="142000"/>
              </a:lnSpc>
              <a:spcBef>
                <a:spcPts val="0"/>
              </a:spcBef>
              <a:spcAft>
                <a:spcPts val="0"/>
              </a:spcAft>
              <a:buNone/>
              <a:defRPr sz="600">
                <a:solidFill>
                  <a:schemeClr val="dk2"/>
                </a:solidFill>
              </a:defRPr>
            </a:lvl9pPr>
          </a:lstStyle>
          <a:p/>
        </p:txBody>
      </p:sp>
    </p:spTree>
  </p:cSld>
  <p:clrMapOvr>
    <a:masterClrMapping/>
  </p:clrMapOvr>
  <p:extLst>
    <p:ext uri="{DCECCB84-F9BA-43D5-87BE-67443E8EF086}">
      <p15:sldGuideLst>
        <p15:guide id="1" orient="horz" pos="2592">
          <p15:clr>
            <a:srgbClr val="FF00FF"/>
          </p15:clr>
        </p15:guide>
        <p15:guide id="2" pos="3840">
          <p15:clr>
            <a:srgbClr val="FF00FF"/>
          </p15:clr>
        </p15:guide>
        <p15:guide id="3" orient="horz" pos="1206">
          <p15:clr>
            <a:srgbClr val="FF00FF"/>
          </p15:clr>
        </p15:guide>
        <p15:guide id="4" orient="horz" pos="3886">
          <p15:clr>
            <a:srgbClr val="FF00FF"/>
          </p15:clr>
        </p15:guide>
        <p15:guide id="5" pos="432">
          <p15:clr>
            <a:srgbClr val="FF00FF"/>
          </p15:clr>
        </p15:guide>
        <p15:guide id="6" pos="7247">
          <p15:clr>
            <a:srgbClr val="FF00FF"/>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ourney - Title3">
  <p:cSld name="CUSTOM_11_1_1">
    <p:bg>
      <p:bgPr>
        <a:blipFill>
          <a:blip r:embed="rId2">
            <a:alphaModFix/>
          </a:blip>
          <a:stretch>
            <a:fillRect/>
          </a:stretch>
        </a:blipFill>
      </p:bgPr>
    </p:bg>
    <p:spTree>
      <p:nvGrpSpPr>
        <p:cNvPr id="653" name="Shape 653"/>
        <p:cNvGrpSpPr/>
        <p:nvPr/>
      </p:nvGrpSpPr>
      <p:grpSpPr>
        <a:xfrm>
          <a:off x="0" y="0"/>
          <a:ext cx="0" cy="0"/>
          <a:chOff x="0" y="0"/>
          <a:chExt cx="0" cy="0"/>
        </a:xfrm>
      </p:grpSpPr>
      <p:sp>
        <p:nvSpPr>
          <p:cNvPr id="654" name="Google Shape;654;p38"/>
          <p:cNvSpPr txBox="1"/>
          <p:nvPr>
            <p:ph idx="1" type="subTitle"/>
          </p:nvPr>
        </p:nvSpPr>
        <p:spPr>
          <a:xfrm rot="5400000">
            <a:off x="-2127425" y="2139150"/>
            <a:ext cx="5150400" cy="872100"/>
          </a:xfrm>
          <a:prstGeom prst="rect">
            <a:avLst/>
          </a:prstGeom>
          <a:noFill/>
        </p:spPr>
        <p:txBody>
          <a:bodyPr anchorCtr="0" anchor="ctr" bIns="91425" lIns="457200" spcFirstLastPara="1" rIns="91425" wrap="square" tIns="91425">
            <a:noAutofit/>
          </a:bodyPr>
          <a:lstStyle>
            <a:lvl1pPr indent="0" lvl="0" marL="0" marR="0" rtl="0" algn="l">
              <a:lnSpc>
                <a:spcPct val="100000"/>
              </a:lnSpc>
              <a:spcBef>
                <a:spcPts val="0"/>
              </a:spcBef>
              <a:spcAft>
                <a:spcPts val="0"/>
              </a:spcAft>
              <a:buNone/>
              <a:defRPr sz="900">
                <a:solidFill>
                  <a:schemeClr val="lt1"/>
                </a:solidFill>
                <a:latin typeface="Overpass SemiBold"/>
                <a:ea typeface="Overpass SemiBold"/>
                <a:cs typeface="Overpass SemiBold"/>
                <a:sym typeface="Overpass SemiBold"/>
              </a:defRPr>
            </a:lvl1pPr>
            <a:lvl2pPr lvl="1" rtl="0">
              <a:spcBef>
                <a:spcPts val="0"/>
              </a:spcBef>
              <a:spcAft>
                <a:spcPts val="0"/>
              </a:spcAft>
              <a:buNone/>
              <a:defRPr sz="1200">
                <a:solidFill>
                  <a:schemeClr val="lt1"/>
                </a:solidFill>
              </a:defRPr>
            </a:lvl2pPr>
            <a:lvl3pPr lvl="2" rtl="0">
              <a:spcBef>
                <a:spcPts val="500"/>
              </a:spcBef>
              <a:spcAft>
                <a:spcPts val="0"/>
              </a:spcAft>
              <a:buNone/>
              <a:defRPr sz="1200">
                <a:solidFill>
                  <a:schemeClr val="lt1"/>
                </a:solidFill>
              </a:defRPr>
            </a:lvl3pPr>
            <a:lvl4pPr lvl="3" rtl="0">
              <a:spcBef>
                <a:spcPts val="500"/>
              </a:spcBef>
              <a:spcAft>
                <a:spcPts val="0"/>
              </a:spcAft>
              <a:buNone/>
              <a:defRPr sz="1200">
                <a:solidFill>
                  <a:schemeClr val="lt1"/>
                </a:solidFill>
              </a:defRPr>
            </a:lvl4pPr>
            <a:lvl5pPr lvl="4" rtl="0">
              <a:spcBef>
                <a:spcPts val="500"/>
              </a:spcBef>
              <a:spcAft>
                <a:spcPts val="0"/>
              </a:spcAft>
              <a:buNone/>
              <a:defRPr sz="1200">
                <a:solidFill>
                  <a:schemeClr val="lt1"/>
                </a:solidFill>
              </a:defRPr>
            </a:lvl5pPr>
            <a:lvl6pPr lvl="5" rtl="0">
              <a:spcBef>
                <a:spcPts val="500"/>
              </a:spcBef>
              <a:spcAft>
                <a:spcPts val="0"/>
              </a:spcAft>
              <a:buNone/>
              <a:defRPr sz="1200">
                <a:solidFill>
                  <a:schemeClr val="lt1"/>
                </a:solidFill>
              </a:defRPr>
            </a:lvl6pPr>
            <a:lvl7pPr lvl="6" rtl="0">
              <a:spcBef>
                <a:spcPts val="500"/>
              </a:spcBef>
              <a:spcAft>
                <a:spcPts val="0"/>
              </a:spcAft>
              <a:buNone/>
              <a:defRPr sz="1200">
                <a:solidFill>
                  <a:schemeClr val="lt1"/>
                </a:solidFill>
              </a:defRPr>
            </a:lvl7pPr>
            <a:lvl8pPr lvl="7" rtl="0">
              <a:spcBef>
                <a:spcPts val="500"/>
              </a:spcBef>
              <a:spcAft>
                <a:spcPts val="0"/>
              </a:spcAft>
              <a:buNone/>
              <a:defRPr sz="1200">
                <a:solidFill>
                  <a:schemeClr val="lt1"/>
                </a:solidFill>
              </a:defRPr>
            </a:lvl8pPr>
            <a:lvl9pPr lvl="8" rtl="0">
              <a:spcBef>
                <a:spcPts val="500"/>
              </a:spcBef>
              <a:spcAft>
                <a:spcPts val="500"/>
              </a:spcAft>
              <a:buNone/>
              <a:defRPr sz="1200">
                <a:solidFill>
                  <a:schemeClr val="lt1"/>
                </a:solidFill>
              </a:defRPr>
            </a:lvl9pPr>
          </a:lstStyle>
          <a:p/>
        </p:txBody>
      </p:sp>
      <p:sp>
        <p:nvSpPr>
          <p:cNvPr id="655" name="Google Shape;655;p38"/>
          <p:cNvSpPr txBox="1"/>
          <p:nvPr>
            <p:ph idx="2" type="subTitle"/>
          </p:nvPr>
        </p:nvSpPr>
        <p:spPr>
          <a:xfrm>
            <a:off x="5660525" y="3971650"/>
            <a:ext cx="4446300" cy="914400"/>
          </a:xfrm>
          <a:prstGeom prst="rect">
            <a:avLst/>
          </a:prstGeom>
        </p:spPr>
        <p:txBody>
          <a:bodyPr anchorCtr="0" anchor="t" bIns="0" lIns="0" spcFirstLastPara="1" rIns="0" wrap="square" tIns="0">
            <a:noAutofit/>
          </a:bodyPr>
          <a:lstStyle>
            <a:lvl1pPr lvl="0" rtl="0">
              <a:spcBef>
                <a:spcPts val="0"/>
              </a:spcBef>
              <a:spcAft>
                <a:spcPts val="0"/>
              </a:spcAft>
              <a:buNone/>
              <a:defRPr sz="1800"/>
            </a:lvl1pPr>
            <a:lvl2pPr lvl="1" rtl="0">
              <a:spcBef>
                <a:spcPts val="500"/>
              </a:spcBef>
              <a:spcAft>
                <a:spcPts val="0"/>
              </a:spcAft>
              <a:buNone/>
              <a:defRPr sz="1800"/>
            </a:lvl2pPr>
            <a:lvl3pPr lvl="2" rtl="0">
              <a:spcBef>
                <a:spcPts val="500"/>
              </a:spcBef>
              <a:spcAft>
                <a:spcPts val="0"/>
              </a:spcAft>
              <a:buNone/>
              <a:defRPr sz="1800"/>
            </a:lvl3pPr>
            <a:lvl4pPr lvl="3" rtl="0">
              <a:spcBef>
                <a:spcPts val="500"/>
              </a:spcBef>
              <a:spcAft>
                <a:spcPts val="0"/>
              </a:spcAft>
              <a:buNone/>
              <a:defRPr sz="1800"/>
            </a:lvl4pPr>
            <a:lvl5pPr lvl="4" rtl="0">
              <a:spcBef>
                <a:spcPts val="500"/>
              </a:spcBef>
              <a:spcAft>
                <a:spcPts val="0"/>
              </a:spcAft>
              <a:buNone/>
              <a:defRPr sz="1800"/>
            </a:lvl5pPr>
            <a:lvl6pPr lvl="5" rtl="0">
              <a:spcBef>
                <a:spcPts val="500"/>
              </a:spcBef>
              <a:spcAft>
                <a:spcPts val="0"/>
              </a:spcAft>
              <a:buNone/>
              <a:defRPr sz="1800"/>
            </a:lvl6pPr>
            <a:lvl7pPr lvl="6" rtl="0">
              <a:spcBef>
                <a:spcPts val="500"/>
              </a:spcBef>
              <a:spcAft>
                <a:spcPts val="0"/>
              </a:spcAft>
              <a:buNone/>
              <a:defRPr sz="1800"/>
            </a:lvl7pPr>
            <a:lvl8pPr lvl="7" rtl="0">
              <a:spcBef>
                <a:spcPts val="500"/>
              </a:spcBef>
              <a:spcAft>
                <a:spcPts val="0"/>
              </a:spcAft>
              <a:buNone/>
              <a:defRPr sz="1800"/>
            </a:lvl8pPr>
            <a:lvl9pPr lvl="8" rtl="0">
              <a:spcBef>
                <a:spcPts val="500"/>
              </a:spcBef>
              <a:spcAft>
                <a:spcPts val="500"/>
              </a:spcAft>
              <a:buNone/>
              <a:defRPr sz="1800"/>
            </a:lvl9pPr>
          </a:lstStyle>
          <a:p/>
        </p:txBody>
      </p:sp>
      <p:sp>
        <p:nvSpPr>
          <p:cNvPr id="656" name="Google Shape;656;p38"/>
          <p:cNvSpPr txBox="1"/>
          <p:nvPr>
            <p:ph idx="3" type="subTitle"/>
          </p:nvPr>
        </p:nvSpPr>
        <p:spPr>
          <a:xfrm>
            <a:off x="5660525" y="5318275"/>
            <a:ext cx="2040300" cy="605700"/>
          </a:xfrm>
          <a:prstGeom prst="rect">
            <a:avLst/>
          </a:prstGeom>
        </p:spPr>
        <p:txBody>
          <a:bodyPr anchorCtr="0" anchor="t" bIns="0" lIns="0" spcFirstLastPara="1" rIns="0" wrap="square" tIns="0">
            <a:noAutofit/>
          </a:bodyPr>
          <a:lstStyle>
            <a:lvl1pPr lvl="0" rtl="0">
              <a:spcBef>
                <a:spcPts val="0"/>
              </a:spcBef>
              <a:spcAft>
                <a:spcPts val="0"/>
              </a:spcAft>
              <a:buNone/>
              <a:defRPr sz="1200"/>
            </a:lvl1pPr>
            <a:lvl2pPr lvl="1" rtl="0">
              <a:spcBef>
                <a:spcPts val="500"/>
              </a:spcBef>
              <a:spcAft>
                <a:spcPts val="0"/>
              </a:spcAft>
              <a:buNone/>
              <a:defRPr sz="1200"/>
            </a:lvl2pPr>
            <a:lvl3pPr lvl="2" rtl="0">
              <a:spcBef>
                <a:spcPts val="500"/>
              </a:spcBef>
              <a:spcAft>
                <a:spcPts val="0"/>
              </a:spcAft>
              <a:buNone/>
              <a:defRPr sz="1200"/>
            </a:lvl3pPr>
            <a:lvl4pPr lvl="3" rtl="0">
              <a:spcBef>
                <a:spcPts val="500"/>
              </a:spcBef>
              <a:spcAft>
                <a:spcPts val="0"/>
              </a:spcAft>
              <a:buNone/>
              <a:defRPr sz="1200"/>
            </a:lvl4pPr>
            <a:lvl5pPr lvl="4" rtl="0">
              <a:spcBef>
                <a:spcPts val="500"/>
              </a:spcBef>
              <a:spcAft>
                <a:spcPts val="0"/>
              </a:spcAft>
              <a:buNone/>
              <a:defRPr sz="1200"/>
            </a:lvl5pPr>
            <a:lvl6pPr lvl="5" rtl="0">
              <a:spcBef>
                <a:spcPts val="500"/>
              </a:spcBef>
              <a:spcAft>
                <a:spcPts val="0"/>
              </a:spcAft>
              <a:buNone/>
              <a:defRPr sz="1200"/>
            </a:lvl6pPr>
            <a:lvl7pPr lvl="6" rtl="0">
              <a:spcBef>
                <a:spcPts val="500"/>
              </a:spcBef>
              <a:spcAft>
                <a:spcPts val="0"/>
              </a:spcAft>
              <a:buNone/>
              <a:defRPr sz="1200"/>
            </a:lvl7pPr>
            <a:lvl8pPr lvl="7" rtl="0">
              <a:spcBef>
                <a:spcPts val="500"/>
              </a:spcBef>
              <a:spcAft>
                <a:spcPts val="0"/>
              </a:spcAft>
              <a:buNone/>
              <a:defRPr sz="1200"/>
            </a:lvl8pPr>
            <a:lvl9pPr lvl="8" rtl="0">
              <a:spcBef>
                <a:spcPts val="500"/>
              </a:spcBef>
              <a:spcAft>
                <a:spcPts val="500"/>
              </a:spcAft>
              <a:buNone/>
              <a:defRPr sz="1200"/>
            </a:lvl9pPr>
          </a:lstStyle>
          <a:p/>
        </p:txBody>
      </p:sp>
      <p:sp>
        <p:nvSpPr>
          <p:cNvPr id="657" name="Google Shape;657;p38"/>
          <p:cNvSpPr txBox="1"/>
          <p:nvPr>
            <p:ph type="title"/>
          </p:nvPr>
        </p:nvSpPr>
        <p:spPr>
          <a:xfrm>
            <a:off x="5660525" y="1708950"/>
            <a:ext cx="5736300" cy="2117400"/>
          </a:xfrm>
          <a:prstGeom prst="rect">
            <a:avLst/>
          </a:prstGeom>
        </p:spPr>
        <p:txBody>
          <a:bodyPr anchorCtr="0" anchor="b" bIns="0" lIns="0" spcFirstLastPara="1" rIns="0" wrap="square" tIns="0">
            <a:noAutofit/>
          </a:bodyPr>
          <a:lstStyle>
            <a:lvl1pPr indent="0" lvl="0" marL="0" marR="0" rtl="0" algn="l">
              <a:lnSpc>
                <a:spcPct val="100000"/>
              </a:lnSpc>
              <a:spcBef>
                <a:spcPts val="0"/>
              </a:spcBef>
              <a:spcAft>
                <a:spcPts val="0"/>
              </a:spcAft>
              <a:buNone/>
              <a:defRPr b="1" sz="4800">
                <a:solidFill>
                  <a:schemeClr val="dk2"/>
                </a:solidFill>
                <a:latin typeface="Overpass"/>
                <a:ea typeface="Overpass"/>
                <a:cs typeface="Overpass"/>
                <a:sym typeface="Overpass"/>
              </a:defRPr>
            </a:lvl1pPr>
            <a:lvl2pPr lvl="1" rtl="0">
              <a:spcBef>
                <a:spcPts val="0"/>
              </a:spcBef>
              <a:spcAft>
                <a:spcPts val="0"/>
              </a:spcAft>
              <a:buNone/>
              <a:defRPr sz="4800">
                <a:solidFill>
                  <a:schemeClr val="dk2"/>
                </a:solidFill>
              </a:defRPr>
            </a:lvl2pPr>
            <a:lvl3pPr lvl="2" rtl="0">
              <a:spcBef>
                <a:spcPts val="0"/>
              </a:spcBef>
              <a:spcAft>
                <a:spcPts val="0"/>
              </a:spcAft>
              <a:buNone/>
              <a:defRPr sz="4800">
                <a:solidFill>
                  <a:schemeClr val="dk2"/>
                </a:solidFill>
              </a:defRPr>
            </a:lvl3pPr>
            <a:lvl4pPr lvl="3" rtl="0">
              <a:spcBef>
                <a:spcPts val="0"/>
              </a:spcBef>
              <a:spcAft>
                <a:spcPts val="0"/>
              </a:spcAft>
              <a:buNone/>
              <a:defRPr sz="4800">
                <a:solidFill>
                  <a:schemeClr val="dk2"/>
                </a:solidFill>
              </a:defRPr>
            </a:lvl4pPr>
            <a:lvl5pPr lvl="4" rtl="0">
              <a:spcBef>
                <a:spcPts val="0"/>
              </a:spcBef>
              <a:spcAft>
                <a:spcPts val="0"/>
              </a:spcAft>
              <a:buNone/>
              <a:defRPr sz="4800">
                <a:solidFill>
                  <a:schemeClr val="dk2"/>
                </a:solidFill>
              </a:defRPr>
            </a:lvl5pPr>
            <a:lvl6pPr lvl="5" rtl="0">
              <a:spcBef>
                <a:spcPts val="0"/>
              </a:spcBef>
              <a:spcAft>
                <a:spcPts val="0"/>
              </a:spcAft>
              <a:buNone/>
              <a:defRPr sz="4800">
                <a:solidFill>
                  <a:schemeClr val="dk2"/>
                </a:solidFill>
              </a:defRPr>
            </a:lvl6pPr>
            <a:lvl7pPr lvl="6" rtl="0">
              <a:spcBef>
                <a:spcPts val="0"/>
              </a:spcBef>
              <a:spcAft>
                <a:spcPts val="0"/>
              </a:spcAft>
              <a:buNone/>
              <a:defRPr sz="4800">
                <a:solidFill>
                  <a:schemeClr val="dk2"/>
                </a:solidFill>
              </a:defRPr>
            </a:lvl7pPr>
            <a:lvl8pPr lvl="7" rtl="0">
              <a:spcBef>
                <a:spcPts val="0"/>
              </a:spcBef>
              <a:spcAft>
                <a:spcPts val="0"/>
              </a:spcAft>
              <a:buNone/>
              <a:defRPr sz="4800">
                <a:solidFill>
                  <a:schemeClr val="dk2"/>
                </a:solidFill>
              </a:defRPr>
            </a:lvl8pPr>
            <a:lvl9pPr lvl="8" rtl="0">
              <a:spcBef>
                <a:spcPts val="0"/>
              </a:spcBef>
              <a:spcAft>
                <a:spcPts val="0"/>
              </a:spcAft>
              <a:buNone/>
              <a:defRPr sz="4800">
                <a:solidFill>
                  <a:schemeClr val="dk2"/>
                </a:solidFill>
              </a:defRPr>
            </a:lvl9pPr>
          </a:lstStyle>
          <a:p/>
        </p:txBody>
      </p:sp>
      <p:pic>
        <p:nvPicPr>
          <p:cNvPr id="658" name="Google Shape;658;p38"/>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659" name="Google Shape;659;p38"/>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660" name="Google Shape;660;p38"/>
          <p:cNvSpPr txBox="1"/>
          <p:nvPr/>
        </p:nvSpPr>
        <p:spPr>
          <a:xfrm>
            <a:off x="81975" y="6169556"/>
            <a:ext cx="731700" cy="1437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sz="800">
                <a:solidFill>
                  <a:schemeClr val="lt1"/>
                </a:solidFill>
                <a:latin typeface="Overpass SemiBold"/>
                <a:ea typeface="Overpass SemiBold"/>
                <a:cs typeface="Overpass SemiBold"/>
                <a:sym typeface="Overpass SemiBold"/>
              </a:rPr>
              <a:t>‹#›</a:t>
            </a:fld>
            <a:endParaRPr sz="800">
              <a:solidFill>
                <a:schemeClr val="lt1"/>
              </a:solidFill>
              <a:latin typeface="Overpass SemiBold"/>
              <a:ea typeface="Overpass SemiBold"/>
              <a:cs typeface="Overpass SemiBold"/>
              <a:sym typeface="Overpass SemiBo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1">
  <p:cSld name="CUSTOM_4_25">
    <p:spTree>
      <p:nvGrpSpPr>
        <p:cNvPr id="661" name="Shape 661"/>
        <p:cNvGrpSpPr/>
        <p:nvPr/>
      </p:nvGrpSpPr>
      <p:grpSpPr>
        <a:xfrm>
          <a:off x="0" y="0"/>
          <a:ext cx="0" cy="0"/>
          <a:chOff x="0" y="0"/>
          <a:chExt cx="0" cy="0"/>
        </a:xfrm>
      </p:grpSpPr>
      <p:sp>
        <p:nvSpPr>
          <p:cNvPr id="662" name="Google Shape;662;p3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663" name="Google Shape;663;p39"/>
          <p:cNvSpPr txBox="1"/>
          <p:nvPr>
            <p:ph type="title"/>
          </p:nvPr>
        </p:nvSpPr>
        <p:spPr>
          <a:xfrm>
            <a:off x="885050" y="566950"/>
            <a:ext cx="10422000" cy="4008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664" name="Google Shape;664;p3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65" name="Google Shape;665;p39"/>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66" name="Google Shape;666;p3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67" name="Google Shape;667;p39"/>
          <p:cNvPicPr preferRelativeResize="0"/>
          <p:nvPr/>
        </p:nvPicPr>
        <p:blipFill rotWithShape="1">
          <a:blip r:embed="rId2">
            <a:alphaModFix/>
          </a:blip>
          <a:srcRect b="317" l="0" r="0" t="327"/>
          <a:stretch/>
        </p:blipFill>
        <p:spPr>
          <a:xfrm>
            <a:off x="10711279" y="6313250"/>
            <a:ext cx="975606" cy="228064"/>
          </a:xfrm>
          <a:prstGeom prst="rect">
            <a:avLst/>
          </a:prstGeom>
          <a:noFill/>
          <a:ln>
            <a:noFill/>
          </a:ln>
        </p:spPr>
      </p:pic>
      <p:sp>
        <p:nvSpPr>
          <p:cNvPr id="668" name="Google Shape;668;p39"/>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669" name="Google Shape;669;p39"/>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9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 title only">
  <p:cSld name="CUSTOM_4_34">
    <p:spTree>
      <p:nvGrpSpPr>
        <p:cNvPr id="670" name="Shape 670"/>
        <p:cNvGrpSpPr/>
        <p:nvPr/>
      </p:nvGrpSpPr>
      <p:grpSpPr>
        <a:xfrm>
          <a:off x="0" y="0"/>
          <a:ext cx="0" cy="0"/>
          <a:chOff x="0" y="0"/>
          <a:chExt cx="0" cy="0"/>
        </a:xfrm>
      </p:grpSpPr>
      <p:sp>
        <p:nvSpPr>
          <p:cNvPr id="671" name="Google Shape;671;p40"/>
          <p:cNvSpPr txBox="1"/>
          <p:nvPr>
            <p:ph type="title"/>
          </p:nvPr>
        </p:nvSpPr>
        <p:spPr>
          <a:xfrm>
            <a:off x="1752600" y="946000"/>
            <a:ext cx="8686800" cy="9678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672" name="Google Shape;672;p4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sp>
        <p:nvSpPr>
          <p:cNvPr id="673" name="Google Shape;673;p4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2pPr>
            <a:lvl3pPr lvl="2"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3pPr>
            <a:lvl4pPr lvl="3"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4pPr>
            <a:lvl5pPr lvl="4"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5pPr>
            <a:lvl6pPr lvl="5"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6pPr>
            <a:lvl7pPr lvl="6"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7pPr>
            <a:lvl8pPr lvl="7"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8pPr>
            <a:lvl9pPr lvl="8"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9pPr>
          </a:lstStyle>
          <a:p/>
        </p:txBody>
      </p:sp>
      <p:cxnSp>
        <p:nvCxnSpPr>
          <p:cNvPr id="674" name="Google Shape;674;p40"/>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75" name="Google Shape;675;p4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676" name="Google Shape;676;p40"/>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677" name="Google Shape;677;p40"/>
          <p:cNvSpPr txBox="1"/>
          <p:nvPr>
            <p:ph idx="2" type="subTitle"/>
          </p:nvPr>
        </p:nvSpPr>
        <p:spPr>
          <a:xfrm>
            <a:off x="885050" y="6169550"/>
            <a:ext cx="9183000" cy="559800"/>
          </a:xfrm>
          <a:prstGeom prst="rect">
            <a:avLst/>
          </a:prstGeom>
          <a:noFill/>
        </p:spPr>
        <p:txBody>
          <a:bodyPr anchorCtr="0" anchor="b" bIns="0" lIns="0" spcFirstLastPara="1" rIns="0" wrap="square" tIns="0">
            <a:noAutofit/>
          </a:bodyPr>
          <a:lstStyle>
            <a:lvl1pPr lvl="0" rtl="0">
              <a:lnSpc>
                <a:spcPct val="142000"/>
              </a:lnSpc>
              <a:spcBef>
                <a:spcPts val="0"/>
              </a:spcBef>
              <a:spcAft>
                <a:spcPts val="0"/>
              </a:spcAft>
              <a:buNone/>
              <a:defRPr sz="600">
                <a:solidFill>
                  <a:schemeClr val="dk2"/>
                </a:solidFill>
              </a:defRPr>
            </a:lvl1pPr>
            <a:lvl2pPr lvl="1" rtl="0">
              <a:lnSpc>
                <a:spcPct val="142000"/>
              </a:lnSpc>
              <a:spcBef>
                <a:spcPts val="0"/>
              </a:spcBef>
              <a:spcAft>
                <a:spcPts val="0"/>
              </a:spcAft>
              <a:buNone/>
              <a:defRPr sz="600">
                <a:solidFill>
                  <a:schemeClr val="dk2"/>
                </a:solidFill>
              </a:defRPr>
            </a:lvl2pPr>
            <a:lvl3pPr lvl="2" rtl="0">
              <a:lnSpc>
                <a:spcPct val="142000"/>
              </a:lnSpc>
              <a:spcBef>
                <a:spcPts val="0"/>
              </a:spcBef>
              <a:spcAft>
                <a:spcPts val="0"/>
              </a:spcAft>
              <a:buNone/>
              <a:defRPr sz="600">
                <a:solidFill>
                  <a:schemeClr val="dk2"/>
                </a:solidFill>
              </a:defRPr>
            </a:lvl3pPr>
            <a:lvl4pPr lvl="3" rtl="0">
              <a:lnSpc>
                <a:spcPct val="142000"/>
              </a:lnSpc>
              <a:spcBef>
                <a:spcPts val="0"/>
              </a:spcBef>
              <a:spcAft>
                <a:spcPts val="0"/>
              </a:spcAft>
              <a:buNone/>
              <a:defRPr sz="600">
                <a:solidFill>
                  <a:schemeClr val="dk2"/>
                </a:solidFill>
              </a:defRPr>
            </a:lvl4pPr>
            <a:lvl5pPr lvl="4" rtl="0">
              <a:lnSpc>
                <a:spcPct val="142000"/>
              </a:lnSpc>
              <a:spcBef>
                <a:spcPts val="0"/>
              </a:spcBef>
              <a:spcAft>
                <a:spcPts val="0"/>
              </a:spcAft>
              <a:buNone/>
              <a:defRPr sz="600">
                <a:solidFill>
                  <a:schemeClr val="dk2"/>
                </a:solidFill>
              </a:defRPr>
            </a:lvl5pPr>
            <a:lvl6pPr lvl="5" rtl="0">
              <a:lnSpc>
                <a:spcPct val="142000"/>
              </a:lnSpc>
              <a:spcBef>
                <a:spcPts val="0"/>
              </a:spcBef>
              <a:spcAft>
                <a:spcPts val="0"/>
              </a:spcAft>
              <a:buNone/>
              <a:defRPr sz="600">
                <a:solidFill>
                  <a:schemeClr val="dk2"/>
                </a:solidFill>
              </a:defRPr>
            </a:lvl6pPr>
            <a:lvl7pPr lvl="6" rtl="0">
              <a:lnSpc>
                <a:spcPct val="142000"/>
              </a:lnSpc>
              <a:spcBef>
                <a:spcPts val="0"/>
              </a:spcBef>
              <a:spcAft>
                <a:spcPts val="0"/>
              </a:spcAft>
              <a:buNone/>
              <a:defRPr sz="600">
                <a:solidFill>
                  <a:schemeClr val="dk2"/>
                </a:solidFill>
              </a:defRPr>
            </a:lvl7pPr>
            <a:lvl8pPr lvl="7" rtl="0">
              <a:lnSpc>
                <a:spcPct val="142000"/>
              </a:lnSpc>
              <a:spcBef>
                <a:spcPts val="0"/>
              </a:spcBef>
              <a:spcAft>
                <a:spcPts val="0"/>
              </a:spcAft>
              <a:buNone/>
              <a:defRPr sz="600">
                <a:solidFill>
                  <a:schemeClr val="dk2"/>
                </a:solidFill>
              </a:defRPr>
            </a:lvl8pPr>
            <a:lvl9pPr lvl="8" rtl="0">
              <a:lnSpc>
                <a:spcPct val="142000"/>
              </a:lnSpc>
              <a:spcBef>
                <a:spcPts val="0"/>
              </a:spcBef>
              <a:spcAft>
                <a:spcPts val="0"/>
              </a:spcAft>
              <a:buNone/>
              <a:defRPr sz="600">
                <a:solidFill>
                  <a:schemeClr val="dk2"/>
                </a:solidFill>
              </a:defRPr>
            </a:lvl9pPr>
          </a:lstStyle>
          <a:p/>
        </p:txBody>
      </p:sp>
    </p:spTree>
  </p:cSld>
  <p:clrMapOvr>
    <a:masterClrMapping/>
  </p:clrMapOvr>
  <p:extLst>
    <p:ext uri="{DCECCB84-F9BA-43D5-87BE-67443E8EF086}">
      <p15:sldGuideLst>
        <p15:guide id="1" orient="horz" pos="2592">
          <p15:clr>
            <a:srgbClr val="FF00FF"/>
          </p15:clr>
        </p15:guide>
        <p15:guide id="2" pos="3840">
          <p15:clr>
            <a:srgbClr val="FF00FF"/>
          </p15:clr>
        </p15:guide>
        <p15:guide id="3" orient="horz" pos="1206">
          <p15:clr>
            <a:srgbClr val="FF00FF"/>
          </p15:clr>
        </p15:guide>
        <p15:guide id="4" orient="horz" pos="3886">
          <p15:clr>
            <a:srgbClr val="FF00FF"/>
          </p15:clr>
        </p15:guide>
        <p15:guide id="5" pos="432">
          <p15:clr>
            <a:srgbClr val="FF00FF"/>
          </p15:clr>
        </p15:guide>
        <p15:guide id="6" pos="7247">
          <p15:clr>
            <a:srgbClr val="FF00FF"/>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ourney - Title4">
  <p:cSld name="CUSTOM_11_1_1_1">
    <p:bg>
      <p:bgPr>
        <a:blipFill>
          <a:blip r:embed="rId2">
            <a:alphaModFix/>
          </a:blip>
          <a:stretch>
            <a:fillRect/>
          </a:stretch>
        </a:blipFill>
      </p:bgPr>
    </p:bg>
    <p:spTree>
      <p:nvGrpSpPr>
        <p:cNvPr id="678" name="Shape 678"/>
        <p:cNvGrpSpPr/>
        <p:nvPr/>
      </p:nvGrpSpPr>
      <p:grpSpPr>
        <a:xfrm>
          <a:off x="0" y="0"/>
          <a:ext cx="0" cy="0"/>
          <a:chOff x="0" y="0"/>
          <a:chExt cx="0" cy="0"/>
        </a:xfrm>
      </p:grpSpPr>
      <p:sp>
        <p:nvSpPr>
          <p:cNvPr id="679" name="Google Shape;679;p41"/>
          <p:cNvSpPr txBox="1"/>
          <p:nvPr>
            <p:ph idx="1" type="subTitle"/>
          </p:nvPr>
        </p:nvSpPr>
        <p:spPr>
          <a:xfrm rot="5400000">
            <a:off x="-2127425" y="2139150"/>
            <a:ext cx="5150400" cy="872100"/>
          </a:xfrm>
          <a:prstGeom prst="rect">
            <a:avLst/>
          </a:prstGeom>
          <a:noFill/>
        </p:spPr>
        <p:txBody>
          <a:bodyPr anchorCtr="0" anchor="ctr" bIns="91425" lIns="457200" spcFirstLastPara="1" rIns="91425" wrap="square" tIns="91425">
            <a:noAutofit/>
          </a:bodyPr>
          <a:lstStyle>
            <a:lvl1pPr indent="0" lvl="0" marL="0" marR="0" rtl="0" algn="l">
              <a:lnSpc>
                <a:spcPct val="100000"/>
              </a:lnSpc>
              <a:spcBef>
                <a:spcPts val="0"/>
              </a:spcBef>
              <a:spcAft>
                <a:spcPts val="0"/>
              </a:spcAft>
              <a:buNone/>
              <a:defRPr sz="1000">
                <a:solidFill>
                  <a:schemeClr val="lt1"/>
                </a:solidFill>
                <a:latin typeface="Red Hat Display Medium"/>
                <a:ea typeface="Red Hat Display Medium"/>
                <a:cs typeface="Red Hat Display Medium"/>
                <a:sym typeface="Red Hat Display Medium"/>
              </a:defRPr>
            </a:lvl1pPr>
            <a:lvl2pPr lvl="1" rtl="0">
              <a:spcBef>
                <a:spcPts val="0"/>
              </a:spcBef>
              <a:spcAft>
                <a:spcPts val="0"/>
              </a:spcAft>
              <a:buNone/>
              <a:defRPr sz="1200">
                <a:solidFill>
                  <a:schemeClr val="lt1"/>
                </a:solidFill>
              </a:defRPr>
            </a:lvl2pPr>
            <a:lvl3pPr lvl="2" rtl="0">
              <a:spcBef>
                <a:spcPts val="500"/>
              </a:spcBef>
              <a:spcAft>
                <a:spcPts val="0"/>
              </a:spcAft>
              <a:buNone/>
              <a:defRPr sz="1200">
                <a:solidFill>
                  <a:schemeClr val="lt1"/>
                </a:solidFill>
              </a:defRPr>
            </a:lvl3pPr>
            <a:lvl4pPr lvl="3" rtl="0">
              <a:spcBef>
                <a:spcPts val="500"/>
              </a:spcBef>
              <a:spcAft>
                <a:spcPts val="0"/>
              </a:spcAft>
              <a:buNone/>
              <a:defRPr sz="1200">
                <a:solidFill>
                  <a:schemeClr val="lt1"/>
                </a:solidFill>
              </a:defRPr>
            </a:lvl4pPr>
            <a:lvl5pPr lvl="4" rtl="0">
              <a:spcBef>
                <a:spcPts val="500"/>
              </a:spcBef>
              <a:spcAft>
                <a:spcPts val="0"/>
              </a:spcAft>
              <a:buNone/>
              <a:defRPr sz="1200">
                <a:solidFill>
                  <a:schemeClr val="lt1"/>
                </a:solidFill>
              </a:defRPr>
            </a:lvl5pPr>
            <a:lvl6pPr lvl="5" rtl="0">
              <a:spcBef>
                <a:spcPts val="500"/>
              </a:spcBef>
              <a:spcAft>
                <a:spcPts val="0"/>
              </a:spcAft>
              <a:buNone/>
              <a:defRPr sz="1200">
                <a:solidFill>
                  <a:schemeClr val="lt1"/>
                </a:solidFill>
              </a:defRPr>
            </a:lvl6pPr>
            <a:lvl7pPr lvl="6" rtl="0">
              <a:spcBef>
                <a:spcPts val="500"/>
              </a:spcBef>
              <a:spcAft>
                <a:spcPts val="0"/>
              </a:spcAft>
              <a:buNone/>
              <a:defRPr sz="1200">
                <a:solidFill>
                  <a:schemeClr val="lt1"/>
                </a:solidFill>
              </a:defRPr>
            </a:lvl7pPr>
            <a:lvl8pPr lvl="7" rtl="0">
              <a:spcBef>
                <a:spcPts val="500"/>
              </a:spcBef>
              <a:spcAft>
                <a:spcPts val="0"/>
              </a:spcAft>
              <a:buNone/>
              <a:defRPr sz="1200">
                <a:solidFill>
                  <a:schemeClr val="lt1"/>
                </a:solidFill>
              </a:defRPr>
            </a:lvl8pPr>
            <a:lvl9pPr lvl="8" rtl="0">
              <a:spcBef>
                <a:spcPts val="500"/>
              </a:spcBef>
              <a:spcAft>
                <a:spcPts val="500"/>
              </a:spcAft>
              <a:buNone/>
              <a:defRPr sz="1200">
                <a:solidFill>
                  <a:schemeClr val="lt1"/>
                </a:solidFill>
              </a:defRPr>
            </a:lvl9pPr>
          </a:lstStyle>
          <a:p/>
        </p:txBody>
      </p:sp>
      <p:sp>
        <p:nvSpPr>
          <p:cNvPr id="680" name="Google Shape;680;p41"/>
          <p:cNvSpPr txBox="1"/>
          <p:nvPr>
            <p:ph idx="2" type="subTitle"/>
          </p:nvPr>
        </p:nvSpPr>
        <p:spPr>
          <a:xfrm>
            <a:off x="5660525" y="3971650"/>
            <a:ext cx="4446300" cy="914400"/>
          </a:xfrm>
          <a:prstGeom prst="rect">
            <a:avLst/>
          </a:prstGeom>
        </p:spPr>
        <p:txBody>
          <a:bodyPr anchorCtr="0" anchor="t" bIns="0" lIns="0" spcFirstLastPara="1" rIns="0" wrap="square" tIns="0">
            <a:noAutofit/>
          </a:bodyPr>
          <a:lstStyle>
            <a:lvl1pPr lvl="0" rtl="0">
              <a:spcBef>
                <a:spcPts val="0"/>
              </a:spcBef>
              <a:spcAft>
                <a:spcPts val="0"/>
              </a:spcAft>
              <a:buNone/>
              <a:defRPr sz="1800"/>
            </a:lvl1pPr>
            <a:lvl2pPr lvl="1" rtl="0">
              <a:spcBef>
                <a:spcPts val="500"/>
              </a:spcBef>
              <a:spcAft>
                <a:spcPts val="0"/>
              </a:spcAft>
              <a:buNone/>
              <a:defRPr sz="1800"/>
            </a:lvl2pPr>
            <a:lvl3pPr lvl="2" rtl="0">
              <a:spcBef>
                <a:spcPts val="500"/>
              </a:spcBef>
              <a:spcAft>
                <a:spcPts val="0"/>
              </a:spcAft>
              <a:buNone/>
              <a:defRPr sz="1800"/>
            </a:lvl3pPr>
            <a:lvl4pPr lvl="3" rtl="0">
              <a:spcBef>
                <a:spcPts val="500"/>
              </a:spcBef>
              <a:spcAft>
                <a:spcPts val="0"/>
              </a:spcAft>
              <a:buNone/>
              <a:defRPr sz="1800"/>
            </a:lvl4pPr>
            <a:lvl5pPr lvl="4" rtl="0">
              <a:spcBef>
                <a:spcPts val="500"/>
              </a:spcBef>
              <a:spcAft>
                <a:spcPts val="0"/>
              </a:spcAft>
              <a:buNone/>
              <a:defRPr sz="1800"/>
            </a:lvl5pPr>
            <a:lvl6pPr lvl="5" rtl="0">
              <a:spcBef>
                <a:spcPts val="500"/>
              </a:spcBef>
              <a:spcAft>
                <a:spcPts val="0"/>
              </a:spcAft>
              <a:buNone/>
              <a:defRPr sz="1800"/>
            </a:lvl6pPr>
            <a:lvl7pPr lvl="6" rtl="0">
              <a:spcBef>
                <a:spcPts val="500"/>
              </a:spcBef>
              <a:spcAft>
                <a:spcPts val="0"/>
              </a:spcAft>
              <a:buNone/>
              <a:defRPr sz="1800"/>
            </a:lvl7pPr>
            <a:lvl8pPr lvl="7" rtl="0">
              <a:spcBef>
                <a:spcPts val="500"/>
              </a:spcBef>
              <a:spcAft>
                <a:spcPts val="0"/>
              </a:spcAft>
              <a:buNone/>
              <a:defRPr sz="1800"/>
            </a:lvl8pPr>
            <a:lvl9pPr lvl="8" rtl="0">
              <a:spcBef>
                <a:spcPts val="500"/>
              </a:spcBef>
              <a:spcAft>
                <a:spcPts val="500"/>
              </a:spcAft>
              <a:buNone/>
              <a:defRPr sz="1800"/>
            </a:lvl9pPr>
          </a:lstStyle>
          <a:p/>
        </p:txBody>
      </p:sp>
      <p:sp>
        <p:nvSpPr>
          <p:cNvPr id="681" name="Google Shape;681;p41"/>
          <p:cNvSpPr txBox="1"/>
          <p:nvPr>
            <p:ph idx="3" type="subTitle"/>
          </p:nvPr>
        </p:nvSpPr>
        <p:spPr>
          <a:xfrm>
            <a:off x="5660525" y="5318275"/>
            <a:ext cx="2040300" cy="605700"/>
          </a:xfrm>
          <a:prstGeom prst="rect">
            <a:avLst/>
          </a:prstGeom>
        </p:spPr>
        <p:txBody>
          <a:bodyPr anchorCtr="0" anchor="t" bIns="0" lIns="0" spcFirstLastPara="1" rIns="0" wrap="square" tIns="0">
            <a:noAutofit/>
          </a:bodyPr>
          <a:lstStyle>
            <a:lvl1pPr lvl="0" rtl="0">
              <a:spcBef>
                <a:spcPts val="0"/>
              </a:spcBef>
              <a:spcAft>
                <a:spcPts val="0"/>
              </a:spcAft>
              <a:buNone/>
              <a:defRPr sz="1200"/>
            </a:lvl1pPr>
            <a:lvl2pPr lvl="1" rtl="0">
              <a:spcBef>
                <a:spcPts val="500"/>
              </a:spcBef>
              <a:spcAft>
                <a:spcPts val="0"/>
              </a:spcAft>
              <a:buNone/>
              <a:defRPr sz="1200"/>
            </a:lvl2pPr>
            <a:lvl3pPr lvl="2" rtl="0">
              <a:spcBef>
                <a:spcPts val="500"/>
              </a:spcBef>
              <a:spcAft>
                <a:spcPts val="0"/>
              </a:spcAft>
              <a:buNone/>
              <a:defRPr sz="1200"/>
            </a:lvl3pPr>
            <a:lvl4pPr lvl="3" rtl="0">
              <a:spcBef>
                <a:spcPts val="500"/>
              </a:spcBef>
              <a:spcAft>
                <a:spcPts val="0"/>
              </a:spcAft>
              <a:buNone/>
              <a:defRPr sz="1200"/>
            </a:lvl4pPr>
            <a:lvl5pPr lvl="4" rtl="0">
              <a:spcBef>
                <a:spcPts val="500"/>
              </a:spcBef>
              <a:spcAft>
                <a:spcPts val="0"/>
              </a:spcAft>
              <a:buNone/>
              <a:defRPr sz="1200"/>
            </a:lvl5pPr>
            <a:lvl6pPr lvl="5" rtl="0">
              <a:spcBef>
                <a:spcPts val="500"/>
              </a:spcBef>
              <a:spcAft>
                <a:spcPts val="0"/>
              </a:spcAft>
              <a:buNone/>
              <a:defRPr sz="1200"/>
            </a:lvl6pPr>
            <a:lvl7pPr lvl="6" rtl="0">
              <a:spcBef>
                <a:spcPts val="500"/>
              </a:spcBef>
              <a:spcAft>
                <a:spcPts val="0"/>
              </a:spcAft>
              <a:buNone/>
              <a:defRPr sz="1200"/>
            </a:lvl7pPr>
            <a:lvl8pPr lvl="7" rtl="0">
              <a:spcBef>
                <a:spcPts val="500"/>
              </a:spcBef>
              <a:spcAft>
                <a:spcPts val="0"/>
              </a:spcAft>
              <a:buNone/>
              <a:defRPr sz="1200"/>
            </a:lvl8pPr>
            <a:lvl9pPr lvl="8" rtl="0">
              <a:spcBef>
                <a:spcPts val="500"/>
              </a:spcBef>
              <a:spcAft>
                <a:spcPts val="500"/>
              </a:spcAft>
              <a:buNone/>
              <a:defRPr sz="1200"/>
            </a:lvl9pPr>
          </a:lstStyle>
          <a:p/>
        </p:txBody>
      </p:sp>
      <p:sp>
        <p:nvSpPr>
          <p:cNvPr id="682" name="Google Shape;682;p41"/>
          <p:cNvSpPr txBox="1"/>
          <p:nvPr>
            <p:ph type="title"/>
          </p:nvPr>
        </p:nvSpPr>
        <p:spPr>
          <a:xfrm>
            <a:off x="5660525" y="1708950"/>
            <a:ext cx="5736300" cy="2117400"/>
          </a:xfrm>
          <a:prstGeom prst="rect">
            <a:avLst/>
          </a:prstGeom>
        </p:spPr>
        <p:txBody>
          <a:bodyPr anchorCtr="0" anchor="b" bIns="0" lIns="0" spcFirstLastPara="1" rIns="0" wrap="square" tIns="0">
            <a:noAutofit/>
          </a:bodyPr>
          <a:lstStyle>
            <a:lvl1pPr indent="0" lvl="0" marL="0" marR="0" rtl="0" algn="l">
              <a:lnSpc>
                <a:spcPct val="100000"/>
              </a:lnSpc>
              <a:spcBef>
                <a:spcPts val="0"/>
              </a:spcBef>
              <a:spcAft>
                <a:spcPts val="0"/>
              </a:spcAft>
              <a:buNone/>
              <a:defRPr b="1" sz="4800">
                <a:solidFill>
                  <a:schemeClr val="dk2"/>
                </a:solidFill>
                <a:latin typeface="Overpass"/>
                <a:ea typeface="Overpass"/>
                <a:cs typeface="Overpass"/>
                <a:sym typeface="Overpass"/>
              </a:defRPr>
            </a:lvl1pPr>
            <a:lvl2pPr lvl="1" rtl="0">
              <a:spcBef>
                <a:spcPts val="0"/>
              </a:spcBef>
              <a:spcAft>
                <a:spcPts val="0"/>
              </a:spcAft>
              <a:buNone/>
              <a:defRPr sz="4800">
                <a:solidFill>
                  <a:schemeClr val="dk2"/>
                </a:solidFill>
              </a:defRPr>
            </a:lvl2pPr>
            <a:lvl3pPr lvl="2" rtl="0">
              <a:spcBef>
                <a:spcPts val="0"/>
              </a:spcBef>
              <a:spcAft>
                <a:spcPts val="0"/>
              </a:spcAft>
              <a:buNone/>
              <a:defRPr sz="4800">
                <a:solidFill>
                  <a:schemeClr val="dk2"/>
                </a:solidFill>
              </a:defRPr>
            </a:lvl3pPr>
            <a:lvl4pPr lvl="3" rtl="0">
              <a:spcBef>
                <a:spcPts val="0"/>
              </a:spcBef>
              <a:spcAft>
                <a:spcPts val="0"/>
              </a:spcAft>
              <a:buNone/>
              <a:defRPr sz="4800">
                <a:solidFill>
                  <a:schemeClr val="dk2"/>
                </a:solidFill>
              </a:defRPr>
            </a:lvl4pPr>
            <a:lvl5pPr lvl="4" rtl="0">
              <a:spcBef>
                <a:spcPts val="0"/>
              </a:spcBef>
              <a:spcAft>
                <a:spcPts val="0"/>
              </a:spcAft>
              <a:buNone/>
              <a:defRPr sz="4800">
                <a:solidFill>
                  <a:schemeClr val="dk2"/>
                </a:solidFill>
              </a:defRPr>
            </a:lvl5pPr>
            <a:lvl6pPr lvl="5" rtl="0">
              <a:spcBef>
                <a:spcPts val="0"/>
              </a:spcBef>
              <a:spcAft>
                <a:spcPts val="0"/>
              </a:spcAft>
              <a:buNone/>
              <a:defRPr sz="4800">
                <a:solidFill>
                  <a:schemeClr val="dk2"/>
                </a:solidFill>
              </a:defRPr>
            </a:lvl6pPr>
            <a:lvl7pPr lvl="6" rtl="0">
              <a:spcBef>
                <a:spcPts val="0"/>
              </a:spcBef>
              <a:spcAft>
                <a:spcPts val="0"/>
              </a:spcAft>
              <a:buNone/>
              <a:defRPr sz="4800">
                <a:solidFill>
                  <a:schemeClr val="dk2"/>
                </a:solidFill>
              </a:defRPr>
            </a:lvl7pPr>
            <a:lvl8pPr lvl="7" rtl="0">
              <a:spcBef>
                <a:spcPts val="0"/>
              </a:spcBef>
              <a:spcAft>
                <a:spcPts val="0"/>
              </a:spcAft>
              <a:buNone/>
              <a:defRPr sz="4800">
                <a:solidFill>
                  <a:schemeClr val="dk2"/>
                </a:solidFill>
              </a:defRPr>
            </a:lvl8pPr>
            <a:lvl9pPr lvl="8" rtl="0">
              <a:spcBef>
                <a:spcPts val="0"/>
              </a:spcBef>
              <a:spcAft>
                <a:spcPts val="0"/>
              </a:spcAft>
              <a:buNone/>
              <a:defRPr sz="4800">
                <a:solidFill>
                  <a:schemeClr val="dk2"/>
                </a:solidFill>
              </a:defRPr>
            </a:lvl9pPr>
          </a:lstStyle>
          <a:p/>
        </p:txBody>
      </p:sp>
      <p:pic>
        <p:nvPicPr>
          <p:cNvPr id="683" name="Google Shape;683;p41"/>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684" name="Google Shape;684;p41"/>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685" name="Google Shape;685;p41"/>
          <p:cNvSpPr txBox="1"/>
          <p:nvPr/>
        </p:nvSpPr>
        <p:spPr>
          <a:xfrm>
            <a:off x="81975" y="6169556"/>
            <a:ext cx="731700" cy="1437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sz="800">
                <a:solidFill>
                  <a:schemeClr val="lt1"/>
                </a:solidFill>
                <a:latin typeface="Overpass SemiBold"/>
                <a:ea typeface="Overpass SemiBold"/>
                <a:cs typeface="Overpass SemiBold"/>
                <a:sym typeface="Overpass SemiBold"/>
              </a:rPr>
              <a:t>‹#›</a:t>
            </a:fld>
            <a:endParaRPr sz="800">
              <a:solidFill>
                <a:schemeClr val="lt1"/>
              </a:solidFill>
              <a:latin typeface="Overpass SemiBold"/>
              <a:ea typeface="Overpass SemiBold"/>
              <a:cs typeface="Overpass SemiBold"/>
              <a:sym typeface="Overpass SemiBo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3">
  <p:cSld name="CUSTOM_4_24">
    <p:spTree>
      <p:nvGrpSpPr>
        <p:cNvPr id="686" name="Shape 686"/>
        <p:cNvGrpSpPr/>
        <p:nvPr/>
      </p:nvGrpSpPr>
      <p:grpSpPr>
        <a:xfrm>
          <a:off x="0" y="0"/>
          <a:ext cx="0" cy="0"/>
          <a:chOff x="0" y="0"/>
          <a:chExt cx="0" cy="0"/>
        </a:xfrm>
      </p:grpSpPr>
      <p:sp>
        <p:nvSpPr>
          <p:cNvPr id="687" name="Google Shape;687;p42"/>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688" name="Google Shape;688;p42"/>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689" name="Google Shape;689;p4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1000"/>
              <a:buFont typeface="Red Hat Display Medium"/>
              <a:buNone/>
              <a:defRPr sz="1000">
                <a:solidFill>
                  <a:srgbClr val="EE0000"/>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690" name="Google Shape;690;p42"/>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691" name="Google Shape;691;p4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692" name="Google Shape;692;p42"/>
          <p:cNvPicPr preferRelativeResize="0"/>
          <p:nvPr/>
        </p:nvPicPr>
        <p:blipFill rotWithShape="1">
          <a:blip r:embed="rId2">
            <a:alphaModFix/>
          </a:blip>
          <a:srcRect b="317" l="0" r="0" t="327"/>
          <a:stretch/>
        </p:blipFill>
        <p:spPr>
          <a:xfrm>
            <a:off x="10711279" y="6313250"/>
            <a:ext cx="975362" cy="228007"/>
          </a:xfrm>
          <a:prstGeom prst="rect">
            <a:avLst/>
          </a:prstGeom>
          <a:noFill/>
          <a:ln>
            <a:noFill/>
          </a:ln>
        </p:spPr>
      </p:pic>
      <p:sp>
        <p:nvSpPr>
          <p:cNvPr id="693" name="Google Shape;693;p42"/>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1 1">
  <p:cSld name="CUSTOM_4_26">
    <p:spTree>
      <p:nvGrpSpPr>
        <p:cNvPr id="694" name="Shape 694"/>
        <p:cNvGrpSpPr/>
        <p:nvPr/>
      </p:nvGrpSpPr>
      <p:grpSpPr>
        <a:xfrm>
          <a:off x="0" y="0"/>
          <a:ext cx="0" cy="0"/>
          <a:chOff x="0" y="0"/>
          <a:chExt cx="0" cy="0"/>
        </a:xfrm>
      </p:grpSpPr>
      <p:sp>
        <p:nvSpPr>
          <p:cNvPr id="695" name="Google Shape;695;p4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696" name="Google Shape;696;p43"/>
          <p:cNvSpPr txBox="1"/>
          <p:nvPr>
            <p:ph type="title"/>
          </p:nvPr>
        </p:nvSpPr>
        <p:spPr>
          <a:xfrm>
            <a:off x="885050" y="566950"/>
            <a:ext cx="10422000" cy="4008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697" name="Google Shape;697;p4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98" name="Google Shape;698;p43"/>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99" name="Google Shape;699;p4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00" name="Google Shape;700;p43"/>
          <p:cNvPicPr preferRelativeResize="0"/>
          <p:nvPr/>
        </p:nvPicPr>
        <p:blipFill rotWithShape="1">
          <a:blip r:embed="rId2">
            <a:alphaModFix/>
          </a:blip>
          <a:srcRect b="317" l="0" r="0" t="327"/>
          <a:stretch/>
        </p:blipFill>
        <p:spPr>
          <a:xfrm>
            <a:off x="10711279" y="6313250"/>
            <a:ext cx="975606" cy="228064"/>
          </a:xfrm>
          <a:prstGeom prst="rect">
            <a:avLst/>
          </a:prstGeom>
          <a:noFill/>
          <a:ln>
            <a:noFill/>
          </a:ln>
        </p:spPr>
      </p:pic>
      <p:sp>
        <p:nvSpPr>
          <p:cNvPr id="701" name="Google Shape;701;p43"/>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702" name="Google Shape;702;p43"/>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9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4">
  <p:cSld name="CUSTOM_4_21_1">
    <p:spTree>
      <p:nvGrpSpPr>
        <p:cNvPr id="703" name="Shape 703"/>
        <p:cNvGrpSpPr/>
        <p:nvPr/>
      </p:nvGrpSpPr>
      <p:grpSpPr>
        <a:xfrm>
          <a:off x="0" y="0"/>
          <a:ext cx="0" cy="0"/>
          <a:chOff x="0" y="0"/>
          <a:chExt cx="0" cy="0"/>
        </a:xfrm>
      </p:grpSpPr>
      <p:sp>
        <p:nvSpPr>
          <p:cNvPr id="704" name="Google Shape;704;p44"/>
          <p:cNvSpPr txBox="1"/>
          <p:nvPr>
            <p:ph type="title"/>
          </p:nvPr>
        </p:nvSpPr>
        <p:spPr>
          <a:xfrm>
            <a:off x="1752600" y="946000"/>
            <a:ext cx="8686800" cy="967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705" name="Google Shape;705;p44"/>
          <p:cNvCxnSpPr/>
          <p:nvPr/>
        </p:nvCxnSpPr>
        <p:spPr>
          <a:xfrm rot="10800000">
            <a:off x="447775" y="400"/>
            <a:ext cx="0" cy="886200"/>
          </a:xfrm>
          <a:prstGeom prst="straightConnector1">
            <a:avLst/>
          </a:prstGeom>
          <a:noFill/>
          <a:ln cap="flat" cmpd="sng" w="9525">
            <a:solidFill>
              <a:srgbClr val="EE0000"/>
            </a:solidFill>
            <a:prstDash val="solid"/>
            <a:round/>
            <a:headEnd len="med" w="med" type="none"/>
            <a:tailEnd len="med" w="med" type="none"/>
          </a:ln>
        </p:spPr>
      </p:cxnSp>
      <p:sp>
        <p:nvSpPr>
          <p:cNvPr id="706" name="Google Shape;706;p44"/>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lvl1pPr lvl="0" rtl="0">
              <a:lnSpc>
                <a:spcPct val="100000"/>
              </a:lnSpc>
              <a:spcBef>
                <a:spcPts val="0"/>
              </a:spcBef>
              <a:spcAft>
                <a:spcPts val="0"/>
              </a:spcAft>
              <a:buClr>
                <a:srgbClr val="EE0000"/>
              </a:buClr>
              <a:buSzPts val="1000"/>
              <a:buFont typeface="Red Hat Display Medium"/>
              <a:buNone/>
              <a:defRPr sz="1000">
                <a:solidFill>
                  <a:srgbClr val="EE0000"/>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707" name="Google Shape;707;p44"/>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pic>
        <p:nvPicPr>
          <p:cNvPr id="708" name="Google Shape;708;p44"/>
          <p:cNvPicPr preferRelativeResize="0"/>
          <p:nvPr/>
        </p:nvPicPr>
        <p:blipFill rotWithShape="1">
          <a:blip r:embed="rId2">
            <a:alphaModFix/>
          </a:blip>
          <a:srcRect b="317" l="0" r="0" t="327"/>
          <a:stretch/>
        </p:blipFill>
        <p:spPr>
          <a:xfrm>
            <a:off x="10711279" y="6313250"/>
            <a:ext cx="877826" cy="205206"/>
          </a:xfrm>
          <a:prstGeom prst="rect">
            <a:avLst/>
          </a:prstGeom>
          <a:noFill/>
          <a:ln>
            <a:noFill/>
          </a:ln>
        </p:spPr>
      </p:pic>
      <p:sp>
        <p:nvSpPr>
          <p:cNvPr id="709" name="Google Shape;709;p44"/>
          <p:cNvSpPr txBox="1"/>
          <p:nvPr>
            <p:ph idx="2" type="subTitle"/>
          </p:nvPr>
        </p:nvSpPr>
        <p:spPr>
          <a:xfrm>
            <a:off x="885050" y="6169550"/>
            <a:ext cx="91830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2">
  <p:cSld name="CUSTOM_4_3_1">
    <p:spTree>
      <p:nvGrpSpPr>
        <p:cNvPr id="710" name="Shape 710"/>
        <p:cNvGrpSpPr/>
        <p:nvPr/>
      </p:nvGrpSpPr>
      <p:grpSpPr>
        <a:xfrm>
          <a:off x="0" y="0"/>
          <a:ext cx="0" cy="0"/>
          <a:chOff x="0" y="0"/>
          <a:chExt cx="0" cy="0"/>
        </a:xfrm>
      </p:grpSpPr>
      <p:sp>
        <p:nvSpPr>
          <p:cNvPr id="711" name="Google Shape;711;p45"/>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712" name="Google Shape;712;p45"/>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713" name="Google Shape;713;p4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1000"/>
              <a:buFont typeface="Red Hat Display Medium"/>
              <a:buNone/>
              <a:defRPr sz="1000">
                <a:solidFill>
                  <a:srgbClr val="EE0000"/>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714" name="Google Shape;714;p45"/>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715" name="Google Shape;715;p4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716" name="Google Shape;716;p45"/>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17" name="Google Shape;717;p45"/>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white">
  <p:cSld name="CUSTOM_2_1_1_1_3">
    <p:bg>
      <p:bgPr>
        <a:blipFill>
          <a:blip r:embed="rId2">
            <a:alphaModFix/>
          </a:blip>
          <a:stretch>
            <a:fillRect/>
          </a:stretch>
        </a:blipFill>
      </p:bgPr>
    </p:bg>
    <p:spTree>
      <p:nvGrpSpPr>
        <p:cNvPr id="718" name="Shape 718"/>
        <p:cNvGrpSpPr/>
        <p:nvPr/>
      </p:nvGrpSpPr>
      <p:grpSpPr>
        <a:xfrm>
          <a:off x="0" y="0"/>
          <a:ext cx="0" cy="0"/>
          <a:chOff x="0" y="0"/>
          <a:chExt cx="0" cy="0"/>
        </a:xfrm>
      </p:grpSpPr>
      <p:sp>
        <p:nvSpPr>
          <p:cNvPr id="719" name="Google Shape;719;p46"/>
          <p:cNvSpPr txBox="1"/>
          <p:nvPr>
            <p:ph idx="1" type="subTitle"/>
          </p:nvPr>
        </p:nvSpPr>
        <p:spPr>
          <a:xfrm>
            <a:off x="9251450" y="1743725"/>
            <a:ext cx="2124300" cy="3309000"/>
          </a:xfrm>
          <a:prstGeom prst="rect">
            <a:avLst/>
          </a:prstGeom>
          <a:ln>
            <a:noFill/>
          </a:ln>
        </p:spPr>
        <p:txBody>
          <a:bodyPr anchorCtr="0" anchor="t" bIns="0" lIns="0" spcFirstLastPara="1" rIns="0" wrap="square" tIns="0">
            <a:noAutofit/>
          </a:bodyPr>
          <a:lstStyle>
            <a:lvl1pPr indent="0" lvl="0" marL="0" marR="0" rtl="0" algn="l">
              <a:lnSpc>
                <a:spcPct val="174000"/>
              </a:lnSpc>
              <a:spcBef>
                <a:spcPts val="0"/>
              </a:spcBef>
              <a:spcAft>
                <a:spcPts val="0"/>
              </a:spcAft>
              <a:buNone/>
              <a:defRPr sz="1400">
                <a:solidFill>
                  <a:srgbClr val="000000"/>
                </a:solidFill>
              </a:defRPr>
            </a:lvl1pPr>
            <a:lvl2pPr lvl="1" rtl="0">
              <a:spcBef>
                <a:spcPts val="0"/>
              </a:spcBef>
              <a:spcAft>
                <a:spcPts val="0"/>
              </a:spcAft>
              <a:buNone/>
              <a:defRPr/>
            </a:lvl2pPr>
            <a:lvl3pPr lvl="2" rtl="0">
              <a:spcBef>
                <a:spcPts val="500"/>
              </a:spcBef>
              <a:spcAft>
                <a:spcPts val="0"/>
              </a:spcAft>
              <a:buNone/>
              <a:defRPr/>
            </a:lvl3pPr>
            <a:lvl4pPr lvl="3" rtl="0">
              <a:spcBef>
                <a:spcPts val="500"/>
              </a:spcBef>
              <a:spcAft>
                <a:spcPts val="0"/>
              </a:spcAft>
              <a:buNone/>
              <a:defRPr/>
            </a:lvl4pPr>
            <a:lvl5pPr lvl="4" rtl="0">
              <a:spcBef>
                <a:spcPts val="500"/>
              </a:spcBef>
              <a:spcAft>
                <a:spcPts val="0"/>
              </a:spcAft>
              <a:buNone/>
              <a:defRPr/>
            </a:lvl5pPr>
            <a:lvl6pPr lvl="5" rtl="0">
              <a:spcBef>
                <a:spcPts val="500"/>
              </a:spcBef>
              <a:spcAft>
                <a:spcPts val="0"/>
              </a:spcAft>
              <a:buNone/>
              <a:defRPr/>
            </a:lvl6pPr>
            <a:lvl7pPr lvl="6" rtl="0">
              <a:spcBef>
                <a:spcPts val="500"/>
              </a:spcBef>
              <a:spcAft>
                <a:spcPts val="0"/>
              </a:spcAft>
              <a:buNone/>
              <a:defRPr/>
            </a:lvl7pPr>
            <a:lvl8pPr lvl="7" rtl="0">
              <a:spcBef>
                <a:spcPts val="500"/>
              </a:spcBef>
              <a:spcAft>
                <a:spcPts val="0"/>
              </a:spcAft>
              <a:buNone/>
              <a:defRPr/>
            </a:lvl8pPr>
            <a:lvl9pPr lvl="8" rtl="0">
              <a:spcBef>
                <a:spcPts val="500"/>
              </a:spcBef>
              <a:spcAft>
                <a:spcPts val="500"/>
              </a:spcAft>
              <a:buNone/>
              <a:defRPr/>
            </a:lvl9pPr>
          </a:lstStyle>
          <a:p/>
        </p:txBody>
      </p:sp>
      <p:sp>
        <p:nvSpPr>
          <p:cNvPr id="720" name="Google Shape;720;p46"/>
          <p:cNvSpPr txBox="1"/>
          <p:nvPr>
            <p:ph type="title"/>
          </p:nvPr>
        </p:nvSpPr>
        <p:spPr>
          <a:xfrm>
            <a:off x="447775" y="1084575"/>
            <a:ext cx="6825000" cy="2105100"/>
          </a:xfrm>
          <a:prstGeom prst="rect">
            <a:avLst/>
          </a:prstGeom>
        </p:spPr>
        <p:txBody>
          <a:bodyPr anchorCtr="0" anchor="t" bIns="91425" lIns="457200" spcFirstLastPara="1" rIns="91425" wrap="square" tIns="91425">
            <a:noAutofit/>
          </a:bodyPr>
          <a:lstStyle>
            <a:lvl1pPr lvl="0" rtl="0">
              <a:spcBef>
                <a:spcPts val="0"/>
              </a:spcBef>
              <a:spcAft>
                <a:spcPts val="0"/>
              </a:spcAft>
              <a:buNone/>
              <a:defRPr b="1" sz="4800">
                <a:solidFill>
                  <a:schemeClr val="dk2"/>
                </a:solidFill>
                <a:latin typeface="Overpass"/>
                <a:ea typeface="Overpass"/>
                <a:cs typeface="Overpass"/>
                <a:sym typeface="Overpass"/>
              </a:defRPr>
            </a:lvl1pPr>
            <a:lvl2pPr lvl="1" rtl="0">
              <a:spcBef>
                <a:spcPts val="0"/>
              </a:spcBef>
              <a:spcAft>
                <a:spcPts val="0"/>
              </a:spcAft>
              <a:buNone/>
              <a:defRPr b="1" sz="4800">
                <a:solidFill>
                  <a:schemeClr val="dk2"/>
                </a:solidFill>
                <a:latin typeface="Overpass"/>
                <a:ea typeface="Overpass"/>
                <a:cs typeface="Overpass"/>
                <a:sym typeface="Overpass"/>
              </a:defRPr>
            </a:lvl2pPr>
            <a:lvl3pPr lvl="2" rtl="0">
              <a:spcBef>
                <a:spcPts val="0"/>
              </a:spcBef>
              <a:spcAft>
                <a:spcPts val="0"/>
              </a:spcAft>
              <a:buNone/>
              <a:defRPr b="1" sz="4800">
                <a:solidFill>
                  <a:schemeClr val="dk2"/>
                </a:solidFill>
                <a:latin typeface="Overpass"/>
                <a:ea typeface="Overpass"/>
                <a:cs typeface="Overpass"/>
                <a:sym typeface="Overpass"/>
              </a:defRPr>
            </a:lvl3pPr>
            <a:lvl4pPr lvl="3" rtl="0">
              <a:spcBef>
                <a:spcPts val="0"/>
              </a:spcBef>
              <a:spcAft>
                <a:spcPts val="0"/>
              </a:spcAft>
              <a:buNone/>
              <a:defRPr b="1" sz="4800">
                <a:solidFill>
                  <a:schemeClr val="dk2"/>
                </a:solidFill>
                <a:latin typeface="Overpass"/>
                <a:ea typeface="Overpass"/>
                <a:cs typeface="Overpass"/>
                <a:sym typeface="Overpass"/>
              </a:defRPr>
            </a:lvl4pPr>
            <a:lvl5pPr lvl="4" rtl="0">
              <a:spcBef>
                <a:spcPts val="0"/>
              </a:spcBef>
              <a:spcAft>
                <a:spcPts val="0"/>
              </a:spcAft>
              <a:buNone/>
              <a:defRPr b="1" sz="4800">
                <a:solidFill>
                  <a:schemeClr val="dk2"/>
                </a:solidFill>
                <a:latin typeface="Overpass"/>
                <a:ea typeface="Overpass"/>
                <a:cs typeface="Overpass"/>
                <a:sym typeface="Overpass"/>
              </a:defRPr>
            </a:lvl5pPr>
            <a:lvl6pPr lvl="5" rtl="0">
              <a:spcBef>
                <a:spcPts val="0"/>
              </a:spcBef>
              <a:spcAft>
                <a:spcPts val="0"/>
              </a:spcAft>
              <a:buNone/>
              <a:defRPr b="1" sz="4800">
                <a:solidFill>
                  <a:schemeClr val="dk2"/>
                </a:solidFill>
                <a:latin typeface="Overpass"/>
                <a:ea typeface="Overpass"/>
                <a:cs typeface="Overpass"/>
                <a:sym typeface="Overpass"/>
              </a:defRPr>
            </a:lvl6pPr>
            <a:lvl7pPr lvl="6" rtl="0">
              <a:spcBef>
                <a:spcPts val="0"/>
              </a:spcBef>
              <a:spcAft>
                <a:spcPts val="0"/>
              </a:spcAft>
              <a:buNone/>
              <a:defRPr b="1" sz="4800">
                <a:solidFill>
                  <a:schemeClr val="dk2"/>
                </a:solidFill>
                <a:latin typeface="Overpass"/>
                <a:ea typeface="Overpass"/>
                <a:cs typeface="Overpass"/>
                <a:sym typeface="Overpass"/>
              </a:defRPr>
            </a:lvl7pPr>
            <a:lvl8pPr lvl="7" rtl="0">
              <a:spcBef>
                <a:spcPts val="0"/>
              </a:spcBef>
              <a:spcAft>
                <a:spcPts val="0"/>
              </a:spcAft>
              <a:buNone/>
              <a:defRPr b="1" sz="4800">
                <a:solidFill>
                  <a:schemeClr val="dk2"/>
                </a:solidFill>
                <a:latin typeface="Overpass"/>
                <a:ea typeface="Overpass"/>
                <a:cs typeface="Overpass"/>
                <a:sym typeface="Overpass"/>
              </a:defRPr>
            </a:lvl8pPr>
            <a:lvl9pPr lvl="8" rtl="0">
              <a:spcBef>
                <a:spcPts val="0"/>
              </a:spcBef>
              <a:spcAft>
                <a:spcPts val="0"/>
              </a:spcAft>
              <a:buNone/>
              <a:defRPr b="1" sz="4800">
                <a:solidFill>
                  <a:schemeClr val="dk2"/>
                </a:solidFill>
                <a:latin typeface="Overpass"/>
                <a:ea typeface="Overpass"/>
                <a:cs typeface="Overpass"/>
                <a:sym typeface="Overpass"/>
              </a:defRPr>
            </a:lvl9pPr>
          </a:lstStyle>
          <a:p/>
        </p:txBody>
      </p:sp>
      <p:cxnSp>
        <p:nvCxnSpPr>
          <p:cNvPr id="721" name="Google Shape;721;p4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sp>
        <p:nvSpPr>
          <p:cNvPr id="722" name="Google Shape;722;p46"/>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2pPr>
            <a:lvl3pPr lvl="2"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3pPr>
            <a:lvl4pPr lvl="3"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4pPr>
            <a:lvl5pPr lvl="4"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5pPr>
            <a:lvl6pPr lvl="5"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6pPr>
            <a:lvl7pPr lvl="6"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7pPr>
            <a:lvl8pPr lvl="7"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8pPr>
            <a:lvl9pPr lvl="8"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9pPr>
          </a:lstStyle>
          <a:p/>
        </p:txBody>
      </p:sp>
      <p:cxnSp>
        <p:nvCxnSpPr>
          <p:cNvPr id="723" name="Google Shape;723;p46"/>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724" name="Google Shape;724;p4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725" name="Google Shape;725;p46"/>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spTree>
  </p:cSld>
  <p:clrMapOvr>
    <a:masterClrMapping/>
  </p:clrMapOvr>
  <p:extLst>
    <p:ext uri="{DCECCB84-F9BA-43D5-87BE-67443E8EF086}">
      <p15:sldGuideLst>
        <p15:guide id="1" orient="horz" pos="2160">
          <p15:clr>
            <a:srgbClr val="FF00FF"/>
          </p15:clr>
        </p15:guide>
        <p15:guide id="2" pos="3840">
          <p15:clr>
            <a:srgbClr val="FF00FF"/>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ourney - Title2">
  <p:cSld name="CUSTOM_11_1_2">
    <p:bg>
      <p:bgPr>
        <a:blipFill>
          <a:blip r:embed="rId2">
            <a:alphaModFix/>
          </a:blip>
          <a:stretch>
            <a:fillRect/>
          </a:stretch>
        </a:blipFill>
      </p:bgPr>
    </p:bg>
    <p:spTree>
      <p:nvGrpSpPr>
        <p:cNvPr id="726" name="Shape 726"/>
        <p:cNvGrpSpPr/>
        <p:nvPr/>
      </p:nvGrpSpPr>
      <p:grpSpPr>
        <a:xfrm>
          <a:off x="0" y="0"/>
          <a:ext cx="0" cy="0"/>
          <a:chOff x="0" y="0"/>
          <a:chExt cx="0" cy="0"/>
        </a:xfrm>
      </p:grpSpPr>
      <p:sp>
        <p:nvSpPr>
          <p:cNvPr id="727" name="Google Shape;727;p47"/>
          <p:cNvSpPr txBox="1"/>
          <p:nvPr>
            <p:ph idx="1" type="subTitle"/>
          </p:nvPr>
        </p:nvSpPr>
        <p:spPr>
          <a:xfrm rot="5400000">
            <a:off x="-2127425" y="2139150"/>
            <a:ext cx="5150400" cy="872100"/>
          </a:xfrm>
          <a:prstGeom prst="rect">
            <a:avLst/>
          </a:prstGeom>
          <a:noFill/>
        </p:spPr>
        <p:txBody>
          <a:bodyPr anchorCtr="0" anchor="ctr" bIns="91425" lIns="457200" spcFirstLastPara="1" rIns="91425" wrap="square" tIns="91425">
            <a:noAutofit/>
          </a:bodyPr>
          <a:lstStyle>
            <a:lvl1pPr indent="0" lvl="0" marL="0" marR="0" rtl="0" algn="l">
              <a:lnSpc>
                <a:spcPct val="100000"/>
              </a:lnSpc>
              <a:spcBef>
                <a:spcPts val="0"/>
              </a:spcBef>
              <a:spcAft>
                <a:spcPts val="0"/>
              </a:spcAft>
              <a:buNone/>
              <a:defRPr sz="1000">
                <a:solidFill>
                  <a:schemeClr val="lt1"/>
                </a:solidFill>
                <a:latin typeface="Red Hat Display Medium"/>
                <a:ea typeface="Red Hat Display Medium"/>
                <a:cs typeface="Red Hat Display Medium"/>
                <a:sym typeface="Red Hat Display Medium"/>
              </a:defRPr>
            </a:lvl1pPr>
            <a:lvl2pPr lvl="1" rtl="0">
              <a:spcBef>
                <a:spcPts val="0"/>
              </a:spcBef>
              <a:spcAft>
                <a:spcPts val="0"/>
              </a:spcAft>
              <a:buNone/>
              <a:defRPr sz="1200">
                <a:solidFill>
                  <a:schemeClr val="lt1"/>
                </a:solidFill>
              </a:defRPr>
            </a:lvl2pPr>
            <a:lvl3pPr lvl="2" rtl="0">
              <a:spcBef>
                <a:spcPts val="500"/>
              </a:spcBef>
              <a:spcAft>
                <a:spcPts val="0"/>
              </a:spcAft>
              <a:buNone/>
              <a:defRPr sz="1200">
                <a:solidFill>
                  <a:schemeClr val="lt1"/>
                </a:solidFill>
              </a:defRPr>
            </a:lvl3pPr>
            <a:lvl4pPr lvl="3" rtl="0">
              <a:spcBef>
                <a:spcPts val="500"/>
              </a:spcBef>
              <a:spcAft>
                <a:spcPts val="0"/>
              </a:spcAft>
              <a:buNone/>
              <a:defRPr sz="1200">
                <a:solidFill>
                  <a:schemeClr val="lt1"/>
                </a:solidFill>
              </a:defRPr>
            </a:lvl4pPr>
            <a:lvl5pPr lvl="4" rtl="0">
              <a:spcBef>
                <a:spcPts val="500"/>
              </a:spcBef>
              <a:spcAft>
                <a:spcPts val="0"/>
              </a:spcAft>
              <a:buNone/>
              <a:defRPr sz="1200">
                <a:solidFill>
                  <a:schemeClr val="lt1"/>
                </a:solidFill>
              </a:defRPr>
            </a:lvl5pPr>
            <a:lvl6pPr lvl="5" rtl="0">
              <a:spcBef>
                <a:spcPts val="500"/>
              </a:spcBef>
              <a:spcAft>
                <a:spcPts val="0"/>
              </a:spcAft>
              <a:buNone/>
              <a:defRPr sz="1200">
                <a:solidFill>
                  <a:schemeClr val="lt1"/>
                </a:solidFill>
              </a:defRPr>
            </a:lvl6pPr>
            <a:lvl7pPr lvl="6" rtl="0">
              <a:spcBef>
                <a:spcPts val="500"/>
              </a:spcBef>
              <a:spcAft>
                <a:spcPts val="0"/>
              </a:spcAft>
              <a:buNone/>
              <a:defRPr sz="1200">
                <a:solidFill>
                  <a:schemeClr val="lt1"/>
                </a:solidFill>
              </a:defRPr>
            </a:lvl7pPr>
            <a:lvl8pPr lvl="7" rtl="0">
              <a:spcBef>
                <a:spcPts val="500"/>
              </a:spcBef>
              <a:spcAft>
                <a:spcPts val="0"/>
              </a:spcAft>
              <a:buNone/>
              <a:defRPr sz="1200">
                <a:solidFill>
                  <a:schemeClr val="lt1"/>
                </a:solidFill>
              </a:defRPr>
            </a:lvl8pPr>
            <a:lvl9pPr lvl="8" rtl="0">
              <a:spcBef>
                <a:spcPts val="500"/>
              </a:spcBef>
              <a:spcAft>
                <a:spcPts val="500"/>
              </a:spcAft>
              <a:buNone/>
              <a:defRPr sz="1200">
                <a:solidFill>
                  <a:schemeClr val="lt1"/>
                </a:solidFill>
              </a:defRPr>
            </a:lvl9pPr>
          </a:lstStyle>
          <a:p/>
        </p:txBody>
      </p:sp>
      <p:sp>
        <p:nvSpPr>
          <p:cNvPr id="728" name="Google Shape;728;p47"/>
          <p:cNvSpPr txBox="1"/>
          <p:nvPr>
            <p:ph idx="2" type="subTitle"/>
          </p:nvPr>
        </p:nvSpPr>
        <p:spPr>
          <a:xfrm>
            <a:off x="5660525" y="3971650"/>
            <a:ext cx="4446300" cy="914400"/>
          </a:xfrm>
          <a:prstGeom prst="rect">
            <a:avLst/>
          </a:prstGeom>
        </p:spPr>
        <p:txBody>
          <a:bodyPr anchorCtr="0" anchor="t" bIns="0" lIns="0" spcFirstLastPara="1" rIns="0" wrap="square" tIns="0">
            <a:noAutofit/>
          </a:bodyPr>
          <a:lstStyle>
            <a:lvl1pPr lvl="0" rtl="0">
              <a:spcBef>
                <a:spcPts val="0"/>
              </a:spcBef>
              <a:spcAft>
                <a:spcPts val="0"/>
              </a:spcAft>
              <a:buNone/>
              <a:defRPr sz="1800"/>
            </a:lvl1pPr>
            <a:lvl2pPr lvl="1" rtl="0">
              <a:spcBef>
                <a:spcPts val="500"/>
              </a:spcBef>
              <a:spcAft>
                <a:spcPts val="0"/>
              </a:spcAft>
              <a:buNone/>
              <a:defRPr sz="1800"/>
            </a:lvl2pPr>
            <a:lvl3pPr lvl="2" rtl="0">
              <a:spcBef>
                <a:spcPts val="500"/>
              </a:spcBef>
              <a:spcAft>
                <a:spcPts val="0"/>
              </a:spcAft>
              <a:buNone/>
              <a:defRPr sz="1800"/>
            </a:lvl3pPr>
            <a:lvl4pPr lvl="3" rtl="0">
              <a:spcBef>
                <a:spcPts val="500"/>
              </a:spcBef>
              <a:spcAft>
                <a:spcPts val="0"/>
              </a:spcAft>
              <a:buNone/>
              <a:defRPr sz="1800"/>
            </a:lvl4pPr>
            <a:lvl5pPr lvl="4" rtl="0">
              <a:spcBef>
                <a:spcPts val="500"/>
              </a:spcBef>
              <a:spcAft>
                <a:spcPts val="0"/>
              </a:spcAft>
              <a:buNone/>
              <a:defRPr sz="1800"/>
            </a:lvl5pPr>
            <a:lvl6pPr lvl="5" rtl="0">
              <a:spcBef>
                <a:spcPts val="500"/>
              </a:spcBef>
              <a:spcAft>
                <a:spcPts val="0"/>
              </a:spcAft>
              <a:buNone/>
              <a:defRPr sz="1800"/>
            </a:lvl6pPr>
            <a:lvl7pPr lvl="6" rtl="0">
              <a:spcBef>
                <a:spcPts val="500"/>
              </a:spcBef>
              <a:spcAft>
                <a:spcPts val="0"/>
              </a:spcAft>
              <a:buNone/>
              <a:defRPr sz="1800"/>
            </a:lvl7pPr>
            <a:lvl8pPr lvl="7" rtl="0">
              <a:spcBef>
                <a:spcPts val="500"/>
              </a:spcBef>
              <a:spcAft>
                <a:spcPts val="0"/>
              </a:spcAft>
              <a:buNone/>
              <a:defRPr sz="1800"/>
            </a:lvl8pPr>
            <a:lvl9pPr lvl="8" rtl="0">
              <a:spcBef>
                <a:spcPts val="500"/>
              </a:spcBef>
              <a:spcAft>
                <a:spcPts val="500"/>
              </a:spcAft>
              <a:buNone/>
              <a:defRPr sz="1800"/>
            </a:lvl9pPr>
          </a:lstStyle>
          <a:p/>
        </p:txBody>
      </p:sp>
      <p:sp>
        <p:nvSpPr>
          <p:cNvPr id="729" name="Google Shape;729;p47"/>
          <p:cNvSpPr txBox="1"/>
          <p:nvPr>
            <p:ph idx="3" type="subTitle"/>
          </p:nvPr>
        </p:nvSpPr>
        <p:spPr>
          <a:xfrm>
            <a:off x="5660525" y="5318275"/>
            <a:ext cx="2040300" cy="605700"/>
          </a:xfrm>
          <a:prstGeom prst="rect">
            <a:avLst/>
          </a:prstGeom>
        </p:spPr>
        <p:txBody>
          <a:bodyPr anchorCtr="0" anchor="t" bIns="0" lIns="0" spcFirstLastPara="1" rIns="0" wrap="square" tIns="0">
            <a:noAutofit/>
          </a:bodyPr>
          <a:lstStyle>
            <a:lvl1pPr lvl="0" rtl="0">
              <a:spcBef>
                <a:spcPts val="0"/>
              </a:spcBef>
              <a:spcAft>
                <a:spcPts val="0"/>
              </a:spcAft>
              <a:buNone/>
              <a:defRPr sz="1200"/>
            </a:lvl1pPr>
            <a:lvl2pPr lvl="1" rtl="0">
              <a:spcBef>
                <a:spcPts val="500"/>
              </a:spcBef>
              <a:spcAft>
                <a:spcPts val="0"/>
              </a:spcAft>
              <a:buNone/>
              <a:defRPr sz="1200"/>
            </a:lvl2pPr>
            <a:lvl3pPr lvl="2" rtl="0">
              <a:spcBef>
                <a:spcPts val="500"/>
              </a:spcBef>
              <a:spcAft>
                <a:spcPts val="0"/>
              </a:spcAft>
              <a:buNone/>
              <a:defRPr sz="1200"/>
            </a:lvl3pPr>
            <a:lvl4pPr lvl="3" rtl="0">
              <a:spcBef>
                <a:spcPts val="500"/>
              </a:spcBef>
              <a:spcAft>
                <a:spcPts val="0"/>
              </a:spcAft>
              <a:buNone/>
              <a:defRPr sz="1200"/>
            </a:lvl4pPr>
            <a:lvl5pPr lvl="4" rtl="0">
              <a:spcBef>
                <a:spcPts val="500"/>
              </a:spcBef>
              <a:spcAft>
                <a:spcPts val="0"/>
              </a:spcAft>
              <a:buNone/>
              <a:defRPr sz="1200"/>
            </a:lvl5pPr>
            <a:lvl6pPr lvl="5" rtl="0">
              <a:spcBef>
                <a:spcPts val="500"/>
              </a:spcBef>
              <a:spcAft>
                <a:spcPts val="0"/>
              </a:spcAft>
              <a:buNone/>
              <a:defRPr sz="1200"/>
            </a:lvl6pPr>
            <a:lvl7pPr lvl="6" rtl="0">
              <a:spcBef>
                <a:spcPts val="500"/>
              </a:spcBef>
              <a:spcAft>
                <a:spcPts val="0"/>
              </a:spcAft>
              <a:buNone/>
              <a:defRPr sz="1200"/>
            </a:lvl7pPr>
            <a:lvl8pPr lvl="7" rtl="0">
              <a:spcBef>
                <a:spcPts val="500"/>
              </a:spcBef>
              <a:spcAft>
                <a:spcPts val="0"/>
              </a:spcAft>
              <a:buNone/>
              <a:defRPr sz="1200"/>
            </a:lvl8pPr>
            <a:lvl9pPr lvl="8" rtl="0">
              <a:spcBef>
                <a:spcPts val="500"/>
              </a:spcBef>
              <a:spcAft>
                <a:spcPts val="500"/>
              </a:spcAft>
              <a:buNone/>
              <a:defRPr sz="1200"/>
            </a:lvl9pPr>
          </a:lstStyle>
          <a:p/>
        </p:txBody>
      </p:sp>
      <p:sp>
        <p:nvSpPr>
          <p:cNvPr id="730" name="Google Shape;730;p47"/>
          <p:cNvSpPr txBox="1"/>
          <p:nvPr>
            <p:ph type="title"/>
          </p:nvPr>
        </p:nvSpPr>
        <p:spPr>
          <a:xfrm>
            <a:off x="5660525" y="1708950"/>
            <a:ext cx="5736300" cy="2117400"/>
          </a:xfrm>
          <a:prstGeom prst="rect">
            <a:avLst/>
          </a:prstGeom>
        </p:spPr>
        <p:txBody>
          <a:bodyPr anchorCtr="0" anchor="b" bIns="0" lIns="0" spcFirstLastPara="1" rIns="0" wrap="square" tIns="0">
            <a:noAutofit/>
          </a:bodyPr>
          <a:lstStyle>
            <a:lvl1pPr indent="0" lvl="0" marL="0" marR="0" rtl="0" algn="l">
              <a:lnSpc>
                <a:spcPct val="100000"/>
              </a:lnSpc>
              <a:spcBef>
                <a:spcPts val="0"/>
              </a:spcBef>
              <a:spcAft>
                <a:spcPts val="0"/>
              </a:spcAft>
              <a:buNone/>
              <a:defRPr b="1" sz="4800">
                <a:solidFill>
                  <a:schemeClr val="dk2"/>
                </a:solidFill>
                <a:latin typeface="Overpass"/>
                <a:ea typeface="Overpass"/>
                <a:cs typeface="Overpass"/>
                <a:sym typeface="Overpass"/>
              </a:defRPr>
            </a:lvl1pPr>
            <a:lvl2pPr lvl="1" rtl="0">
              <a:spcBef>
                <a:spcPts val="0"/>
              </a:spcBef>
              <a:spcAft>
                <a:spcPts val="0"/>
              </a:spcAft>
              <a:buNone/>
              <a:defRPr sz="4800">
                <a:solidFill>
                  <a:schemeClr val="dk2"/>
                </a:solidFill>
              </a:defRPr>
            </a:lvl2pPr>
            <a:lvl3pPr lvl="2" rtl="0">
              <a:spcBef>
                <a:spcPts val="0"/>
              </a:spcBef>
              <a:spcAft>
                <a:spcPts val="0"/>
              </a:spcAft>
              <a:buNone/>
              <a:defRPr sz="4800">
                <a:solidFill>
                  <a:schemeClr val="dk2"/>
                </a:solidFill>
              </a:defRPr>
            </a:lvl3pPr>
            <a:lvl4pPr lvl="3" rtl="0">
              <a:spcBef>
                <a:spcPts val="0"/>
              </a:spcBef>
              <a:spcAft>
                <a:spcPts val="0"/>
              </a:spcAft>
              <a:buNone/>
              <a:defRPr sz="4800">
                <a:solidFill>
                  <a:schemeClr val="dk2"/>
                </a:solidFill>
              </a:defRPr>
            </a:lvl4pPr>
            <a:lvl5pPr lvl="4" rtl="0">
              <a:spcBef>
                <a:spcPts val="0"/>
              </a:spcBef>
              <a:spcAft>
                <a:spcPts val="0"/>
              </a:spcAft>
              <a:buNone/>
              <a:defRPr sz="4800">
                <a:solidFill>
                  <a:schemeClr val="dk2"/>
                </a:solidFill>
              </a:defRPr>
            </a:lvl5pPr>
            <a:lvl6pPr lvl="5" rtl="0">
              <a:spcBef>
                <a:spcPts val="0"/>
              </a:spcBef>
              <a:spcAft>
                <a:spcPts val="0"/>
              </a:spcAft>
              <a:buNone/>
              <a:defRPr sz="4800">
                <a:solidFill>
                  <a:schemeClr val="dk2"/>
                </a:solidFill>
              </a:defRPr>
            </a:lvl6pPr>
            <a:lvl7pPr lvl="6" rtl="0">
              <a:spcBef>
                <a:spcPts val="0"/>
              </a:spcBef>
              <a:spcAft>
                <a:spcPts val="0"/>
              </a:spcAft>
              <a:buNone/>
              <a:defRPr sz="4800">
                <a:solidFill>
                  <a:schemeClr val="dk2"/>
                </a:solidFill>
              </a:defRPr>
            </a:lvl7pPr>
            <a:lvl8pPr lvl="7" rtl="0">
              <a:spcBef>
                <a:spcPts val="0"/>
              </a:spcBef>
              <a:spcAft>
                <a:spcPts val="0"/>
              </a:spcAft>
              <a:buNone/>
              <a:defRPr sz="4800">
                <a:solidFill>
                  <a:schemeClr val="dk2"/>
                </a:solidFill>
              </a:defRPr>
            </a:lvl8pPr>
            <a:lvl9pPr lvl="8" rtl="0">
              <a:spcBef>
                <a:spcPts val="0"/>
              </a:spcBef>
              <a:spcAft>
                <a:spcPts val="0"/>
              </a:spcAft>
              <a:buNone/>
              <a:defRPr sz="4800">
                <a:solidFill>
                  <a:schemeClr val="dk2"/>
                </a:solidFill>
              </a:defRPr>
            </a:lvl9pPr>
          </a:lstStyle>
          <a:p/>
        </p:txBody>
      </p:sp>
      <p:pic>
        <p:nvPicPr>
          <p:cNvPr id="731" name="Google Shape;731;p47"/>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732" name="Google Shape;732;p47"/>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733" name="Google Shape;733;p47"/>
          <p:cNvSpPr txBox="1"/>
          <p:nvPr/>
        </p:nvSpPr>
        <p:spPr>
          <a:xfrm>
            <a:off x="81975" y="6169556"/>
            <a:ext cx="731700" cy="1437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sz="800">
                <a:solidFill>
                  <a:schemeClr val="lt1"/>
                </a:solidFill>
                <a:latin typeface="Overpass SemiBold"/>
                <a:ea typeface="Overpass SemiBold"/>
                <a:cs typeface="Overpass SemiBold"/>
                <a:sym typeface="Overpass SemiBold"/>
              </a:rPr>
              <a:t>‹#›</a:t>
            </a:fld>
            <a:endParaRPr sz="800">
              <a:solidFill>
                <a:schemeClr val="lt1"/>
              </a:solidFill>
              <a:latin typeface="Overpass SemiBold"/>
              <a:ea typeface="Overpass SemiBold"/>
              <a:cs typeface="Overpass SemiBold"/>
              <a:sym typeface="Overpass SemiBo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5">
  <p:cSld name="CUSTOM_4_21_2">
    <p:spTree>
      <p:nvGrpSpPr>
        <p:cNvPr id="734" name="Shape 734"/>
        <p:cNvGrpSpPr/>
        <p:nvPr/>
      </p:nvGrpSpPr>
      <p:grpSpPr>
        <a:xfrm>
          <a:off x="0" y="0"/>
          <a:ext cx="0" cy="0"/>
          <a:chOff x="0" y="0"/>
          <a:chExt cx="0" cy="0"/>
        </a:xfrm>
      </p:grpSpPr>
      <p:sp>
        <p:nvSpPr>
          <p:cNvPr id="735" name="Google Shape;735;p48"/>
          <p:cNvSpPr txBox="1"/>
          <p:nvPr>
            <p:ph type="title"/>
          </p:nvPr>
        </p:nvSpPr>
        <p:spPr>
          <a:xfrm>
            <a:off x="1752600" y="946000"/>
            <a:ext cx="8686800" cy="967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736" name="Google Shape;736;p48"/>
          <p:cNvCxnSpPr/>
          <p:nvPr/>
        </p:nvCxnSpPr>
        <p:spPr>
          <a:xfrm rot="10800000">
            <a:off x="447775" y="400"/>
            <a:ext cx="0" cy="886200"/>
          </a:xfrm>
          <a:prstGeom prst="straightConnector1">
            <a:avLst/>
          </a:prstGeom>
          <a:noFill/>
          <a:ln cap="flat" cmpd="sng" w="9525">
            <a:solidFill>
              <a:srgbClr val="EE0000"/>
            </a:solidFill>
            <a:prstDash val="solid"/>
            <a:round/>
            <a:headEnd len="med" w="med" type="none"/>
            <a:tailEnd len="med" w="med" type="none"/>
          </a:ln>
        </p:spPr>
      </p:cxnSp>
      <p:sp>
        <p:nvSpPr>
          <p:cNvPr id="737" name="Google Shape;737;p48"/>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lvl1pPr lvl="0" rtl="0">
              <a:lnSpc>
                <a:spcPct val="100000"/>
              </a:lnSpc>
              <a:spcBef>
                <a:spcPts val="0"/>
              </a:spcBef>
              <a:spcAft>
                <a:spcPts val="0"/>
              </a:spcAft>
              <a:buClr>
                <a:srgbClr val="EE0000"/>
              </a:buClr>
              <a:buSzPts val="1000"/>
              <a:buFont typeface="Red Hat Display Medium"/>
              <a:buNone/>
              <a:defRPr sz="1000">
                <a:solidFill>
                  <a:srgbClr val="EE0000"/>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738" name="Google Shape;738;p48"/>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pic>
        <p:nvPicPr>
          <p:cNvPr id="739" name="Google Shape;739;p48"/>
          <p:cNvPicPr preferRelativeResize="0"/>
          <p:nvPr/>
        </p:nvPicPr>
        <p:blipFill rotWithShape="1">
          <a:blip r:embed="rId2">
            <a:alphaModFix/>
          </a:blip>
          <a:srcRect b="317" l="0" r="0" t="327"/>
          <a:stretch/>
        </p:blipFill>
        <p:spPr>
          <a:xfrm>
            <a:off x="10711279" y="6313250"/>
            <a:ext cx="877826" cy="205206"/>
          </a:xfrm>
          <a:prstGeom prst="rect">
            <a:avLst/>
          </a:prstGeom>
          <a:noFill/>
          <a:ln>
            <a:noFill/>
          </a:ln>
        </p:spPr>
      </p:pic>
      <p:sp>
        <p:nvSpPr>
          <p:cNvPr id="740" name="Google Shape;740;p48"/>
          <p:cNvSpPr txBox="1"/>
          <p:nvPr>
            <p:ph idx="2" type="subTitle"/>
          </p:nvPr>
        </p:nvSpPr>
        <p:spPr>
          <a:xfrm>
            <a:off x="885050" y="6169550"/>
            <a:ext cx="91830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ourney - Title5">
  <p:cSld name="CUSTOM_11_1_1_1_1">
    <p:bg>
      <p:bgPr>
        <a:blipFill>
          <a:blip r:embed="rId2">
            <a:alphaModFix/>
          </a:blip>
          <a:stretch>
            <a:fillRect/>
          </a:stretch>
        </a:blipFill>
      </p:bgPr>
    </p:bg>
    <p:spTree>
      <p:nvGrpSpPr>
        <p:cNvPr id="741" name="Shape 741"/>
        <p:cNvGrpSpPr/>
        <p:nvPr/>
      </p:nvGrpSpPr>
      <p:grpSpPr>
        <a:xfrm>
          <a:off x="0" y="0"/>
          <a:ext cx="0" cy="0"/>
          <a:chOff x="0" y="0"/>
          <a:chExt cx="0" cy="0"/>
        </a:xfrm>
      </p:grpSpPr>
      <p:sp>
        <p:nvSpPr>
          <p:cNvPr id="742" name="Google Shape;742;p49"/>
          <p:cNvSpPr txBox="1"/>
          <p:nvPr>
            <p:ph idx="1" type="subTitle"/>
          </p:nvPr>
        </p:nvSpPr>
        <p:spPr>
          <a:xfrm rot="5400000">
            <a:off x="-2127425" y="2139150"/>
            <a:ext cx="5150400" cy="872100"/>
          </a:xfrm>
          <a:prstGeom prst="rect">
            <a:avLst/>
          </a:prstGeom>
          <a:noFill/>
        </p:spPr>
        <p:txBody>
          <a:bodyPr anchorCtr="0" anchor="ctr" bIns="91425" lIns="457200" spcFirstLastPara="1" rIns="91425" wrap="square" tIns="91425">
            <a:noAutofit/>
          </a:bodyPr>
          <a:lstStyle>
            <a:lvl1pPr indent="0" lvl="0" marL="0" marR="0" rtl="0" algn="l">
              <a:lnSpc>
                <a:spcPct val="100000"/>
              </a:lnSpc>
              <a:spcBef>
                <a:spcPts val="0"/>
              </a:spcBef>
              <a:spcAft>
                <a:spcPts val="0"/>
              </a:spcAft>
              <a:buNone/>
              <a:defRPr sz="1000">
                <a:solidFill>
                  <a:schemeClr val="lt1"/>
                </a:solidFill>
                <a:latin typeface="Red Hat Display Medium"/>
                <a:ea typeface="Red Hat Display Medium"/>
                <a:cs typeface="Red Hat Display Medium"/>
                <a:sym typeface="Red Hat Display Medium"/>
              </a:defRPr>
            </a:lvl1pPr>
            <a:lvl2pPr lvl="1" rtl="0">
              <a:spcBef>
                <a:spcPts val="0"/>
              </a:spcBef>
              <a:spcAft>
                <a:spcPts val="0"/>
              </a:spcAft>
              <a:buNone/>
              <a:defRPr sz="1200">
                <a:solidFill>
                  <a:schemeClr val="lt1"/>
                </a:solidFill>
              </a:defRPr>
            </a:lvl2pPr>
            <a:lvl3pPr lvl="2" rtl="0">
              <a:spcBef>
                <a:spcPts val="500"/>
              </a:spcBef>
              <a:spcAft>
                <a:spcPts val="0"/>
              </a:spcAft>
              <a:buNone/>
              <a:defRPr sz="1200">
                <a:solidFill>
                  <a:schemeClr val="lt1"/>
                </a:solidFill>
              </a:defRPr>
            </a:lvl3pPr>
            <a:lvl4pPr lvl="3" rtl="0">
              <a:spcBef>
                <a:spcPts val="500"/>
              </a:spcBef>
              <a:spcAft>
                <a:spcPts val="0"/>
              </a:spcAft>
              <a:buNone/>
              <a:defRPr sz="1200">
                <a:solidFill>
                  <a:schemeClr val="lt1"/>
                </a:solidFill>
              </a:defRPr>
            </a:lvl4pPr>
            <a:lvl5pPr lvl="4" rtl="0">
              <a:spcBef>
                <a:spcPts val="500"/>
              </a:spcBef>
              <a:spcAft>
                <a:spcPts val="0"/>
              </a:spcAft>
              <a:buNone/>
              <a:defRPr sz="1200">
                <a:solidFill>
                  <a:schemeClr val="lt1"/>
                </a:solidFill>
              </a:defRPr>
            </a:lvl5pPr>
            <a:lvl6pPr lvl="5" rtl="0">
              <a:spcBef>
                <a:spcPts val="500"/>
              </a:spcBef>
              <a:spcAft>
                <a:spcPts val="0"/>
              </a:spcAft>
              <a:buNone/>
              <a:defRPr sz="1200">
                <a:solidFill>
                  <a:schemeClr val="lt1"/>
                </a:solidFill>
              </a:defRPr>
            </a:lvl6pPr>
            <a:lvl7pPr lvl="6" rtl="0">
              <a:spcBef>
                <a:spcPts val="500"/>
              </a:spcBef>
              <a:spcAft>
                <a:spcPts val="0"/>
              </a:spcAft>
              <a:buNone/>
              <a:defRPr sz="1200">
                <a:solidFill>
                  <a:schemeClr val="lt1"/>
                </a:solidFill>
              </a:defRPr>
            </a:lvl7pPr>
            <a:lvl8pPr lvl="7" rtl="0">
              <a:spcBef>
                <a:spcPts val="500"/>
              </a:spcBef>
              <a:spcAft>
                <a:spcPts val="0"/>
              </a:spcAft>
              <a:buNone/>
              <a:defRPr sz="1200">
                <a:solidFill>
                  <a:schemeClr val="lt1"/>
                </a:solidFill>
              </a:defRPr>
            </a:lvl8pPr>
            <a:lvl9pPr lvl="8" rtl="0">
              <a:spcBef>
                <a:spcPts val="500"/>
              </a:spcBef>
              <a:spcAft>
                <a:spcPts val="500"/>
              </a:spcAft>
              <a:buNone/>
              <a:defRPr sz="1200">
                <a:solidFill>
                  <a:schemeClr val="lt1"/>
                </a:solidFill>
              </a:defRPr>
            </a:lvl9pPr>
          </a:lstStyle>
          <a:p/>
        </p:txBody>
      </p:sp>
      <p:sp>
        <p:nvSpPr>
          <p:cNvPr id="743" name="Google Shape;743;p49"/>
          <p:cNvSpPr txBox="1"/>
          <p:nvPr>
            <p:ph idx="2" type="subTitle"/>
          </p:nvPr>
        </p:nvSpPr>
        <p:spPr>
          <a:xfrm>
            <a:off x="5660525" y="3971650"/>
            <a:ext cx="4446300" cy="914400"/>
          </a:xfrm>
          <a:prstGeom prst="rect">
            <a:avLst/>
          </a:prstGeom>
        </p:spPr>
        <p:txBody>
          <a:bodyPr anchorCtr="0" anchor="t" bIns="0" lIns="0" spcFirstLastPara="1" rIns="0" wrap="square" tIns="0">
            <a:noAutofit/>
          </a:bodyPr>
          <a:lstStyle>
            <a:lvl1pPr lvl="0" rtl="0">
              <a:spcBef>
                <a:spcPts val="0"/>
              </a:spcBef>
              <a:spcAft>
                <a:spcPts val="0"/>
              </a:spcAft>
              <a:buNone/>
              <a:defRPr sz="1800"/>
            </a:lvl1pPr>
            <a:lvl2pPr lvl="1" rtl="0">
              <a:spcBef>
                <a:spcPts val="500"/>
              </a:spcBef>
              <a:spcAft>
                <a:spcPts val="0"/>
              </a:spcAft>
              <a:buNone/>
              <a:defRPr sz="1800"/>
            </a:lvl2pPr>
            <a:lvl3pPr lvl="2" rtl="0">
              <a:spcBef>
                <a:spcPts val="500"/>
              </a:spcBef>
              <a:spcAft>
                <a:spcPts val="0"/>
              </a:spcAft>
              <a:buNone/>
              <a:defRPr sz="1800"/>
            </a:lvl3pPr>
            <a:lvl4pPr lvl="3" rtl="0">
              <a:spcBef>
                <a:spcPts val="500"/>
              </a:spcBef>
              <a:spcAft>
                <a:spcPts val="0"/>
              </a:spcAft>
              <a:buNone/>
              <a:defRPr sz="1800"/>
            </a:lvl4pPr>
            <a:lvl5pPr lvl="4" rtl="0">
              <a:spcBef>
                <a:spcPts val="500"/>
              </a:spcBef>
              <a:spcAft>
                <a:spcPts val="0"/>
              </a:spcAft>
              <a:buNone/>
              <a:defRPr sz="1800"/>
            </a:lvl5pPr>
            <a:lvl6pPr lvl="5" rtl="0">
              <a:spcBef>
                <a:spcPts val="500"/>
              </a:spcBef>
              <a:spcAft>
                <a:spcPts val="0"/>
              </a:spcAft>
              <a:buNone/>
              <a:defRPr sz="1800"/>
            </a:lvl6pPr>
            <a:lvl7pPr lvl="6" rtl="0">
              <a:spcBef>
                <a:spcPts val="500"/>
              </a:spcBef>
              <a:spcAft>
                <a:spcPts val="0"/>
              </a:spcAft>
              <a:buNone/>
              <a:defRPr sz="1800"/>
            </a:lvl7pPr>
            <a:lvl8pPr lvl="7" rtl="0">
              <a:spcBef>
                <a:spcPts val="500"/>
              </a:spcBef>
              <a:spcAft>
                <a:spcPts val="0"/>
              </a:spcAft>
              <a:buNone/>
              <a:defRPr sz="1800"/>
            </a:lvl8pPr>
            <a:lvl9pPr lvl="8" rtl="0">
              <a:spcBef>
                <a:spcPts val="500"/>
              </a:spcBef>
              <a:spcAft>
                <a:spcPts val="500"/>
              </a:spcAft>
              <a:buNone/>
              <a:defRPr sz="1800"/>
            </a:lvl9pPr>
          </a:lstStyle>
          <a:p/>
        </p:txBody>
      </p:sp>
      <p:sp>
        <p:nvSpPr>
          <p:cNvPr id="744" name="Google Shape;744;p49"/>
          <p:cNvSpPr txBox="1"/>
          <p:nvPr>
            <p:ph idx="3" type="subTitle"/>
          </p:nvPr>
        </p:nvSpPr>
        <p:spPr>
          <a:xfrm>
            <a:off x="5660525" y="5318275"/>
            <a:ext cx="2040300" cy="605700"/>
          </a:xfrm>
          <a:prstGeom prst="rect">
            <a:avLst/>
          </a:prstGeom>
        </p:spPr>
        <p:txBody>
          <a:bodyPr anchorCtr="0" anchor="t" bIns="0" lIns="0" spcFirstLastPara="1" rIns="0" wrap="square" tIns="0">
            <a:noAutofit/>
          </a:bodyPr>
          <a:lstStyle>
            <a:lvl1pPr lvl="0" rtl="0">
              <a:spcBef>
                <a:spcPts val="0"/>
              </a:spcBef>
              <a:spcAft>
                <a:spcPts val="0"/>
              </a:spcAft>
              <a:buNone/>
              <a:defRPr sz="1200"/>
            </a:lvl1pPr>
            <a:lvl2pPr lvl="1" rtl="0">
              <a:spcBef>
                <a:spcPts val="500"/>
              </a:spcBef>
              <a:spcAft>
                <a:spcPts val="0"/>
              </a:spcAft>
              <a:buNone/>
              <a:defRPr sz="1200"/>
            </a:lvl2pPr>
            <a:lvl3pPr lvl="2" rtl="0">
              <a:spcBef>
                <a:spcPts val="500"/>
              </a:spcBef>
              <a:spcAft>
                <a:spcPts val="0"/>
              </a:spcAft>
              <a:buNone/>
              <a:defRPr sz="1200"/>
            </a:lvl3pPr>
            <a:lvl4pPr lvl="3" rtl="0">
              <a:spcBef>
                <a:spcPts val="500"/>
              </a:spcBef>
              <a:spcAft>
                <a:spcPts val="0"/>
              </a:spcAft>
              <a:buNone/>
              <a:defRPr sz="1200"/>
            </a:lvl4pPr>
            <a:lvl5pPr lvl="4" rtl="0">
              <a:spcBef>
                <a:spcPts val="500"/>
              </a:spcBef>
              <a:spcAft>
                <a:spcPts val="0"/>
              </a:spcAft>
              <a:buNone/>
              <a:defRPr sz="1200"/>
            </a:lvl5pPr>
            <a:lvl6pPr lvl="5" rtl="0">
              <a:spcBef>
                <a:spcPts val="500"/>
              </a:spcBef>
              <a:spcAft>
                <a:spcPts val="0"/>
              </a:spcAft>
              <a:buNone/>
              <a:defRPr sz="1200"/>
            </a:lvl6pPr>
            <a:lvl7pPr lvl="6" rtl="0">
              <a:spcBef>
                <a:spcPts val="500"/>
              </a:spcBef>
              <a:spcAft>
                <a:spcPts val="0"/>
              </a:spcAft>
              <a:buNone/>
              <a:defRPr sz="1200"/>
            </a:lvl7pPr>
            <a:lvl8pPr lvl="7" rtl="0">
              <a:spcBef>
                <a:spcPts val="500"/>
              </a:spcBef>
              <a:spcAft>
                <a:spcPts val="0"/>
              </a:spcAft>
              <a:buNone/>
              <a:defRPr sz="1200"/>
            </a:lvl8pPr>
            <a:lvl9pPr lvl="8" rtl="0">
              <a:spcBef>
                <a:spcPts val="500"/>
              </a:spcBef>
              <a:spcAft>
                <a:spcPts val="500"/>
              </a:spcAft>
              <a:buNone/>
              <a:defRPr sz="1200"/>
            </a:lvl9pPr>
          </a:lstStyle>
          <a:p/>
        </p:txBody>
      </p:sp>
      <p:sp>
        <p:nvSpPr>
          <p:cNvPr id="745" name="Google Shape;745;p49"/>
          <p:cNvSpPr txBox="1"/>
          <p:nvPr>
            <p:ph type="title"/>
          </p:nvPr>
        </p:nvSpPr>
        <p:spPr>
          <a:xfrm>
            <a:off x="5660525" y="1708950"/>
            <a:ext cx="5736300" cy="2117400"/>
          </a:xfrm>
          <a:prstGeom prst="rect">
            <a:avLst/>
          </a:prstGeom>
        </p:spPr>
        <p:txBody>
          <a:bodyPr anchorCtr="0" anchor="b" bIns="0" lIns="0" spcFirstLastPara="1" rIns="0" wrap="square" tIns="0">
            <a:noAutofit/>
          </a:bodyPr>
          <a:lstStyle>
            <a:lvl1pPr indent="0" lvl="0" marL="0" marR="0" rtl="0" algn="l">
              <a:lnSpc>
                <a:spcPct val="100000"/>
              </a:lnSpc>
              <a:spcBef>
                <a:spcPts val="0"/>
              </a:spcBef>
              <a:spcAft>
                <a:spcPts val="0"/>
              </a:spcAft>
              <a:buNone/>
              <a:defRPr b="1" sz="4800">
                <a:solidFill>
                  <a:schemeClr val="dk2"/>
                </a:solidFill>
                <a:latin typeface="Overpass"/>
                <a:ea typeface="Overpass"/>
                <a:cs typeface="Overpass"/>
                <a:sym typeface="Overpass"/>
              </a:defRPr>
            </a:lvl1pPr>
            <a:lvl2pPr lvl="1" rtl="0">
              <a:spcBef>
                <a:spcPts val="0"/>
              </a:spcBef>
              <a:spcAft>
                <a:spcPts val="0"/>
              </a:spcAft>
              <a:buNone/>
              <a:defRPr sz="4800">
                <a:solidFill>
                  <a:schemeClr val="dk2"/>
                </a:solidFill>
              </a:defRPr>
            </a:lvl2pPr>
            <a:lvl3pPr lvl="2" rtl="0">
              <a:spcBef>
                <a:spcPts val="0"/>
              </a:spcBef>
              <a:spcAft>
                <a:spcPts val="0"/>
              </a:spcAft>
              <a:buNone/>
              <a:defRPr sz="4800">
                <a:solidFill>
                  <a:schemeClr val="dk2"/>
                </a:solidFill>
              </a:defRPr>
            </a:lvl3pPr>
            <a:lvl4pPr lvl="3" rtl="0">
              <a:spcBef>
                <a:spcPts val="0"/>
              </a:spcBef>
              <a:spcAft>
                <a:spcPts val="0"/>
              </a:spcAft>
              <a:buNone/>
              <a:defRPr sz="4800">
                <a:solidFill>
                  <a:schemeClr val="dk2"/>
                </a:solidFill>
              </a:defRPr>
            </a:lvl4pPr>
            <a:lvl5pPr lvl="4" rtl="0">
              <a:spcBef>
                <a:spcPts val="0"/>
              </a:spcBef>
              <a:spcAft>
                <a:spcPts val="0"/>
              </a:spcAft>
              <a:buNone/>
              <a:defRPr sz="4800">
                <a:solidFill>
                  <a:schemeClr val="dk2"/>
                </a:solidFill>
              </a:defRPr>
            </a:lvl5pPr>
            <a:lvl6pPr lvl="5" rtl="0">
              <a:spcBef>
                <a:spcPts val="0"/>
              </a:spcBef>
              <a:spcAft>
                <a:spcPts val="0"/>
              </a:spcAft>
              <a:buNone/>
              <a:defRPr sz="4800">
                <a:solidFill>
                  <a:schemeClr val="dk2"/>
                </a:solidFill>
              </a:defRPr>
            </a:lvl6pPr>
            <a:lvl7pPr lvl="6" rtl="0">
              <a:spcBef>
                <a:spcPts val="0"/>
              </a:spcBef>
              <a:spcAft>
                <a:spcPts val="0"/>
              </a:spcAft>
              <a:buNone/>
              <a:defRPr sz="4800">
                <a:solidFill>
                  <a:schemeClr val="dk2"/>
                </a:solidFill>
              </a:defRPr>
            </a:lvl7pPr>
            <a:lvl8pPr lvl="7" rtl="0">
              <a:spcBef>
                <a:spcPts val="0"/>
              </a:spcBef>
              <a:spcAft>
                <a:spcPts val="0"/>
              </a:spcAft>
              <a:buNone/>
              <a:defRPr sz="4800">
                <a:solidFill>
                  <a:schemeClr val="dk2"/>
                </a:solidFill>
              </a:defRPr>
            </a:lvl8pPr>
            <a:lvl9pPr lvl="8" rtl="0">
              <a:spcBef>
                <a:spcPts val="0"/>
              </a:spcBef>
              <a:spcAft>
                <a:spcPts val="0"/>
              </a:spcAft>
              <a:buNone/>
              <a:defRPr sz="4800">
                <a:solidFill>
                  <a:schemeClr val="dk2"/>
                </a:solidFill>
              </a:defRPr>
            </a:lvl9pPr>
          </a:lstStyle>
          <a:p/>
        </p:txBody>
      </p:sp>
      <p:pic>
        <p:nvPicPr>
          <p:cNvPr id="746" name="Google Shape;746;p49"/>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747" name="Google Shape;747;p49"/>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748" name="Google Shape;748;p49"/>
          <p:cNvSpPr txBox="1"/>
          <p:nvPr/>
        </p:nvSpPr>
        <p:spPr>
          <a:xfrm>
            <a:off x="81975" y="6169556"/>
            <a:ext cx="731700" cy="1437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sz="800">
                <a:solidFill>
                  <a:schemeClr val="lt1"/>
                </a:solidFill>
                <a:latin typeface="Overpass SemiBold"/>
                <a:ea typeface="Overpass SemiBold"/>
                <a:cs typeface="Overpass SemiBold"/>
                <a:sym typeface="Overpass SemiBold"/>
              </a:rPr>
              <a:t>‹#›</a:t>
            </a:fld>
            <a:endParaRPr sz="800">
              <a:solidFill>
                <a:schemeClr val="lt1"/>
              </a:solidFill>
              <a:latin typeface="Overpass SemiBold"/>
              <a:ea typeface="Overpass SemiBold"/>
              <a:cs typeface="Overpass SemiBold"/>
              <a:sym typeface="Overpass SemiBo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letelyBlankSlide">
  <p:cSld name="CUSTOM_9_1">
    <p:spTree>
      <p:nvGrpSpPr>
        <p:cNvPr id="749" name="Shape 749"/>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title 1">
  <p:cSld name="TITLE_1_2">
    <p:bg>
      <p:bgPr>
        <a:blipFill>
          <a:blip r:embed="rId2">
            <a:alphaModFix/>
          </a:blip>
          <a:stretch>
            <a:fillRect/>
          </a:stretch>
        </a:blipFill>
      </p:bgPr>
    </p:bg>
    <p:spTree>
      <p:nvGrpSpPr>
        <p:cNvPr id="750" name="Shape 750"/>
        <p:cNvGrpSpPr/>
        <p:nvPr/>
      </p:nvGrpSpPr>
      <p:grpSpPr>
        <a:xfrm>
          <a:off x="0" y="0"/>
          <a:ext cx="0" cy="0"/>
          <a:chOff x="0" y="0"/>
          <a:chExt cx="0" cy="0"/>
        </a:xfrm>
      </p:grpSpPr>
      <p:sp>
        <p:nvSpPr>
          <p:cNvPr id="751" name="Google Shape;751;p51"/>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51"/>
          <p:cNvSpPr txBox="1"/>
          <p:nvPr>
            <p:ph idx="1" type="subTitle"/>
          </p:nvPr>
        </p:nvSpPr>
        <p:spPr>
          <a:xfrm>
            <a:off x="2083725" y="3521825"/>
            <a:ext cx="7533300" cy="9144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2800"/>
              <a:buFont typeface="Red Hat Display"/>
              <a:buNone/>
              <a:defRPr sz="2800">
                <a:solidFill>
                  <a:schemeClr val="lt1"/>
                </a:solidFill>
                <a:latin typeface="Red Hat Display"/>
                <a:ea typeface="Red Hat Display"/>
                <a:cs typeface="Red Hat Display"/>
                <a:sym typeface="Red Hat Display"/>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753" name="Google Shape;753;p51"/>
          <p:cNvSpPr txBox="1"/>
          <p:nvPr>
            <p:ph type="title"/>
          </p:nvPr>
        </p:nvSpPr>
        <p:spPr>
          <a:xfrm>
            <a:off x="2083875" y="1743625"/>
            <a:ext cx="7533300" cy="16005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4800">
                <a:solidFill>
                  <a:schemeClr val="lt1"/>
                </a:solidFill>
                <a:latin typeface="Red Hat Display Medium"/>
                <a:ea typeface="Red Hat Display Medium"/>
                <a:cs typeface="Red Hat Display Medium"/>
                <a:sym typeface="Red Hat Display Medium"/>
              </a:defRPr>
            </a:lvl1pPr>
            <a:lvl2pPr lvl="1" rtl="0">
              <a:lnSpc>
                <a:spcPct val="105000"/>
              </a:lnSpc>
              <a:spcBef>
                <a:spcPts val="0"/>
              </a:spcBef>
              <a:spcAft>
                <a:spcPts val="0"/>
              </a:spcAft>
              <a:buNone/>
              <a:defRPr sz="4700">
                <a:solidFill>
                  <a:schemeClr val="lt1"/>
                </a:solidFill>
              </a:defRPr>
            </a:lvl2pPr>
            <a:lvl3pPr lvl="2" rtl="0">
              <a:lnSpc>
                <a:spcPct val="105000"/>
              </a:lnSpc>
              <a:spcBef>
                <a:spcPts val="0"/>
              </a:spcBef>
              <a:spcAft>
                <a:spcPts val="0"/>
              </a:spcAft>
              <a:buNone/>
              <a:defRPr sz="4700">
                <a:solidFill>
                  <a:schemeClr val="lt1"/>
                </a:solidFill>
              </a:defRPr>
            </a:lvl3pPr>
            <a:lvl4pPr lvl="3" rtl="0">
              <a:lnSpc>
                <a:spcPct val="105000"/>
              </a:lnSpc>
              <a:spcBef>
                <a:spcPts val="0"/>
              </a:spcBef>
              <a:spcAft>
                <a:spcPts val="0"/>
              </a:spcAft>
              <a:buNone/>
              <a:defRPr sz="4700">
                <a:solidFill>
                  <a:schemeClr val="lt1"/>
                </a:solidFill>
              </a:defRPr>
            </a:lvl4pPr>
            <a:lvl5pPr lvl="4" rtl="0">
              <a:lnSpc>
                <a:spcPct val="105000"/>
              </a:lnSpc>
              <a:spcBef>
                <a:spcPts val="0"/>
              </a:spcBef>
              <a:spcAft>
                <a:spcPts val="0"/>
              </a:spcAft>
              <a:buNone/>
              <a:defRPr sz="4700">
                <a:solidFill>
                  <a:schemeClr val="lt1"/>
                </a:solidFill>
              </a:defRPr>
            </a:lvl5pPr>
            <a:lvl6pPr lvl="5" rtl="0">
              <a:lnSpc>
                <a:spcPct val="105000"/>
              </a:lnSpc>
              <a:spcBef>
                <a:spcPts val="0"/>
              </a:spcBef>
              <a:spcAft>
                <a:spcPts val="0"/>
              </a:spcAft>
              <a:buNone/>
              <a:defRPr sz="4700">
                <a:solidFill>
                  <a:schemeClr val="lt1"/>
                </a:solidFill>
              </a:defRPr>
            </a:lvl6pPr>
            <a:lvl7pPr lvl="6" rtl="0">
              <a:lnSpc>
                <a:spcPct val="105000"/>
              </a:lnSpc>
              <a:spcBef>
                <a:spcPts val="0"/>
              </a:spcBef>
              <a:spcAft>
                <a:spcPts val="0"/>
              </a:spcAft>
              <a:buNone/>
              <a:defRPr sz="4700">
                <a:solidFill>
                  <a:schemeClr val="lt1"/>
                </a:solidFill>
              </a:defRPr>
            </a:lvl7pPr>
            <a:lvl8pPr lvl="7" rtl="0">
              <a:lnSpc>
                <a:spcPct val="105000"/>
              </a:lnSpc>
              <a:spcBef>
                <a:spcPts val="0"/>
              </a:spcBef>
              <a:spcAft>
                <a:spcPts val="0"/>
              </a:spcAft>
              <a:buNone/>
              <a:defRPr sz="4700">
                <a:solidFill>
                  <a:schemeClr val="lt1"/>
                </a:solidFill>
              </a:defRPr>
            </a:lvl8pPr>
            <a:lvl9pPr lvl="8" rtl="0">
              <a:lnSpc>
                <a:spcPct val="105000"/>
              </a:lnSpc>
              <a:spcBef>
                <a:spcPts val="0"/>
              </a:spcBef>
              <a:spcAft>
                <a:spcPts val="0"/>
              </a:spcAft>
              <a:buNone/>
              <a:defRPr sz="4700">
                <a:solidFill>
                  <a:schemeClr val="lt1"/>
                </a:solidFill>
              </a:defRPr>
            </a:lvl9pPr>
          </a:lstStyle>
          <a:p/>
        </p:txBody>
      </p:sp>
      <p:sp>
        <p:nvSpPr>
          <p:cNvPr id="754" name="Google Shape;754;p51"/>
          <p:cNvSpPr txBox="1"/>
          <p:nvPr>
            <p:ph idx="2" type="subTitle"/>
          </p:nvPr>
        </p:nvSpPr>
        <p:spPr>
          <a:xfrm>
            <a:off x="2083725" y="4605500"/>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500"/>
              <a:buFont typeface="Red Hat Display Medium"/>
              <a:buNone/>
              <a:defRPr sz="1500">
                <a:solidFill>
                  <a:schemeClr val="lt1"/>
                </a:solidFill>
                <a:latin typeface="Red Hat Display Medium"/>
                <a:ea typeface="Red Hat Display Medium"/>
                <a:cs typeface="Red Hat Display Medium"/>
                <a:sym typeface="Red Hat Display Medium"/>
              </a:defRPr>
            </a:lvl1pPr>
            <a:lvl2pPr lvl="1"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2pPr>
            <a:lvl3pPr lvl="2"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3pPr>
            <a:lvl4pPr lvl="3"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4pPr>
            <a:lvl5pPr lvl="4"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5pPr>
            <a:lvl6pPr lvl="5"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6pPr>
            <a:lvl7pPr lvl="6"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7pPr>
            <a:lvl8pPr lvl="7"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8pPr>
            <a:lvl9pPr lvl="8"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9pPr>
          </a:lstStyle>
          <a:p/>
        </p:txBody>
      </p:sp>
      <p:sp>
        <p:nvSpPr>
          <p:cNvPr id="755" name="Google Shape;755;p51"/>
          <p:cNvSpPr txBox="1"/>
          <p:nvPr>
            <p:ph idx="3" type="subTitle"/>
          </p:nvPr>
        </p:nvSpPr>
        <p:spPr>
          <a:xfrm>
            <a:off x="4471850" y="4605500"/>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500"/>
              <a:buFont typeface="Red Hat Display Medium"/>
              <a:buNone/>
              <a:defRPr sz="1500">
                <a:solidFill>
                  <a:schemeClr val="lt1"/>
                </a:solidFill>
                <a:latin typeface="Red Hat Display Medium"/>
                <a:ea typeface="Red Hat Display Medium"/>
                <a:cs typeface="Red Hat Display Medium"/>
                <a:sym typeface="Red Hat Display Medium"/>
              </a:defRPr>
            </a:lvl1pPr>
            <a:lvl2pPr lvl="1"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2pPr>
            <a:lvl3pPr lvl="2"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3pPr>
            <a:lvl4pPr lvl="3"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4pPr>
            <a:lvl5pPr lvl="4"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5pPr>
            <a:lvl6pPr lvl="5"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6pPr>
            <a:lvl7pPr lvl="6"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7pPr>
            <a:lvl8pPr lvl="7"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8pPr>
            <a:lvl9pPr lvl="8"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9pPr>
          </a:lstStyle>
          <a:p/>
        </p:txBody>
      </p:sp>
      <p:pic>
        <p:nvPicPr>
          <p:cNvPr id="756" name="Google Shape;756;p51"/>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757" name="Google Shape;757;p51"/>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758" name="Google Shape;758;p5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3 1">
  <p:cSld name="CUSTOM_4_4_1">
    <p:spTree>
      <p:nvGrpSpPr>
        <p:cNvPr id="759" name="Shape 759"/>
        <p:cNvGrpSpPr/>
        <p:nvPr/>
      </p:nvGrpSpPr>
      <p:grpSpPr>
        <a:xfrm>
          <a:off x="0" y="0"/>
          <a:ext cx="0" cy="0"/>
          <a:chOff x="0" y="0"/>
          <a:chExt cx="0" cy="0"/>
        </a:xfrm>
      </p:grpSpPr>
      <p:sp>
        <p:nvSpPr>
          <p:cNvPr id="760" name="Google Shape;760;p52"/>
          <p:cNvSpPr txBox="1"/>
          <p:nvPr>
            <p:ph type="title"/>
          </p:nvPr>
        </p:nvSpPr>
        <p:spPr>
          <a:xfrm>
            <a:off x="609600" y="0"/>
            <a:ext cx="10972800" cy="1414500"/>
          </a:xfrm>
          <a:prstGeom prst="rect">
            <a:avLst/>
          </a:prstGeom>
        </p:spPr>
        <p:txBody>
          <a:bodyPr anchorCtr="0" anchor="ctr"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761" name="Google Shape;761;p52"/>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cxnSp>
        <p:nvCxnSpPr>
          <p:cNvPr id="762" name="Google Shape;762;p52"/>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763" name="Google Shape;763;p5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764" name="Google Shape;764;p52"/>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4">
  <p:cSld name="TITLE_4">
    <p:spTree>
      <p:nvGrpSpPr>
        <p:cNvPr id="765" name="Shape 765"/>
        <p:cNvGrpSpPr/>
        <p:nvPr/>
      </p:nvGrpSpPr>
      <p:grpSpPr>
        <a:xfrm>
          <a:off x="0" y="0"/>
          <a:ext cx="0" cy="0"/>
          <a:chOff x="0" y="0"/>
          <a:chExt cx="0" cy="0"/>
        </a:xfrm>
      </p:grpSpPr>
      <p:sp>
        <p:nvSpPr>
          <p:cNvPr id="766" name="Google Shape;766;p53"/>
          <p:cNvSpPr txBox="1"/>
          <p:nvPr>
            <p:ph type="ctrTitle"/>
          </p:nvPr>
        </p:nvSpPr>
        <p:spPr>
          <a:xfrm>
            <a:off x="415611" y="992767"/>
            <a:ext cx="11360700" cy="2736900"/>
          </a:xfrm>
          <a:prstGeom prst="rect">
            <a:avLst/>
          </a:prstGeom>
        </p:spPr>
        <p:txBody>
          <a:bodyPr anchorCtr="0" anchor="b" bIns="0" lIns="0" spcFirstLastPara="1" rIns="0" wrap="square" tIns="0">
            <a:noAutofit/>
          </a:bodyPr>
          <a:lstStyle>
            <a:lvl1pPr lvl="0" rtl="0" algn="ctr">
              <a:spcBef>
                <a:spcPts val="0"/>
              </a:spcBef>
              <a:spcAft>
                <a:spcPts val="0"/>
              </a:spcAft>
              <a:buSzPts val="6900"/>
              <a:buNone/>
              <a:defRPr sz="6900"/>
            </a:lvl1pPr>
            <a:lvl2pPr lvl="1" rtl="0" algn="ctr">
              <a:spcBef>
                <a:spcPts val="0"/>
              </a:spcBef>
              <a:spcAft>
                <a:spcPts val="0"/>
              </a:spcAft>
              <a:buSzPts val="6900"/>
              <a:buNone/>
              <a:defRPr sz="6900"/>
            </a:lvl2pPr>
            <a:lvl3pPr lvl="2" rtl="0" algn="ctr">
              <a:spcBef>
                <a:spcPts val="0"/>
              </a:spcBef>
              <a:spcAft>
                <a:spcPts val="0"/>
              </a:spcAft>
              <a:buSzPts val="6900"/>
              <a:buNone/>
              <a:defRPr sz="6900"/>
            </a:lvl3pPr>
            <a:lvl4pPr lvl="3" rtl="0" algn="ctr">
              <a:spcBef>
                <a:spcPts val="0"/>
              </a:spcBef>
              <a:spcAft>
                <a:spcPts val="0"/>
              </a:spcAft>
              <a:buSzPts val="6900"/>
              <a:buNone/>
              <a:defRPr sz="6900"/>
            </a:lvl4pPr>
            <a:lvl5pPr lvl="4" rtl="0" algn="ctr">
              <a:spcBef>
                <a:spcPts val="0"/>
              </a:spcBef>
              <a:spcAft>
                <a:spcPts val="0"/>
              </a:spcAft>
              <a:buSzPts val="6900"/>
              <a:buNone/>
              <a:defRPr sz="6900"/>
            </a:lvl5pPr>
            <a:lvl6pPr lvl="5" rtl="0" algn="ctr">
              <a:spcBef>
                <a:spcPts val="0"/>
              </a:spcBef>
              <a:spcAft>
                <a:spcPts val="0"/>
              </a:spcAft>
              <a:buSzPts val="6900"/>
              <a:buNone/>
              <a:defRPr sz="6900"/>
            </a:lvl6pPr>
            <a:lvl7pPr lvl="6" rtl="0" algn="ctr">
              <a:spcBef>
                <a:spcPts val="0"/>
              </a:spcBef>
              <a:spcAft>
                <a:spcPts val="0"/>
              </a:spcAft>
              <a:buSzPts val="6900"/>
              <a:buNone/>
              <a:defRPr sz="6900"/>
            </a:lvl7pPr>
            <a:lvl8pPr lvl="7" rtl="0" algn="ctr">
              <a:spcBef>
                <a:spcPts val="0"/>
              </a:spcBef>
              <a:spcAft>
                <a:spcPts val="0"/>
              </a:spcAft>
              <a:buSzPts val="6900"/>
              <a:buNone/>
              <a:defRPr sz="6900"/>
            </a:lvl8pPr>
            <a:lvl9pPr lvl="8" rtl="0" algn="ctr">
              <a:spcBef>
                <a:spcPts val="0"/>
              </a:spcBef>
              <a:spcAft>
                <a:spcPts val="0"/>
              </a:spcAft>
              <a:buSzPts val="6900"/>
              <a:buNone/>
              <a:defRPr sz="6900"/>
            </a:lvl9pPr>
          </a:lstStyle>
          <a:p/>
        </p:txBody>
      </p:sp>
      <p:sp>
        <p:nvSpPr>
          <p:cNvPr id="767" name="Google Shape;767;p53"/>
          <p:cNvSpPr txBox="1"/>
          <p:nvPr>
            <p:ph idx="1" type="subTitle"/>
          </p:nvPr>
        </p:nvSpPr>
        <p:spPr>
          <a:xfrm>
            <a:off x="415600" y="3778833"/>
            <a:ext cx="11360700" cy="1056900"/>
          </a:xfrm>
          <a:prstGeom prst="rect">
            <a:avLst/>
          </a:prstGeom>
        </p:spPr>
        <p:txBody>
          <a:bodyPr anchorCtr="0" anchor="t" bIns="0" lIns="0" spcFirstLastPara="1" rIns="0" wrap="square" tIns="0">
            <a:noAutofit/>
          </a:bodyPr>
          <a:lstStyle>
            <a:lvl1pPr lvl="0" rtl="0" algn="ctr">
              <a:lnSpc>
                <a:spcPct val="100000"/>
              </a:lnSpc>
              <a:spcBef>
                <a:spcPts val="0"/>
              </a:spcBef>
              <a:spcAft>
                <a:spcPts val="0"/>
              </a:spcAft>
              <a:buSzPts val="3700"/>
              <a:buNone/>
              <a:defRPr sz="3700"/>
            </a:lvl1pPr>
            <a:lvl2pPr lvl="1" rtl="0" algn="ctr">
              <a:lnSpc>
                <a:spcPct val="100000"/>
              </a:lnSpc>
              <a:spcBef>
                <a:spcPts val="0"/>
              </a:spcBef>
              <a:spcAft>
                <a:spcPts val="0"/>
              </a:spcAft>
              <a:buSzPts val="3700"/>
              <a:buNone/>
              <a:defRPr sz="3700"/>
            </a:lvl2pPr>
            <a:lvl3pPr lvl="2" rtl="0" algn="ctr">
              <a:lnSpc>
                <a:spcPct val="100000"/>
              </a:lnSpc>
              <a:spcBef>
                <a:spcPts val="0"/>
              </a:spcBef>
              <a:spcAft>
                <a:spcPts val="0"/>
              </a:spcAft>
              <a:buSzPts val="3700"/>
              <a:buNone/>
              <a:defRPr sz="3700"/>
            </a:lvl3pPr>
            <a:lvl4pPr lvl="3" rtl="0" algn="ctr">
              <a:lnSpc>
                <a:spcPct val="100000"/>
              </a:lnSpc>
              <a:spcBef>
                <a:spcPts val="0"/>
              </a:spcBef>
              <a:spcAft>
                <a:spcPts val="0"/>
              </a:spcAft>
              <a:buSzPts val="3700"/>
              <a:buNone/>
              <a:defRPr sz="3700"/>
            </a:lvl4pPr>
            <a:lvl5pPr lvl="4" rtl="0" algn="ctr">
              <a:lnSpc>
                <a:spcPct val="100000"/>
              </a:lnSpc>
              <a:spcBef>
                <a:spcPts val="0"/>
              </a:spcBef>
              <a:spcAft>
                <a:spcPts val="0"/>
              </a:spcAft>
              <a:buSzPts val="3700"/>
              <a:buNone/>
              <a:defRPr sz="3700"/>
            </a:lvl5pPr>
            <a:lvl6pPr lvl="5" rtl="0" algn="ctr">
              <a:lnSpc>
                <a:spcPct val="100000"/>
              </a:lnSpc>
              <a:spcBef>
                <a:spcPts val="0"/>
              </a:spcBef>
              <a:spcAft>
                <a:spcPts val="0"/>
              </a:spcAft>
              <a:buSzPts val="3700"/>
              <a:buNone/>
              <a:defRPr sz="3700"/>
            </a:lvl6pPr>
            <a:lvl7pPr lvl="6" rtl="0" algn="ctr">
              <a:lnSpc>
                <a:spcPct val="100000"/>
              </a:lnSpc>
              <a:spcBef>
                <a:spcPts val="0"/>
              </a:spcBef>
              <a:spcAft>
                <a:spcPts val="0"/>
              </a:spcAft>
              <a:buSzPts val="3700"/>
              <a:buNone/>
              <a:defRPr sz="3700"/>
            </a:lvl7pPr>
            <a:lvl8pPr lvl="7" rtl="0" algn="ctr">
              <a:lnSpc>
                <a:spcPct val="100000"/>
              </a:lnSpc>
              <a:spcBef>
                <a:spcPts val="0"/>
              </a:spcBef>
              <a:spcAft>
                <a:spcPts val="0"/>
              </a:spcAft>
              <a:buSzPts val="3700"/>
              <a:buNone/>
              <a:defRPr sz="3700"/>
            </a:lvl8pPr>
            <a:lvl9pPr lvl="8" rtl="0" algn="ctr">
              <a:lnSpc>
                <a:spcPct val="100000"/>
              </a:lnSpc>
              <a:spcBef>
                <a:spcPts val="0"/>
              </a:spcBef>
              <a:spcAft>
                <a:spcPts val="0"/>
              </a:spcAft>
              <a:buSzPts val="3700"/>
              <a:buNone/>
              <a:defRPr sz="3700"/>
            </a:lvl9pPr>
          </a:lstStyle>
          <a:p/>
        </p:txBody>
      </p:sp>
      <p:sp>
        <p:nvSpPr>
          <p:cNvPr id="768" name="Google Shape;768;p5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p:cSld name="CUSTOM_4_21_3">
    <p:spTree>
      <p:nvGrpSpPr>
        <p:cNvPr id="769" name="Shape 769"/>
        <p:cNvGrpSpPr/>
        <p:nvPr/>
      </p:nvGrpSpPr>
      <p:grpSpPr>
        <a:xfrm>
          <a:off x="0" y="0"/>
          <a:ext cx="0" cy="0"/>
          <a:chOff x="0" y="0"/>
          <a:chExt cx="0" cy="0"/>
        </a:xfrm>
      </p:grpSpPr>
      <p:sp>
        <p:nvSpPr>
          <p:cNvPr id="770" name="Google Shape;770;p54"/>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771" name="Google Shape;771;p54"/>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772" name="Google Shape;772;p5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773" name="Google Shape;773;p54"/>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774" name="Google Shape;774;p5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775" name="Google Shape;775;p54"/>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76" name="Google Shape;776;p54"/>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77" name="Shape 777"/>
        <p:cNvGrpSpPr/>
        <p:nvPr/>
      </p:nvGrpSpPr>
      <p:grpSpPr>
        <a:xfrm>
          <a:off x="0" y="0"/>
          <a:ext cx="0" cy="0"/>
          <a:chOff x="0" y="0"/>
          <a:chExt cx="0" cy="0"/>
        </a:xfrm>
      </p:grpSpPr>
      <p:sp>
        <p:nvSpPr>
          <p:cNvPr id="778" name="Google Shape;778;p55"/>
          <p:cNvSpPr txBox="1"/>
          <p:nvPr>
            <p:ph type="title"/>
          </p:nvPr>
        </p:nvSpPr>
        <p:spPr>
          <a:xfrm>
            <a:off x="415600" y="593367"/>
            <a:ext cx="11360700" cy="763500"/>
          </a:xfrm>
          <a:prstGeom prst="rect">
            <a:avLst/>
          </a:prstGeom>
        </p:spPr>
        <p:txBody>
          <a:bodyPr anchorCtr="0" anchor="t" bIns="0" lIns="0" spcFirstLastPara="1" rIns="0" wrap="square" tIns="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779" name="Google Shape;779;p55"/>
          <p:cNvSpPr txBox="1"/>
          <p:nvPr>
            <p:ph idx="1" type="body"/>
          </p:nvPr>
        </p:nvSpPr>
        <p:spPr>
          <a:xfrm>
            <a:off x="415600" y="1536633"/>
            <a:ext cx="11360700" cy="4555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500"/>
              </a:spcBef>
              <a:spcAft>
                <a:spcPts val="0"/>
              </a:spcAft>
              <a:buSzPts val="1800"/>
              <a:buChar char="･"/>
              <a:defRPr/>
            </a:lvl2pPr>
            <a:lvl3pPr indent="-342900" lvl="2" marL="1371600" rtl="0">
              <a:spcBef>
                <a:spcPts val="500"/>
              </a:spcBef>
              <a:spcAft>
                <a:spcPts val="0"/>
              </a:spcAft>
              <a:buSzPts val="1800"/>
              <a:buChar char="･"/>
              <a:defRPr/>
            </a:lvl3pPr>
            <a:lvl4pPr indent="-342900" lvl="3" marL="1828800" rtl="0">
              <a:spcBef>
                <a:spcPts val="500"/>
              </a:spcBef>
              <a:spcAft>
                <a:spcPts val="0"/>
              </a:spcAft>
              <a:buSzPts val="1800"/>
              <a:buChar char="･"/>
              <a:defRPr/>
            </a:lvl4pPr>
            <a:lvl5pPr indent="-342900" lvl="4" marL="2286000" rtl="0">
              <a:spcBef>
                <a:spcPts val="500"/>
              </a:spcBef>
              <a:spcAft>
                <a:spcPts val="0"/>
              </a:spcAft>
              <a:buSzPts val="1800"/>
              <a:buChar char="･"/>
              <a:defRPr/>
            </a:lvl5pPr>
            <a:lvl6pPr indent="-342900" lvl="5" marL="2743200" rtl="0">
              <a:spcBef>
                <a:spcPts val="500"/>
              </a:spcBef>
              <a:spcAft>
                <a:spcPts val="0"/>
              </a:spcAft>
              <a:buSzPts val="1800"/>
              <a:buChar char="･"/>
              <a:defRPr/>
            </a:lvl6pPr>
            <a:lvl7pPr indent="-342900" lvl="6" marL="3200400" rtl="0">
              <a:spcBef>
                <a:spcPts val="500"/>
              </a:spcBef>
              <a:spcAft>
                <a:spcPts val="0"/>
              </a:spcAft>
              <a:buSzPts val="1800"/>
              <a:buChar char="･"/>
              <a:defRPr/>
            </a:lvl7pPr>
            <a:lvl8pPr indent="-342900" lvl="7" marL="3657600" rtl="0">
              <a:spcBef>
                <a:spcPts val="500"/>
              </a:spcBef>
              <a:spcAft>
                <a:spcPts val="0"/>
              </a:spcAft>
              <a:buSzPts val="1800"/>
              <a:buChar char="･"/>
              <a:defRPr/>
            </a:lvl8pPr>
            <a:lvl9pPr indent="-342900" lvl="8" marL="4114800" rtl="0">
              <a:spcBef>
                <a:spcPts val="500"/>
              </a:spcBef>
              <a:spcAft>
                <a:spcPts val="500"/>
              </a:spcAft>
              <a:buSzPts val="1800"/>
              <a:buChar char="･"/>
              <a:defRPr/>
            </a:lvl9pPr>
          </a:lstStyle>
          <a:p/>
        </p:txBody>
      </p:sp>
      <p:sp>
        <p:nvSpPr>
          <p:cNvPr id="780" name="Google Shape;780;p5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black">
  <p:cSld name="CUSTOM_4_1_1_2">
    <p:bg>
      <p:bgPr>
        <a:solidFill>
          <a:srgbClr val="141414"/>
        </a:solidFill>
      </p:bgPr>
    </p:bg>
    <p:spTree>
      <p:nvGrpSpPr>
        <p:cNvPr id="781" name="Shape 781"/>
        <p:cNvGrpSpPr/>
        <p:nvPr/>
      </p:nvGrpSpPr>
      <p:grpSpPr>
        <a:xfrm>
          <a:off x="0" y="0"/>
          <a:ext cx="0" cy="0"/>
          <a:chOff x="0" y="0"/>
          <a:chExt cx="0" cy="0"/>
        </a:xfrm>
      </p:grpSpPr>
      <p:sp>
        <p:nvSpPr>
          <p:cNvPr id="782" name="Google Shape;782;p56"/>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EBEBEB"/>
                </a:solidFill>
              </a:defRPr>
            </a:lvl1pPr>
            <a:lvl2pPr lvl="1" rtl="0" algn="ctr">
              <a:lnSpc>
                <a:spcPct val="130000"/>
              </a:lnSpc>
              <a:spcBef>
                <a:spcPts val="0"/>
              </a:spcBef>
              <a:spcAft>
                <a:spcPts val="0"/>
              </a:spcAft>
              <a:buNone/>
              <a:defRPr sz="2700">
                <a:solidFill>
                  <a:srgbClr val="EBEBEB"/>
                </a:solidFill>
              </a:defRPr>
            </a:lvl2pPr>
            <a:lvl3pPr lvl="2" rtl="0" algn="ctr">
              <a:lnSpc>
                <a:spcPct val="130000"/>
              </a:lnSpc>
              <a:spcBef>
                <a:spcPts val="0"/>
              </a:spcBef>
              <a:spcAft>
                <a:spcPts val="0"/>
              </a:spcAft>
              <a:buNone/>
              <a:defRPr sz="2700">
                <a:solidFill>
                  <a:srgbClr val="EBEBEB"/>
                </a:solidFill>
              </a:defRPr>
            </a:lvl3pPr>
            <a:lvl4pPr lvl="3" rtl="0" algn="ctr">
              <a:lnSpc>
                <a:spcPct val="130000"/>
              </a:lnSpc>
              <a:spcBef>
                <a:spcPts val="0"/>
              </a:spcBef>
              <a:spcAft>
                <a:spcPts val="0"/>
              </a:spcAft>
              <a:buNone/>
              <a:defRPr sz="2700">
                <a:solidFill>
                  <a:srgbClr val="EBEBEB"/>
                </a:solidFill>
              </a:defRPr>
            </a:lvl4pPr>
            <a:lvl5pPr lvl="4" rtl="0" algn="ctr">
              <a:lnSpc>
                <a:spcPct val="130000"/>
              </a:lnSpc>
              <a:spcBef>
                <a:spcPts val="0"/>
              </a:spcBef>
              <a:spcAft>
                <a:spcPts val="0"/>
              </a:spcAft>
              <a:buNone/>
              <a:defRPr sz="2700">
                <a:solidFill>
                  <a:srgbClr val="EBEBEB"/>
                </a:solidFill>
              </a:defRPr>
            </a:lvl5pPr>
            <a:lvl6pPr lvl="5" rtl="0" algn="ctr">
              <a:lnSpc>
                <a:spcPct val="130000"/>
              </a:lnSpc>
              <a:spcBef>
                <a:spcPts val="0"/>
              </a:spcBef>
              <a:spcAft>
                <a:spcPts val="0"/>
              </a:spcAft>
              <a:buNone/>
              <a:defRPr sz="2700">
                <a:solidFill>
                  <a:srgbClr val="EBEBEB"/>
                </a:solidFill>
              </a:defRPr>
            </a:lvl6pPr>
            <a:lvl7pPr lvl="6" rtl="0" algn="ctr">
              <a:lnSpc>
                <a:spcPct val="130000"/>
              </a:lnSpc>
              <a:spcBef>
                <a:spcPts val="0"/>
              </a:spcBef>
              <a:spcAft>
                <a:spcPts val="0"/>
              </a:spcAft>
              <a:buNone/>
              <a:defRPr sz="2700">
                <a:solidFill>
                  <a:srgbClr val="EBEBEB"/>
                </a:solidFill>
              </a:defRPr>
            </a:lvl7pPr>
            <a:lvl8pPr lvl="7" rtl="0" algn="ctr">
              <a:lnSpc>
                <a:spcPct val="130000"/>
              </a:lnSpc>
              <a:spcBef>
                <a:spcPts val="0"/>
              </a:spcBef>
              <a:spcAft>
                <a:spcPts val="0"/>
              </a:spcAft>
              <a:buNone/>
              <a:defRPr sz="2700">
                <a:solidFill>
                  <a:srgbClr val="EBEBEB"/>
                </a:solidFill>
              </a:defRPr>
            </a:lvl8pPr>
            <a:lvl9pPr lvl="8" rtl="0" algn="ctr">
              <a:lnSpc>
                <a:spcPct val="130000"/>
              </a:lnSpc>
              <a:spcBef>
                <a:spcPts val="0"/>
              </a:spcBef>
              <a:spcAft>
                <a:spcPts val="0"/>
              </a:spcAft>
              <a:buNone/>
              <a:defRPr sz="2700">
                <a:solidFill>
                  <a:srgbClr val="EBEBEB"/>
                </a:solidFill>
              </a:defRPr>
            </a:lvl9pPr>
          </a:lstStyle>
          <a:p/>
        </p:txBody>
      </p:sp>
      <p:cxnSp>
        <p:nvCxnSpPr>
          <p:cNvPr id="783" name="Google Shape;783;p56"/>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784" name="Google Shape;784;p5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BEBEB"/>
              </a:buClr>
              <a:buSzPts val="900"/>
              <a:buFont typeface="Overpass SemiBold"/>
              <a:buNone/>
              <a:defRPr sz="900">
                <a:solidFill>
                  <a:srgbClr val="EBEBEB"/>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BEBEB"/>
              </a:buClr>
              <a:buSzPts val="900"/>
              <a:buFont typeface="Overpass SemiBold"/>
              <a:buNone/>
              <a:defRPr sz="900">
                <a:solidFill>
                  <a:srgbClr val="EBEBEB"/>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BEBEB"/>
              </a:buClr>
              <a:buSzPts val="900"/>
              <a:buFont typeface="Overpass SemiBold"/>
              <a:buNone/>
              <a:defRPr sz="900">
                <a:solidFill>
                  <a:srgbClr val="EBEBEB"/>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BEBEB"/>
              </a:buClr>
              <a:buSzPts val="900"/>
              <a:buFont typeface="Overpass SemiBold"/>
              <a:buNone/>
              <a:defRPr sz="900">
                <a:solidFill>
                  <a:srgbClr val="EBEBEB"/>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BEBEB"/>
              </a:buClr>
              <a:buSzPts val="900"/>
              <a:buFont typeface="Overpass SemiBold"/>
              <a:buNone/>
              <a:defRPr sz="900">
                <a:solidFill>
                  <a:srgbClr val="EBEBEB"/>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BEBEB"/>
              </a:buClr>
              <a:buSzPts val="900"/>
              <a:buFont typeface="Overpass SemiBold"/>
              <a:buNone/>
              <a:defRPr sz="900">
                <a:solidFill>
                  <a:srgbClr val="EBEBEB"/>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BEBEB"/>
              </a:buClr>
              <a:buSzPts val="900"/>
              <a:buFont typeface="Overpass SemiBold"/>
              <a:buNone/>
              <a:defRPr sz="900">
                <a:solidFill>
                  <a:srgbClr val="EBEBEB"/>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BEBEB"/>
              </a:buClr>
              <a:buSzPts val="900"/>
              <a:buFont typeface="Overpass SemiBold"/>
              <a:buNone/>
              <a:defRPr sz="900">
                <a:solidFill>
                  <a:srgbClr val="EBEBEB"/>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BEBEB"/>
              </a:buClr>
              <a:buSzPts val="900"/>
              <a:buFont typeface="Overpass SemiBold"/>
              <a:buNone/>
              <a:defRPr sz="900">
                <a:solidFill>
                  <a:srgbClr val="EBEBEB"/>
                </a:solidFill>
                <a:latin typeface="Overpass SemiBold"/>
                <a:ea typeface="Overpass SemiBold"/>
                <a:cs typeface="Overpass SemiBold"/>
                <a:sym typeface="Overpass SemiBold"/>
              </a:defRPr>
            </a:lvl9pPr>
          </a:lstStyle>
          <a:p/>
        </p:txBody>
      </p:sp>
      <p:cxnSp>
        <p:nvCxnSpPr>
          <p:cNvPr id="785" name="Google Shape;785;p56"/>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786" name="Google Shape;786;p5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rgbClr val="EBEBEB"/>
                </a:solidFill>
                <a:latin typeface="Overpass SemiBold"/>
                <a:ea typeface="Overpass SemiBold"/>
                <a:cs typeface="Overpass SemiBold"/>
                <a:sym typeface="Overpass SemiBold"/>
              </a:defRPr>
            </a:lvl1pPr>
            <a:lvl2pPr lvl="1" rtl="0" algn="ctr">
              <a:buNone/>
              <a:defRPr sz="800">
                <a:solidFill>
                  <a:srgbClr val="EBEBEB"/>
                </a:solidFill>
                <a:latin typeface="Overpass SemiBold"/>
                <a:ea typeface="Overpass SemiBold"/>
                <a:cs typeface="Overpass SemiBold"/>
                <a:sym typeface="Overpass SemiBold"/>
              </a:defRPr>
            </a:lvl2pPr>
            <a:lvl3pPr lvl="2" rtl="0" algn="ctr">
              <a:buNone/>
              <a:defRPr sz="800">
                <a:solidFill>
                  <a:srgbClr val="EBEBEB"/>
                </a:solidFill>
                <a:latin typeface="Overpass SemiBold"/>
                <a:ea typeface="Overpass SemiBold"/>
                <a:cs typeface="Overpass SemiBold"/>
                <a:sym typeface="Overpass SemiBold"/>
              </a:defRPr>
            </a:lvl3pPr>
            <a:lvl4pPr lvl="3" rtl="0" algn="ctr">
              <a:buNone/>
              <a:defRPr sz="800">
                <a:solidFill>
                  <a:srgbClr val="EBEBEB"/>
                </a:solidFill>
                <a:latin typeface="Overpass SemiBold"/>
                <a:ea typeface="Overpass SemiBold"/>
                <a:cs typeface="Overpass SemiBold"/>
                <a:sym typeface="Overpass SemiBold"/>
              </a:defRPr>
            </a:lvl4pPr>
            <a:lvl5pPr lvl="4" rtl="0" algn="ctr">
              <a:buNone/>
              <a:defRPr sz="800">
                <a:solidFill>
                  <a:srgbClr val="EBEBEB"/>
                </a:solidFill>
                <a:latin typeface="Overpass SemiBold"/>
                <a:ea typeface="Overpass SemiBold"/>
                <a:cs typeface="Overpass SemiBold"/>
                <a:sym typeface="Overpass SemiBold"/>
              </a:defRPr>
            </a:lvl5pPr>
            <a:lvl6pPr lvl="5" rtl="0" algn="ctr">
              <a:buNone/>
              <a:defRPr sz="800">
                <a:solidFill>
                  <a:srgbClr val="EBEBEB"/>
                </a:solidFill>
                <a:latin typeface="Overpass SemiBold"/>
                <a:ea typeface="Overpass SemiBold"/>
                <a:cs typeface="Overpass SemiBold"/>
                <a:sym typeface="Overpass SemiBold"/>
              </a:defRPr>
            </a:lvl6pPr>
            <a:lvl7pPr lvl="6" rtl="0" algn="ctr">
              <a:buNone/>
              <a:defRPr sz="800">
                <a:solidFill>
                  <a:srgbClr val="EBEBEB"/>
                </a:solidFill>
                <a:latin typeface="Overpass SemiBold"/>
                <a:ea typeface="Overpass SemiBold"/>
                <a:cs typeface="Overpass SemiBold"/>
                <a:sym typeface="Overpass SemiBold"/>
              </a:defRPr>
            </a:lvl7pPr>
            <a:lvl8pPr lvl="7" rtl="0" algn="ctr">
              <a:buNone/>
              <a:defRPr sz="800">
                <a:solidFill>
                  <a:srgbClr val="EBEBEB"/>
                </a:solidFill>
                <a:latin typeface="Overpass SemiBold"/>
                <a:ea typeface="Overpass SemiBold"/>
                <a:cs typeface="Overpass SemiBold"/>
                <a:sym typeface="Overpass SemiBold"/>
              </a:defRPr>
            </a:lvl8pPr>
            <a:lvl9pPr lvl="8" rtl="0" algn="ctr">
              <a:buNone/>
              <a:defRPr sz="800">
                <a:solidFill>
                  <a:srgbClr val="EBEBEB"/>
                </a:solidFill>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sp>
        <p:nvSpPr>
          <p:cNvPr id="787" name="Google Shape;787;p56"/>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EBEBEB"/>
                </a:solidFill>
              </a:defRPr>
            </a:lvl1pPr>
            <a:lvl2pPr lvl="1" rtl="0">
              <a:lnSpc>
                <a:spcPct val="142000"/>
              </a:lnSpc>
              <a:spcBef>
                <a:spcPts val="0"/>
              </a:spcBef>
              <a:spcAft>
                <a:spcPts val="0"/>
              </a:spcAft>
              <a:buNone/>
              <a:defRPr sz="700">
                <a:solidFill>
                  <a:srgbClr val="EBEBEB"/>
                </a:solidFill>
              </a:defRPr>
            </a:lvl2pPr>
            <a:lvl3pPr lvl="2" rtl="0">
              <a:lnSpc>
                <a:spcPct val="142000"/>
              </a:lnSpc>
              <a:spcBef>
                <a:spcPts val="0"/>
              </a:spcBef>
              <a:spcAft>
                <a:spcPts val="0"/>
              </a:spcAft>
              <a:buNone/>
              <a:defRPr sz="700">
                <a:solidFill>
                  <a:srgbClr val="EBEBEB"/>
                </a:solidFill>
              </a:defRPr>
            </a:lvl3pPr>
            <a:lvl4pPr lvl="3" rtl="0">
              <a:lnSpc>
                <a:spcPct val="142000"/>
              </a:lnSpc>
              <a:spcBef>
                <a:spcPts val="0"/>
              </a:spcBef>
              <a:spcAft>
                <a:spcPts val="0"/>
              </a:spcAft>
              <a:buNone/>
              <a:defRPr sz="700">
                <a:solidFill>
                  <a:srgbClr val="EBEBEB"/>
                </a:solidFill>
              </a:defRPr>
            </a:lvl4pPr>
            <a:lvl5pPr lvl="4" rtl="0">
              <a:lnSpc>
                <a:spcPct val="142000"/>
              </a:lnSpc>
              <a:spcBef>
                <a:spcPts val="0"/>
              </a:spcBef>
              <a:spcAft>
                <a:spcPts val="0"/>
              </a:spcAft>
              <a:buNone/>
              <a:defRPr sz="700">
                <a:solidFill>
                  <a:srgbClr val="EBEBEB"/>
                </a:solidFill>
              </a:defRPr>
            </a:lvl5pPr>
            <a:lvl6pPr lvl="5" rtl="0">
              <a:lnSpc>
                <a:spcPct val="142000"/>
              </a:lnSpc>
              <a:spcBef>
                <a:spcPts val="0"/>
              </a:spcBef>
              <a:spcAft>
                <a:spcPts val="0"/>
              </a:spcAft>
              <a:buNone/>
              <a:defRPr sz="700">
                <a:solidFill>
                  <a:srgbClr val="EBEBEB"/>
                </a:solidFill>
              </a:defRPr>
            </a:lvl6pPr>
            <a:lvl7pPr lvl="6" rtl="0">
              <a:lnSpc>
                <a:spcPct val="142000"/>
              </a:lnSpc>
              <a:spcBef>
                <a:spcPts val="0"/>
              </a:spcBef>
              <a:spcAft>
                <a:spcPts val="0"/>
              </a:spcAft>
              <a:buNone/>
              <a:defRPr sz="700">
                <a:solidFill>
                  <a:srgbClr val="EBEBEB"/>
                </a:solidFill>
              </a:defRPr>
            </a:lvl7pPr>
            <a:lvl8pPr lvl="7" rtl="0">
              <a:lnSpc>
                <a:spcPct val="142000"/>
              </a:lnSpc>
              <a:spcBef>
                <a:spcPts val="0"/>
              </a:spcBef>
              <a:spcAft>
                <a:spcPts val="0"/>
              </a:spcAft>
              <a:buNone/>
              <a:defRPr sz="700">
                <a:solidFill>
                  <a:srgbClr val="EBEBEB"/>
                </a:solidFill>
              </a:defRPr>
            </a:lvl8pPr>
            <a:lvl9pPr lvl="8" rtl="0">
              <a:lnSpc>
                <a:spcPct val="142000"/>
              </a:lnSpc>
              <a:spcBef>
                <a:spcPts val="0"/>
              </a:spcBef>
              <a:spcAft>
                <a:spcPts val="0"/>
              </a:spcAft>
              <a:buNone/>
              <a:defRPr sz="700">
                <a:solidFill>
                  <a:srgbClr val="EBEBEB"/>
                </a:solidFill>
              </a:defRPr>
            </a:lvl9pPr>
          </a:lstStyle>
          <a:p/>
        </p:txBody>
      </p:sp>
      <p:pic>
        <p:nvPicPr>
          <p:cNvPr id="788" name="Google Shape;788;p56"/>
          <p:cNvPicPr preferRelativeResize="0"/>
          <p:nvPr/>
        </p:nvPicPr>
        <p:blipFill>
          <a:blip r:embed="rId2">
            <a:alphaModFix/>
          </a:blip>
          <a:stretch>
            <a:fillRect/>
          </a:stretch>
        </p:blipFill>
        <p:spPr>
          <a:xfrm>
            <a:off x="10711279" y="6312505"/>
            <a:ext cx="975850" cy="229612"/>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5 1">
  <p:cSld name="CUSTOM_4_26_1">
    <p:spTree>
      <p:nvGrpSpPr>
        <p:cNvPr id="789" name="Shape 789"/>
        <p:cNvGrpSpPr/>
        <p:nvPr/>
      </p:nvGrpSpPr>
      <p:grpSpPr>
        <a:xfrm>
          <a:off x="0" y="0"/>
          <a:ext cx="0" cy="0"/>
          <a:chOff x="0" y="0"/>
          <a:chExt cx="0" cy="0"/>
        </a:xfrm>
      </p:grpSpPr>
      <p:sp>
        <p:nvSpPr>
          <p:cNvPr id="790" name="Google Shape;790;p57"/>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700">
                <a:solidFill>
                  <a:srgbClr val="000000"/>
                </a:solidFill>
              </a:defRPr>
            </a:lvl1pPr>
            <a:lvl2pPr lvl="1" algn="ctr">
              <a:lnSpc>
                <a:spcPct val="130000"/>
              </a:lnSpc>
              <a:spcBef>
                <a:spcPts val="0"/>
              </a:spcBef>
              <a:spcAft>
                <a:spcPts val="0"/>
              </a:spcAft>
              <a:buNone/>
              <a:defRPr sz="2700">
                <a:solidFill>
                  <a:srgbClr val="000000"/>
                </a:solidFill>
              </a:defRPr>
            </a:lvl2pPr>
            <a:lvl3pPr lvl="2" algn="ctr">
              <a:lnSpc>
                <a:spcPct val="130000"/>
              </a:lnSpc>
              <a:spcBef>
                <a:spcPts val="0"/>
              </a:spcBef>
              <a:spcAft>
                <a:spcPts val="0"/>
              </a:spcAft>
              <a:buNone/>
              <a:defRPr sz="2700">
                <a:solidFill>
                  <a:srgbClr val="000000"/>
                </a:solidFill>
              </a:defRPr>
            </a:lvl3pPr>
            <a:lvl4pPr lvl="3" algn="ctr">
              <a:lnSpc>
                <a:spcPct val="130000"/>
              </a:lnSpc>
              <a:spcBef>
                <a:spcPts val="0"/>
              </a:spcBef>
              <a:spcAft>
                <a:spcPts val="0"/>
              </a:spcAft>
              <a:buNone/>
              <a:defRPr sz="2700">
                <a:solidFill>
                  <a:srgbClr val="000000"/>
                </a:solidFill>
              </a:defRPr>
            </a:lvl4pPr>
            <a:lvl5pPr lvl="4" algn="ctr">
              <a:lnSpc>
                <a:spcPct val="130000"/>
              </a:lnSpc>
              <a:spcBef>
                <a:spcPts val="0"/>
              </a:spcBef>
              <a:spcAft>
                <a:spcPts val="0"/>
              </a:spcAft>
              <a:buNone/>
              <a:defRPr sz="2700">
                <a:solidFill>
                  <a:srgbClr val="000000"/>
                </a:solidFill>
              </a:defRPr>
            </a:lvl5pPr>
            <a:lvl6pPr lvl="5" algn="ctr">
              <a:lnSpc>
                <a:spcPct val="130000"/>
              </a:lnSpc>
              <a:spcBef>
                <a:spcPts val="0"/>
              </a:spcBef>
              <a:spcAft>
                <a:spcPts val="0"/>
              </a:spcAft>
              <a:buNone/>
              <a:defRPr sz="2700">
                <a:solidFill>
                  <a:srgbClr val="000000"/>
                </a:solidFill>
              </a:defRPr>
            </a:lvl6pPr>
            <a:lvl7pPr lvl="6" algn="ctr">
              <a:lnSpc>
                <a:spcPct val="130000"/>
              </a:lnSpc>
              <a:spcBef>
                <a:spcPts val="0"/>
              </a:spcBef>
              <a:spcAft>
                <a:spcPts val="0"/>
              </a:spcAft>
              <a:buNone/>
              <a:defRPr sz="2700">
                <a:solidFill>
                  <a:srgbClr val="000000"/>
                </a:solidFill>
              </a:defRPr>
            </a:lvl7pPr>
            <a:lvl8pPr lvl="7" algn="ctr">
              <a:lnSpc>
                <a:spcPct val="130000"/>
              </a:lnSpc>
              <a:spcBef>
                <a:spcPts val="0"/>
              </a:spcBef>
              <a:spcAft>
                <a:spcPts val="0"/>
              </a:spcAft>
              <a:buNone/>
              <a:defRPr sz="2700">
                <a:solidFill>
                  <a:srgbClr val="000000"/>
                </a:solidFill>
              </a:defRPr>
            </a:lvl8pPr>
            <a:lvl9pPr lvl="8" algn="ctr">
              <a:lnSpc>
                <a:spcPct val="130000"/>
              </a:lnSpc>
              <a:spcBef>
                <a:spcPts val="0"/>
              </a:spcBef>
              <a:spcAft>
                <a:spcPts val="0"/>
              </a:spcAft>
              <a:buNone/>
              <a:defRPr sz="2700">
                <a:solidFill>
                  <a:srgbClr val="000000"/>
                </a:solidFill>
              </a:defRPr>
            </a:lvl9pPr>
          </a:lstStyle>
          <a:p/>
        </p:txBody>
      </p:sp>
      <p:cxnSp>
        <p:nvCxnSpPr>
          <p:cNvPr id="791" name="Google Shape;791;p57"/>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792" name="Google Shape;792;p5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793" name="Google Shape;793;p57"/>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794" name="Google Shape;794;p5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Overpass SemiBold"/>
                <a:ea typeface="Overpass SemiBold"/>
                <a:cs typeface="Overpass SemiBold"/>
                <a:sym typeface="Overpass SemiBold"/>
              </a:defRPr>
            </a:lvl1pPr>
            <a:lvl2pPr lvl="1" algn="ctr">
              <a:buNone/>
              <a:defRPr sz="800">
                <a:latin typeface="Overpass SemiBold"/>
                <a:ea typeface="Overpass SemiBold"/>
                <a:cs typeface="Overpass SemiBold"/>
                <a:sym typeface="Overpass SemiBold"/>
              </a:defRPr>
            </a:lvl2pPr>
            <a:lvl3pPr lvl="2" algn="ctr">
              <a:buNone/>
              <a:defRPr sz="800">
                <a:latin typeface="Overpass SemiBold"/>
                <a:ea typeface="Overpass SemiBold"/>
                <a:cs typeface="Overpass SemiBold"/>
                <a:sym typeface="Overpass SemiBold"/>
              </a:defRPr>
            </a:lvl3pPr>
            <a:lvl4pPr lvl="3" algn="ctr">
              <a:buNone/>
              <a:defRPr sz="800">
                <a:latin typeface="Overpass SemiBold"/>
                <a:ea typeface="Overpass SemiBold"/>
                <a:cs typeface="Overpass SemiBold"/>
                <a:sym typeface="Overpass SemiBold"/>
              </a:defRPr>
            </a:lvl4pPr>
            <a:lvl5pPr lvl="4" algn="ctr">
              <a:buNone/>
              <a:defRPr sz="800">
                <a:latin typeface="Overpass SemiBold"/>
                <a:ea typeface="Overpass SemiBold"/>
                <a:cs typeface="Overpass SemiBold"/>
                <a:sym typeface="Overpass SemiBold"/>
              </a:defRPr>
            </a:lvl5pPr>
            <a:lvl6pPr lvl="5" algn="ctr">
              <a:buNone/>
              <a:defRPr sz="800">
                <a:latin typeface="Overpass SemiBold"/>
                <a:ea typeface="Overpass SemiBold"/>
                <a:cs typeface="Overpass SemiBold"/>
                <a:sym typeface="Overpass SemiBold"/>
              </a:defRPr>
            </a:lvl6pPr>
            <a:lvl7pPr lvl="6" algn="ctr">
              <a:buNone/>
              <a:defRPr sz="800">
                <a:latin typeface="Overpass SemiBold"/>
                <a:ea typeface="Overpass SemiBold"/>
                <a:cs typeface="Overpass SemiBold"/>
                <a:sym typeface="Overpass SemiBold"/>
              </a:defRPr>
            </a:lvl7pPr>
            <a:lvl8pPr lvl="7" algn="ctr">
              <a:buNone/>
              <a:defRPr sz="800">
                <a:latin typeface="Overpass SemiBold"/>
                <a:ea typeface="Overpass SemiBold"/>
                <a:cs typeface="Overpass SemiBold"/>
                <a:sym typeface="Overpass SemiBold"/>
              </a:defRPr>
            </a:lvl8pPr>
            <a:lvl9pPr lvl="8"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795" name="Google Shape;795;p57"/>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96" name="Google Shape;796;p57"/>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a:lnSpc>
                <a:spcPct val="142000"/>
              </a:lnSpc>
              <a:spcBef>
                <a:spcPts val="0"/>
              </a:spcBef>
              <a:spcAft>
                <a:spcPts val="0"/>
              </a:spcAft>
              <a:buNone/>
              <a:defRPr sz="700">
                <a:solidFill>
                  <a:srgbClr val="4D4D4F"/>
                </a:solidFill>
              </a:defRPr>
            </a:lvl1pPr>
            <a:lvl2pPr lvl="1">
              <a:lnSpc>
                <a:spcPct val="142000"/>
              </a:lnSpc>
              <a:spcBef>
                <a:spcPts val="0"/>
              </a:spcBef>
              <a:spcAft>
                <a:spcPts val="0"/>
              </a:spcAft>
              <a:buNone/>
              <a:defRPr sz="700">
                <a:solidFill>
                  <a:srgbClr val="4D4D4F"/>
                </a:solidFill>
              </a:defRPr>
            </a:lvl2pPr>
            <a:lvl3pPr lvl="2">
              <a:lnSpc>
                <a:spcPct val="142000"/>
              </a:lnSpc>
              <a:spcBef>
                <a:spcPts val="0"/>
              </a:spcBef>
              <a:spcAft>
                <a:spcPts val="0"/>
              </a:spcAft>
              <a:buNone/>
              <a:defRPr sz="700">
                <a:solidFill>
                  <a:srgbClr val="4D4D4F"/>
                </a:solidFill>
              </a:defRPr>
            </a:lvl3pPr>
            <a:lvl4pPr lvl="3">
              <a:lnSpc>
                <a:spcPct val="142000"/>
              </a:lnSpc>
              <a:spcBef>
                <a:spcPts val="0"/>
              </a:spcBef>
              <a:spcAft>
                <a:spcPts val="0"/>
              </a:spcAft>
              <a:buNone/>
              <a:defRPr sz="700">
                <a:solidFill>
                  <a:srgbClr val="4D4D4F"/>
                </a:solidFill>
              </a:defRPr>
            </a:lvl4pPr>
            <a:lvl5pPr lvl="4">
              <a:lnSpc>
                <a:spcPct val="142000"/>
              </a:lnSpc>
              <a:spcBef>
                <a:spcPts val="0"/>
              </a:spcBef>
              <a:spcAft>
                <a:spcPts val="0"/>
              </a:spcAft>
              <a:buNone/>
              <a:defRPr sz="700">
                <a:solidFill>
                  <a:srgbClr val="4D4D4F"/>
                </a:solidFill>
              </a:defRPr>
            </a:lvl5pPr>
            <a:lvl6pPr lvl="5">
              <a:lnSpc>
                <a:spcPct val="142000"/>
              </a:lnSpc>
              <a:spcBef>
                <a:spcPts val="0"/>
              </a:spcBef>
              <a:spcAft>
                <a:spcPts val="0"/>
              </a:spcAft>
              <a:buNone/>
              <a:defRPr sz="700">
                <a:solidFill>
                  <a:srgbClr val="4D4D4F"/>
                </a:solidFill>
              </a:defRPr>
            </a:lvl6pPr>
            <a:lvl7pPr lvl="6">
              <a:lnSpc>
                <a:spcPct val="142000"/>
              </a:lnSpc>
              <a:spcBef>
                <a:spcPts val="0"/>
              </a:spcBef>
              <a:spcAft>
                <a:spcPts val="0"/>
              </a:spcAft>
              <a:buNone/>
              <a:defRPr sz="700">
                <a:solidFill>
                  <a:srgbClr val="4D4D4F"/>
                </a:solidFill>
              </a:defRPr>
            </a:lvl7pPr>
            <a:lvl8pPr lvl="7">
              <a:lnSpc>
                <a:spcPct val="142000"/>
              </a:lnSpc>
              <a:spcBef>
                <a:spcPts val="0"/>
              </a:spcBef>
              <a:spcAft>
                <a:spcPts val="0"/>
              </a:spcAft>
              <a:buNone/>
              <a:defRPr sz="700">
                <a:solidFill>
                  <a:srgbClr val="4D4D4F"/>
                </a:solidFill>
              </a:defRPr>
            </a:lvl8pPr>
            <a:lvl9pPr lvl="8">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title" type="title">
  <p:cSld name="TITLE">
    <p:bg>
      <p:bgPr>
        <a:blipFill>
          <a:blip r:embed="rId2">
            <a:alphaModFix/>
          </a:blip>
          <a:stretch>
            <a:fillRect/>
          </a:stretch>
        </a:blipFill>
      </p:bgPr>
    </p:bg>
    <p:spTree>
      <p:nvGrpSpPr>
        <p:cNvPr id="802" name="Shape 802"/>
        <p:cNvGrpSpPr/>
        <p:nvPr/>
      </p:nvGrpSpPr>
      <p:grpSpPr>
        <a:xfrm>
          <a:off x="0" y="0"/>
          <a:ext cx="0" cy="0"/>
          <a:chOff x="0" y="0"/>
          <a:chExt cx="0" cy="0"/>
        </a:xfrm>
      </p:grpSpPr>
      <p:sp>
        <p:nvSpPr>
          <p:cNvPr id="803" name="Google Shape;803;p59"/>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59"/>
          <p:cNvSpPr txBox="1"/>
          <p:nvPr>
            <p:ph idx="1" type="subTitle"/>
          </p:nvPr>
        </p:nvSpPr>
        <p:spPr>
          <a:xfrm>
            <a:off x="2083725" y="3521825"/>
            <a:ext cx="7533300" cy="9144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2800"/>
              <a:buFont typeface="Red Hat Display"/>
              <a:buNone/>
              <a:defRPr sz="2800">
                <a:solidFill>
                  <a:schemeClr val="lt1"/>
                </a:solidFill>
                <a:latin typeface="Red Hat Display"/>
                <a:ea typeface="Red Hat Display"/>
                <a:cs typeface="Red Hat Display"/>
                <a:sym typeface="Red Hat Display"/>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805" name="Google Shape;805;p59"/>
          <p:cNvSpPr txBox="1"/>
          <p:nvPr>
            <p:ph type="title"/>
          </p:nvPr>
        </p:nvSpPr>
        <p:spPr>
          <a:xfrm>
            <a:off x="2083875" y="1743625"/>
            <a:ext cx="7533300" cy="16002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4800">
                <a:solidFill>
                  <a:schemeClr val="lt1"/>
                </a:solidFill>
                <a:latin typeface="Red Hat Display Medium"/>
                <a:ea typeface="Red Hat Display Medium"/>
                <a:cs typeface="Red Hat Display Medium"/>
                <a:sym typeface="Red Hat Display Medium"/>
              </a:defRPr>
            </a:lvl1pPr>
            <a:lvl2pPr lvl="1" rtl="0">
              <a:lnSpc>
                <a:spcPct val="105000"/>
              </a:lnSpc>
              <a:spcBef>
                <a:spcPts val="0"/>
              </a:spcBef>
              <a:spcAft>
                <a:spcPts val="0"/>
              </a:spcAft>
              <a:buNone/>
              <a:defRPr sz="4600">
                <a:solidFill>
                  <a:schemeClr val="lt1"/>
                </a:solidFill>
              </a:defRPr>
            </a:lvl2pPr>
            <a:lvl3pPr lvl="2" rtl="0">
              <a:lnSpc>
                <a:spcPct val="105000"/>
              </a:lnSpc>
              <a:spcBef>
                <a:spcPts val="0"/>
              </a:spcBef>
              <a:spcAft>
                <a:spcPts val="0"/>
              </a:spcAft>
              <a:buNone/>
              <a:defRPr sz="4600">
                <a:solidFill>
                  <a:schemeClr val="lt1"/>
                </a:solidFill>
              </a:defRPr>
            </a:lvl3pPr>
            <a:lvl4pPr lvl="3" rtl="0">
              <a:lnSpc>
                <a:spcPct val="105000"/>
              </a:lnSpc>
              <a:spcBef>
                <a:spcPts val="0"/>
              </a:spcBef>
              <a:spcAft>
                <a:spcPts val="0"/>
              </a:spcAft>
              <a:buNone/>
              <a:defRPr sz="4600">
                <a:solidFill>
                  <a:schemeClr val="lt1"/>
                </a:solidFill>
              </a:defRPr>
            </a:lvl4pPr>
            <a:lvl5pPr lvl="4" rtl="0">
              <a:lnSpc>
                <a:spcPct val="105000"/>
              </a:lnSpc>
              <a:spcBef>
                <a:spcPts val="0"/>
              </a:spcBef>
              <a:spcAft>
                <a:spcPts val="0"/>
              </a:spcAft>
              <a:buNone/>
              <a:defRPr sz="4600">
                <a:solidFill>
                  <a:schemeClr val="lt1"/>
                </a:solidFill>
              </a:defRPr>
            </a:lvl5pPr>
            <a:lvl6pPr lvl="5" rtl="0">
              <a:lnSpc>
                <a:spcPct val="105000"/>
              </a:lnSpc>
              <a:spcBef>
                <a:spcPts val="0"/>
              </a:spcBef>
              <a:spcAft>
                <a:spcPts val="0"/>
              </a:spcAft>
              <a:buNone/>
              <a:defRPr sz="4600">
                <a:solidFill>
                  <a:schemeClr val="lt1"/>
                </a:solidFill>
              </a:defRPr>
            </a:lvl6pPr>
            <a:lvl7pPr lvl="6" rtl="0">
              <a:lnSpc>
                <a:spcPct val="105000"/>
              </a:lnSpc>
              <a:spcBef>
                <a:spcPts val="0"/>
              </a:spcBef>
              <a:spcAft>
                <a:spcPts val="0"/>
              </a:spcAft>
              <a:buNone/>
              <a:defRPr sz="4600">
                <a:solidFill>
                  <a:schemeClr val="lt1"/>
                </a:solidFill>
              </a:defRPr>
            </a:lvl7pPr>
            <a:lvl8pPr lvl="7" rtl="0">
              <a:lnSpc>
                <a:spcPct val="105000"/>
              </a:lnSpc>
              <a:spcBef>
                <a:spcPts val="0"/>
              </a:spcBef>
              <a:spcAft>
                <a:spcPts val="0"/>
              </a:spcAft>
              <a:buNone/>
              <a:defRPr sz="4600">
                <a:solidFill>
                  <a:schemeClr val="lt1"/>
                </a:solidFill>
              </a:defRPr>
            </a:lvl8pPr>
            <a:lvl9pPr lvl="8" rtl="0">
              <a:lnSpc>
                <a:spcPct val="105000"/>
              </a:lnSpc>
              <a:spcBef>
                <a:spcPts val="0"/>
              </a:spcBef>
              <a:spcAft>
                <a:spcPts val="0"/>
              </a:spcAft>
              <a:buNone/>
              <a:defRPr sz="4600">
                <a:solidFill>
                  <a:schemeClr val="lt1"/>
                </a:solidFill>
              </a:defRPr>
            </a:lvl9pPr>
          </a:lstStyle>
          <a:p/>
        </p:txBody>
      </p:sp>
      <p:sp>
        <p:nvSpPr>
          <p:cNvPr id="806" name="Google Shape;806;p59"/>
          <p:cNvSpPr txBox="1"/>
          <p:nvPr>
            <p:ph idx="2" type="subTitle"/>
          </p:nvPr>
        </p:nvSpPr>
        <p:spPr>
          <a:xfrm>
            <a:off x="2083725" y="4605500"/>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400"/>
              <a:buFont typeface="Red Hat Display Medium"/>
              <a:buNone/>
              <a:defRPr sz="1400">
                <a:solidFill>
                  <a:schemeClr val="lt1"/>
                </a:solidFill>
                <a:latin typeface="Red Hat Display Medium"/>
                <a:ea typeface="Red Hat Display Medium"/>
                <a:cs typeface="Red Hat Display Medium"/>
                <a:sym typeface="Red Hat Display Medium"/>
              </a:defRPr>
            </a:lvl1pPr>
            <a:lvl2pPr lvl="1"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2pPr>
            <a:lvl3pPr lvl="2"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3pPr>
            <a:lvl4pPr lvl="3"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4pPr>
            <a:lvl5pPr lvl="4"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5pPr>
            <a:lvl6pPr lvl="5"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6pPr>
            <a:lvl7pPr lvl="6"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7pPr>
            <a:lvl8pPr lvl="7"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8pPr>
            <a:lvl9pPr lvl="8"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9pPr>
          </a:lstStyle>
          <a:p/>
        </p:txBody>
      </p:sp>
      <p:sp>
        <p:nvSpPr>
          <p:cNvPr id="807" name="Google Shape;807;p59"/>
          <p:cNvSpPr txBox="1"/>
          <p:nvPr>
            <p:ph idx="3" type="subTitle"/>
          </p:nvPr>
        </p:nvSpPr>
        <p:spPr>
          <a:xfrm>
            <a:off x="4471850" y="4605500"/>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400"/>
              <a:buFont typeface="Red Hat Display Medium"/>
              <a:buNone/>
              <a:defRPr sz="1400">
                <a:solidFill>
                  <a:schemeClr val="lt1"/>
                </a:solidFill>
                <a:latin typeface="Red Hat Display Medium"/>
                <a:ea typeface="Red Hat Display Medium"/>
                <a:cs typeface="Red Hat Display Medium"/>
                <a:sym typeface="Red Hat Display Medium"/>
              </a:defRPr>
            </a:lvl1pPr>
            <a:lvl2pPr lvl="1"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2pPr>
            <a:lvl3pPr lvl="2"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3pPr>
            <a:lvl4pPr lvl="3"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4pPr>
            <a:lvl5pPr lvl="4"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5pPr>
            <a:lvl6pPr lvl="5"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6pPr>
            <a:lvl7pPr lvl="6"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7pPr>
            <a:lvl8pPr lvl="7"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8pPr>
            <a:lvl9pPr lvl="8"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9pPr>
          </a:lstStyle>
          <a:p/>
        </p:txBody>
      </p:sp>
      <p:pic>
        <p:nvPicPr>
          <p:cNvPr id="808" name="Google Shape;808;p59"/>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809" name="Google Shape;809;p59"/>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810" name="Google Shape;810;p5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closing">
  <p:cSld name="TITLE_1">
    <p:bg>
      <p:bgPr>
        <a:blipFill>
          <a:blip r:embed="rId2">
            <a:alphaModFix/>
          </a:blip>
          <a:stretch>
            <a:fillRect/>
          </a:stretch>
        </a:blipFill>
      </p:bgPr>
    </p:bg>
    <p:spTree>
      <p:nvGrpSpPr>
        <p:cNvPr id="811" name="Shape 811"/>
        <p:cNvGrpSpPr/>
        <p:nvPr/>
      </p:nvGrpSpPr>
      <p:grpSpPr>
        <a:xfrm>
          <a:off x="0" y="0"/>
          <a:ext cx="0" cy="0"/>
          <a:chOff x="0" y="0"/>
          <a:chExt cx="0" cy="0"/>
        </a:xfrm>
      </p:grpSpPr>
      <p:sp>
        <p:nvSpPr>
          <p:cNvPr id="812" name="Google Shape;812;p60"/>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60"/>
          <p:cNvSpPr txBox="1"/>
          <p:nvPr>
            <p:ph idx="1" type="subTitle"/>
          </p:nvPr>
        </p:nvSpPr>
        <p:spPr>
          <a:xfrm>
            <a:off x="2083725" y="3008425"/>
            <a:ext cx="4146300" cy="15249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1pPr>
            <a:lvl2pPr lvl="1" rtl="0">
              <a:lnSpc>
                <a:spcPct val="180000"/>
              </a:lnSpc>
              <a:spcBef>
                <a:spcPts val="0"/>
              </a:spcBef>
              <a:spcAft>
                <a:spcPts val="0"/>
              </a:spcAft>
              <a:buClr>
                <a:schemeClr val="lt1"/>
              </a:buClr>
              <a:buSzPts val="1400"/>
              <a:buNone/>
              <a:defRPr sz="1400">
                <a:solidFill>
                  <a:schemeClr val="lt1"/>
                </a:solidFill>
              </a:defRPr>
            </a:lvl2pPr>
            <a:lvl3pPr lvl="2" rtl="0">
              <a:lnSpc>
                <a:spcPct val="180000"/>
              </a:lnSpc>
              <a:spcBef>
                <a:spcPts val="0"/>
              </a:spcBef>
              <a:spcAft>
                <a:spcPts val="0"/>
              </a:spcAft>
              <a:buClr>
                <a:schemeClr val="lt1"/>
              </a:buClr>
              <a:buSzPts val="1400"/>
              <a:buNone/>
              <a:defRPr sz="1400">
                <a:solidFill>
                  <a:schemeClr val="lt1"/>
                </a:solidFill>
              </a:defRPr>
            </a:lvl3pPr>
            <a:lvl4pPr lvl="3" rtl="0">
              <a:lnSpc>
                <a:spcPct val="180000"/>
              </a:lnSpc>
              <a:spcBef>
                <a:spcPts val="0"/>
              </a:spcBef>
              <a:spcAft>
                <a:spcPts val="0"/>
              </a:spcAft>
              <a:buClr>
                <a:schemeClr val="lt1"/>
              </a:buClr>
              <a:buSzPts val="1400"/>
              <a:buNone/>
              <a:defRPr sz="1400">
                <a:solidFill>
                  <a:schemeClr val="lt1"/>
                </a:solidFill>
              </a:defRPr>
            </a:lvl4pPr>
            <a:lvl5pPr lvl="4" rtl="0">
              <a:lnSpc>
                <a:spcPct val="180000"/>
              </a:lnSpc>
              <a:spcBef>
                <a:spcPts val="0"/>
              </a:spcBef>
              <a:spcAft>
                <a:spcPts val="0"/>
              </a:spcAft>
              <a:buClr>
                <a:schemeClr val="lt1"/>
              </a:buClr>
              <a:buSzPts val="1400"/>
              <a:buNone/>
              <a:defRPr sz="1400">
                <a:solidFill>
                  <a:schemeClr val="lt1"/>
                </a:solidFill>
              </a:defRPr>
            </a:lvl5pPr>
            <a:lvl6pPr lvl="5" rtl="0">
              <a:lnSpc>
                <a:spcPct val="180000"/>
              </a:lnSpc>
              <a:spcBef>
                <a:spcPts val="0"/>
              </a:spcBef>
              <a:spcAft>
                <a:spcPts val="0"/>
              </a:spcAft>
              <a:buClr>
                <a:schemeClr val="lt1"/>
              </a:buClr>
              <a:buSzPts val="1400"/>
              <a:buNone/>
              <a:defRPr sz="1400">
                <a:solidFill>
                  <a:schemeClr val="lt1"/>
                </a:solidFill>
              </a:defRPr>
            </a:lvl6pPr>
            <a:lvl7pPr lvl="6" rtl="0">
              <a:lnSpc>
                <a:spcPct val="180000"/>
              </a:lnSpc>
              <a:spcBef>
                <a:spcPts val="0"/>
              </a:spcBef>
              <a:spcAft>
                <a:spcPts val="0"/>
              </a:spcAft>
              <a:buClr>
                <a:schemeClr val="lt1"/>
              </a:buClr>
              <a:buSzPts val="1400"/>
              <a:buNone/>
              <a:defRPr sz="1400">
                <a:solidFill>
                  <a:schemeClr val="lt1"/>
                </a:solidFill>
              </a:defRPr>
            </a:lvl7pPr>
            <a:lvl8pPr lvl="7" rtl="0">
              <a:lnSpc>
                <a:spcPct val="180000"/>
              </a:lnSpc>
              <a:spcBef>
                <a:spcPts val="0"/>
              </a:spcBef>
              <a:spcAft>
                <a:spcPts val="0"/>
              </a:spcAft>
              <a:buClr>
                <a:schemeClr val="lt1"/>
              </a:buClr>
              <a:buSzPts val="1400"/>
              <a:buNone/>
              <a:defRPr sz="1400">
                <a:solidFill>
                  <a:schemeClr val="lt1"/>
                </a:solidFill>
              </a:defRPr>
            </a:lvl8pPr>
            <a:lvl9pPr lvl="8" rtl="0">
              <a:lnSpc>
                <a:spcPct val="180000"/>
              </a:lnSpc>
              <a:spcBef>
                <a:spcPts val="0"/>
              </a:spcBef>
              <a:spcAft>
                <a:spcPts val="0"/>
              </a:spcAft>
              <a:buClr>
                <a:schemeClr val="lt1"/>
              </a:buClr>
              <a:buSzPts val="1400"/>
              <a:buNone/>
              <a:defRPr sz="1400">
                <a:solidFill>
                  <a:schemeClr val="lt1"/>
                </a:solidFill>
              </a:defRPr>
            </a:lvl9pPr>
          </a:lstStyle>
          <a:p/>
        </p:txBody>
      </p:sp>
      <p:sp>
        <p:nvSpPr>
          <p:cNvPr id="814" name="Google Shape;814;p60"/>
          <p:cNvSpPr txBox="1"/>
          <p:nvPr>
            <p:ph type="title"/>
          </p:nvPr>
        </p:nvSpPr>
        <p:spPr>
          <a:xfrm>
            <a:off x="2083875" y="568625"/>
            <a:ext cx="4905000" cy="19854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5400">
                <a:solidFill>
                  <a:schemeClr val="lt1"/>
                </a:solidFill>
                <a:latin typeface="Red Hat Display Medium"/>
                <a:ea typeface="Red Hat Display Medium"/>
                <a:cs typeface="Red Hat Display Medium"/>
                <a:sym typeface="Red Hat Display Medium"/>
              </a:defRPr>
            </a:lvl1pPr>
            <a:lvl2pPr lvl="1" rtl="0">
              <a:lnSpc>
                <a:spcPct val="105000"/>
              </a:lnSpc>
              <a:spcBef>
                <a:spcPts val="0"/>
              </a:spcBef>
              <a:spcAft>
                <a:spcPts val="0"/>
              </a:spcAft>
              <a:buNone/>
              <a:defRPr sz="7000">
                <a:solidFill>
                  <a:schemeClr val="lt1"/>
                </a:solidFill>
              </a:defRPr>
            </a:lvl2pPr>
            <a:lvl3pPr lvl="2" rtl="0">
              <a:lnSpc>
                <a:spcPct val="105000"/>
              </a:lnSpc>
              <a:spcBef>
                <a:spcPts val="0"/>
              </a:spcBef>
              <a:spcAft>
                <a:spcPts val="0"/>
              </a:spcAft>
              <a:buNone/>
              <a:defRPr sz="7000">
                <a:solidFill>
                  <a:schemeClr val="lt1"/>
                </a:solidFill>
              </a:defRPr>
            </a:lvl3pPr>
            <a:lvl4pPr lvl="3" rtl="0">
              <a:lnSpc>
                <a:spcPct val="105000"/>
              </a:lnSpc>
              <a:spcBef>
                <a:spcPts val="0"/>
              </a:spcBef>
              <a:spcAft>
                <a:spcPts val="0"/>
              </a:spcAft>
              <a:buNone/>
              <a:defRPr sz="7000">
                <a:solidFill>
                  <a:schemeClr val="lt1"/>
                </a:solidFill>
              </a:defRPr>
            </a:lvl4pPr>
            <a:lvl5pPr lvl="4" rtl="0">
              <a:lnSpc>
                <a:spcPct val="105000"/>
              </a:lnSpc>
              <a:spcBef>
                <a:spcPts val="0"/>
              </a:spcBef>
              <a:spcAft>
                <a:spcPts val="0"/>
              </a:spcAft>
              <a:buNone/>
              <a:defRPr sz="7000">
                <a:solidFill>
                  <a:schemeClr val="lt1"/>
                </a:solidFill>
              </a:defRPr>
            </a:lvl5pPr>
            <a:lvl6pPr lvl="5" rtl="0">
              <a:lnSpc>
                <a:spcPct val="105000"/>
              </a:lnSpc>
              <a:spcBef>
                <a:spcPts val="0"/>
              </a:spcBef>
              <a:spcAft>
                <a:spcPts val="0"/>
              </a:spcAft>
              <a:buNone/>
              <a:defRPr sz="7000">
                <a:solidFill>
                  <a:schemeClr val="lt1"/>
                </a:solidFill>
              </a:defRPr>
            </a:lvl6pPr>
            <a:lvl7pPr lvl="6" rtl="0">
              <a:lnSpc>
                <a:spcPct val="105000"/>
              </a:lnSpc>
              <a:spcBef>
                <a:spcPts val="0"/>
              </a:spcBef>
              <a:spcAft>
                <a:spcPts val="0"/>
              </a:spcAft>
              <a:buNone/>
              <a:defRPr sz="7000">
                <a:solidFill>
                  <a:schemeClr val="lt1"/>
                </a:solidFill>
              </a:defRPr>
            </a:lvl7pPr>
            <a:lvl8pPr lvl="7" rtl="0">
              <a:lnSpc>
                <a:spcPct val="105000"/>
              </a:lnSpc>
              <a:spcBef>
                <a:spcPts val="0"/>
              </a:spcBef>
              <a:spcAft>
                <a:spcPts val="0"/>
              </a:spcAft>
              <a:buNone/>
              <a:defRPr sz="7000">
                <a:solidFill>
                  <a:schemeClr val="lt1"/>
                </a:solidFill>
              </a:defRPr>
            </a:lvl8pPr>
            <a:lvl9pPr lvl="8" rtl="0">
              <a:lnSpc>
                <a:spcPct val="105000"/>
              </a:lnSpc>
              <a:spcBef>
                <a:spcPts val="0"/>
              </a:spcBef>
              <a:spcAft>
                <a:spcPts val="0"/>
              </a:spcAft>
              <a:buNone/>
              <a:defRPr sz="7000">
                <a:solidFill>
                  <a:schemeClr val="lt1"/>
                </a:solidFill>
              </a:defRPr>
            </a:lvl9pPr>
          </a:lstStyle>
          <a:p/>
        </p:txBody>
      </p:sp>
      <p:pic>
        <p:nvPicPr>
          <p:cNvPr id="815" name="Google Shape;815;p60"/>
          <p:cNvPicPr preferRelativeResize="0"/>
          <p:nvPr/>
        </p:nvPicPr>
        <p:blipFill>
          <a:blip r:embed="rId3">
            <a:alphaModFix/>
          </a:blip>
          <a:stretch>
            <a:fillRect/>
          </a:stretch>
        </p:blipFill>
        <p:spPr>
          <a:xfrm>
            <a:off x="10106850" y="6203986"/>
            <a:ext cx="1580275" cy="372766"/>
          </a:xfrm>
          <a:prstGeom prst="rect">
            <a:avLst/>
          </a:prstGeom>
          <a:noFill/>
          <a:ln>
            <a:noFill/>
          </a:ln>
        </p:spPr>
      </p:pic>
      <p:pic>
        <p:nvPicPr>
          <p:cNvPr id="816" name="Google Shape;816;p60"/>
          <p:cNvPicPr preferRelativeResize="0"/>
          <p:nvPr/>
        </p:nvPicPr>
        <p:blipFill rotWithShape="1">
          <a:blip r:embed="rId4">
            <a:alphaModFix/>
          </a:blip>
          <a:srcRect b="0" l="0" r="0" t="0"/>
          <a:stretch/>
        </p:blipFill>
        <p:spPr>
          <a:xfrm>
            <a:off x="7542672" y="3470249"/>
            <a:ext cx="282625" cy="282625"/>
          </a:xfrm>
          <a:prstGeom prst="rect">
            <a:avLst/>
          </a:prstGeom>
          <a:noFill/>
          <a:ln>
            <a:noFill/>
          </a:ln>
        </p:spPr>
      </p:pic>
      <p:pic>
        <p:nvPicPr>
          <p:cNvPr id="817" name="Google Shape;817;p60"/>
          <p:cNvPicPr preferRelativeResize="0"/>
          <p:nvPr/>
        </p:nvPicPr>
        <p:blipFill rotWithShape="1">
          <a:blip r:embed="rId5">
            <a:alphaModFix/>
          </a:blip>
          <a:srcRect b="0" l="0" r="0" t="0"/>
          <a:stretch/>
        </p:blipFill>
        <p:spPr>
          <a:xfrm>
            <a:off x="7542672" y="2778374"/>
            <a:ext cx="282625" cy="282625"/>
          </a:xfrm>
          <a:prstGeom prst="rect">
            <a:avLst/>
          </a:prstGeom>
          <a:noFill/>
          <a:ln>
            <a:noFill/>
          </a:ln>
        </p:spPr>
      </p:pic>
      <p:pic>
        <p:nvPicPr>
          <p:cNvPr id="818" name="Google Shape;818;p60"/>
          <p:cNvPicPr preferRelativeResize="0"/>
          <p:nvPr/>
        </p:nvPicPr>
        <p:blipFill rotWithShape="1">
          <a:blip r:embed="rId6">
            <a:alphaModFix/>
          </a:blip>
          <a:srcRect b="0" l="0" r="0" t="0"/>
          <a:stretch/>
        </p:blipFill>
        <p:spPr>
          <a:xfrm>
            <a:off x="7542674" y="2086500"/>
            <a:ext cx="282625" cy="282625"/>
          </a:xfrm>
          <a:prstGeom prst="rect">
            <a:avLst/>
          </a:prstGeom>
          <a:noFill/>
          <a:ln>
            <a:noFill/>
          </a:ln>
        </p:spPr>
      </p:pic>
      <p:pic>
        <p:nvPicPr>
          <p:cNvPr id="819" name="Google Shape;819;p60"/>
          <p:cNvPicPr preferRelativeResize="0"/>
          <p:nvPr/>
        </p:nvPicPr>
        <p:blipFill rotWithShape="1">
          <a:blip r:embed="rId7">
            <a:alphaModFix/>
          </a:blip>
          <a:srcRect b="0" l="0" r="0" t="0"/>
          <a:stretch/>
        </p:blipFill>
        <p:spPr>
          <a:xfrm>
            <a:off x="7542672" y="4162124"/>
            <a:ext cx="282625" cy="282625"/>
          </a:xfrm>
          <a:prstGeom prst="rect">
            <a:avLst/>
          </a:prstGeom>
          <a:noFill/>
          <a:ln>
            <a:noFill/>
          </a:ln>
        </p:spPr>
      </p:pic>
      <p:sp>
        <p:nvSpPr>
          <p:cNvPr id="820" name="Google Shape;820;p60"/>
          <p:cNvSpPr txBox="1"/>
          <p:nvPr/>
        </p:nvSpPr>
        <p:spPr>
          <a:xfrm>
            <a:off x="7960472" y="199982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linkedin.com/company/red-hat</a:t>
            </a:r>
            <a:endParaRPr>
              <a:solidFill>
                <a:schemeClr val="lt1"/>
              </a:solidFill>
              <a:latin typeface="Red Hat Display"/>
              <a:ea typeface="Red Hat Display"/>
              <a:cs typeface="Red Hat Display"/>
              <a:sym typeface="Red Hat Display"/>
            </a:endParaRPr>
          </a:p>
        </p:txBody>
      </p:sp>
      <p:sp>
        <p:nvSpPr>
          <p:cNvPr id="821" name="Google Shape;821;p60"/>
          <p:cNvSpPr txBox="1"/>
          <p:nvPr/>
        </p:nvSpPr>
        <p:spPr>
          <a:xfrm>
            <a:off x="7960472" y="269167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youtube.com/user/RedHatVideos</a:t>
            </a:r>
            <a:endParaRPr>
              <a:solidFill>
                <a:schemeClr val="lt1"/>
              </a:solidFill>
              <a:latin typeface="Red Hat Display"/>
              <a:ea typeface="Red Hat Display"/>
              <a:cs typeface="Red Hat Display"/>
              <a:sym typeface="Red Hat Display"/>
            </a:endParaRPr>
          </a:p>
        </p:txBody>
      </p:sp>
      <p:sp>
        <p:nvSpPr>
          <p:cNvPr id="822" name="Google Shape;822;p60"/>
          <p:cNvSpPr txBox="1"/>
          <p:nvPr/>
        </p:nvSpPr>
        <p:spPr>
          <a:xfrm>
            <a:off x="7960472" y="338352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facebook.com/redhatinc</a:t>
            </a:r>
            <a:endParaRPr>
              <a:solidFill>
                <a:schemeClr val="lt1"/>
              </a:solidFill>
              <a:latin typeface="Red Hat Display"/>
              <a:ea typeface="Red Hat Display"/>
              <a:cs typeface="Red Hat Display"/>
              <a:sym typeface="Red Hat Display"/>
            </a:endParaRPr>
          </a:p>
        </p:txBody>
      </p:sp>
      <p:sp>
        <p:nvSpPr>
          <p:cNvPr id="823" name="Google Shape;823;p60"/>
          <p:cNvSpPr txBox="1"/>
          <p:nvPr/>
        </p:nvSpPr>
        <p:spPr>
          <a:xfrm>
            <a:off x="7960472" y="407537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twitter.com/RedHat</a:t>
            </a:r>
            <a:endParaRPr>
              <a:solidFill>
                <a:schemeClr val="lt1"/>
              </a:solidFill>
              <a:latin typeface="Red Hat Display"/>
              <a:ea typeface="Red Hat Display"/>
              <a:cs typeface="Red Hat Display"/>
              <a:sym typeface="Red Hat Display"/>
            </a:endParaRPr>
          </a:p>
        </p:txBody>
      </p:sp>
      <p:cxnSp>
        <p:nvCxnSpPr>
          <p:cNvPr id="824" name="Google Shape;824;p60"/>
          <p:cNvCxnSpPr/>
          <p:nvPr/>
        </p:nvCxnSpPr>
        <p:spPr>
          <a:xfrm rot="10800000">
            <a:off x="447775" y="50"/>
            <a:ext cx="0" cy="2282700"/>
          </a:xfrm>
          <a:prstGeom prst="straightConnector1">
            <a:avLst/>
          </a:prstGeom>
          <a:noFill/>
          <a:ln cap="flat" cmpd="sng" w="9525">
            <a:solidFill>
              <a:srgbClr val="800000"/>
            </a:solidFill>
            <a:prstDash val="solid"/>
            <a:round/>
            <a:headEnd len="med" w="med" type="none"/>
            <a:tailEnd len="med" w="med" type="none"/>
          </a:ln>
        </p:spPr>
      </p:cxnSp>
      <p:cxnSp>
        <p:nvCxnSpPr>
          <p:cNvPr id="825" name="Google Shape;825;p60"/>
          <p:cNvCxnSpPr/>
          <p:nvPr/>
        </p:nvCxnSpPr>
        <p:spPr>
          <a:xfrm rot="10800000">
            <a:off x="447767" y="6401400"/>
            <a:ext cx="0" cy="456600"/>
          </a:xfrm>
          <a:prstGeom prst="straightConnector1">
            <a:avLst/>
          </a:prstGeom>
          <a:noFill/>
          <a:ln cap="flat" cmpd="sng" w="9525">
            <a:solidFill>
              <a:srgbClr val="800000"/>
            </a:solidFill>
            <a:prstDash val="solid"/>
            <a:round/>
            <a:headEnd len="med" w="med" type="none"/>
            <a:tailEnd len="med" w="med" type="none"/>
          </a:ln>
        </p:spPr>
      </p:cxnSp>
      <p:sp>
        <p:nvSpPr>
          <p:cNvPr id="826" name="Google Shape;826;p6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Title">
  <p:cSld name="TITLE_2">
    <p:bg>
      <p:bgPr>
        <a:solidFill>
          <a:srgbClr val="292929"/>
        </a:solidFill>
      </p:bgPr>
    </p:bg>
    <p:spTree>
      <p:nvGrpSpPr>
        <p:cNvPr id="827" name="Shape 827"/>
        <p:cNvGrpSpPr/>
        <p:nvPr/>
      </p:nvGrpSpPr>
      <p:grpSpPr>
        <a:xfrm>
          <a:off x="0" y="0"/>
          <a:ext cx="0" cy="0"/>
          <a:chOff x="0" y="0"/>
          <a:chExt cx="0" cy="0"/>
        </a:xfrm>
      </p:grpSpPr>
      <p:sp>
        <p:nvSpPr>
          <p:cNvPr id="828" name="Google Shape;828;p61"/>
          <p:cNvSpPr/>
          <p:nvPr/>
        </p:nvSpPr>
        <p:spPr>
          <a:xfrm>
            <a:off x="0" y="5842800"/>
            <a:ext cx="12192000" cy="1015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829" name="Google Shape;829;p61"/>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61"/>
          <p:cNvSpPr txBox="1"/>
          <p:nvPr>
            <p:ph idx="1" type="subTitle"/>
          </p:nvPr>
        </p:nvSpPr>
        <p:spPr>
          <a:xfrm>
            <a:off x="2083725" y="3521825"/>
            <a:ext cx="7533300" cy="9144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2800"/>
              <a:buFont typeface="Red Hat Display"/>
              <a:buNone/>
              <a:defRPr sz="2800">
                <a:solidFill>
                  <a:schemeClr val="lt1"/>
                </a:solidFill>
                <a:latin typeface="Red Hat Display"/>
                <a:ea typeface="Red Hat Display"/>
                <a:cs typeface="Red Hat Display"/>
                <a:sym typeface="Red Hat Display"/>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831" name="Google Shape;831;p61"/>
          <p:cNvSpPr txBox="1"/>
          <p:nvPr>
            <p:ph type="title"/>
          </p:nvPr>
        </p:nvSpPr>
        <p:spPr>
          <a:xfrm>
            <a:off x="2083875" y="1743625"/>
            <a:ext cx="7533300" cy="16002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4800">
                <a:solidFill>
                  <a:schemeClr val="l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None/>
              <a:defRPr sz="4800">
                <a:solidFill>
                  <a:schemeClr val="lt1"/>
                </a:solidFill>
              </a:defRPr>
            </a:lvl2pPr>
            <a:lvl3pPr lvl="2" rtl="0">
              <a:lnSpc>
                <a:spcPct val="100000"/>
              </a:lnSpc>
              <a:spcBef>
                <a:spcPts val="0"/>
              </a:spcBef>
              <a:spcAft>
                <a:spcPts val="0"/>
              </a:spcAft>
              <a:buNone/>
              <a:defRPr sz="4800">
                <a:solidFill>
                  <a:schemeClr val="lt1"/>
                </a:solidFill>
              </a:defRPr>
            </a:lvl3pPr>
            <a:lvl4pPr lvl="3" rtl="0">
              <a:lnSpc>
                <a:spcPct val="100000"/>
              </a:lnSpc>
              <a:spcBef>
                <a:spcPts val="0"/>
              </a:spcBef>
              <a:spcAft>
                <a:spcPts val="0"/>
              </a:spcAft>
              <a:buNone/>
              <a:defRPr sz="4800">
                <a:solidFill>
                  <a:schemeClr val="lt1"/>
                </a:solidFill>
              </a:defRPr>
            </a:lvl4pPr>
            <a:lvl5pPr lvl="4" rtl="0">
              <a:lnSpc>
                <a:spcPct val="100000"/>
              </a:lnSpc>
              <a:spcBef>
                <a:spcPts val="0"/>
              </a:spcBef>
              <a:spcAft>
                <a:spcPts val="0"/>
              </a:spcAft>
              <a:buNone/>
              <a:defRPr sz="4800">
                <a:solidFill>
                  <a:schemeClr val="lt1"/>
                </a:solidFill>
              </a:defRPr>
            </a:lvl5pPr>
            <a:lvl6pPr lvl="5" rtl="0">
              <a:lnSpc>
                <a:spcPct val="100000"/>
              </a:lnSpc>
              <a:spcBef>
                <a:spcPts val="0"/>
              </a:spcBef>
              <a:spcAft>
                <a:spcPts val="0"/>
              </a:spcAft>
              <a:buNone/>
              <a:defRPr sz="4800">
                <a:solidFill>
                  <a:schemeClr val="lt1"/>
                </a:solidFill>
              </a:defRPr>
            </a:lvl6pPr>
            <a:lvl7pPr lvl="6" rtl="0">
              <a:lnSpc>
                <a:spcPct val="100000"/>
              </a:lnSpc>
              <a:spcBef>
                <a:spcPts val="0"/>
              </a:spcBef>
              <a:spcAft>
                <a:spcPts val="0"/>
              </a:spcAft>
              <a:buNone/>
              <a:defRPr sz="4800">
                <a:solidFill>
                  <a:schemeClr val="lt1"/>
                </a:solidFill>
              </a:defRPr>
            </a:lvl7pPr>
            <a:lvl8pPr lvl="7" rtl="0">
              <a:lnSpc>
                <a:spcPct val="100000"/>
              </a:lnSpc>
              <a:spcBef>
                <a:spcPts val="0"/>
              </a:spcBef>
              <a:spcAft>
                <a:spcPts val="0"/>
              </a:spcAft>
              <a:buNone/>
              <a:defRPr sz="4800">
                <a:solidFill>
                  <a:schemeClr val="lt1"/>
                </a:solidFill>
              </a:defRPr>
            </a:lvl8pPr>
            <a:lvl9pPr lvl="8" rtl="0">
              <a:lnSpc>
                <a:spcPct val="100000"/>
              </a:lnSpc>
              <a:spcBef>
                <a:spcPts val="0"/>
              </a:spcBef>
              <a:spcAft>
                <a:spcPts val="0"/>
              </a:spcAft>
              <a:buNone/>
              <a:defRPr sz="4800">
                <a:solidFill>
                  <a:schemeClr val="lt1"/>
                </a:solidFill>
              </a:defRPr>
            </a:lvl9pPr>
          </a:lstStyle>
          <a:p/>
        </p:txBody>
      </p:sp>
      <p:sp>
        <p:nvSpPr>
          <p:cNvPr id="832" name="Google Shape;832;p61"/>
          <p:cNvSpPr txBox="1"/>
          <p:nvPr>
            <p:ph idx="2" type="subTitle"/>
          </p:nvPr>
        </p:nvSpPr>
        <p:spPr>
          <a:xfrm>
            <a:off x="2083725" y="4605500"/>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400"/>
              <a:buFont typeface="Red Hat Display Medium"/>
              <a:buNone/>
              <a:defRPr sz="1400">
                <a:solidFill>
                  <a:schemeClr val="lt1"/>
                </a:solidFill>
                <a:latin typeface="Red Hat Display Medium"/>
                <a:ea typeface="Red Hat Display Medium"/>
                <a:cs typeface="Red Hat Display Medium"/>
                <a:sym typeface="Red Hat Display Medium"/>
              </a:defRPr>
            </a:lvl1pPr>
            <a:lvl2pPr lvl="1" rtl="0">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2pPr>
            <a:lvl3pPr lvl="2" rtl="0">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3pPr>
            <a:lvl4pPr lvl="3" rtl="0">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4pPr>
            <a:lvl5pPr lvl="4" rtl="0">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5pPr>
            <a:lvl6pPr lvl="5" rtl="0">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6pPr>
            <a:lvl7pPr lvl="6" rtl="0">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7pPr>
            <a:lvl8pPr lvl="7" rtl="0">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8pPr>
            <a:lvl9pPr lvl="8" rtl="0">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9pPr>
          </a:lstStyle>
          <a:p/>
        </p:txBody>
      </p:sp>
      <p:sp>
        <p:nvSpPr>
          <p:cNvPr id="833" name="Google Shape;833;p61"/>
          <p:cNvSpPr txBox="1"/>
          <p:nvPr>
            <p:ph idx="3" type="subTitle"/>
          </p:nvPr>
        </p:nvSpPr>
        <p:spPr>
          <a:xfrm>
            <a:off x="4471850" y="4605500"/>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400"/>
              <a:buFont typeface="Red Hat Display Medium"/>
              <a:buNone/>
              <a:defRPr sz="1400">
                <a:solidFill>
                  <a:schemeClr val="lt1"/>
                </a:solidFill>
                <a:latin typeface="Red Hat Display Medium"/>
                <a:ea typeface="Red Hat Display Medium"/>
                <a:cs typeface="Red Hat Display Medium"/>
                <a:sym typeface="Red Hat Display Medium"/>
              </a:defRPr>
            </a:lvl1pPr>
            <a:lvl2pPr lvl="1" rtl="0">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2pPr>
            <a:lvl3pPr lvl="2" rtl="0">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3pPr>
            <a:lvl4pPr lvl="3" rtl="0">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4pPr>
            <a:lvl5pPr lvl="4" rtl="0">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5pPr>
            <a:lvl6pPr lvl="5" rtl="0">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6pPr>
            <a:lvl7pPr lvl="6" rtl="0">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7pPr>
            <a:lvl8pPr lvl="7" rtl="0">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8pPr>
            <a:lvl9pPr lvl="8" rtl="0">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9pPr>
          </a:lstStyle>
          <a:p/>
        </p:txBody>
      </p:sp>
      <p:pic>
        <p:nvPicPr>
          <p:cNvPr id="834" name="Google Shape;834;p61"/>
          <p:cNvPicPr preferRelativeResize="0"/>
          <p:nvPr/>
        </p:nvPicPr>
        <p:blipFill>
          <a:blip r:embed="rId2">
            <a:alphaModFix/>
          </a:blip>
          <a:stretch>
            <a:fillRect/>
          </a:stretch>
        </p:blipFill>
        <p:spPr>
          <a:xfrm>
            <a:off x="10106850" y="6203986"/>
            <a:ext cx="1580275" cy="372766"/>
          </a:xfrm>
          <a:prstGeom prst="rect">
            <a:avLst/>
          </a:prstGeom>
          <a:noFill/>
          <a:ln>
            <a:noFill/>
          </a:ln>
        </p:spPr>
      </p:pic>
      <p:cxnSp>
        <p:nvCxnSpPr>
          <p:cNvPr id="835" name="Google Shape;835;p61"/>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836" name="Google Shape;836;p6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closing">
  <p:cSld name="TITLE_1_1">
    <p:bg>
      <p:bgPr>
        <a:solidFill>
          <a:srgbClr val="292929"/>
        </a:solidFill>
      </p:bgPr>
    </p:bg>
    <p:spTree>
      <p:nvGrpSpPr>
        <p:cNvPr id="837" name="Shape 837"/>
        <p:cNvGrpSpPr/>
        <p:nvPr/>
      </p:nvGrpSpPr>
      <p:grpSpPr>
        <a:xfrm>
          <a:off x="0" y="0"/>
          <a:ext cx="0" cy="0"/>
          <a:chOff x="0" y="0"/>
          <a:chExt cx="0" cy="0"/>
        </a:xfrm>
      </p:grpSpPr>
      <p:sp>
        <p:nvSpPr>
          <p:cNvPr id="838" name="Google Shape;838;p62"/>
          <p:cNvSpPr/>
          <p:nvPr/>
        </p:nvSpPr>
        <p:spPr>
          <a:xfrm>
            <a:off x="0" y="5842800"/>
            <a:ext cx="12192000" cy="1015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839" name="Google Shape;839;p62"/>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62"/>
          <p:cNvSpPr txBox="1"/>
          <p:nvPr>
            <p:ph idx="1" type="subTitle"/>
          </p:nvPr>
        </p:nvSpPr>
        <p:spPr>
          <a:xfrm>
            <a:off x="2083725" y="3008425"/>
            <a:ext cx="4146300" cy="15249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1pPr>
            <a:lvl2pPr lvl="1" rtl="0">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2pPr>
            <a:lvl3pPr lvl="2" rtl="0">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3pPr>
            <a:lvl4pPr lvl="3" rtl="0">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4pPr>
            <a:lvl5pPr lvl="4" rtl="0">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5pPr>
            <a:lvl6pPr lvl="5" rtl="0">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6pPr>
            <a:lvl7pPr lvl="6" rtl="0">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7pPr>
            <a:lvl8pPr lvl="7" rtl="0">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8pPr>
            <a:lvl9pPr lvl="8" rtl="0">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9pPr>
          </a:lstStyle>
          <a:p/>
        </p:txBody>
      </p:sp>
      <p:sp>
        <p:nvSpPr>
          <p:cNvPr id="841" name="Google Shape;841;p62"/>
          <p:cNvSpPr txBox="1"/>
          <p:nvPr>
            <p:ph type="title"/>
          </p:nvPr>
        </p:nvSpPr>
        <p:spPr>
          <a:xfrm>
            <a:off x="2083875" y="568625"/>
            <a:ext cx="4905000" cy="19854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5400">
                <a:solidFill>
                  <a:schemeClr val="lt1"/>
                </a:solidFill>
                <a:latin typeface="Red Hat Display Medium"/>
                <a:ea typeface="Red Hat Display Medium"/>
                <a:cs typeface="Red Hat Display Medium"/>
                <a:sym typeface="Red Hat Display Medium"/>
              </a:defRPr>
            </a:lvl1pPr>
            <a:lvl2pPr lvl="1" rtl="0">
              <a:lnSpc>
                <a:spcPct val="105000"/>
              </a:lnSpc>
              <a:spcBef>
                <a:spcPts val="0"/>
              </a:spcBef>
              <a:spcAft>
                <a:spcPts val="0"/>
              </a:spcAft>
              <a:buNone/>
              <a:defRPr sz="7000">
                <a:solidFill>
                  <a:schemeClr val="lt1"/>
                </a:solidFill>
              </a:defRPr>
            </a:lvl2pPr>
            <a:lvl3pPr lvl="2" rtl="0">
              <a:lnSpc>
                <a:spcPct val="105000"/>
              </a:lnSpc>
              <a:spcBef>
                <a:spcPts val="0"/>
              </a:spcBef>
              <a:spcAft>
                <a:spcPts val="0"/>
              </a:spcAft>
              <a:buNone/>
              <a:defRPr sz="7000">
                <a:solidFill>
                  <a:schemeClr val="lt1"/>
                </a:solidFill>
              </a:defRPr>
            </a:lvl3pPr>
            <a:lvl4pPr lvl="3" rtl="0">
              <a:lnSpc>
                <a:spcPct val="105000"/>
              </a:lnSpc>
              <a:spcBef>
                <a:spcPts val="0"/>
              </a:spcBef>
              <a:spcAft>
                <a:spcPts val="0"/>
              </a:spcAft>
              <a:buNone/>
              <a:defRPr sz="7000">
                <a:solidFill>
                  <a:schemeClr val="lt1"/>
                </a:solidFill>
              </a:defRPr>
            </a:lvl4pPr>
            <a:lvl5pPr lvl="4" rtl="0">
              <a:lnSpc>
                <a:spcPct val="105000"/>
              </a:lnSpc>
              <a:spcBef>
                <a:spcPts val="0"/>
              </a:spcBef>
              <a:spcAft>
                <a:spcPts val="0"/>
              </a:spcAft>
              <a:buNone/>
              <a:defRPr sz="7000">
                <a:solidFill>
                  <a:schemeClr val="lt1"/>
                </a:solidFill>
              </a:defRPr>
            </a:lvl5pPr>
            <a:lvl6pPr lvl="5" rtl="0">
              <a:lnSpc>
                <a:spcPct val="105000"/>
              </a:lnSpc>
              <a:spcBef>
                <a:spcPts val="0"/>
              </a:spcBef>
              <a:spcAft>
                <a:spcPts val="0"/>
              </a:spcAft>
              <a:buNone/>
              <a:defRPr sz="7000">
                <a:solidFill>
                  <a:schemeClr val="lt1"/>
                </a:solidFill>
              </a:defRPr>
            </a:lvl6pPr>
            <a:lvl7pPr lvl="6" rtl="0">
              <a:lnSpc>
                <a:spcPct val="105000"/>
              </a:lnSpc>
              <a:spcBef>
                <a:spcPts val="0"/>
              </a:spcBef>
              <a:spcAft>
                <a:spcPts val="0"/>
              </a:spcAft>
              <a:buNone/>
              <a:defRPr sz="7000">
                <a:solidFill>
                  <a:schemeClr val="lt1"/>
                </a:solidFill>
              </a:defRPr>
            </a:lvl7pPr>
            <a:lvl8pPr lvl="7" rtl="0">
              <a:lnSpc>
                <a:spcPct val="105000"/>
              </a:lnSpc>
              <a:spcBef>
                <a:spcPts val="0"/>
              </a:spcBef>
              <a:spcAft>
                <a:spcPts val="0"/>
              </a:spcAft>
              <a:buNone/>
              <a:defRPr sz="7000">
                <a:solidFill>
                  <a:schemeClr val="lt1"/>
                </a:solidFill>
              </a:defRPr>
            </a:lvl8pPr>
            <a:lvl9pPr lvl="8" rtl="0">
              <a:lnSpc>
                <a:spcPct val="105000"/>
              </a:lnSpc>
              <a:spcBef>
                <a:spcPts val="0"/>
              </a:spcBef>
              <a:spcAft>
                <a:spcPts val="0"/>
              </a:spcAft>
              <a:buNone/>
              <a:defRPr sz="7000">
                <a:solidFill>
                  <a:schemeClr val="lt1"/>
                </a:solidFill>
              </a:defRPr>
            </a:lvl9pPr>
          </a:lstStyle>
          <a:p/>
        </p:txBody>
      </p:sp>
      <p:pic>
        <p:nvPicPr>
          <p:cNvPr id="842" name="Google Shape;842;p62"/>
          <p:cNvPicPr preferRelativeResize="0"/>
          <p:nvPr/>
        </p:nvPicPr>
        <p:blipFill>
          <a:blip r:embed="rId2">
            <a:alphaModFix/>
          </a:blip>
          <a:stretch>
            <a:fillRect/>
          </a:stretch>
        </p:blipFill>
        <p:spPr>
          <a:xfrm>
            <a:off x="10106850" y="6203986"/>
            <a:ext cx="1580275" cy="372766"/>
          </a:xfrm>
          <a:prstGeom prst="rect">
            <a:avLst/>
          </a:prstGeom>
          <a:noFill/>
          <a:ln>
            <a:noFill/>
          </a:ln>
        </p:spPr>
      </p:pic>
      <p:sp>
        <p:nvSpPr>
          <p:cNvPr id="843" name="Google Shape;843;p62"/>
          <p:cNvSpPr txBox="1"/>
          <p:nvPr/>
        </p:nvSpPr>
        <p:spPr>
          <a:xfrm>
            <a:off x="7960472" y="199982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linkedin.com/company/red-hat</a:t>
            </a:r>
            <a:endParaRPr>
              <a:solidFill>
                <a:schemeClr val="lt1"/>
              </a:solidFill>
              <a:latin typeface="Red Hat Display"/>
              <a:ea typeface="Red Hat Display"/>
              <a:cs typeface="Red Hat Display"/>
              <a:sym typeface="Red Hat Display"/>
            </a:endParaRPr>
          </a:p>
        </p:txBody>
      </p:sp>
      <p:sp>
        <p:nvSpPr>
          <p:cNvPr id="844" name="Google Shape;844;p62"/>
          <p:cNvSpPr txBox="1"/>
          <p:nvPr/>
        </p:nvSpPr>
        <p:spPr>
          <a:xfrm>
            <a:off x="7960472" y="269167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youtube.com/user/RedHatVideos</a:t>
            </a:r>
            <a:endParaRPr>
              <a:solidFill>
                <a:schemeClr val="lt1"/>
              </a:solidFill>
              <a:latin typeface="Red Hat Display"/>
              <a:ea typeface="Red Hat Display"/>
              <a:cs typeface="Red Hat Display"/>
              <a:sym typeface="Red Hat Display"/>
            </a:endParaRPr>
          </a:p>
        </p:txBody>
      </p:sp>
      <p:sp>
        <p:nvSpPr>
          <p:cNvPr id="845" name="Google Shape;845;p62"/>
          <p:cNvSpPr txBox="1"/>
          <p:nvPr/>
        </p:nvSpPr>
        <p:spPr>
          <a:xfrm>
            <a:off x="7960472" y="338352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facebook.com/redhatinc</a:t>
            </a:r>
            <a:endParaRPr>
              <a:solidFill>
                <a:schemeClr val="lt1"/>
              </a:solidFill>
              <a:latin typeface="Red Hat Display"/>
              <a:ea typeface="Red Hat Display"/>
              <a:cs typeface="Red Hat Display"/>
              <a:sym typeface="Red Hat Display"/>
            </a:endParaRPr>
          </a:p>
        </p:txBody>
      </p:sp>
      <p:sp>
        <p:nvSpPr>
          <p:cNvPr id="846" name="Google Shape;846;p62"/>
          <p:cNvSpPr txBox="1"/>
          <p:nvPr/>
        </p:nvSpPr>
        <p:spPr>
          <a:xfrm>
            <a:off x="7960472" y="407537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twitter.com/RedHat</a:t>
            </a:r>
            <a:endParaRPr>
              <a:solidFill>
                <a:schemeClr val="lt1"/>
              </a:solidFill>
              <a:latin typeface="Red Hat Display"/>
              <a:ea typeface="Red Hat Display"/>
              <a:cs typeface="Red Hat Display"/>
              <a:sym typeface="Red Hat Display"/>
            </a:endParaRPr>
          </a:p>
        </p:txBody>
      </p:sp>
      <p:cxnSp>
        <p:nvCxnSpPr>
          <p:cNvPr id="847" name="Google Shape;847;p62"/>
          <p:cNvCxnSpPr/>
          <p:nvPr/>
        </p:nvCxnSpPr>
        <p:spPr>
          <a:xfrm rot="10800000">
            <a:off x="447775" y="50"/>
            <a:ext cx="0" cy="2282700"/>
          </a:xfrm>
          <a:prstGeom prst="straightConnector1">
            <a:avLst/>
          </a:prstGeom>
          <a:noFill/>
          <a:ln cap="flat" cmpd="sng" w="9525">
            <a:solidFill>
              <a:srgbClr val="EE0000"/>
            </a:solidFill>
            <a:prstDash val="solid"/>
            <a:round/>
            <a:headEnd len="med" w="med" type="none"/>
            <a:tailEnd len="med" w="med" type="none"/>
          </a:ln>
        </p:spPr>
      </p:cxnSp>
      <p:cxnSp>
        <p:nvCxnSpPr>
          <p:cNvPr id="848" name="Google Shape;848;p62"/>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849" name="Google Shape;849;p6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850" name="Google Shape;850;p62"/>
          <p:cNvPicPr preferRelativeResize="0"/>
          <p:nvPr/>
        </p:nvPicPr>
        <p:blipFill rotWithShape="1">
          <a:blip r:embed="rId3">
            <a:alphaModFix/>
          </a:blip>
          <a:srcRect b="0" l="0" r="0" t="0"/>
          <a:stretch/>
        </p:blipFill>
        <p:spPr>
          <a:xfrm>
            <a:off x="7542672" y="3470249"/>
            <a:ext cx="282625" cy="282625"/>
          </a:xfrm>
          <a:prstGeom prst="rect">
            <a:avLst/>
          </a:prstGeom>
          <a:noFill/>
          <a:ln>
            <a:noFill/>
          </a:ln>
        </p:spPr>
      </p:pic>
      <p:pic>
        <p:nvPicPr>
          <p:cNvPr id="851" name="Google Shape;851;p62"/>
          <p:cNvPicPr preferRelativeResize="0"/>
          <p:nvPr/>
        </p:nvPicPr>
        <p:blipFill rotWithShape="1">
          <a:blip r:embed="rId4">
            <a:alphaModFix/>
          </a:blip>
          <a:srcRect b="0" l="0" r="0" t="0"/>
          <a:stretch/>
        </p:blipFill>
        <p:spPr>
          <a:xfrm>
            <a:off x="7542672" y="2778374"/>
            <a:ext cx="282625" cy="282625"/>
          </a:xfrm>
          <a:prstGeom prst="rect">
            <a:avLst/>
          </a:prstGeom>
          <a:noFill/>
          <a:ln>
            <a:noFill/>
          </a:ln>
        </p:spPr>
      </p:pic>
      <p:pic>
        <p:nvPicPr>
          <p:cNvPr id="852" name="Google Shape;852;p62"/>
          <p:cNvPicPr preferRelativeResize="0"/>
          <p:nvPr/>
        </p:nvPicPr>
        <p:blipFill rotWithShape="1">
          <a:blip r:embed="rId5">
            <a:alphaModFix/>
          </a:blip>
          <a:srcRect b="0" l="0" r="0" t="0"/>
          <a:stretch/>
        </p:blipFill>
        <p:spPr>
          <a:xfrm>
            <a:off x="7542674" y="2086500"/>
            <a:ext cx="282625" cy="282625"/>
          </a:xfrm>
          <a:prstGeom prst="rect">
            <a:avLst/>
          </a:prstGeom>
          <a:noFill/>
          <a:ln>
            <a:noFill/>
          </a:ln>
        </p:spPr>
      </p:pic>
      <p:pic>
        <p:nvPicPr>
          <p:cNvPr id="853" name="Google Shape;853;p62"/>
          <p:cNvPicPr preferRelativeResize="0"/>
          <p:nvPr/>
        </p:nvPicPr>
        <p:blipFill rotWithShape="1">
          <a:blip r:embed="rId6">
            <a:alphaModFix/>
          </a:blip>
          <a:srcRect b="0" l="0" r="0" t="0"/>
          <a:stretch/>
        </p:blipFill>
        <p:spPr>
          <a:xfrm>
            <a:off x="7542672" y="4162124"/>
            <a:ext cx="282625" cy="282625"/>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width Image">
  <p:cSld name="TITLE_1_1_1">
    <p:bg>
      <p:bgPr>
        <a:solidFill>
          <a:schemeClr val="lt1"/>
        </a:solidFill>
      </p:bgPr>
    </p:bg>
    <p:spTree>
      <p:nvGrpSpPr>
        <p:cNvPr id="854" name="Shape 854"/>
        <p:cNvGrpSpPr/>
        <p:nvPr/>
      </p:nvGrpSpPr>
      <p:grpSpPr>
        <a:xfrm>
          <a:off x="0" y="0"/>
          <a:ext cx="0" cy="0"/>
          <a:chOff x="0" y="0"/>
          <a:chExt cx="0" cy="0"/>
        </a:xfrm>
      </p:grpSpPr>
      <p:sp>
        <p:nvSpPr>
          <p:cNvPr id="855" name="Google Shape;855;p63"/>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56" name="Google Shape;856;p63"/>
          <p:cNvPicPr preferRelativeResize="0"/>
          <p:nvPr/>
        </p:nvPicPr>
        <p:blipFill>
          <a:blip r:embed="rId2">
            <a:alphaModFix/>
          </a:blip>
          <a:stretch>
            <a:fillRect/>
          </a:stretch>
        </p:blipFill>
        <p:spPr>
          <a:xfrm>
            <a:off x="10106850" y="6203986"/>
            <a:ext cx="1580275" cy="372766"/>
          </a:xfrm>
          <a:prstGeom prst="rect">
            <a:avLst/>
          </a:prstGeom>
          <a:noFill/>
          <a:ln>
            <a:noFill/>
          </a:ln>
        </p:spPr>
      </p:pic>
      <p:cxnSp>
        <p:nvCxnSpPr>
          <p:cNvPr id="857" name="Google Shape;857;p63"/>
          <p:cNvCxnSpPr/>
          <p:nvPr/>
        </p:nvCxnSpPr>
        <p:spPr>
          <a:xfrm rot="10800000">
            <a:off x="447775" y="50"/>
            <a:ext cx="0" cy="2282700"/>
          </a:xfrm>
          <a:prstGeom prst="straightConnector1">
            <a:avLst/>
          </a:prstGeom>
          <a:noFill/>
          <a:ln cap="flat" cmpd="sng" w="9525">
            <a:solidFill>
              <a:srgbClr val="EE0000"/>
            </a:solidFill>
            <a:prstDash val="solid"/>
            <a:round/>
            <a:headEnd len="med" w="med" type="none"/>
            <a:tailEnd len="med" w="med" type="none"/>
          </a:ln>
        </p:spPr>
      </p:cxnSp>
      <p:cxnSp>
        <p:nvCxnSpPr>
          <p:cNvPr id="858" name="Google Shape;858;p63"/>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859" name="Google Shape;859;p6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Title">
  <p:cSld name="CUSTOM">
    <p:bg>
      <p:bgPr>
        <a:blipFill>
          <a:blip r:embed="rId2">
            <a:alphaModFix/>
          </a:blip>
          <a:stretch>
            <a:fillRect/>
          </a:stretch>
        </a:blipFill>
      </p:bgPr>
    </p:bg>
    <p:spTree>
      <p:nvGrpSpPr>
        <p:cNvPr id="860" name="Shape 860"/>
        <p:cNvGrpSpPr/>
        <p:nvPr/>
      </p:nvGrpSpPr>
      <p:grpSpPr>
        <a:xfrm>
          <a:off x="0" y="0"/>
          <a:ext cx="0" cy="0"/>
          <a:chOff x="0" y="0"/>
          <a:chExt cx="0" cy="0"/>
        </a:xfrm>
      </p:grpSpPr>
      <p:sp>
        <p:nvSpPr>
          <p:cNvPr id="861" name="Google Shape;861;p64"/>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62" name="Google Shape;862;p64"/>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863" name="Google Shape;863;p64"/>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864" name="Google Shape;864;p64"/>
          <p:cNvSpPr txBox="1"/>
          <p:nvPr>
            <p:ph idx="1" type="subTitle"/>
          </p:nvPr>
        </p:nvSpPr>
        <p:spPr>
          <a:xfrm>
            <a:off x="5660525" y="3971650"/>
            <a:ext cx="4446300" cy="9144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dk1"/>
              </a:buClr>
              <a:buSzPts val="1800"/>
              <a:buFont typeface="Red Hat Display"/>
              <a:buNone/>
              <a:defRPr sz="1800">
                <a:solidFill>
                  <a:schemeClr val="dk1"/>
                </a:solidFill>
                <a:latin typeface="Red Hat Display"/>
                <a:ea typeface="Red Hat Display"/>
                <a:cs typeface="Red Hat Display"/>
                <a:sym typeface="Red Hat Display"/>
              </a:defRPr>
            </a:lvl1pPr>
            <a:lvl2pPr lvl="1" rtl="0">
              <a:lnSpc>
                <a:spcPct val="140000"/>
              </a:lnSpc>
              <a:spcBef>
                <a:spcPts val="0"/>
              </a:spcBef>
              <a:spcAft>
                <a:spcPts val="0"/>
              </a:spcAft>
              <a:buClr>
                <a:schemeClr val="dk1"/>
              </a:buClr>
              <a:buSzPts val="1800"/>
              <a:buNone/>
              <a:defRPr sz="1800">
                <a:solidFill>
                  <a:schemeClr val="dk1"/>
                </a:solidFill>
              </a:defRPr>
            </a:lvl2pPr>
            <a:lvl3pPr lvl="2" rtl="0">
              <a:lnSpc>
                <a:spcPct val="140000"/>
              </a:lnSpc>
              <a:spcBef>
                <a:spcPts val="0"/>
              </a:spcBef>
              <a:spcAft>
                <a:spcPts val="0"/>
              </a:spcAft>
              <a:buClr>
                <a:schemeClr val="dk1"/>
              </a:buClr>
              <a:buSzPts val="1800"/>
              <a:buNone/>
              <a:defRPr sz="1800">
                <a:solidFill>
                  <a:schemeClr val="dk1"/>
                </a:solidFill>
              </a:defRPr>
            </a:lvl3pPr>
            <a:lvl4pPr lvl="3" rtl="0">
              <a:lnSpc>
                <a:spcPct val="140000"/>
              </a:lnSpc>
              <a:spcBef>
                <a:spcPts val="0"/>
              </a:spcBef>
              <a:spcAft>
                <a:spcPts val="0"/>
              </a:spcAft>
              <a:buClr>
                <a:schemeClr val="dk1"/>
              </a:buClr>
              <a:buSzPts val="1800"/>
              <a:buNone/>
              <a:defRPr sz="1800">
                <a:solidFill>
                  <a:schemeClr val="dk1"/>
                </a:solidFill>
              </a:defRPr>
            </a:lvl4pPr>
            <a:lvl5pPr lvl="4" rtl="0">
              <a:lnSpc>
                <a:spcPct val="140000"/>
              </a:lnSpc>
              <a:spcBef>
                <a:spcPts val="0"/>
              </a:spcBef>
              <a:spcAft>
                <a:spcPts val="0"/>
              </a:spcAft>
              <a:buClr>
                <a:schemeClr val="dk1"/>
              </a:buClr>
              <a:buSzPts val="1800"/>
              <a:buNone/>
              <a:defRPr sz="1800">
                <a:solidFill>
                  <a:schemeClr val="dk1"/>
                </a:solidFill>
              </a:defRPr>
            </a:lvl5pPr>
            <a:lvl6pPr lvl="5" rtl="0">
              <a:lnSpc>
                <a:spcPct val="140000"/>
              </a:lnSpc>
              <a:spcBef>
                <a:spcPts val="0"/>
              </a:spcBef>
              <a:spcAft>
                <a:spcPts val="0"/>
              </a:spcAft>
              <a:buClr>
                <a:schemeClr val="dk1"/>
              </a:buClr>
              <a:buSzPts val="1800"/>
              <a:buNone/>
              <a:defRPr sz="1800">
                <a:solidFill>
                  <a:schemeClr val="dk1"/>
                </a:solidFill>
              </a:defRPr>
            </a:lvl6pPr>
            <a:lvl7pPr lvl="6" rtl="0">
              <a:lnSpc>
                <a:spcPct val="140000"/>
              </a:lnSpc>
              <a:spcBef>
                <a:spcPts val="0"/>
              </a:spcBef>
              <a:spcAft>
                <a:spcPts val="0"/>
              </a:spcAft>
              <a:buClr>
                <a:schemeClr val="dk1"/>
              </a:buClr>
              <a:buSzPts val="1800"/>
              <a:buNone/>
              <a:defRPr sz="1800">
                <a:solidFill>
                  <a:schemeClr val="dk1"/>
                </a:solidFill>
              </a:defRPr>
            </a:lvl7pPr>
            <a:lvl8pPr lvl="7" rtl="0">
              <a:lnSpc>
                <a:spcPct val="140000"/>
              </a:lnSpc>
              <a:spcBef>
                <a:spcPts val="0"/>
              </a:spcBef>
              <a:spcAft>
                <a:spcPts val="0"/>
              </a:spcAft>
              <a:buClr>
                <a:schemeClr val="dk1"/>
              </a:buClr>
              <a:buSzPts val="1800"/>
              <a:buNone/>
              <a:defRPr sz="1800">
                <a:solidFill>
                  <a:schemeClr val="dk1"/>
                </a:solidFill>
              </a:defRPr>
            </a:lvl8pPr>
            <a:lvl9pPr lvl="8" rtl="0">
              <a:lnSpc>
                <a:spcPct val="140000"/>
              </a:lnSpc>
              <a:spcBef>
                <a:spcPts val="0"/>
              </a:spcBef>
              <a:spcAft>
                <a:spcPts val="0"/>
              </a:spcAft>
              <a:buClr>
                <a:schemeClr val="dk1"/>
              </a:buClr>
              <a:buSzPts val="1800"/>
              <a:buNone/>
              <a:defRPr sz="1800">
                <a:solidFill>
                  <a:schemeClr val="dk1"/>
                </a:solidFill>
              </a:defRPr>
            </a:lvl9pPr>
          </a:lstStyle>
          <a:p/>
        </p:txBody>
      </p:sp>
      <p:sp>
        <p:nvSpPr>
          <p:cNvPr id="865" name="Google Shape;865;p64"/>
          <p:cNvSpPr txBox="1"/>
          <p:nvPr>
            <p:ph type="title"/>
          </p:nvPr>
        </p:nvSpPr>
        <p:spPr>
          <a:xfrm>
            <a:off x="5660525" y="1709031"/>
            <a:ext cx="5736300" cy="21174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48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9pPr>
          </a:lstStyle>
          <a:p/>
        </p:txBody>
      </p:sp>
      <p:sp>
        <p:nvSpPr>
          <p:cNvPr id="866" name="Google Shape;866;p64"/>
          <p:cNvSpPr txBox="1"/>
          <p:nvPr>
            <p:ph idx="2" type="subTitle"/>
          </p:nvPr>
        </p:nvSpPr>
        <p:spPr>
          <a:xfrm>
            <a:off x="5660525" y="5318275"/>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dk1"/>
              </a:buClr>
              <a:buSzPts val="1400"/>
              <a:buFont typeface="Red Hat Display Medium"/>
              <a:buNone/>
              <a:defRPr sz="1400">
                <a:solidFill>
                  <a:schemeClr val="dk1"/>
                </a:solidFill>
                <a:latin typeface="Red Hat Display Medium"/>
                <a:ea typeface="Red Hat Display Medium"/>
                <a:cs typeface="Red Hat Display Medium"/>
                <a:sym typeface="Red Hat Display Medium"/>
              </a:defRPr>
            </a:lvl1pPr>
            <a:lvl2pPr lvl="1" rtl="0">
              <a:lnSpc>
                <a:spcPct val="135000"/>
              </a:lnSpc>
              <a:spcBef>
                <a:spcPts val="0"/>
              </a:spcBef>
              <a:spcAft>
                <a:spcPts val="0"/>
              </a:spcAft>
              <a:buClr>
                <a:schemeClr val="dk1"/>
              </a:buClr>
              <a:buSzPts val="1200"/>
              <a:buNone/>
              <a:defRPr sz="1200">
                <a:solidFill>
                  <a:schemeClr val="dk1"/>
                </a:solidFill>
              </a:defRPr>
            </a:lvl2pPr>
            <a:lvl3pPr lvl="2" rtl="0">
              <a:lnSpc>
                <a:spcPct val="135000"/>
              </a:lnSpc>
              <a:spcBef>
                <a:spcPts val="0"/>
              </a:spcBef>
              <a:spcAft>
                <a:spcPts val="0"/>
              </a:spcAft>
              <a:buClr>
                <a:schemeClr val="dk1"/>
              </a:buClr>
              <a:buSzPts val="1200"/>
              <a:buNone/>
              <a:defRPr sz="1200">
                <a:solidFill>
                  <a:schemeClr val="dk1"/>
                </a:solidFill>
              </a:defRPr>
            </a:lvl3pPr>
            <a:lvl4pPr lvl="3" rtl="0">
              <a:lnSpc>
                <a:spcPct val="135000"/>
              </a:lnSpc>
              <a:spcBef>
                <a:spcPts val="0"/>
              </a:spcBef>
              <a:spcAft>
                <a:spcPts val="0"/>
              </a:spcAft>
              <a:buClr>
                <a:schemeClr val="dk1"/>
              </a:buClr>
              <a:buSzPts val="1200"/>
              <a:buNone/>
              <a:defRPr sz="1200">
                <a:solidFill>
                  <a:schemeClr val="dk1"/>
                </a:solidFill>
              </a:defRPr>
            </a:lvl4pPr>
            <a:lvl5pPr lvl="4" rtl="0">
              <a:lnSpc>
                <a:spcPct val="135000"/>
              </a:lnSpc>
              <a:spcBef>
                <a:spcPts val="0"/>
              </a:spcBef>
              <a:spcAft>
                <a:spcPts val="0"/>
              </a:spcAft>
              <a:buClr>
                <a:schemeClr val="dk1"/>
              </a:buClr>
              <a:buSzPts val="1200"/>
              <a:buNone/>
              <a:defRPr sz="1200">
                <a:solidFill>
                  <a:schemeClr val="dk1"/>
                </a:solidFill>
              </a:defRPr>
            </a:lvl5pPr>
            <a:lvl6pPr lvl="5" rtl="0">
              <a:lnSpc>
                <a:spcPct val="135000"/>
              </a:lnSpc>
              <a:spcBef>
                <a:spcPts val="0"/>
              </a:spcBef>
              <a:spcAft>
                <a:spcPts val="0"/>
              </a:spcAft>
              <a:buClr>
                <a:schemeClr val="dk1"/>
              </a:buClr>
              <a:buSzPts val="1200"/>
              <a:buNone/>
              <a:defRPr sz="1200">
                <a:solidFill>
                  <a:schemeClr val="dk1"/>
                </a:solidFill>
              </a:defRPr>
            </a:lvl6pPr>
            <a:lvl7pPr lvl="6" rtl="0">
              <a:lnSpc>
                <a:spcPct val="135000"/>
              </a:lnSpc>
              <a:spcBef>
                <a:spcPts val="0"/>
              </a:spcBef>
              <a:spcAft>
                <a:spcPts val="0"/>
              </a:spcAft>
              <a:buClr>
                <a:schemeClr val="dk1"/>
              </a:buClr>
              <a:buSzPts val="1200"/>
              <a:buNone/>
              <a:defRPr sz="1200">
                <a:solidFill>
                  <a:schemeClr val="dk1"/>
                </a:solidFill>
              </a:defRPr>
            </a:lvl7pPr>
            <a:lvl8pPr lvl="7" rtl="0">
              <a:lnSpc>
                <a:spcPct val="135000"/>
              </a:lnSpc>
              <a:spcBef>
                <a:spcPts val="0"/>
              </a:spcBef>
              <a:spcAft>
                <a:spcPts val="0"/>
              </a:spcAft>
              <a:buClr>
                <a:schemeClr val="dk1"/>
              </a:buClr>
              <a:buSzPts val="1200"/>
              <a:buNone/>
              <a:defRPr sz="1200">
                <a:solidFill>
                  <a:schemeClr val="dk1"/>
                </a:solidFill>
              </a:defRPr>
            </a:lvl8pPr>
            <a:lvl9pPr lvl="8" rtl="0">
              <a:lnSpc>
                <a:spcPct val="135000"/>
              </a:lnSpc>
              <a:spcBef>
                <a:spcPts val="0"/>
              </a:spcBef>
              <a:spcAft>
                <a:spcPts val="0"/>
              </a:spcAft>
              <a:buClr>
                <a:schemeClr val="dk1"/>
              </a:buClr>
              <a:buSzPts val="1200"/>
              <a:buNone/>
              <a:defRPr sz="1200">
                <a:solidFill>
                  <a:schemeClr val="dk1"/>
                </a:solidFill>
              </a:defRPr>
            </a:lvl9pPr>
          </a:lstStyle>
          <a:p/>
        </p:txBody>
      </p:sp>
      <p:sp>
        <p:nvSpPr>
          <p:cNvPr id="867" name="Google Shape;867;p64"/>
          <p:cNvSpPr txBox="1"/>
          <p:nvPr>
            <p:ph idx="3"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rt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868" name="Google Shape;868;p6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closing">
  <p:cSld name="CUSTOM_1">
    <p:bg>
      <p:bgPr>
        <a:blipFill>
          <a:blip r:embed="rId2">
            <a:alphaModFix/>
          </a:blip>
          <a:stretch>
            <a:fillRect/>
          </a:stretch>
        </a:blipFill>
      </p:bgPr>
    </p:bg>
    <p:spTree>
      <p:nvGrpSpPr>
        <p:cNvPr id="869" name="Shape 869"/>
        <p:cNvGrpSpPr/>
        <p:nvPr/>
      </p:nvGrpSpPr>
      <p:grpSpPr>
        <a:xfrm>
          <a:off x="0" y="0"/>
          <a:ext cx="0" cy="0"/>
          <a:chOff x="0" y="0"/>
          <a:chExt cx="0" cy="0"/>
        </a:xfrm>
      </p:grpSpPr>
      <p:sp>
        <p:nvSpPr>
          <p:cNvPr id="870" name="Google Shape;870;p65"/>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71" name="Google Shape;871;p65"/>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872" name="Google Shape;872;p65"/>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873" name="Google Shape;873;p65"/>
          <p:cNvSpPr txBox="1"/>
          <p:nvPr>
            <p:ph type="title"/>
          </p:nvPr>
        </p:nvSpPr>
        <p:spPr>
          <a:xfrm>
            <a:off x="5660525" y="568626"/>
            <a:ext cx="5736300" cy="19293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54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9pPr>
          </a:lstStyle>
          <a:p/>
        </p:txBody>
      </p:sp>
      <p:sp>
        <p:nvSpPr>
          <p:cNvPr id="874" name="Google Shape;874;p65"/>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rt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875" name="Google Shape;875;p65"/>
          <p:cNvSpPr txBox="1"/>
          <p:nvPr>
            <p:ph idx="2" type="subTitle"/>
          </p:nvPr>
        </p:nvSpPr>
        <p:spPr>
          <a:xfrm>
            <a:off x="5660525" y="2752400"/>
            <a:ext cx="4446300" cy="15249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dk1"/>
              </a:buClr>
              <a:buSzPts val="1400"/>
              <a:buFont typeface="Red Hat Display"/>
              <a:buNone/>
              <a:defRPr sz="1400">
                <a:solidFill>
                  <a:schemeClr val="dk1"/>
                </a:solidFill>
                <a:latin typeface="Red Hat Display"/>
                <a:ea typeface="Red Hat Display"/>
                <a:cs typeface="Red Hat Display"/>
                <a:sym typeface="Red Hat Display"/>
              </a:defRPr>
            </a:lvl1pPr>
            <a:lvl2pPr lvl="1" rtl="0">
              <a:lnSpc>
                <a:spcPct val="180000"/>
              </a:lnSpc>
              <a:spcBef>
                <a:spcPts val="0"/>
              </a:spcBef>
              <a:spcAft>
                <a:spcPts val="0"/>
              </a:spcAft>
              <a:buClr>
                <a:schemeClr val="dk1"/>
              </a:buClr>
              <a:buSzPts val="1400"/>
              <a:buNone/>
              <a:defRPr sz="1400">
                <a:solidFill>
                  <a:schemeClr val="dk1"/>
                </a:solidFill>
              </a:defRPr>
            </a:lvl2pPr>
            <a:lvl3pPr lvl="2" rtl="0">
              <a:lnSpc>
                <a:spcPct val="180000"/>
              </a:lnSpc>
              <a:spcBef>
                <a:spcPts val="0"/>
              </a:spcBef>
              <a:spcAft>
                <a:spcPts val="0"/>
              </a:spcAft>
              <a:buClr>
                <a:schemeClr val="dk1"/>
              </a:buClr>
              <a:buSzPts val="1400"/>
              <a:buNone/>
              <a:defRPr sz="1400">
                <a:solidFill>
                  <a:schemeClr val="dk1"/>
                </a:solidFill>
              </a:defRPr>
            </a:lvl3pPr>
            <a:lvl4pPr lvl="3" rtl="0">
              <a:lnSpc>
                <a:spcPct val="180000"/>
              </a:lnSpc>
              <a:spcBef>
                <a:spcPts val="0"/>
              </a:spcBef>
              <a:spcAft>
                <a:spcPts val="0"/>
              </a:spcAft>
              <a:buClr>
                <a:schemeClr val="dk1"/>
              </a:buClr>
              <a:buSzPts val="1400"/>
              <a:buNone/>
              <a:defRPr sz="1400">
                <a:solidFill>
                  <a:schemeClr val="dk1"/>
                </a:solidFill>
              </a:defRPr>
            </a:lvl4pPr>
            <a:lvl5pPr lvl="4" rtl="0">
              <a:lnSpc>
                <a:spcPct val="180000"/>
              </a:lnSpc>
              <a:spcBef>
                <a:spcPts val="0"/>
              </a:spcBef>
              <a:spcAft>
                <a:spcPts val="0"/>
              </a:spcAft>
              <a:buClr>
                <a:schemeClr val="dk1"/>
              </a:buClr>
              <a:buSzPts val="1400"/>
              <a:buNone/>
              <a:defRPr sz="1400">
                <a:solidFill>
                  <a:schemeClr val="dk1"/>
                </a:solidFill>
              </a:defRPr>
            </a:lvl5pPr>
            <a:lvl6pPr lvl="5" rtl="0">
              <a:lnSpc>
                <a:spcPct val="180000"/>
              </a:lnSpc>
              <a:spcBef>
                <a:spcPts val="0"/>
              </a:spcBef>
              <a:spcAft>
                <a:spcPts val="0"/>
              </a:spcAft>
              <a:buClr>
                <a:schemeClr val="dk1"/>
              </a:buClr>
              <a:buSzPts val="1400"/>
              <a:buNone/>
              <a:defRPr sz="1400">
                <a:solidFill>
                  <a:schemeClr val="dk1"/>
                </a:solidFill>
              </a:defRPr>
            </a:lvl6pPr>
            <a:lvl7pPr lvl="6" rtl="0">
              <a:lnSpc>
                <a:spcPct val="180000"/>
              </a:lnSpc>
              <a:spcBef>
                <a:spcPts val="0"/>
              </a:spcBef>
              <a:spcAft>
                <a:spcPts val="0"/>
              </a:spcAft>
              <a:buClr>
                <a:schemeClr val="dk1"/>
              </a:buClr>
              <a:buSzPts val="1400"/>
              <a:buNone/>
              <a:defRPr sz="1400">
                <a:solidFill>
                  <a:schemeClr val="dk1"/>
                </a:solidFill>
              </a:defRPr>
            </a:lvl7pPr>
            <a:lvl8pPr lvl="7" rtl="0">
              <a:lnSpc>
                <a:spcPct val="180000"/>
              </a:lnSpc>
              <a:spcBef>
                <a:spcPts val="0"/>
              </a:spcBef>
              <a:spcAft>
                <a:spcPts val="0"/>
              </a:spcAft>
              <a:buClr>
                <a:schemeClr val="dk1"/>
              </a:buClr>
              <a:buSzPts val="1400"/>
              <a:buNone/>
              <a:defRPr sz="1400">
                <a:solidFill>
                  <a:schemeClr val="dk1"/>
                </a:solidFill>
              </a:defRPr>
            </a:lvl8pPr>
            <a:lvl9pPr lvl="8" rtl="0">
              <a:lnSpc>
                <a:spcPct val="180000"/>
              </a:lnSpc>
              <a:spcBef>
                <a:spcPts val="0"/>
              </a:spcBef>
              <a:spcAft>
                <a:spcPts val="0"/>
              </a:spcAft>
              <a:buClr>
                <a:schemeClr val="dk1"/>
              </a:buClr>
              <a:buSzPts val="1400"/>
              <a:buNone/>
              <a:defRPr sz="1400">
                <a:solidFill>
                  <a:schemeClr val="dk1"/>
                </a:solidFill>
              </a:defRPr>
            </a:lvl9pPr>
          </a:lstStyle>
          <a:p/>
        </p:txBody>
      </p:sp>
      <p:sp>
        <p:nvSpPr>
          <p:cNvPr id="876" name="Google Shape;876;p65"/>
          <p:cNvSpPr txBox="1"/>
          <p:nvPr/>
        </p:nvSpPr>
        <p:spPr>
          <a:xfrm>
            <a:off x="5903450" y="46692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linkedin.com/company/red-hat</a:t>
            </a:r>
            <a:endParaRPr sz="1200">
              <a:solidFill>
                <a:schemeClr val="dk1"/>
              </a:solidFill>
              <a:latin typeface="Red Hat Display"/>
              <a:ea typeface="Red Hat Display"/>
              <a:cs typeface="Red Hat Display"/>
              <a:sym typeface="Red Hat Display"/>
            </a:endParaRPr>
          </a:p>
        </p:txBody>
      </p:sp>
      <p:sp>
        <p:nvSpPr>
          <p:cNvPr id="877" name="Google Shape;877;p65"/>
          <p:cNvSpPr txBox="1"/>
          <p:nvPr/>
        </p:nvSpPr>
        <p:spPr>
          <a:xfrm>
            <a:off x="5903450" y="51743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youtube.com/user/RedHatVideos</a:t>
            </a:r>
            <a:endParaRPr sz="1200">
              <a:solidFill>
                <a:schemeClr val="dk1"/>
              </a:solidFill>
              <a:latin typeface="Red Hat Display"/>
              <a:ea typeface="Red Hat Display"/>
              <a:cs typeface="Red Hat Display"/>
              <a:sym typeface="Red Hat Display"/>
            </a:endParaRPr>
          </a:p>
        </p:txBody>
      </p:sp>
      <p:sp>
        <p:nvSpPr>
          <p:cNvPr id="878" name="Google Shape;878;p65"/>
          <p:cNvSpPr txBox="1"/>
          <p:nvPr/>
        </p:nvSpPr>
        <p:spPr>
          <a:xfrm>
            <a:off x="8815525" y="46692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Text"/>
                <a:ea typeface="Red Hat Text"/>
                <a:cs typeface="Red Hat Text"/>
                <a:sym typeface="Red Hat Text"/>
              </a:rPr>
              <a:t>facebook.com/redhatinc</a:t>
            </a:r>
            <a:endParaRPr sz="1200">
              <a:solidFill>
                <a:schemeClr val="dk1"/>
              </a:solidFill>
              <a:latin typeface="Red Hat Text"/>
              <a:ea typeface="Red Hat Text"/>
              <a:cs typeface="Red Hat Text"/>
              <a:sym typeface="Red Hat Text"/>
            </a:endParaRPr>
          </a:p>
        </p:txBody>
      </p:sp>
      <p:sp>
        <p:nvSpPr>
          <p:cNvPr id="879" name="Google Shape;879;p65"/>
          <p:cNvSpPr txBox="1"/>
          <p:nvPr/>
        </p:nvSpPr>
        <p:spPr>
          <a:xfrm>
            <a:off x="8815525" y="51743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twitter.com/RedHat</a:t>
            </a:r>
            <a:endParaRPr sz="1200">
              <a:solidFill>
                <a:schemeClr val="dk1"/>
              </a:solidFill>
              <a:latin typeface="Red Hat Display"/>
              <a:ea typeface="Red Hat Display"/>
              <a:cs typeface="Red Hat Display"/>
              <a:sym typeface="Red Hat Display"/>
            </a:endParaRPr>
          </a:p>
        </p:txBody>
      </p:sp>
      <p:pic>
        <p:nvPicPr>
          <p:cNvPr id="880" name="Google Shape;880;p65"/>
          <p:cNvPicPr preferRelativeResize="0"/>
          <p:nvPr/>
        </p:nvPicPr>
        <p:blipFill rotWithShape="1">
          <a:blip r:embed="rId4">
            <a:alphaModFix/>
          </a:blip>
          <a:srcRect b="0" l="2507" r="2498" t="0"/>
          <a:stretch/>
        </p:blipFill>
        <p:spPr>
          <a:xfrm>
            <a:off x="8586459" y="5174306"/>
            <a:ext cx="229074" cy="241150"/>
          </a:xfrm>
          <a:prstGeom prst="rect">
            <a:avLst/>
          </a:prstGeom>
          <a:noFill/>
          <a:ln>
            <a:noFill/>
          </a:ln>
        </p:spPr>
      </p:pic>
      <p:pic>
        <p:nvPicPr>
          <p:cNvPr id="881" name="Google Shape;881;p65"/>
          <p:cNvPicPr preferRelativeResize="0"/>
          <p:nvPr/>
        </p:nvPicPr>
        <p:blipFill rotWithShape="1">
          <a:blip r:embed="rId5">
            <a:alphaModFix/>
          </a:blip>
          <a:srcRect b="0" l="2507" r="2498" t="0"/>
          <a:stretch/>
        </p:blipFill>
        <p:spPr>
          <a:xfrm>
            <a:off x="8586459" y="4669206"/>
            <a:ext cx="229074" cy="241150"/>
          </a:xfrm>
          <a:prstGeom prst="rect">
            <a:avLst/>
          </a:prstGeom>
          <a:noFill/>
          <a:ln>
            <a:noFill/>
          </a:ln>
        </p:spPr>
      </p:pic>
      <p:pic>
        <p:nvPicPr>
          <p:cNvPr id="882" name="Google Shape;882;p65"/>
          <p:cNvPicPr preferRelativeResize="0"/>
          <p:nvPr/>
        </p:nvPicPr>
        <p:blipFill rotWithShape="1">
          <a:blip r:embed="rId6">
            <a:alphaModFix/>
          </a:blip>
          <a:srcRect b="0" l="2507" r="2498" t="0"/>
          <a:stretch/>
        </p:blipFill>
        <p:spPr>
          <a:xfrm>
            <a:off x="5660534" y="5174306"/>
            <a:ext cx="229075" cy="241150"/>
          </a:xfrm>
          <a:prstGeom prst="rect">
            <a:avLst/>
          </a:prstGeom>
          <a:noFill/>
          <a:ln>
            <a:noFill/>
          </a:ln>
        </p:spPr>
      </p:pic>
      <p:pic>
        <p:nvPicPr>
          <p:cNvPr id="883" name="Google Shape;883;p65"/>
          <p:cNvPicPr preferRelativeResize="0"/>
          <p:nvPr/>
        </p:nvPicPr>
        <p:blipFill rotWithShape="1">
          <a:blip r:embed="rId7">
            <a:alphaModFix/>
          </a:blip>
          <a:srcRect b="0" l="2507" r="2498" t="0"/>
          <a:stretch/>
        </p:blipFill>
        <p:spPr>
          <a:xfrm>
            <a:off x="5660534" y="4669206"/>
            <a:ext cx="229075" cy="241150"/>
          </a:xfrm>
          <a:prstGeom prst="rect">
            <a:avLst/>
          </a:prstGeom>
          <a:noFill/>
          <a:ln>
            <a:noFill/>
          </a:ln>
        </p:spPr>
      </p:pic>
      <p:sp>
        <p:nvSpPr>
          <p:cNvPr id="884" name="Google Shape;884;p6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ebinar title">
  <p:cSld name="TITLE_3">
    <p:bg>
      <p:bgPr>
        <a:solidFill>
          <a:srgbClr val="EBEBEB">
            <a:alpha val="0"/>
          </a:srgbClr>
        </a:solidFill>
      </p:bgPr>
    </p:bg>
    <p:spTree>
      <p:nvGrpSpPr>
        <p:cNvPr id="885" name="Shape 885"/>
        <p:cNvGrpSpPr/>
        <p:nvPr/>
      </p:nvGrpSpPr>
      <p:grpSpPr>
        <a:xfrm>
          <a:off x="0" y="0"/>
          <a:ext cx="0" cy="0"/>
          <a:chOff x="0" y="0"/>
          <a:chExt cx="0" cy="0"/>
        </a:xfrm>
      </p:grpSpPr>
      <p:pic>
        <p:nvPicPr>
          <p:cNvPr id="886" name="Google Shape;886;p66"/>
          <p:cNvPicPr preferRelativeResize="0"/>
          <p:nvPr/>
        </p:nvPicPr>
        <p:blipFill>
          <a:blip r:embed="rId2">
            <a:alphaModFix/>
          </a:blip>
          <a:stretch>
            <a:fillRect/>
          </a:stretch>
        </p:blipFill>
        <p:spPr>
          <a:xfrm>
            <a:off x="1219200" y="762000"/>
            <a:ext cx="2145944" cy="507600"/>
          </a:xfrm>
          <a:prstGeom prst="rect">
            <a:avLst/>
          </a:prstGeom>
          <a:noFill/>
          <a:ln>
            <a:noFill/>
          </a:ln>
        </p:spPr>
      </p:pic>
      <p:sp>
        <p:nvSpPr>
          <p:cNvPr id="887" name="Google Shape;887;p66"/>
          <p:cNvSpPr txBox="1"/>
          <p:nvPr>
            <p:ph idx="1" type="subTitle"/>
          </p:nvPr>
        </p:nvSpPr>
        <p:spPr>
          <a:xfrm>
            <a:off x="1169325" y="4436225"/>
            <a:ext cx="7533300" cy="9144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rgbClr val="EE0000"/>
              </a:buClr>
              <a:buSzPts val="2800"/>
              <a:buFont typeface="Red Hat Display"/>
              <a:buNone/>
              <a:defRPr sz="2800">
                <a:solidFill>
                  <a:srgbClr val="EE0000"/>
                </a:solidFill>
                <a:latin typeface="Red Hat Display"/>
                <a:ea typeface="Red Hat Display"/>
                <a:cs typeface="Red Hat Display"/>
                <a:sym typeface="Red Hat Display"/>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888" name="Google Shape;888;p66"/>
          <p:cNvSpPr txBox="1"/>
          <p:nvPr>
            <p:ph type="title"/>
          </p:nvPr>
        </p:nvSpPr>
        <p:spPr>
          <a:xfrm>
            <a:off x="1169475" y="2658025"/>
            <a:ext cx="9871800" cy="1600200"/>
          </a:xfrm>
          <a:prstGeom prst="rect">
            <a:avLst/>
          </a:prstGeom>
        </p:spPr>
        <p:txBody>
          <a:bodyPr anchorCtr="0" anchor="b" bIns="0" lIns="0" spcFirstLastPara="1" rIns="0" wrap="square" tIns="0">
            <a:noAutofit/>
          </a:bodyPr>
          <a:lstStyle>
            <a:lvl1pPr lvl="0" rtl="0">
              <a:lnSpc>
                <a:spcPct val="90000"/>
              </a:lnSpc>
              <a:spcBef>
                <a:spcPts val="0"/>
              </a:spcBef>
              <a:spcAft>
                <a:spcPts val="0"/>
              </a:spcAft>
              <a:buNone/>
              <a:defRPr sz="8000">
                <a:solidFill>
                  <a:srgbClr val="EE0000"/>
                </a:solidFill>
                <a:latin typeface="Red Hat Display Medium"/>
                <a:ea typeface="Red Hat Display Medium"/>
                <a:cs typeface="Red Hat Display Medium"/>
                <a:sym typeface="Red Hat Display Medium"/>
              </a:defRPr>
            </a:lvl1pPr>
            <a:lvl2pPr lvl="1" rtl="0">
              <a:lnSpc>
                <a:spcPct val="105000"/>
              </a:lnSpc>
              <a:spcBef>
                <a:spcPts val="0"/>
              </a:spcBef>
              <a:spcAft>
                <a:spcPts val="0"/>
              </a:spcAft>
              <a:buNone/>
              <a:defRPr b="1" sz="8000">
                <a:solidFill>
                  <a:schemeClr val="lt1"/>
                </a:solidFill>
              </a:defRPr>
            </a:lvl2pPr>
            <a:lvl3pPr lvl="2" rtl="0">
              <a:lnSpc>
                <a:spcPct val="105000"/>
              </a:lnSpc>
              <a:spcBef>
                <a:spcPts val="0"/>
              </a:spcBef>
              <a:spcAft>
                <a:spcPts val="0"/>
              </a:spcAft>
              <a:buNone/>
              <a:defRPr b="1" sz="8000">
                <a:solidFill>
                  <a:schemeClr val="lt1"/>
                </a:solidFill>
              </a:defRPr>
            </a:lvl3pPr>
            <a:lvl4pPr lvl="3" rtl="0">
              <a:lnSpc>
                <a:spcPct val="105000"/>
              </a:lnSpc>
              <a:spcBef>
                <a:spcPts val="0"/>
              </a:spcBef>
              <a:spcAft>
                <a:spcPts val="0"/>
              </a:spcAft>
              <a:buNone/>
              <a:defRPr b="1" sz="8000">
                <a:solidFill>
                  <a:schemeClr val="lt1"/>
                </a:solidFill>
              </a:defRPr>
            </a:lvl4pPr>
            <a:lvl5pPr lvl="4" rtl="0">
              <a:lnSpc>
                <a:spcPct val="105000"/>
              </a:lnSpc>
              <a:spcBef>
                <a:spcPts val="0"/>
              </a:spcBef>
              <a:spcAft>
                <a:spcPts val="0"/>
              </a:spcAft>
              <a:buNone/>
              <a:defRPr b="1" sz="8000">
                <a:solidFill>
                  <a:schemeClr val="lt1"/>
                </a:solidFill>
              </a:defRPr>
            </a:lvl5pPr>
            <a:lvl6pPr lvl="5" rtl="0">
              <a:lnSpc>
                <a:spcPct val="105000"/>
              </a:lnSpc>
              <a:spcBef>
                <a:spcPts val="0"/>
              </a:spcBef>
              <a:spcAft>
                <a:spcPts val="0"/>
              </a:spcAft>
              <a:buNone/>
              <a:defRPr b="1" sz="8000">
                <a:solidFill>
                  <a:schemeClr val="lt1"/>
                </a:solidFill>
              </a:defRPr>
            </a:lvl6pPr>
            <a:lvl7pPr lvl="6" rtl="0">
              <a:lnSpc>
                <a:spcPct val="105000"/>
              </a:lnSpc>
              <a:spcBef>
                <a:spcPts val="0"/>
              </a:spcBef>
              <a:spcAft>
                <a:spcPts val="0"/>
              </a:spcAft>
              <a:buNone/>
              <a:defRPr b="1" sz="8000">
                <a:solidFill>
                  <a:schemeClr val="lt1"/>
                </a:solidFill>
              </a:defRPr>
            </a:lvl7pPr>
            <a:lvl8pPr lvl="7" rtl="0">
              <a:lnSpc>
                <a:spcPct val="105000"/>
              </a:lnSpc>
              <a:spcBef>
                <a:spcPts val="0"/>
              </a:spcBef>
              <a:spcAft>
                <a:spcPts val="0"/>
              </a:spcAft>
              <a:buNone/>
              <a:defRPr b="1" sz="8000">
                <a:solidFill>
                  <a:schemeClr val="lt1"/>
                </a:solidFill>
              </a:defRPr>
            </a:lvl8pPr>
            <a:lvl9pPr lvl="8" rtl="0">
              <a:lnSpc>
                <a:spcPct val="105000"/>
              </a:lnSpc>
              <a:spcBef>
                <a:spcPts val="0"/>
              </a:spcBef>
              <a:spcAft>
                <a:spcPts val="0"/>
              </a:spcAft>
              <a:buNone/>
              <a:defRPr b="1" sz="8000">
                <a:solidFill>
                  <a:schemeClr val="lt1"/>
                </a:solidFill>
              </a:defRPr>
            </a:lvl9pPr>
          </a:lstStyle>
          <a:p/>
        </p:txBody>
      </p:sp>
      <p:sp>
        <p:nvSpPr>
          <p:cNvPr id="889" name="Google Shape;889;p66"/>
          <p:cNvSpPr txBox="1"/>
          <p:nvPr>
            <p:ph idx="2" type="subTitle"/>
          </p:nvPr>
        </p:nvSpPr>
        <p:spPr>
          <a:xfrm>
            <a:off x="1169325" y="5454694"/>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rgbClr val="000000"/>
              </a:buClr>
              <a:buSzPts val="1400"/>
              <a:buFont typeface="Red Hat Display Medium"/>
              <a:buNone/>
              <a:defRPr sz="1400">
                <a:latin typeface="Red Hat Display Medium"/>
                <a:ea typeface="Red Hat Display Medium"/>
                <a:cs typeface="Red Hat Display Medium"/>
                <a:sym typeface="Red Hat Display Medium"/>
              </a:defRPr>
            </a:lvl1pPr>
            <a:lvl2pPr lvl="1"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2pPr>
            <a:lvl3pPr lvl="2"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3pPr>
            <a:lvl4pPr lvl="3"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4pPr>
            <a:lvl5pPr lvl="4"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5pPr>
            <a:lvl6pPr lvl="5"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6pPr>
            <a:lvl7pPr lvl="6"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7pPr>
            <a:lvl8pPr lvl="7"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8pPr>
            <a:lvl9pPr lvl="8"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9pPr>
          </a:lstStyle>
          <a:p/>
        </p:txBody>
      </p:sp>
      <p:sp>
        <p:nvSpPr>
          <p:cNvPr id="890" name="Google Shape;890;p66"/>
          <p:cNvSpPr txBox="1"/>
          <p:nvPr>
            <p:ph idx="3" type="subTitle"/>
          </p:nvPr>
        </p:nvSpPr>
        <p:spPr>
          <a:xfrm>
            <a:off x="3557450" y="5454694"/>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rgbClr val="000000"/>
              </a:buClr>
              <a:buSzPts val="1400"/>
              <a:buFont typeface="Red Hat Display Medium"/>
              <a:buNone/>
              <a:defRPr sz="1400">
                <a:latin typeface="Red Hat Display Medium"/>
                <a:ea typeface="Red Hat Display Medium"/>
                <a:cs typeface="Red Hat Display Medium"/>
                <a:sym typeface="Red Hat Display Medium"/>
              </a:defRPr>
            </a:lvl1pPr>
            <a:lvl2pPr lvl="1"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2pPr>
            <a:lvl3pPr lvl="2"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3pPr>
            <a:lvl4pPr lvl="3"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4pPr>
            <a:lvl5pPr lvl="4"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5pPr>
            <a:lvl6pPr lvl="5"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6pPr>
            <a:lvl7pPr lvl="6"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7pPr>
            <a:lvl8pPr lvl="7"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8pPr>
            <a:lvl9pPr lvl="8"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9pPr>
          </a:lstStyle>
          <a:p/>
        </p:txBody>
      </p:sp>
      <p:cxnSp>
        <p:nvCxnSpPr>
          <p:cNvPr id="891" name="Google Shape;891;p66"/>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892" name="Google Shape;892;p6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A">
  <p:cSld name="CUSTOM_2">
    <p:bg>
      <p:bgPr>
        <a:blipFill>
          <a:blip r:embed="rId2">
            <a:alphaModFix/>
          </a:blip>
          <a:stretch>
            <a:fillRect/>
          </a:stretch>
        </a:blipFill>
      </p:bgPr>
    </p:bg>
    <p:spTree>
      <p:nvGrpSpPr>
        <p:cNvPr id="893" name="Shape 893"/>
        <p:cNvGrpSpPr/>
        <p:nvPr/>
      </p:nvGrpSpPr>
      <p:grpSpPr>
        <a:xfrm>
          <a:off x="0" y="0"/>
          <a:ext cx="0" cy="0"/>
          <a:chOff x="0" y="0"/>
          <a:chExt cx="0" cy="0"/>
        </a:xfrm>
      </p:grpSpPr>
      <p:sp>
        <p:nvSpPr>
          <p:cNvPr id="894" name="Google Shape;894;p67"/>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lvl1pPr lvl="0" rtl="0">
              <a:spcBef>
                <a:spcPts val="0"/>
              </a:spcBef>
              <a:spcAft>
                <a:spcPts val="0"/>
              </a:spcAft>
              <a:buNone/>
              <a:defRPr sz="4800">
                <a:solidFill>
                  <a:schemeClr val="lt1"/>
                </a:solidFill>
                <a:latin typeface="Red Hat Display Medium"/>
                <a:ea typeface="Red Hat Display Medium"/>
                <a:cs typeface="Red Hat Display Medium"/>
                <a:sym typeface="Red Hat Display Medium"/>
              </a:defRPr>
            </a:lvl1pPr>
            <a:lvl2pPr lvl="1"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2pPr>
            <a:lvl3pPr lvl="2"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3pPr>
            <a:lvl4pPr lvl="3"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4pPr>
            <a:lvl5pPr lvl="4"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5pPr>
            <a:lvl6pPr lvl="5"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6pPr>
            <a:lvl7pPr lvl="6"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7pPr>
            <a:lvl8pPr lvl="7"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8pPr>
            <a:lvl9pPr lvl="8"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9pPr>
          </a:lstStyle>
          <a:p/>
        </p:txBody>
      </p:sp>
      <p:cxnSp>
        <p:nvCxnSpPr>
          <p:cNvPr id="895" name="Google Shape;895;p67"/>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896" name="Google Shape;896;p67"/>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897" name="Google Shape;897;p6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898" name="Google Shape;898;p67"/>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None/>
              <a:defRPr sz="1400">
                <a:solidFill>
                  <a:srgbClr val="141414"/>
                </a:solidFill>
                <a:latin typeface="Red Hat Display"/>
                <a:ea typeface="Red Hat Display"/>
                <a:cs typeface="Red Hat Display"/>
                <a:sym typeface="Red Hat Display"/>
              </a:defRPr>
            </a:lvl1pPr>
            <a:lvl2pPr lvl="1" rtl="0">
              <a:lnSpc>
                <a:spcPct val="174000"/>
              </a:lnSpc>
              <a:spcBef>
                <a:spcPts val="0"/>
              </a:spcBef>
              <a:spcAft>
                <a:spcPts val="0"/>
              </a:spcAft>
              <a:buNone/>
              <a:defRPr sz="1400">
                <a:solidFill>
                  <a:srgbClr val="141414"/>
                </a:solidFill>
              </a:defRPr>
            </a:lvl2pPr>
            <a:lvl3pPr lvl="2" rtl="0">
              <a:lnSpc>
                <a:spcPct val="174000"/>
              </a:lnSpc>
              <a:spcBef>
                <a:spcPts val="0"/>
              </a:spcBef>
              <a:spcAft>
                <a:spcPts val="0"/>
              </a:spcAft>
              <a:buNone/>
              <a:defRPr sz="1400">
                <a:solidFill>
                  <a:srgbClr val="141414"/>
                </a:solidFill>
              </a:defRPr>
            </a:lvl3pPr>
            <a:lvl4pPr lvl="3" rtl="0">
              <a:lnSpc>
                <a:spcPct val="174000"/>
              </a:lnSpc>
              <a:spcBef>
                <a:spcPts val="0"/>
              </a:spcBef>
              <a:spcAft>
                <a:spcPts val="0"/>
              </a:spcAft>
              <a:buNone/>
              <a:defRPr sz="1400">
                <a:solidFill>
                  <a:srgbClr val="141414"/>
                </a:solidFill>
              </a:defRPr>
            </a:lvl4pPr>
            <a:lvl5pPr lvl="4" rtl="0">
              <a:lnSpc>
                <a:spcPct val="174000"/>
              </a:lnSpc>
              <a:spcBef>
                <a:spcPts val="0"/>
              </a:spcBef>
              <a:spcAft>
                <a:spcPts val="0"/>
              </a:spcAft>
              <a:buNone/>
              <a:defRPr sz="1400">
                <a:solidFill>
                  <a:srgbClr val="141414"/>
                </a:solidFill>
              </a:defRPr>
            </a:lvl5pPr>
            <a:lvl6pPr lvl="5" rtl="0">
              <a:lnSpc>
                <a:spcPct val="174000"/>
              </a:lnSpc>
              <a:spcBef>
                <a:spcPts val="0"/>
              </a:spcBef>
              <a:spcAft>
                <a:spcPts val="0"/>
              </a:spcAft>
              <a:buNone/>
              <a:defRPr sz="1400">
                <a:solidFill>
                  <a:srgbClr val="141414"/>
                </a:solidFill>
              </a:defRPr>
            </a:lvl6pPr>
            <a:lvl7pPr lvl="6" rtl="0">
              <a:lnSpc>
                <a:spcPct val="174000"/>
              </a:lnSpc>
              <a:spcBef>
                <a:spcPts val="0"/>
              </a:spcBef>
              <a:spcAft>
                <a:spcPts val="0"/>
              </a:spcAft>
              <a:buNone/>
              <a:defRPr sz="1400">
                <a:solidFill>
                  <a:srgbClr val="141414"/>
                </a:solidFill>
              </a:defRPr>
            </a:lvl7pPr>
            <a:lvl8pPr lvl="7" rtl="0">
              <a:lnSpc>
                <a:spcPct val="174000"/>
              </a:lnSpc>
              <a:spcBef>
                <a:spcPts val="0"/>
              </a:spcBef>
              <a:spcAft>
                <a:spcPts val="0"/>
              </a:spcAft>
              <a:buNone/>
              <a:defRPr sz="1400">
                <a:solidFill>
                  <a:srgbClr val="141414"/>
                </a:solidFill>
              </a:defRPr>
            </a:lvl8pPr>
            <a:lvl9pPr lvl="8" rtl="0">
              <a:lnSpc>
                <a:spcPct val="174000"/>
              </a:lnSpc>
              <a:spcBef>
                <a:spcPts val="0"/>
              </a:spcBef>
              <a:spcAft>
                <a:spcPts val="0"/>
              </a:spcAft>
              <a:buNone/>
              <a:defRPr sz="1400">
                <a:solidFill>
                  <a:srgbClr val="141414"/>
                </a:solidFill>
              </a:defRPr>
            </a:lvl9pPr>
          </a:lstStyle>
          <a:p/>
        </p:txBody>
      </p:sp>
      <p:pic>
        <p:nvPicPr>
          <p:cNvPr id="899" name="Google Shape;899;p67"/>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sp>
        <p:nvSpPr>
          <p:cNvPr id="900" name="Google Shape;900;p6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B">
  <p:cSld name="CUSTOM_2_1">
    <p:bg>
      <p:bgPr>
        <a:blipFill>
          <a:blip r:embed="rId2">
            <a:alphaModFix/>
          </a:blip>
          <a:stretch>
            <a:fillRect/>
          </a:stretch>
        </a:blipFill>
      </p:bgPr>
    </p:bg>
    <p:spTree>
      <p:nvGrpSpPr>
        <p:cNvPr id="901" name="Shape 901"/>
        <p:cNvGrpSpPr/>
        <p:nvPr/>
      </p:nvGrpSpPr>
      <p:grpSpPr>
        <a:xfrm>
          <a:off x="0" y="0"/>
          <a:ext cx="0" cy="0"/>
          <a:chOff x="0" y="0"/>
          <a:chExt cx="0" cy="0"/>
        </a:xfrm>
      </p:grpSpPr>
      <p:sp>
        <p:nvSpPr>
          <p:cNvPr id="902" name="Google Shape;902;p68"/>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lvl1pPr lvl="0" rtl="0">
              <a:spcBef>
                <a:spcPts val="0"/>
              </a:spcBef>
              <a:spcAft>
                <a:spcPts val="0"/>
              </a:spcAft>
              <a:buNone/>
              <a:defRPr sz="4800">
                <a:solidFill>
                  <a:schemeClr val="accent1"/>
                </a:solidFill>
              </a:defRPr>
            </a:lvl1pPr>
            <a:lvl2pPr lvl="1"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2pPr>
            <a:lvl3pPr lvl="2"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3pPr>
            <a:lvl4pPr lvl="3"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4pPr>
            <a:lvl5pPr lvl="4"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5pPr>
            <a:lvl6pPr lvl="5"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6pPr>
            <a:lvl7pPr lvl="6"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7pPr>
            <a:lvl8pPr lvl="7"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8pPr>
            <a:lvl9pPr lvl="8"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9pPr>
          </a:lstStyle>
          <a:p/>
        </p:txBody>
      </p:sp>
      <p:cxnSp>
        <p:nvCxnSpPr>
          <p:cNvPr id="903" name="Google Shape;903;p68"/>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904" name="Google Shape;904;p68"/>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905" name="Google Shape;905;p6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9pPr>
          </a:lstStyle>
          <a:p/>
        </p:txBody>
      </p:sp>
      <p:sp>
        <p:nvSpPr>
          <p:cNvPr id="906" name="Google Shape;906;p68"/>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None/>
              <a:defRPr sz="1400">
                <a:solidFill>
                  <a:schemeClr val="lt1"/>
                </a:solidFill>
                <a:latin typeface="Red Hat Display"/>
                <a:ea typeface="Red Hat Display"/>
                <a:cs typeface="Red Hat Display"/>
                <a:sym typeface="Red Hat Display"/>
              </a:defRPr>
            </a:lvl1pPr>
            <a:lvl2pPr lvl="1" rtl="0">
              <a:lnSpc>
                <a:spcPct val="174000"/>
              </a:lnSpc>
              <a:spcBef>
                <a:spcPts val="0"/>
              </a:spcBef>
              <a:spcAft>
                <a:spcPts val="0"/>
              </a:spcAft>
              <a:buNone/>
              <a:defRPr sz="1400">
                <a:solidFill>
                  <a:schemeClr val="lt1"/>
                </a:solidFill>
              </a:defRPr>
            </a:lvl2pPr>
            <a:lvl3pPr lvl="2" rtl="0">
              <a:lnSpc>
                <a:spcPct val="174000"/>
              </a:lnSpc>
              <a:spcBef>
                <a:spcPts val="0"/>
              </a:spcBef>
              <a:spcAft>
                <a:spcPts val="0"/>
              </a:spcAft>
              <a:buNone/>
              <a:defRPr sz="1400">
                <a:solidFill>
                  <a:schemeClr val="lt1"/>
                </a:solidFill>
              </a:defRPr>
            </a:lvl3pPr>
            <a:lvl4pPr lvl="3" rtl="0">
              <a:lnSpc>
                <a:spcPct val="174000"/>
              </a:lnSpc>
              <a:spcBef>
                <a:spcPts val="0"/>
              </a:spcBef>
              <a:spcAft>
                <a:spcPts val="0"/>
              </a:spcAft>
              <a:buNone/>
              <a:defRPr sz="1400">
                <a:solidFill>
                  <a:schemeClr val="lt1"/>
                </a:solidFill>
              </a:defRPr>
            </a:lvl4pPr>
            <a:lvl5pPr lvl="4" rtl="0">
              <a:lnSpc>
                <a:spcPct val="174000"/>
              </a:lnSpc>
              <a:spcBef>
                <a:spcPts val="0"/>
              </a:spcBef>
              <a:spcAft>
                <a:spcPts val="0"/>
              </a:spcAft>
              <a:buNone/>
              <a:defRPr sz="1400">
                <a:solidFill>
                  <a:schemeClr val="lt1"/>
                </a:solidFill>
              </a:defRPr>
            </a:lvl5pPr>
            <a:lvl6pPr lvl="5" rtl="0">
              <a:lnSpc>
                <a:spcPct val="174000"/>
              </a:lnSpc>
              <a:spcBef>
                <a:spcPts val="0"/>
              </a:spcBef>
              <a:spcAft>
                <a:spcPts val="0"/>
              </a:spcAft>
              <a:buNone/>
              <a:defRPr sz="1400">
                <a:solidFill>
                  <a:schemeClr val="lt1"/>
                </a:solidFill>
              </a:defRPr>
            </a:lvl6pPr>
            <a:lvl7pPr lvl="6" rtl="0">
              <a:lnSpc>
                <a:spcPct val="174000"/>
              </a:lnSpc>
              <a:spcBef>
                <a:spcPts val="0"/>
              </a:spcBef>
              <a:spcAft>
                <a:spcPts val="0"/>
              </a:spcAft>
              <a:buNone/>
              <a:defRPr sz="1400">
                <a:solidFill>
                  <a:schemeClr val="lt1"/>
                </a:solidFill>
              </a:defRPr>
            </a:lvl7pPr>
            <a:lvl8pPr lvl="7" rtl="0">
              <a:lnSpc>
                <a:spcPct val="174000"/>
              </a:lnSpc>
              <a:spcBef>
                <a:spcPts val="0"/>
              </a:spcBef>
              <a:spcAft>
                <a:spcPts val="0"/>
              </a:spcAft>
              <a:buNone/>
              <a:defRPr sz="1400">
                <a:solidFill>
                  <a:schemeClr val="lt1"/>
                </a:solidFill>
              </a:defRPr>
            </a:lvl8pPr>
            <a:lvl9pPr lvl="8" rtl="0">
              <a:lnSpc>
                <a:spcPct val="174000"/>
              </a:lnSpc>
              <a:spcBef>
                <a:spcPts val="0"/>
              </a:spcBef>
              <a:spcAft>
                <a:spcPts val="0"/>
              </a:spcAft>
              <a:buNone/>
              <a:defRPr sz="1400">
                <a:solidFill>
                  <a:schemeClr val="lt1"/>
                </a:solidFill>
              </a:defRPr>
            </a:lvl9pPr>
          </a:lstStyle>
          <a:p/>
        </p:txBody>
      </p:sp>
      <p:pic>
        <p:nvPicPr>
          <p:cNvPr id="907" name="Google Shape;907;p68"/>
          <p:cNvPicPr preferRelativeResize="0"/>
          <p:nvPr/>
        </p:nvPicPr>
        <p:blipFill>
          <a:blip r:embed="rId3">
            <a:alphaModFix/>
          </a:blip>
          <a:stretch>
            <a:fillRect/>
          </a:stretch>
        </p:blipFill>
        <p:spPr>
          <a:xfrm>
            <a:off x="10711279" y="6312505"/>
            <a:ext cx="975850" cy="229612"/>
          </a:xfrm>
          <a:prstGeom prst="rect">
            <a:avLst/>
          </a:prstGeom>
          <a:noFill/>
          <a:ln>
            <a:noFill/>
          </a:ln>
        </p:spPr>
      </p:pic>
      <p:sp>
        <p:nvSpPr>
          <p:cNvPr id="908" name="Google Shape;908;p6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call out A">
  <p:cSld name="CUSTOM_2_1_2">
    <p:bg>
      <p:bgPr>
        <a:blipFill>
          <a:blip r:embed="rId2">
            <a:alphaModFix/>
          </a:blip>
          <a:stretch>
            <a:fillRect/>
          </a:stretch>
        </a:blipFill>
      </p:bgPr>
    </p:bg>
    <p:spTree>
      <p:nvGrpSpPr>
        <p:cNvPr id="909" name="Shape 909"/>
        <p:cNvGrpSpPr/>
        <p:nvPr/>
      </p:nvGrpSpPr>
      <p:grpSpPr>
        <a:xfrm>
          <a:off x="0" y="0"/>
          <a:ext cx="0" cy="0"/>
          <a:chOff x="0" y="0"/>
          <a:chExt cx="0" cy="0"/>
        </a:xfrm>
      </p:grpSpPr>
      <p:cxnSp>
        <p:nvCxnSpPr>
          <p:cNvPr id="910" name="Google Shape;910;p69"/>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911" name="Google Shape;911;p69"/>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912" name="Google Shape;912;p6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9pPr>
          </a:lstStyle>
          <a:p/>
        </p:txBody>
      </p:sp>
      <p:pic>
        <p:nvPicPr>
          <p:cNvPr id="913" name="Google Shape;913;p69"/>
          <p:cNvPicPr preferRelativeResize="0"/>
          <p:nvPr/>
        </p:nvPicPr>
        <p:blipFill>
          <a:blip r:embed="rId3">
            <a:alphaModFix/>
          </a:blip>
          <a:stretch>
            <a:fillRect/>
          </a:stretch>
        </p:blipFill>
        <p:spPr>
          <a:xfrm>
            <a:off x="10711279" y="6312505"/>
            <a:ext cx="975850" cy="229612"/>
          </a:xfrm>
          <a:prstGeom prst="rect">
            <a:avLst/>
          </a:prstGeom>
          <a:noFill/>
          <a:ln>
            <a:noFill/>
          </a:ln>
        </p:spPr>
      </p:pic>
      <p:sp>
        <p:nvSpPr>
          <p:cNvPr id="914" name="Google Shape;914;p6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
        <p:nvSpPr>
          <p:cNvPr id="915" name="Google Shape;915;p69"/>
          <p:cNvSpPr txBox="1"/>
          <p:nvPr>
            <p:ph idx="2" type="subTitle"/>
          </p:nvPr>
        </p:nvSpPr>
        <p:spPr>
          <a:xfrm>
            <a:off x="9251450" y="2239588"/>
            <a:ext cx="2124300" cy="31572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None/>
              <a:defRPr sz="1400">
                <a:solidFill>
                  <a:srgbClr val="FFFFFF"/>
                </a:solidFill>
                <a:latin typeface="Red Hat Display"/>
                <a:ea typeface="Red Hat Display"/>
                <a:cs typeface="Red Hat Display"/>
                <a:sym typeface="Red Hat Display"/>
              </a:defRPr>
            </a:lvl1pPr>
            <a:lvl2pPr lvl="1" rtl="0">
              <a:lnSpc>
                <a:spcPct val="174000"/>
              </a:lnSpc>
              <a:spcBef>
                <a:spcPts val="0"/>
              </a:spcBef>
              <a:spcAft>
                <a:spcPts val="0"/>
              </a:spcAft>
              <a:buNone/>
              <a:defRPr sz="1400">
                <a:solidFill>
                  <a:srgbClr val="FFFFFF"/>
                </a:solidFill>
              </a:defRPr>
            </a:lvl2pPr>
            <a:lvl3pPr lvl="2" rtl="0">
              <a:lnSpc>
                <a:spcPct val="174000"/>
              </a:lnSpc>
              <a:spcBef>
                <a:spcPts val="0"/>
              </a:spcBef>
              <a:spcAft>
                <a:spcPts val="0"/>
              </a:spcAft>
              <a:buNone/>
              <a:defRPr sz="1400">
                <a:solidFill>
                  <a:srgbClr val="FFFFFF"/>
                </a:solidFill>
              </a:defRPr>
            </a:lvl3pPr>
            <a:lvl4pPr lvl="3" rtl="0">
              <a:lnSpc>
                <a:spcPct val="174000"/>
              </a:lnSpc>
              <a:spcBef>
                <a:spcPts val="0"/>
              </a:spcBef>
              <a:spcAft>
                <a:spcPts val="0"/>
              </a:spcAft>
              <a:buNone/>
              <a:defRPr sz="1400">
                <a:solidFill>
                  <a:srgbClr val="FFFFFF"/>
                </a:solidFill>
              </a:defRPr>
            </a:lvl4pPr>
            <a:lvl5pPr lvl="4" rtl="0">
              <a:lnSpc>
                <a:spcPct val="174000"/>
              </a:lnSpc>
              <a:spcBef>
                <a:spcPts val="0"/>
              </a:spcBef>
              <a:spcAft>
                <a:spcPts val="0"/>
              </a:spcAft>
              <a:buNone/>
              <a:defRPr sz="1400">
                <a:solidFill>
                  <a:srgbClr val="FFFFFF"/>
                </a:solidFill>
              </a:defRPr>
            </a:lvl5pPr>
            <a:lvl6pPr lvl="5" rtl="0">
              <a:lnSpc>
                <a:spcPct val="174000"/>
              </a:lnSpc>
              <a:spcBef>
                <a:spcPts val="0"/>
              </a:spcBef>
              <a:spcAft>
                <a:spcPts val="0"/>
              </a:spcAft>
              <a:buNone/>
              <a:defRPr sz="1400">
                <a:solidFill>
                  <a:srgbClr val="FFFFFF"/>
                </a:solidFill>
              </a:defRPr>
            </a:lvl6pPr>
            <a:lvl7pPr lvl="6" rtl="0">
              <a:lnSpc>
                <a:spcPct val="174000"/>
              </a:lnSpc>
              <a:spcBef>
                <a:spcPts val="0"/>
              </a:spcBef>
              <a:spcAft>
                <a:spcPts val="0"/>
              </a:spcAft>
              <a:buNone/>
              <a:defRPr sz="1400">
                <a:solidFill>
                  <a:srgbClr val="FFFFFF"/>
                </a:solidFill>
              </a:defRPr>
            </a:lvl7pPr>
            <a:lvl8pPr lvl="7" rtl="0">
              <a:lnSpc>
                <a:spcPct val="174000"/>
              </a:lnSpc>
              <a:spcBef>
                <a:spcPts val="0"/>
              </a:spcBef>
              <a:spcAft>
                <a:spcPts val="0"/>
              </a:spcAft>
              <a:buNone/>
              <a:defRPr sz="1400">
                <a:solidFill>
                  <a:srgbClr val="FFFFFF"/>
                </a:solidFill>
              </a:defRPr>
            </a:lvl8pPr>
            <a:lvl9pPr lvl="8" rtl="0">
              <a:lnSpc>
                <a:spcPct val="174000"/>
              </a:lnSpc>
              <a:spcBef>
                <a:spcPts val="0"/>
              </a:spcBef>
              <a:spcAft>
                <a:spcPts val="0"/>
              </a:spcAft>
              <a:buNone/>
              <a:defRPr sz="1400">
                <a:solidFill>
                  <a:srgbClr val="FFFFFF"/>
                </a:solidFill>
              </a:defRPr>
            </a:lvl9pPr>
          </a:lstStyle>
          <a:p/>
        </p:txBody>
      </p:sp>
      <p:sp>
        <p:nvSpPr>
          <p:cNvPr id="916" name="Google Shape;916;p69"/>
          <p:cNvSpPr txBox="1"/>
          <p:nvPr>
            <p:ph idx="3" type="subTitle"/>
          </p:nvPr>
        </p:nvSpPr>
        <p:spPr>
          <a:xfrm>
            <a:off x="9251450" y="1687025"/>
            <a:ext cx="2124300" cy="354600"/>
          </a:xfrm>
          <a:prstGeom prst="rect">
            <a:avLst/>
          </a:prstGeom>
        </p:spPr>
        <p:txBody>
          <a:bodyPr anchorCtr="0" anchor="b" bIns="0" lIns="0" spcFirstLastPara="1" rIns="0" wrap="square" tIns="0">
            <a:noAutofit/>
          </a:bodyPr>
          <a:lstStyle>
            <a:lvl1pPr lvl="0" rtl="0">
              <a:lnSpc>
                <a:spcPct val="135000"/>
              </a:lnSpc>
              <a:spcBef>
                <a:spcPts val="0"/>
              </a:spcBef>
              <a:spcAft>
                <a:spcPts val="0"/>
              </a:spcAft>
              <a:buClr>
                <a:srgbClr val="FFFFFF"/>
              </a:buClr>
              <a:buSzPts val="1400"/>
              <a:buFont typeface="Red Hat Display Medium"/>
              <a:buNone/>
              <a:defRPr sz="1400">
                <a:solidFill>
                  <a:srgbClr val="FFFFFF"/>
                </a:solidFill>
                <a:latin typeface="Red Hat Display Medium"/>
                <a:ea typeface="Red Hat Display Medium"/>
                <a:cs typeface="Red Hat Display Medium"/>
                <a:sym typeface="Red Hat Display Medium"/>
              </a:defRPr>
            </a:lvl1pPr>
            <a:lvl2pPr lvl="1" rtl="0">
              <a:spcBef>
                <a:spcPts val="0"/>
              </a:spcBef>
              <a:spcAft>
                <a:spcPts val="0"/>
              </a:spcAft>
              <a:buClr>
                <a:srgbClr val="FFFFFF"/>
              </a:buClr>
              <a:buSzPts val="1800"/>
              <a:buNone/>
              <a:defRPr>
                <a:solidFill>
                  <a:srgbClr val="FFFFFF"/>
                </a:solidFill>
              </a:defRPr>
            </a:lvl2pPr>
            <a:lvl3pPr lvl="2" rtl="0">
              <a:spcBef>
                <a:spcPts val="500"/>
              </a:spcBef>
              <a:spcAft>
                <a:spcPts val="0"/>
              </a:spcAft>
              <a:buClr>
                <a:srgbClr val="FFFFFF"/>
              </a:buClr>
              <a:buSzPts val="1800"/>
              <a:buNone/>
              <a:defRPr>
                <a:solidFill>
                  <a:srgbClr val="FFFFFF"/>
                </a:solidFill>
              </a:defRPr>
            </a:lvl3pPr>
            <a:lvl4pPr lvl="3" rtl="0">
              <a:spcBef>
                <a:spcPts val="500"/>
              </a:spcBef>
              <a:spcAft>
                <a:spcPts val="0"/>
              </a:spcAft>
              <a:buClr>
                <a:srgbClr val="FFFFFF"/>
              </a:buClr>
              <a:buSzPts val="1800"/>
              <a:buNone/>
              <a:defRPr>
                <a:solidFill>
                  <a:srgbClr val="FFFFFF"/>
                </a:solidFill>
              </a:defRPr>
            </a:lvl4pPr>
            <a:lvl5pPr lvl="4" rtl="0">
              <a:spcBef>
                <a:spcPts val="500"/>
              </a:spcBef>
              <a:spcAft>
                <a:spcPts val="0"/>
              </a:spcAft>
              <a:buClr>
                <a:srgbClr val="FFFFFF"/>
              </a:buClr>
              <a:buSzPts val="1800"/>
              <a:buNone/>
              <a:defRPr>
                <a:solidFill>
                  <a:srgbClr val="FFFFFF"/>
                </a:solidFill>
              </a:defRPr>
            </a:lvl5pPr>
            <a:lvl6pPr lvl="5" rtl="0">
              <a:spcBef>
                <a:spcPts val="500"/>
              </a:spcBef>
              <a:spcAft>
                <a:spcPts val="0"/>
              </a:spcAft>
              <a:buClr>
                <a:srgbClr val="FFFFFF"/>
              </a:buClr>
              <a:buSzPts val="1800"/>
              <a:buNone/>
              <a:defRPr>
                <a:solidFill>
                  <a:srgbClr val="FFFFFF"/>
                </a:solidFill>
              </a:defRPr>
            </a:lvl6pPr>
            <a:lvl7pPr lvl="6" rtl="0">
              <a:spcBef>
                <a:spcPts val="500"/>
              </a:spcBef>
              <a:spcAft>
                <a:spcPts val="0"/>
              </a:spcAft>
              <a:buClr>
                <a:srgbClr val="FFFFFF"/>
              </a:buClr>
              <a:buSzPts val="1800"/>
              <a:buNone/>
              <a:defRPr>
                <a:solidFill>
                  <a:srgbClr val="FFFFFF"/>
                </a:solidFill>
              </a:defRPr>
            </a:lvl7pPr>
            <a:lvl8pPr lvl="7" rtl="0">
              <a:spcBef>
                <a:spcPts val="500"/>
              </a:spcBef>
              <a:spcAft>
                <a:spcPts val="0"/>
              </a:spcAft>
              <a:buClr>
                <a:srgbClr val="FFFFFF"/>
              </a:buClr>
              <a:buSzPts val="1800"/>
              <a:buNone/>
              <a:defRPr>
                <a:solidFill>
                  <a:srgbClr val="FFFFFF"/>
                </a:solidFill>
              </a:defRPr>
            </a:lvl8pPr>
            <a:lvl9pPr lvl="8" rtl="0">
              <a:spcBef>
                <a:spcPts val="500"/>
              </a:spcBef>
              <a:spcAft>
                <a:spcPts val="500"/>
              </a:spcAft>
              <a:buClr>
                <a:srgbClr val="FFFFFF"/>
              </a:buClr>
              <a:buSzPts val="1800"/>
              <a:buNone/>
              <a:defRPr>
                <a:solidFill>
                  <a:srgbClr val="FFFFFF"/>
                </a:solidFill>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C">
  <p:cSld name="CUSTOM_2_1_1">
    <p:bg>
      <p:bgPr>
        <a:blipFill>
          <a:blip r:embed="rId2">
            <a:alphaModFix/>
          </a:blip>
          <a:stretch>
            <a:fillRect/>
          </a:stretch>
        </a:blipFill>
      </p:bgPr>
    </p:bg>
    <p:spTree>
      <p:nvGrpSpPr>
        <p:cNvPr id="917" name="Shape 917"/>
        <p:cNvGrpSpPr/>
        <p:nvPr/>
      </p:nvGrpSpPr>
      <p:grpSpPr>
        <a:xfrm>
          <a:off x="0" y="0"/>
          <a:ext cx="0" cy="0"/>
          <a:chOff x="0" y="0"/>
          <a:chExt cx="0" cy="0"/>
        </a:xfrm>
      </p:grpSpPr>
      <p:sp>
        <p:nvSpPr>
          <p:cNvPr id="918" name="Google Shape;918;p70"/>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lvl1pPr lvl="0" rtl="0">
              <a:spcBef>
                <a:spcPts val="0"/>
              </a:spcBef>
              <a:spcAft>
                <a:spcPts val="0"/>
              </a:spcAft>
              <a:buNone/>
              <a:defRPr sz="4800">
                <a:solidFill>
                  <a:schemeClr val="accent1"/>
                </a:solidFill>
              </a:defRPr>
            </a:lvl1pPr>
            <a:lvl2pPr lvl="1"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2pPr>
            <a:lvl3pPr lvl="2"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3pPr>
            <a:lvl4pPr lvl="3"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4pPr>
            <a:lvl5pPr lvl="4"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5pPr>
            <a:lvl6pPr lvl="5"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6pPr>
            <a:lvl7pPr lvl="6"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7pPr>
            <a:lvl8pPr lvl="7"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8pPr>
            <a:lvl9pPr lvl="8"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9pPr>
          </a:lstStyle>
          <a:p/>
        </p:txBody>
      </p:sp>
      <p:cxnSp>
        <p:nvCxnSpPr>
          <p:cNvPr id="919" name="Google Shape;919;p70"/>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920" name="Google Shape;920;p70"/>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921" name="Google Shape;921;p7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9pPr>
          </a:lstStyle>
          <a:p/>
        </p:txBody>
      </p:sp>
      <p:sp>
        <p:nvSpPr>
          <p:cNvPr id="922" name="Google Shape;922;p70"/>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lvl1pPr lvl="0" rtl="0">
              <a:lnSpc>
                <a:spcPct val="174000"/>
              </a:lnSpc>
              <a:spcBef>
                <a:spcPts val="0"/>
              </a:spcBef>
              <a:spcAft>
                <a:spcPts val="0"/>
              </a:spcAft>
              <a:buNone/>
              <a:defRPr sz="1400">
                <a:solidFill>
                  <a:srgbClr val="EBEBEB"/>
                </a:solidFill>
              </a:defRPr>
            </a:lvl1pPr>
            <a:lvl2pPr lvl="1" rtl="0">
              <a:lnSpc>
                <a:spcPct val="174000"/>
              </a:lnSpc>
              <a:spcBef>
                <a:spcPts val="0"/>
              </a:spcBef>
              <a:spcAft>
                <a:spcPts val="0"/>
              </a:spcAft>
              <a:buNone/>
              <a:defRPr sz="1400">
                <a:solidFill>
                  <a:srgbClr val="EBEBEB"/>
                </a:solidFill>
              </a:defRPr>
            </a:lvl2pPr>
            <a:lvl3pPr lvl="2" rtl="0">
              <a:lnSpc>
                <a:spcPct val="174000"/>
              </a:lnSpc>
              <a:spcBef>
                <a:spcPts val="0"/>
              </a:spcBef>
              <a:spcAft>
                <a:spcPts val="0"/>
              </a:spcAft>
              <a:buNone/>
              <a:defRPr sz="1400">
                <a:solidFill>
                  <a:srgbClr val="EBEBEB"/>
                </a:solidFill>
              </a:defRPr>
            </a:lvl3pPr>
            <a:lvl4pPr lvl="3" rtl="0">
              <a:lnSpc>
                <a:spcPct val="174000"/>
              </a:lnSpc>
              <a:spcBef>
                <a:spcPts val="0"/>
              </a:spcBef>
              <a:spcAft>
                <a:spcPts val="0"/>
              </a:spcAft>
              <a:buNone/>
              <a:defRPr sz="1400">
                <a:solidFill>
                  <a:srgbClr val="EBEBEB"/>
                </a:solidFill>
              </a:defRPr>
            </a:lvl4pPr>
            <a:lvl5pPr lvl="4" rtl="0">
              <a:lnSpc>
                <a:spcPct val="174000"/>
              </a:lnSpc>
              <a:spcBef>
                <a:spcPts val="0"/>
              </a:spcBef>
              <a:spcAft>
                <a:spcPts val="0"/>
              </a:spcAft>
              <a:buNone/>
              <a:defRPr sz="1400">
                <a:solidFill>
                  <a:srgbClr val="EBEBEB"/>
                </a:solidFill>
              </a:defRPr>
            </a:lvl5pPr>
            <a:lvl6pPr lvl="5" rtl="0">
              <a:lnSpc>
                <a:spcPct val="174000"/>
              </a:lnSpc>
              <a:spcBef>
                <a:spcPts val="0"/>
              </a:spcBef>
              <a:spcAft>
                <a:spcPts val="0"/>
              </a:spcAft>
              <a:buNone/>
              <a:defRPr sz="1400">
                <a:solidFill>
                  <a:srgbClr val="EBEBEB"/>
                </a:solidFill>
              </a:defRPr>
            </a:lvl6pPr>
            <a:lvl7pPr lvl="6" rtl="0">
              <a:lnSpc>
                <a:spcPct val="174000"/>
              </a:lnSpc>
              <a:spcBef>
                <a:spcPts val="0"/>
              </a:spcBef>
              <a:spcAft>
                <a:spcPts val="0"/>
              </a:spcAft>
              <a:buNone/>
              <a:defRPr sz="1400">
                <a:solidFill>
                  <a:srgbClr val="EBEBEB"/>
                </a:solidFill>
              </a:defRPr>
            </a:lvl7pPr>
            <a:lvl8pPr lvl="7" rtl="0">
              <a:lnSpc>
                <a:spcPct val="174000"/>
              </a:lnSpc>
              <a:spcBef>
                <a:spcPts val="0"/>
              </a:spcBef>
              <a:spcAft>
                <a:spcPts val="0"/>
              </a:spcAft>
              <a:buNone/>
              <a:defRPr sz="1400">
                <a:solidFill>
                  <a:srgbClr val="EBEBEB"/>
                </a:solidFill>
              </a:defRPr>
            </a:lvl8pPr>
            <a:lvl9pPr lvl="8" rtl="0">
              <a:lnSpc>
                <a:spcPct val="174000"/>
              </a:lnSpc>
              <a:spcBef>
                <a:spcPts val="0"/>
              </a:spcBef>
              <a:spcAft>
                <a:spcPts val="0"/>
              </a:spcAft>
              <a:buNone/>
              <a:defRPr sz="1400">
                <a:solidFill>
                  <a:srgbClr val="EBEBEB"/>
                </a:solidFill>
              </a:defRPr>
            </a:lvl9pPr>
          </a:lstStyle>
          <a:p/>
        </p:txBody>
      </p:sp>
      <p:pic>
        <p:nvPicPr>
          <p:cNvPr id="923" name="Google Shape;923;p70"/>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sp>
        <p:nvSpPr>
          <p:cNvPr id="924" name="Google Shape;924;p70"/>
          <p:cNvSpPr txBox="1"/>
          <p:nvPr>
            <p:ph idx="3" type="subTitle"/>
          </p:nvPr>
        </p:nvSpPr>
        <p:spPr>
          <a:xfrm>
            <a:off x="9251450" y="1743719"/>
            <a:ext cx="2124300" cy="33090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None/>
              <a:defRPr sz="1400">
                <a:solidFill>
                  <a:schemeClr val="dk1"/>
                </a:solidFill>
                <a:latin typeface="Red Hat Display"/>
                <a:ea typeface="Red Hat Display"/>
                <a:cs typeface="Red Hat Display"/>
                <a:sym typeface="Red Hat Display"/>
              </a:defRPr>
            </a:lvl1pPr>
            <a:lvl2pPr lvl="1" rtl="0">
              <a:lnSpc>
                <a:spcPct val="174000"/>
              </a:lnSpc>
              <a:spcBef>
                <a:spcPts val="0"/>
              </a:spcBef>
              <a:spcAft>
                <a:spcPts val="0"/>
              </a:spcAft>
              <a:buNone/>
              <a:defRPr sz="1400">
                <a:solidFill>
                  <a:schemeClr val="dk1"/>
                </a:solidFill>
              </a:defRPr>
            </a:lvl2pPr>
            <a:lvl3pPr lvl="2" rtl="0">
              <a:lnSpc>
                <a:spcPct val="174000"/>
              </a:lnSpc>
              <a:spcBef>
                <a:spcPts val="0"/>
              </a:spcBef>
              <a:spcAft>
                <a:spcPts val="0"/>
              </a:spcAft>
              <a:buNone/>
              <a:defRPr sz="1400">
                <a:solidFill>
                  <a:schemeClr val="dk1"/>
                </a:solidFill>
              </a:defRPr>
            </a:lvl3pPr>
            <a:lvl4pPr lvl="3" rtl="0">
              <a:lnSpc>
                <a:spcPct val="174000"/>
              </a:lnSpc>
              <a:spcBef>
                <a:spcPts val="0"/>
              </a:spcBef>
              <a:spcAft>
                <a:spcPts val="0"/>
              </a:spcAft>
              <a:buNone/>
              <a:defRPr sz="1400">
                <a:solidFill>
                  <a:schemeClr val="dk1"/>
                </a:solidFill>
              </a:defRPr>
            </a:lvl4pPr>
            <a:lvl5pPr lvl="4" rtl="0">
              <a:lnSpc>
                <a:spcPct val="174000"/>
              </a:lnSpc>
              <a:spcBef>
                <a:spcPts val="0"/>
              </a:spcBef>
              <a:spcAft>
                <a:spcPts val="0"/>
              </a:spcAft>
              <a:buNone/>
              <a:defRPr sz="1400">
                <a:solidFill>
                  <a:schemeClr val="dk1"/>
                </a:solidFill>
              </a:defRPr>
            </a:lvl5pPr>
            <a:lvl6pPr lvl="5" rtl="0">
              <a:lnSpc>
                <a:spcPct val="174000"/>
              </a:lnSpc>
              <a:spcBef>
                <a:spcPts val="0"/>
              </a:spcBef>
              <a:spcAft>
                <a:spcPts val="0"/>
              </a:spcAft>
              <a:buNone/>
              <a:defRPr sz="1400">
                <a:solidFill>
                  <a:schemeClr val="dk1"/>
                </a:solidFill>
              </a:defRPr>
            </a:lvl6pPr>
            <a:lvl7pPr lvl="6" rtl="0">
              <a:lnSpc>
                <a:spcPct val="174000"/>
              </a:lnSpc>
              <a:spcBef>
                <a:spcPts val="0"/>
              </a:spcBef>
              <a:spcAft>
                <a:spcPts val="0"/>
              </a:spcAft>
              <a:buNone/>
              <a:defRPr sz="1400">
                <a:solidFill>
                  <a:schemeClr val="dk1"/>
                </a:solidFill>
              </a:defRPr>
            </a:lvl7pPr>
            <a:lvl8pPr lvl="7" rtl="0">
              <a:lnSpc>
                <a:spcPct val="174000"/>
              </a:lnSpc>
              <a:spcBef>
                <a:spcPts val="0"/>
              </a:spcBef>
              <a:spcAft>
                <a:spcPts val="0"/>
              </a:spcAft>
              <a:buNone/>
              <a:defRPr sz="1400">
                <a:solidFill>
                  <a:schemeClr val="dk1"/>
                </a:solidFill>
              </a:defRPr>
            </a:lvl8pPr>
            <a:lvl9pPr lvl="8" rtl="0">
              <a:lnSpc>
                <a:spcPct val="174000"/>
              </a:lnSpc>
              <a:spcBef>
                <a:spcPts val="0"/>
              </a:spcBef>
              <a:spcAft>
                <a:spcPts val="0"/>
              </a:spcAft>
              <a:buNone/>
              <a:defRPr sz="1400">
                <a:solidFill>
                  <a:schemeClr val="dk1"/>
                </a:solidFill>
              </a:defRPr>
            </a:lvl9pPr>
          </a:lstStyle>
          <a:p/>
        </p:txBody>
      </p:sp>
      <p:sp>
        <p:nvSpPr>
          <p:cNvPr id="925" name="Google Shape;925;p7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call out B">
  <p:cSld name="CUSTOM_2_1_1_1">
    <p:bg>
      <p:bgPr>
        <a:blipFill>
          <a:blip r:embed="rId2">
            <a:alphaModFix/>
          </a:blip>
          <a:stretch>
            <a:fillRect/>
          </a:stretch>
        </a:blipFill>
      </p:bgPr>
    </p:bg>
    <p:spTree>
      <p:nvGrpSpPr>
        <p:cNvPr id="926" name="Shape 926"/>
        <p:cNvGrpSpPr/>
        <p:nvPr/>
      </p:nvGrpSpPr>
      <p:grpSpPr>
        <a:xfrm>
          <a:off x="0" y="0"/>
          <a:ext cx="0" cy="0"/>
          <a:chOff x="0" y="0"/>
          <a:chExt cx="0" cy="0"/>
        </a:xfrm>
      </p:grpSpPr>
      <p:sp>
        <p:nvSpPr>
          <p:cNvPr id="927" name="Google Shape;927;p71"/>
          <p:cNvSpPr txBox="1"/>
          <p:nvPr>
            <p:ph idx="1" type="subTitle"/>
          </p:nvPr>
        </p:nvSpPr>
        <p:spPr>
          <a:xfrm>
            <a:off x="9251450" y="2239588"/>
            <a:ext cx="2124300" cy="31572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None/>
              <a:defRPr sz="1400">
                <a:solidFill>
                  <a:schemeClr val="dk1"/>
                </a:solidFill>
                <a:latin typeface="Red Hat Display"/>
                <a:ea typeface="Red Hat Display"/>
                <a:cs typeface="Red Hat Display"/>
                <a:sym typeface="Red Hat Display"/>
              </a:defRPr>
            </a:lvl1pPr>
            <a:lvl2pPr lvl="1" rtl="0">
              <a:lnSpc>
                <a:spcPct val="174000"/>
              </a:lnSpc>
              <a:spcBef>
                <a:spcPts val="0"/>
              </a:spcBef>
              <a:spcAft>
                <a:spcPts val="0"/>
              </a:spcAft>
              <a:buNone/>
              <a:defRPr sz="1400">
                <a:solidFill>
                  <a:schemeClr val="dk1"/>
                </a:solidFill>
              </a:defRPr>
            </a:lvl2pPr>
            <a:lvl3pPr lvl="2" rtl="0">
              <a:lnSpc>
                <a:spcPct val="174000"/>
              </a:lnSpc>
              <a:spcBef>
                <a:spcPts val="0"/>
              </a:spcBef>
              <a:spcAft>
                <a:spcPts val="0"/>
              </a:spcAft>
              <a:buNone/>
              <a:defRPr sz="1400">
                <a:solidFill>
                  <a:schemeClr val="dk1"/>
                </a:solidFill>
              </a:defRPr>
            </a:lvl3pPr>
            <a:lvl4pPr lvl="3" rtl="0">
              <a:lnSpc>
                <a:spcPct val="174000"/>
              </a:lnSpc>
              <a:spcBef>
                <a:spcPts val="0"/>
              </a:spcBef>
              <a:spcAft>
                <a:spcPts val="0"/>
              </a:spcAft>
              <a:buNone/>
              <a:defRPr sz="1400">
                <a:solidFill>
                  <a:schemeClr val="dk1"/>
                </a:solidFill>
              </a:defRPr>
            </a:lvl4pPr>
            <a:lvl5pPr lvl="4" rtl="0">
              <a:lnSpc>
                <a:spcPct val="174000"/>
              </a:lnSpc>
              <a:spcBef>
                <a:spcPts val="0"/>
              </a:spcBef>
              <a:spcAft>
                <a:spcPts val="0"/>
              </a:spcAft>
              <a:buNone/>
              <a:defRPr sz="1400">
                <a:solidFill>
                  <a:schemeClr val="dk1"/>
                </a:solidFill>
              </a:defRPr>
            </a:lvl5pPr>
            <a:lvl6pPr lvl="5" rtl="0">
              <a:lnSpc>
                <a:spcPct val="174000"/>
              </a:lnSpc>
              <a:spcBef>
                <a:spcPts val="0"/>
              </a:spcBef>
              <a:spcAft>
                <a:spcPts val="0"/>
              </a:spcAft>
              <a:buNone/>
              <a:defRPr sz="1400">
                <a:solidFill>
                  <a:schemeClr val="dk1"/>
                </a:solidFill>
              </a:defRPr>
            </a:lvl6pPr>
            <a:lvl7pPr lvl="6" rtl="0">
              <a:lnSpc>
                <a:spcPct val="174000"/>
              </a:lnSpc>
              <a:spcBef>
                <a:spcPts val="0"/>
              </a:spcBef>
              <a:spcAft>
                <a:spcPts val="0"/>
              </a:spcAft>
              <a:buNone/>
              <a:defRPr sz="1400">
                <a:solidFill>
                  <a:schemeClr val="dk1"/>
                </a:solidFill>
              </a:defRPr>
            </a:lvl7pPr>
            <a:lvl8pPr lvl="7" rtl="0">
              <a:lnSpc>
                <a:spcPct val="174000"/>
              </a:lnSpc>
              <a:spcBef>
                <a:spcPts val="0"/>
              </a:spcBef>
              <a:spcAft>
                <a:spcPts val="0"/>
              </a:spcAft>
              <a:buNone/>
              <a:defRPr sz="1400">
                <a:solidFill>
                  <a:schemeClr val="dk1"/>
                </a:solidFill>
              </a:defRPr>
            </a:lvl8pPr>
            <a:lvl9pPr lvl="8" rtl="0">
              <a:lnSpc>
                <a:spcPct val="174000"/>
              </a:lnSpc>
              <a:spcBef>
                <a:spcPts val="0"/>
              </a:spcBef>
              <a:spcAft>
                <a:spcPts val="0"/>
              </a:spcAft>
              <a:buNone/>
              <a:defRPr sz="1400">
                <a:solidFill>
                  <a:schemeClr val="dk1"/>
                </a:solidFill>
              </a:defRPr>
            </a:lvl9pPr>
          </a:lstStyle>
          <a:p/>
        </p:txBody>
      </p:sp>
      <p:sp>
        <p:nvSpPr>
          <p:cNvPr id="928" name="Google Shape;928;p71"/>
          <p:cNvSpPr txBox="1"/>
          <p:nvPr>
            <p:ph idx="2" type="subTitle"/>
          </p:nvPr>
        </p:nvSpPr>
        <p:spPr>
          <a:xfrm>
            <a:off x="9251450" y="1687025"/>
            <a:ext cx="2124300" cy="354600"/>
          </a:xfrm>
          <a:prstGeom prst="rect">
            <a:avLst/>
          </a:prstGeom>
        </p:spPr>
        <p:txBody>
          <a:bodyPr anchorCtr="0" anchor="b" bIns="0" lIns="0" spcFirstLastPara="1" rIns="0" wrap="square" tIns="0">
            <a:noAutofit/>
          </a:bodyPr>
          <a:lstStyle>
            <a:lvl1pPr lvl="0">
              <a:lnSpc>
                <a:spcPct val="135000"/>
              </a:lnSpc>
              <a:spcBef>
                <a:spcPts val="0"/>
              </a:spcBef>
              <a:spcAft>
                <a:spcPts val="0"/>
              </a:spcAft>
              <a:buSzPts val="1400"/>
              <a:buFont typeface="Red Hat Display Medium"/>
              <a:buNone/>
              <a:defRPr sz="1400">
                <a:latin typeface="Red Hat Display Medium"/>
                <a:ea typeface="Red Hat Display Medium"/>
                <a:cs typeface="Red Hat Display Medium"/>
                <a:sym typeface="Red Hat Display Medium"/>
              </a:defRPr>
            </a:lvl1pPr>
            <a:lvl2pPr lvl="1">
              <a:spcBef>
                <a:spcPts val="0"/>
              </a:spcBef>
              <a:spcAft>
                <a:spcPts val="0"/>
              </a:spcAft>
              <a:buSzPts val="1800"/>
              <a:buNone/>
              <a:defRPr/>
            </a:lvl2pPr>
            <a:lvl3pPr lvl="2">
              <a:spcBef>
                <a:spcPts val="500"/>
              </a:spcBef>
              <a:spcAft>
                <a:spcPts val="0"/>
              </a:spcAft>
              <a:buSzPts val="1800"/>
              <a:buNone/>
              <a:defRPr/>
            </a:lvl3pPr>
            <a:lvl4pPr lvl="3">
              <a:spcBef>
                <a:spcPts val="500"/>
              </a:spcBef>
              <a:spcAft>
                <a:spcPts val="0"/>
              </a:spcAft>
              <a:buSzPts val="1800"/>
              <a:buNone/>
              <a:defRPr/>
            </a:lvl4pPr>
            <a:lvl5pPr lvl="4">
              <a:spcBef>
                <a:spcPts val="500"/>
              </a:spcBef>
              <a:spcAft>
                <a:spcPts val="0"/>
              </a:spcAft>
              <a:buSzPts val="1800"/>
              <a:buNone/>
              <a:defRPr/>
            </a:lvl5pPr>
            <a:lvl6pPr lvl="5">
              <a:spcBef>
                <a:spcPts val="500"/>
              </a:spcBef>
              <a:spcAft>
                <a:spcPts val="0"/>
              </a:spcAft>
              <a:buSzPts val="1800"/>
              <a:buNone/>
              <a:defRPr/>
            </a:lvl6pPr>
            <a:lvl7pPr lvl="6">
              <a:spcBef>
                <a:spcPts val="500"/>
              </a:spcBef>
              <a:spcAft>
                <a:spcPts val="0"/>
              </a:spcAft>
              <a:buSzPts val="1800"/>
              <a:buNone/>
              <a:defRPr/>
            </a:lvl7pPr>
            <a:lvl8pPr lvl="7">
              <a:spcBef>
                <a:spcPts val="500"/>
              </a:spcBef>
              <a:spcAft>
                <a:spcPts val="0"/>
              </a:spcAft>
              <a:buSzPts val="1800"/>
              <a:buNone/>
              <a:defRPr/>
            </a:lvl8pPr>
            <a:lvl9pPr lvl="8">
              <a:spcBef>
                <a:spcPts val="500"/>
              </a:spcBef>
              <a:spcAft>
                <a:spcPts val="500"/>
              </a:spcAft>
              <a:buSzPts val="1800"/>
              <a:buNone/>
              <a:defRPr/>
            </a:lvl9pPr>
          </a:lstStyle>
          <a:p/>
        </p:txBody>
      </p:sp>
      <p:cxnSp>
        <p:nvCxnSpPr>
          <p:cNvPr id="929" name="Google Shape;929;p71"/>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930" name="Google Shape;930;p71"/>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931" name="Google Shape;931;p71"/>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9pPr>
          </a:lstStyle>
          <a:p/>
        </p:txBody>
      </p:sp>
      <p:pic>
        <p:nvPicPr>
          <p:cNvPr id="932" name="Google Shape;932;p71"/>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sp>
        <p:nvSpPr>
          <p:cNvPr id="933" name="Google Shape;933;p7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D">
  <p:cSld name="CUSTOM_3">
    <p:bg>
      <p:bgPr>
        <a:solidFill>
          <a:schemeClr val="lt1"/>
        </a:solidFill>
      </p:bgPr>
    </p:bg>
    <p:spTree>
      <p:nvGrpSpPr>
        <p:cNvPr id="934" name="Shape 934"/>
        <p:cNvGrpSpPr/>
        <p:nvPr/>
      </p:nvGrpSpPr>
      <p:grpSpPr>
        <a:xfrm>
          <a:off x="0" y="0"/>
          <a:ext cx="0" cy="0"/>
          <a:chOff x="0" y="0"/>
          <a:chExt cx="0" cy="0"/>
        </a:xfrm>
      </p:grpSpPr>
      <p:sp>
        <p:nvSpPr>
          <p:cNvPr id="935" name="Google Shape;935;p72"/>
          <p:cNvSpPr/>
          <p:nvPr/>
        </p:nvSpPr>
        <p:spPr>
          <a:xfrm>
            <a:off x="-50" y="0"/>
            <a:ext cx="882000" cy="6858000"/>
          </a:xfrm>
          <a:prstGeom prst="rect">
            <a:avLst/>
          </a:prstGeom>
          <a:solidFill>
            <a:srgbClr val="29292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936" name="Google Shape;936;p72"/>
          <p:cNvSpPr txBox="1"/>
          <p:nvPr>
            <p:ph type="title"/>
          </p:nvPr>
        </p:nvSpPr>
        <p:spPr>
          <a:xfrm>
            <a:off x="2076025" y="1883250"/>
            <a:ext cx="7992000" cy="30711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5400">
                <a:solidFill>
                  <a:schemeClr val="accent1"/>
                </a:solidFill>
              </a:defRPr>
            </a:lvl1pPr>
            <a:lvl2pPr lvl="1" rtl="0">
              <a:lnSpc>
                <a:spcPct val="100000"/>
              </a:lnSpc>
              <a:spcBef>
                <a:spcPts val="0"/>
              </a:spcBef>
              <a:spcAft>
                <a:spcPts val="0"/>
              </a:spcAft>
              <a:buNone/>
              <a:defRPr sz="5400">
                <a:solidFill>
                  <a:schemeClr val="accent1"/>
                </a:solidFill>
              </a:defRPr>
            </a:lvl2pPr>
            <a:lvl3pPr lvl="2" rtl="0">
              <a:lnSpc>
                <a:spcPct val="100000"/>
              </a:lnSpc>
              <a:spcBef>
                <a:spcPts val="0"/>
              </a:spcBef>
              <a:spcAft>
                <a:spcPts val="0"/>
              </a:spcAft>
              <a:buNone/>
              <a:defRPr sz="5400">
                <a:solidFill>
                  <a:schemeClr val="accent1"/>
                </a:solidFill>
              </a:defRPr>
            </a:lvl3pPr>
            <a:lvl4pPr lvl="3" rtl="0">
              <a:lnSpc>
                <a:spcPct val="100000"/>
              </a:lnSpc>
              <a:spcBef>
                <a:spcPts val="0"/>
              </a:spcBef>
              <a:spcAft>
                <a:spcPts val="0"/>
              </a:spcAft>
              <a:buNone/>
              <a:defRPr sz="5400">
                <a:solidFill>
                  <a:schemeClr val="accent1"/>
                </a:solidFill>
              </a:defRPr>
            </a:lvl4pPr>
            <a:lvl5pPr lvl="4" rtl="0">
              <a:lnSpc>
                <a:spcPct val="100000"/>
              </a:lnSpc>
              <a:spcBef>
                <a:spcPts val="0"/>
              </a:spcBef>
              <a:spcAft>
                <a:spcPts val="0"/>
              </a:spcAft>
              <a:buNone/>
              <a:defRPr sz="5400">
                <a:solidFill>
                  <a:schemeClr val="accent1"/>
                </a:solidFill>
              </a:defRPr>
            </a:lvl5pPr>
            <a:lvl6pPr lvl="5" rtl="0">
              <a:lnSpc>
                <a:spcPct val="100000"/>
              </a:lnSpc>
              <a:spcBef>
                <a:spcPts val="0"/>
              </a:spcBef>
              <a:spcAft>
                <a:spcPts val="0"/>
              </a:spcAft>
              <a:buNone/>
              <a:defRPr sz="5400">
                <a:solidFill>
                  <a:schemeClr val="accent1"/>
                </a:solidFill>
              </a:defRPr>
            </a:lvl6pPr>
            <a:lvl7pPr lvl="6" rtl="0">
              <a:lnSpc>
                <a:spcPct val="100000"/>
              </a:lnSpc>
              <a:spcBef>
                <a:spcPts val="0"/>
              </a:spcBef>
              <a:spcAft>
                <a:spcPts val="0"/>
              </a:spcAft>
              <a:buNone/>
              <a:defRPr sz="5400">
                <a:solidFill>
                  <a:schemeClr val="accent1"/>
                </a:solidFill>
              </a:defRPr>
            </a:lvl7pPr>
            <a:lvl8pPr lvl="7" rtl="0">
              <a:lnSpc>
                <a:spcPct val="100000"/>
              </a:lnSpc>
              <a:spcBef>
                <a:spcPts val="0"/>
              </a:spcBef>
              <a:spcAft>
                <a:spcPts val="0"/>
              </a:spcAft>
              <a:buNone/>
              <a:defRPr sz="5400">
                <a:solidFill>
                  <a:schemeClr val="accent1"/>
                </a:solidFill>
              </a:defRPr>
            </a:lvl8pPr>
            <a:lvl9pPr lvl="8" rtl="0">
              <a:lnSpc>
                <a:spcPct val="100000"/>
              </a:lnSpc>
              <a:spcBef>
                <a:spcPts val="0"/>
              </a:spcBef>
              <a:spcAft>
                <a:spcPts val="0"/>
              </a:spcAft>
              <a:buNone/>
              <a:defRPr sz="5400">
                <a:solidFill>
                  <a:schemeClr val="accent1"/>
                </a:solidFill>
              </a:defRPr>
            </a:lvl9pPr>
          </a:lstStyle>
          <a:p/>
        </p:txBody>
      </p:sp>
      <p:cxnSp>
        <p:nvCxnSpPr>
          <p:cNvPr id="937" name="Google Shape;937;p72"/>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938" name="Google Shape;938;p72"/>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rt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pic>
        <p:nvPicPr>
          <p:cNvPr id="939" name="Google Shape;939;p72"/>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cxnSp>
        <p:nvCxnSpPr>
          <p:cNvPr id="940" name="Google Shape;940;p72"/>
          <p:cNvCxnSpPr/>
          <p:nvPr/>
        </p:nvCxnSpPr>
        <p:spPr>
          <a:xfrm>
            <a:off x="2076025" y="1653700"/>
            <a:ext cx="1390800" cy="0"/>
          </a:xfrm>
          <a:prstGeom prst="straightConnector1">
            <a:avLst/>
          </a:prstGeom>
          <a:noFill/>
          <a:ln cap="flat" cmpd="sng" w="9525">
            <a:solidFill>
              <a:srgbClr val="EE0000"/>
            </a:solidFill>
            <a:prstDash val="solid"/>
            <a:round/>
            <a:headEnd len="med" w="med" type="none"/>
            <a:tailEnd len="med" w="med" type="none"/>
          </a:ln>
        </p:spPr>
      </p:cxnSp>
      <p:sp>
        <p:nvSpPr>
          <p:cNvPr id="941" name="Google Shape;941;p7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with Image">
  <p:cSld name="CUSTOM_3_2">
    <p:bg>
      <p:bgPr>
        <a:solidFill>
          <a:schemeClr val="lt1"/>
        </a:solidFill>
      </p:bgPr>
    </p:bg>
    <p:spTree>
      <p:nvGrpSpPr>
        <p:cNvPr id="942" name="Shape 942"/>
        <p:cNvGrpSpPr/>
        <p:nvPr/>
      </p:nvGrpSpPr>
      <p:grpSpPr>
        <a:xfrm>
          <a:off x="0" y="0"/>
          <a:ext cx="0" cy="0"/>
          <a:chOff x="0" y="0"/>
          <a:chExt cx="0" cy="0"/>
        </a:xfrm>
      </p:grpSpPr>
      <p:sp>
        <p:nvSpPr>
          <p:cNvPr id="943" name="Google Shape;943;p73"/>
          <p:cNvSpPr/>
          <p:nvPr/>
        </p:nvSpPr>
        <p:spPr>
          <a:xfrm>
            <a:off x="-50" y="0"/>
            <a:ext cx="882000" cy="6858000"/>
          </a:xfrm>
          <a:prstGeom prst="rect">
            <a:avLst/>
          </a:prstGeom>
          <a:solidFill>
            <a:srgbClr val="29292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cxnSp>
        <p:nvCxnSpPr>
          <p:cNvPr id="944" name="Google Shape;944;p73"/>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945" name="Google Shape;945;p73"/>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rt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pic>
        <p:nvPicPr>
          <p:cNvPr id="946" name="Google Shape;946;p73"/>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947" name="Google Shape;947;p7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
        <p:nvSpPr>
          <p:cNvPr id="948" name="Google Shape;948;p73"/>
          <p:cNvSpPr txBox="1"/>
          <p:nvPr>
            <p:ph idx="2" type="subTitle"/>
          </p:nvPr>
        </p:nvSpPr>
        <p:spPr>
          <a:xfrm>
            <a:off x="5660525" y="3971650"/>
            <a:ext cx="4446300" cy="9144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dk1"/>
              </a:buClr>
              <a:buSzPts val="1800"/>
              <a:buFont typeface="Red Hat Display"/>
              <a:buNone/>
              <a:defRPr sz="1800">
                <a:solidFill>
                  <a:schemeClr val="dk1"/>
                </a:solidFill>
                <a:latin typeface="Red Hat Display"/>
                <a:ea typeface="Red Hat Display"/>
                <a:cs typeface="Red Hat Display"/>
                <a:sym typeface="Red Hat Display"/>
              </a:defRPr>
            </a:lvl1pPr>
            <a:lvl2pPr lvl="1" rtl="0">
              <a:lnSpc>
                <a:spcPct val="140000"/>
              </a:lnSpc>
              <a:spcBef>
                <a:spcPts val="0"/>
              </a:spcBef>
              <a:spcAft>
                <a:spcPts val="0"/>
              </a:spcAft>
              <a:buClr>
                <a:schemeClr val="dk1"/>
              </a:buClr>
              <a:buSzPts val="1800"/>
              <a:buNone/>
              <a:defRPr sz="1800">
                <a:solidFill>
                  <a:schemeClr val="dk1"/>
                </a:solidFill>
              </a:defRPr>
            </a:lvl2pPr>
            <a:lvl3pPr lvl="2" rtl="0">
              <a:lnSpc>
                <a:spcPct val="140000"/>
              </a:lnSpc>
              <a:spcBef>
                <a:spcPts val="0"/>
              </a:spcBef>
              <a:spcAft>
                <a:spcPts val="0"/>
              </a:spcAft>
              <a:buClr>
                <a:schemeClr val="dk1"/>
              </a:buClr>
              <a:buSzPts val="1800"/>
              <a:buNone/>
              <a:defRPr sz="1800">
                <a:solidFill>
                  <a:schemeClr val="dk1"/>
                </a:solidFill>
              </a:defRPr>
            </a:lvl3pPr>
            <a:lvl4pPr lvl="3" rtl="0">
              <a:lnSpc>
                <a:spcPct val="140000"/>
              </a:lnSpc>
              <a:spcBef>
                <a:spcPts val="0"/>
              </a:spcBef>
              <a:spcAft>
                <a:spcPts val="0"/>
              </a:spcAft>
              <a:buClr>
                <a:schemeClr val="dk1"/>
              </a:buClr>
              <a:buSzPts val="1800"/>
              <a:buNone/>
              <a:defRPr sz="1800">
                <a:solidFill>
                  <a:schemeClr val="dk1"/>
                </a:solidFill>
              </a:defRPr>
            </a:lvl4pPr>
            <a:lvl5pPr lvl="4" rtl="0">
              <a:lnSpc>
                <a:spcPct val="140000"/>
              </a:lnSpc>
              <a:spcBef>
                <a:spcPts val="0"/>
              </a:spcBef>
              <a:spcAft>
                <a:spcPts val="0"/>
              </a:spcAft>
              <a:buClr>
                <a:schemeClr val="dk1"/>
              </a:buClr>
              <a:buSzPts val="1800"/>
              <a:buNone/>
              <a:defRPr sz="1800">
                <a:solidFill>
                  <a:schemeClr val="dk1"/>
                </a:solidFill>
              </a:defRPr>
            </a:lvl5pPr>
            <a:lvl6pPr lvl="5" rtl="0">
              <a:lnSpc>
                <a:spcPct val="140000"/>
              </a:lnSpc>
              <a:spcBef>
                <a:spcPts val="0"/>
              </a:spcBef>
              <a:spcAft>
                <a:spcPts val="0"/>
              </a:spcAft>
              <a:buClr>
                <a:schemeClr val="dk1"/>
              </a:buClr>
              <a:buSzPts val="1800"/>
              <a:buNone/>
              <a:defRPr sz="1800">
                <a:solidFill>
                  <a:schemeClr val="dk1"/>
                </a:solidFill>
              </a:defRPr>
            </a:lvl6pPr>
            <a:lvl7pPr lvl="6" rtl="0">
              <a:lnSpc>
                <a:spcPct val="140000"/>
              </a:lnSpc>
              <a:spcBef>
                <a:spcPts val="0"/>
              </a:spcBef>
              <a:spcAft>
                <a:spcPts val="0"/>
              </a:spcAft>
              <a:buClr>
                <a:schemeClr val="dk1"/>
              </a:buClr>
              <a:buSzPts val="1800"/>
              <a:buNone/>
              <a:defRPr sz="1800">
                <a:solidFill>
                  <a:schemeClr val="dk1"/>
                </a:solidFill>
              </a:defRPr>
            </a:lvl7pPr>
            <a:lvl8pPr lvl="7" rtl="0">
              <a:lnSpc>
                <a:spcPct val="140000"/>
              </a:lnSpc>
              <a:spcBef>
                <a:spcPts val="0"/>
              </a:spcBef>
              <a:spcAft>
                <a:spcPts val="0"/>
              </a:spcAft>
              <a:buClr>
                <a:schemeClr val="dk1"/>
              </a:buClr>
              <a:buSzPts val="1800"/>
              <a:buNone/>
              <a:defRPr sz="1800">
                <a:solidFill>
                  <a:schemeClr val="dk1"/>
                </a:solidFill>
              </a:defRPr>
            </a:lvl8pPr>
            <a:lvl9pPr lvl="8" rtl="0">
              <a:lnSpc>
                <a:spcPct val="140000"/>
              </a:lnSpc>
              <a:spcBef>
                <a:spcPts val="0"/>
              </a:spcBef>
              <a:spcAft>
                <a:spcPts val="0"/>
              </a:spcAft>
              <a:buClr>
                <a:schemeClr val="dk1"/>
              </a:buClr>
              <a:buSzPts val="1800"/>
              <a:buNone/>
              <a:defRPr sz="1800">
                <a:solidFill>
                  <a:schemeClr val="dk1"/>
                </a:solidFill>
              </a:defRPr>
            </a:lvl9pPr>
          </a:lstStyle>
          <a:p/>
        </p:txBody>
      </p:sp>
      <p:sp>
        <p:nvSpPr>
          <p:cNvPr id="949" name="Google Shape;949;p73"/>
          <p:cNvSpPr txBox="1"/>
          <p:nvPr>
            <p:ph type="title"/>
          </p:nvPr>
        </p:nvSpPr>
        <p:spPr>
          <a:xfrm>
            <a:off x="5660525" y="1709031"/>
            <a:ext cx="5736300" cy="21174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48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9pPr>
          </a:lstStyle>
          <a:p/>
        </p:txBody>
      </p:sp>
      <p:sp>
        <p:nvSpPr>
          <p:cNvPr id="950" name="Google Shape;950;p73"/>
          <p:cNvSpPr txBox="1"/>
          <p:nvPr>
            <p:ph idx="3" type="subTitle"/>
          </p:nvPr>
        </p:nvSpPr>
        <p:spPr>
          <a:xfrm>
            <a:off x="5660525" y="5318275"/>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dk1"/>
              </a:buClr>
              <a:buSzPts val="1400"/>
              <a:buFont typeface="Red Hat Display Medium"/>
              <a:buNone/>
              <a:defRPr sz="1400">
                <a:solidFill>
                  <a:schemeClr val="dk1"/>
                </a:solidFill>
                <a:latin typeface="Red Hat Display Medium"/>
                <a:ea typeface="Red Hat Display Medium"/>
                <a:cs typeface="Red Hat Display Medium"/>
                <a:sym typeface="Red Hat Display Medium"/>
              </a:defRPr>
            </a:lvl1pPr>
            <a:lvl2pPr lvl="1" rtl="0">
              <a:lnSpc>
                <a:spcPct val="135000"/>
              </a:lnSpc>
              <a:spcBef>
                <a:spcPts val="0"/>
              </a:spcBef>
              <a:spcAft>
                <a:spcPts val="0"/>
              </a:spcAft>
              <a:buClr>
                <a:schemeClr val="dk1"/>
              </a:buClr>
              <a:buSzPts val="1200"/>
              <a:buNone/>
              <a:defRPr sz="1200">
                <a:solidFill>
                  <a:schemeClr val="dk1"/>
                </a:solidFill>
              </a:defRPr>
            </a:lvl2pPr>
            <a:lvl3pPr lvl="2" rtl="0">
              <a:lnSpc>
                <a:spcPct val="135000"/>
              </a:lnSpc>
              <a:spcBef>
                <a:spcPts val="0"/>
              </a:spcBef>
              <a:spcAft>
                <a:spcPts val="0"/>
              </a:spcAft>
              <a:buClr>
                <a:schemeClr val="dk1"/>
              </a:buClr>
              <a:buSzPts val="1200"/>
              <a:buNone/>
              <a:defRPr sz="1200">
                <a:solidFill>
                  <a:schemeClr val="dk1"/>
                </a:solidFill>
              </a:defRPr>
            </a:lvl3pPr>
            <a:lvl4pPr lvl="3" rtl="0">
              <a:lnSpc>
                <a:spcPct val="135000"/>
              </a:lnSpc>
              <a:spcBef>
                <a:spcPts val="0"/>
              </a:spcBef>
              <a:spcAft>
                <a:spcPts val="0"/>
              </a:spcAft>
              <a:buClr>
                <a:schemeClr val="dk1"/>
              </a:buClr>
              <a:buSzPts val="1200"/>
              <a:buNone/>
              <a:defRPr sz="1200">
                <a:solidFill>
                  <a:schemeClr val="dk1"/>
                </a:solidFill>
              </a:defRPr>
            </a:lvl4pPr>
            <a:lvl5pPr lvl="4" rtl="0">
              <a:lnSpc>
                <a:spcPct val="135000"/>
              </a:lnSpc>
              <a:spcBef>
                <a:spcPts val="0"/>
              </a:spcBef>
              <a:spcAft>
                <a:spcPts val="0"/>
              </a:spcAft>
              <a:buClr>
                <a:schemeClr val="dk1"/>
              </a:buClr>
              <a:buSzPts val="1200"/>
              <a:buNone/>
              <a:defRPr sz="1200">
                <a:solidFill>
                  <a:schemeClr val="dk1"/>
                </a:solidFill>
              </a:defRPr>
            </a:lvl5pPr>
            <a:lvl6pPr lvl="5" rtl="0">
              <a:lnSpc>
                <a:spcPct val="135000"/>
              </a:lnSpc>
              <a:spcBef>
                <a:spcPts val="0"/>
              </a:spcBef>
              <a:spcAft>
                <a:spcPts val="0"/>
              </a:spcAft>
              <a:buClr>
                <a:schemeClr val="dk1"/>
              </a:buClr>
              <a:buSzPts val="1200"/>
              <a:buNone/>
              <a:defRPr sz="1200">
                <a:solidFill>
                  <a:schemeClr val="dk1"/>
                </a:solidFill>
              </a:defRPr>
            </a:lvl6pPr>
            <a:lvl7pPr lvl="6" rtl="0">
              <a:lnSpc>
                <a:spcPct val="135000"/>
              </a:lnSpc>
              <a:spcBef>
                <a:spcPts val="0"/>
              </a:spcBef>
              <a:spcAft>
                <a:spcPts val="0"/>
              </a:spcAft>
              <a:buClr>
                <a:schemeClr val="dk1"/>
              </a:buClr>
              <a:buSzPts val="1200"/>
              <a:buNone/>
              <a:defRPr sz="1200">
                <a:solidFill>
                  <a:schemeClr val="dk1"/>
                </a:solidFill>
              </a:defRPr>
            </a:lvl7pPr>
            <a:lvl8pPr lvl="7" rtl="0">
              <a:lnSpc>
                <a:spcPct val="135000"/>
              </a:lnSpc>
              <a:spcBef>
                <a:spcPts val="0"/>
              </a:spcBef>
              <a:spcAft>
                <a:spcPts val="0"/>
              </a:spcAft>
              <a:buClr>
                <a:schemeClr val="dk1"/>
              </a:buClr>
              <a:buSzPts val="1200"/>
              <a:buNone/>
              <a:defRPr sz="1200">
                <a:solidFill>
                  <a:schemeClr val="dk1"/>
                </a:solidFill>
              </a:defRPr>
            </a:lvl8pPr>
            <a:lvl9pPr lvl="8" rtl="0">
              <a:lnSpc>
                <a:spcPct val="135000"/>
              </a:lnSpc>
              <a:spcBef>
                <a:spcPts val="0"/>
              </a:spcBef>
              <a:spcAft>
                <a:spcPts val="0"/>
              </a:spcAft>
              <a:buClr>
                <a:schemeClr val="dk1"/>
              </a:buClr>
              <a:buSzPts val="1200"/>
              <a:buNone/>
              <a:defRPr sz="1200">
                <a:solidFill>
                  <a:schemeClr val="dk1"/>
                </a:solidFill>
              </a:defRPr>
            </a:lvl9pPr>
          </a:lstStyle>
          <a:p/>
        </p:txBody>
      </p:sp>
      <p:sp>
        <p:nvSpPr>
          <p:cNvPr id="951" name="Google Shape;951;p73"/>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52" name="Google Shape;952;p73"/>
          <p:cNvPicPr preferRelativeResize="0"/>
          <p:nvPr/>
        </p:nvPicPr>
        <p:blipFill>
          <a:blip r:embed="rId3">
            <a:alphaModFix/>
          </a:blip>
          <a:stretch>
            <a:fillRect/>
          </a:stretch>
        </p:blipFill>
        <p:spPr>
          <a:xfrm>
            <a:off x="10106850" y="6203986"/>
            <a:ext cx="1580275" cy="372766"/>
          </a:xfrm>
          <a:prstGeom prst="rect">
            <a:avLst/>
          </a:prstGeom>
          <a:noFill/>
          <a:ln>
            <a:noFill/>
          </a:ln>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with Image">
  <p:cSld name="CUSTOM_3_2_1">
    <p:bg>
      <p:bgPr>
        <a:solidFill>
          <a:schemeClr val="lt1"/>
        </a:solidFill>
      </p:bgPr>
    </p:bg>
    <p:spTree>
      <p:nvGrpSpPr>
        <p:cNvPr id="953" name="Shape 953"/>
        <p:cNvGrpSpPr/>
        <p:nvPr/>
      </p:nvGrpSpPr>
      <p:grpSpPr>
        <a:xfrm>
          <a:off x="0" y="0"/>
          <a:ext cx="0" cy="0"/>
          <a:chOff x="0" y="0"/>
          <a:chExt cx="0" cy="0"/>
        </a:xfrm>
      </p:grpSpPr>
      <p:sp>
        <p:nvSpPr>
          <p:cNvPr id="954" name="Google Shape;954;p74"/>
          <p:cNvSpPr/>
          <p:nvPr/>
        </p:nvSpPr>
        <p:spPr>
          <a:xfrm>
            <a:off x="-50" y="0"/>
            <a:ext cx="882000" cy="6858000"/>
          </a:xfrm>
          <a:prstGeom prst="rect">
            <a:avLst/>
          </a:prstGeom>
          <a:solidFill>
            <a:srgbClr val="29292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cxnSp>
        <p:nvCxnSpPr>
          <p:cNvPr id="955" name="Google Shape;955;p74"/>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956" name="Google Shape;956;p74"/>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rt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pic>
        <p:nvPicPr>
          <p:cNvPr id="957" name="Google Shape;957;p74"/>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958" name="Google Shape;958;p7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
        <p:nvSpPr>
          <p:cNvPr id="959" name="Google Shape;959;p74"/>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60" name="Google Shape;960;p74"/>
          <p:cNvPicPr preferRelativeResize="0"/>
          <p:nvPr/>
        </p:nvPicPr>
        <p:blipFill>
          <a:blip r:embed="rId3">
            <a:alphaModFix/>
          </a:blip>
          <a:stretch>
            <a:fillRect/>
          </a:stretch>
        </p:blipFill>
        <p:spPr>
          <a:xfrm>
            <a:off x="10106850" y="6203986"/>
            <a:ext cx="1580275" cy="372766"/>
          </a:xfrm>
          <a:prstGeom prst="rect">
            <a:avLst/>
          </a:prstGeom>
          <a:noFill/>
          <a:ln>
            <a:noFill/>
          </a:ln>
        </p:spPr>
      </p:pic>
      <p:sp>
        <p:nvSpPr>
          <p:cNvPr id="961" name="Google Shape;961;p74"/>
          <p:cNvSpPr txBox="1"/>
          <p:nvPr>
            <p:ph type="title"/>
          </p:nvPr>
        </p:nvSpPr>
        <p:spPr>
          <a:xfrm>
            <a:off x="5660525" y="568626"/>
            <a:ext cx="5736300" cy="19293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54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9pPr>
          </a:lstStyle>
          <a:p/>
        </p:txBody>
      </p:sp>
      <p:sp>
        <p:nvSpPr>
          <p:cNvPr id="962" name="Google Shape;962;p74"/>
          <p:cNvSpPr txBox="1"/>
          <p:nvPr>
            <p:ph idx="2" type="subTitle"/>
          </p:nvPr>
        </p:nvSpPr>
        <p:spPr>
          <a:xfrm>
            <a:off x="5660525" y="2752400"/>
            <a:ext cx="4446300" cy="15249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dk1"/>
              </a:buClr>
              <a:buSzPts val="1400"/>
              <a:buFont typeface="Red Hat Display"/>
              <a:buNone/>
              <a:defRPr sz="1400">
                <a:solidFill>
                  <a:schemeClr val="dk1"/>
                </a:solidFill>
                <a:latin typeface="Red Hat Display"/>
                <a:ea typeface="Red Hat Display"/>
                <a:cs typeface="Red Hat Display"/>
                <a:sym typeface="Red Hat Display"/>
              </a:defRPr>
            </a:lvl1pPr>
            <a:lvl2pPr lvl="1" rtl="0">
              <a:lnSpc>
                <a:spcPct val="180000"/>
              </a:lnSpc>
              <a:spcBef>
                <a:spcPts val="0"/>
              </a:spcBef>
              <a:spcAft>
                <a:spcPts val="0"/>
              </a:spcAft>
              <a:buClr>
                <a:schemeClr val="dk1"/>
              </a:buClr>
              <a:buSzPts val="1400"/>
              <a:buNone/>
              <a:defRPr sz="1400">
                <a:solidFill>
                  <a:schemeClr val="dk1"/>
                </a:solidFill>
              </a:defRPr>
            </a:lvl2pPr>
            <a:lvl3pPr lvl="2" rtl="0">
              <a:lnSpc>
                <a:spcPct val="180000"/>
              </a:lnSpc>
              <a:spcBef>
                <a:spcPts val="0"/>
              </a:spcBef>
              <a:spcAft>
                <a:spcPts val="0"/>
              </a:spcAft>
              <a:buClr>
                <a:schemeClr val="dk1"/>
              </a:buClr>
              <a:buSzPts val="1400"/>
              <a:buNone/>
              <a:defRPr sz="1400">
                <a:solidFill>
                  <a:schemeClr val="dk1"/>
                </a:solidFill>
              </a:defRPr>
            </a:lvl3pPr>
            <a:lvl4pPr lvl="3" rtl="0">
              <a:lnSpc>
                <a:spcPct val="180000"/>
              </a:lnSpc>
              <a:spcBef>
                <a:spcPts val="0"/>
              </a:spcBef>
              <a:spcAft>
                <a:spcPts val="0"/>
              </a:spcAft>
              <a:buClr>
                <a:schemeClr val="dk1"/>
              </a:buClr>
              <a:buSzPts val="1400"/>
              <a:buNone/>
              <a:defRPr sz="1400">
                <a:solidFill>
                  <a:schemeClr val="dk1"/>
                </a:solidFill>
              </a:defRPr>
            </a:lvl4pPr>
            <a:lvl5pPr lvl="4" rtl="0">
              <a:lnSpc>
                <a:spcPct val="180000"/>
              </a:lnSpc>
              <a:spcBef>
                <a:spcPts val="0"/>
              </a:spcBef>
              <a:spcAft>
                <a:spcPts val="0"/>
              </a:spcAft>
              <a:buClr>
                <a:schemeClr val="dk1"/>
              </a:buClr>
              <a:buSzPts val="1400"/>
              <a:buNone/>
              <a:defRPr sz="1400">
                <a:solidFill>
                  <a:schemeClr val="dk1"/>
                </a:solidFill>
              </a:defRPr>
            </a:lvl5pPr>
            <a:lvl6pPr lvl="5" rtl="0">
              <a:lnSpc>
                <a:spcPct val="180000"/>
              </a:lnSpc>
              <a:spcBef>
                <a:spcPts val="0"/>
              </a:spcBef>
              <a:spcAft>
                <a:spcPts val="0"/>
              </a:spcAft>
              <a:buClr>
                <a:schemeClr val="dk1"/>
              </a:buClr>
              <a:buSzPts val="1400"/>
              <a:buNone/>
              <a:defRPr sz="1400">
                <a:solidFill>
                  <a:schemeClr val="dk1"/>
                </a:solidFill>
              </a:defRPr>
            </a:lvl6pPr>
            <a:lvl7pPr lvl="6" rtl="0">
              <a:lnSpc>
                <a:spcPct val="180000"/>
              </a:lnSpc>
              <a:spcBef>
                <a:spcPts val="0"/>
              </a:spcBef>
              <a:spcAft>
                <a:spcPts val="0"/>
              </a:spcAft>
              <a:buClr>
                <a:schemeClr val="dk1"/>
              </a:buClr>
              <a:buSzPts val="1400"/>
              <a:buNone/>
              <a:defRPr sz="1400">
                <a:solidFill>
                  <a:schemeClr val="dk1"/>
                </a:solidFill>
              </a:defRPr>
            </a:lvl7pPr>
            <a:lvl8pPr lvl="7" rtl="0">
              <a:lnSpc>
                <a:spcPct val="180000"/>
              </a:lnSpc>
              <a:spcBef>
                <a:spcPts val="0"/>
              </a:spcBef>
              <a:spcAft>
                <a:spcPts val="0"/>
              </a:spcAft>
              <a:buClr>
                <a:schemeClr val="dk1"/>
              </a:buClr>
              <a:buSzPts val="1400"/>
              <a:buNone/>
              <a:defRPr sz="1400">
                <a:solidFill>
                  <a:schemeClr val="dk1"/>
                </a:solidFill>
              </a:defRPr>
            </a:lvl8pPr>
            <a:lvl9pPr lvl="8" rtl="0">
              <a:lnSpc>
                <a:spcPct val="180000"/>
              </a:lnSpc>
              <a:spcBef>
                <a:spcPts val="0"/>
              </a:spcBef>
              <a:spcAft>
                <a:spcPts val="0"/>
              </a:spcAft>
              <a:buClr>
                <a:schemeClr val="dk1"/>
              </a:buClr>
              <a:buSzPts val="1400"/>
              <a:buNone/>
              <a:defRPr sz="1400">
                <a:solidFill>
                  <a:schemeClr val="dk1"/>
                </a:solidFill>
              </a:defRPr>
            </a:lvl9pPr>
          </a:lstStyle>
          <a:p/>
        </p:txBody>
      </p:sp>
      <p:sp>
        <p:nvSpPr>
          <p:cNvPr id="963" name="Google Shape;963;p74"/>
          <p:cNvSpPr txBox="1"/>
          <p:nvPr/>
        </p:nvSpPr>
        <p:spPr>
          <a:xfrm>
            <a:off x="5903450" y="46692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linkedin.com/company/red-hat</a:t>
            </a:r>
            <a:endParaRPr sz="1200">
              <a:solidFill>
                <a:schemeClr val="dk1"/>
              </a:solidFill>
              <a:latin typeface="Red Hat Display"/>
              <a:ea typeface="Red Hat Display"/>
              <a:cs typeface="Red Hat Display"/>
              <a:sym typeface="Red Hat Display"/>
            </a:endParaRPr>
          </a:p>
        </p:txBody>
      </p:sp>
      <p:sp>
        <p:nvSpPr>
          <p:cNvPr id="964" name="Google Shape;964;p74"/>
          <p:cNvSpPr txBox="1"/>
          <p:nvPr/>
        </p:nvSpPr>
        <p:spPr>
          <a:xfrm>
            <a:off x="5903450" y="51743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youtube.com/user/RedHatVideos</a:t>
            </a:r>
            <a:endParaRPr sz="1200">
              <a:solidFill>
                <a:schemeClr val="dk1"/>
              </a:solidFill>
              <a:latin typeface="Red Hat Display"/>
              <a:ea typeface="Red Hat Display"/>
              <a:cs typeface="Red Hat Display"/>
              <a:sym typeface="Red Hat Display"/>
            </a:endParaRPr>
          </a:p>
        </p:txBody>
      </p:sp>
      <p:sp>
        <p:nvSpPr>
          <p:cNvPr id="965" name="Google Shape;965;p74"/>
          <p:cNvSpPr txBox="1"/>
          <p:nvPr/>
        </p:nvSpPr>
        <p:spPr>
          <a:xfrm>
            <a:off x="8815525" y="46692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Text"/>
                <a:ea typeface="Red Hat Text"/>
                <a:cs typeface="Red Hat Text"/>
                <a:sym typeface="Red Hat Text"/>
              </a:rPr>
              <a:t>facebook.com/redhatinc</a:t>
            </a:r>
            <a:endParaRPr sz="1200">
              <a:solidFill>
                <a:schemeClr val="dk1"/>
              </a:solidFill>
              <a:latin typeface="Red Hat Text"/>
              <a:ea typeface="Red Hat Text"/>
              <a:cs typeface="Red Hat Text"/>
              <a:sym typeface="Red Hat Text"/>
            </a:endParaRPr>
          </a:p>
        </p:txBody>
      </p:sp>
      <p:sp>
        <p:nvSpPr>
          <p:cNvPr id="966" name="Google Shape;966;p74"/>
          <p:cNvSpPr txBox="1"/>
          <p:nvPr/>
        </p:nvSpPr>
        <p:spPr>
          <a:xfrm>
            <a:off x="8815525" y="51743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twitter.com/RedHat</a:t>
            </a:r>
            <a:endParaRPr sz="1200">
              <a:solidFill>
                <a:schemeClr val="dk1"/>
              </a:solidFill>
              <a:latin typeface="Red Hat Display"/>
              <a:ea typeface="Red Hat Display"/>
              <a:cs typeface="Red Hat Display"/>
              <a:sym typeface="Red Hat Display"/>
            </a:endParaRPr>
          </a:p>
        </p:txBody>
      </p:sp>
      <p:pic>
        <p:nvPicPr>
          <p:cNvPr id="967" name="Google Shape;967;p74"/>
          <p:cNvPicPr preferRelativeResize="0"/>
          <p:nvPr/>
        </p:nvPicPr>
        <p:blipFill rotWithShape="1">
          <a:blip r:embed="rId4">
            <a:alphaModFix/>
          </a:blip>
          <a:srcRect b="0" l="2507" r="2498" t="0"/>
          <a:stretch/>
        </p:blipFill>
        <p:spPr>
          <a:xfrm>
            <a:off x="8586459" y="5174306"/>
            <a:ext cx="229074" cy="241150"/>
          </a:xfrm>
          <a:prstGeom prst="rect">
            <a:avLst/>
          </a:prstGeom>
          <a:noFill/>
          <a:ln>
            <a:noFill/>
          </a:ln>
        </p:spPr>
      </p:pic>
      <p:pic>
        <p:nvPicPr>
          <p:cNvPr id="968" name="Google Shape;968;p74"/>
          <p:cNvPicPr preferRelativeResize="0"/>
          <p:nvPr/>
        </p:nvPicPr>
        <p:blipFill rotWithShape="1">
          <a:blip r:embed="rId5">
            <a:alphaModFix/>
          </a:blip>
          <a:srcRect b="0" l="2507" r="2498" t="0"/>
          <a:stretch/>
        </p:blipFill>
        <p:spPr>
          <a:xfrm>
            <a:off x="8586459" y="4669206"/>
            <a:ext cx="229074" cy="241150"/>
          </a:xfrm>
          <a:prstGeom prst="rect">
            <a:avLst/>
          </a:prstGeom>
          <a:noFill/>
          <a:ln>
            <a:noFill/>
          </a:ln>
        </p:spPr>
      </p:pic>
      <p:pic>
        <p:nvPicPr>
          <p:cNvPr id="969" name="Google Shape;969;p74"/>
          <p:cNvPicPr preferRelativeResize="0"/>
          <p:nvPr/>
        </p:nvPicPr>
        <p:blipFill rotWithShape="1">
          <a:blip r:embed="rId6">
            <a:alphaModFix/>
          </a:blip>
          <a:srcRect b="0" l="2507" r="2498" t="0"/>
          <a:stretch/>
        </p:blipFill>
        <p:spPr>
          <a:xfrm>
            <a:off x="5660534" y="5174306"/>
            <a:ext cx="229075" cy="241150"/>
          </a:xfrm>
          <a:prstGeom prst="rect">
            <a:avLst/>
          </a:prstGeom>
          <a:noFill/>
          <a:ln>
            <a:noFill/>
          </a:ln>
        </p:spPr>
      </p:pic>
      <p:pic>
        <p:nvPicPr>
          <p:cNvPr id="970" name="Google Shape;970;p74"/>
          <p:cNvPicPr preferRelativeResize="0"/>
          <p:nvPr/>
        </p:nvPicPr>
        <p:blipFill rotWithShape="1">
          <a:blip r:embed="rId7">
            <a:alphaModFix/>
          </a:blip>
          <a:srcRect b="0" l="2507" r="2498" t="0"/>
          <a:stretch/>
        </p:blipFill>
        <p:spPr>
          <a:xfrm>
            <a:off x="5660534" y="4669206"/>
            <a:ext cx="229075" cy="241150"/>
          </a:xfrm>
          <a:prstGeom prst="rect">
            <a:avLst/>
          </a:prstGeom>
          <a:noFill/>
          <a:ln>
            <a:noFill/>
          </a:ln>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D2">
  <p:cSld name="CUSTOM_8">
    <p:bg>
      <p:bgPr>
        <a:solidFill>
          <a:schemeClr val="lt1"/>
        </a:solidFill>
      </p:bgPr>
    </p:bg>
    <p:spTree>
      <p:nvGrpSpPr>
        <p:cNvPr id="971" name="Shape 971"/>
        <p:cNvGrpSpPr/>
        <p:nvPr/>
      </p:nvGrpSpPr>
      <p:grpSpPr>
        <a:xfrm>
          <a:off x="0" y="0"/>
          <a:ext cx="0" cy="0"/>
          <a:chOff x="0" y="0"/>
          <a:chExt cx="0" cy="0"/>
        </a:xfrm>
      </p:grpSpPr>
      <p:sp>
        <p:nvSpPr>
          <p:cNvPr id="972" name="Google Shape;972;p75"/>
          <p:cNvSpPr/>
          <p:nvPr/>
        </p:nvSpPr>
        <p:spPr>
          <a:xfrm>
            <a:off x="-50" y="0"/>
            <a:ext cx="933000" cy="6858000"/>
          </a:xfrm>
          <a:prstGeom prst="rect">
            <a:avLst/>
          </a:prstGeom>
          <a:solidFill>
            <a:srgbClr val="E0E0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pic>
        <p:nvPicPr>
          <p:cNvPr id="973" name="Google Shape;973;p75"/>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974" name="Google Shape;974;p75"/>
          <p:cNvSpPr txBox="1"/>
          <p:nvPr>
            <p:ph type="title"/>
          </p:nvPr>
        </p:nvSpPr>
        <p:spPr>
          <a:xfrm>
            <a:off x="2076025" y="1883250"/>
            <a:ext cx="7992000" cy="30711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5400">
                <a:solidFill>
                  <a:schemeClr val="accent1"/>
                </a:solidFill>
              </a:defRPr>
            </a:lvl1pPr>
            <a:lvl2pPr lvl="1" rtl="0">
              <a:lnSpc>
                <a:spcPct val="100000"/>
              </a:lnSpc>
              <a:spcBef>
                <a:spcPts val="0"/>
              </a:spcBef>
              <a:spcAft>
                <a:spcPts val="0"/>
              </a:spcAft>
              <a:buNone/>
              <a:defRPr sz="5400">
                <a:solidFill>
                  <a:schemeClr val="accent1"/>
                </a:solidFill>
              </a:defRPr>
            </a:lvl2pPr>
            <a:lvl3pPr lvl="2" rtl="0">
              <a:lnSpc>
                <a:spcPct val="100000"/>
              </a:lnSpc>
              <a:spcBef>
                <a:spcPts val="0"/>
              </a:spcBef>
              <a:spcAft>
                <a:spcPts val="0"/>
              </a:spcAft>
              <a:buNone/>
              <a:defRPr sz="5400">
                <a:solidFill>
                  <a:schemeClr val="accent1"/>
                </a:solidFill>
              </a:defRPr>
            </a:lvl3pPr>
            <a:lvl4pPr lvl="3" rtl="0">
              <a:lnSpc>
                <a:spcPct val="100000"/>
              </a:lnSpc>
              <a:spcBef>
                <a:spcPts val="0"/>
              </a:spcBef>
              <a:spcAft>
                <a:spcPts val="0"/>
              </a:spcAft>
              <a:buNone/>
              <a:defRPr sz="5400">
                <a:solidFill>
                  <a:schemeClr val="accent1"/>
                </a:solidFill>
              </a:defRPr>
            </a:lvl4pPr>
            <a:lvl5pPr lvl="4" rtl="0">
              <a:lnSpc>
                <a:spcPct val="100000"/>
              </a:lnSpc>
              <a:spcBef>
                <a:spcPts val="0"/>
              </a:spcBef>
              <a:spcAft>
                <a:spcPts val="0"/>
              </a:spcAft>
              <a:buNone/>
              <a:defRPr sz="5400">
                <a:solidFill>
                  <a:schemeClr val="accent1"/>
                </a:solidFill>
              </a:defRPr>
            </a:lvl5pPr>
            <a:lvl6pPr lvl="5" rtl="0">
              <a:lnSpc>
                <a:spcPct val="100000"/>
              </a:lnSpc>
              <a:spcBef>
                <a:spcPts val="0"/>
              </a:spcBef>
              <a:spcAft>
                <a:spcPts val="0"/>
              </a:spcAft>
              <a:buNone/>
              <a:defRPr sz="5400">
                <a:solidFill>
                  <a:schemeClr val="accent1"/>
                </a:solidFill>
              </a:defRPr>
            </a:lvl6pPr>
            <a:lvl7pPr lvl="6" rtl="0">
              <a:lnSpc>
                <a:spcPct val="100000"/>
              </a:lnSpc>
              <a:spcBef>
                <a:spcPts val="0"/>
              </a:spcBef>
              <a:spcAft>
                <a:spcPts val="0"/>
              </a:spcAft>
              <a:buNone/>
              <a:defRPr sz="5400">
                <a:solidFill>
                  <a:schemeClr val="accent1"/>
                </a:solidFill>
              </a:defRPr>
            </a:lvl7pPr>
            <a:lvl8pPr lvl="7" rtl="0">
              <a:lnSpc>
                <a:spcPct val="100000"/>
              </a:lnSpc>
              <a:spcBef>
                <a:spcPts val="0"/>
              </a:spcBef>
              <a:spcAft>
                <a:spcPts val="0"/>
              </a:spcAft>
              <a:buNone/>
              <a:defRPr sz="5400">
                <a:solidFill>
                  <a:schemeClr val="accent1"/>
                </a:solidFill>
              </a:defRPr>
            </a:lvl8pPr>
            <a:lvl9pPr lvl="8" rtl="0">
              <a:lnSpc>
                <a:spcPct val="100000"/>
              </a:lnSpc>
              <a:spcBef>
                <a:spcPts val="0"/>
              </a:spcBef>
              <a:spcAft>
                <a:spcPts val="0"/>
              </a:spcAft>
              <a:buNone/>
              <a:defRPr sz="5400">
                <a:solidFill>
                  <a:schemeClr val="accent1"/>
                </a:solidFill>
              </a:defRPr>
            </a:lvl9pPr>
          </a:lstStyle>
          <a:p/>
        </p:txBody>
      </p:sp>
      <p:sp>
        <p:nvSpPr>
          <p:cNvPr id="975" name="Google Shape;975;p75"/>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rtl="0">
              <a:lnSpc>
                <a:spcPct val="100000"/>
              </a:lnSpc>
              <a:spcBef>
                <a:spcPts val="0"/>
              </a:spcBef>
              <a:spcAft>
                <a:spcPts val="0"/>
              </a:spcAft>
              <a:buClr>
                <a:schemeClr val="dk1"/>
              </a:buClr>
              <a:buSzPts val="1000"/>
              <a:buFont typeface="Red Hat Display Medium"/>
              <a:buNone/>
              <a:defRPr sz="1000">
                <a:solidFill>
                  <a:schemeClr val="dk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cxnSp>
        <p:nvCxnSpPr>
          <p:cNvPr id="976" name="Google Shape;976;p75"/>
          <p:cNvCxnSpPr/>
          <p:nvPr/>
        </p:nvCxnSpPr>
        <p:spPr>
          <a:xfrm>
            <a:off x="2076025" y="1653700"/>
            <a:ext cx="1390800" cy="0"/>
          </a:xfrm>
          <a:prstGeom prst="straightConnector1">
            <a:avLst/>
          </a:prstGeom>
          <a:noFill/>
          <a:ln cap="flat" cmpd="sng" w="9525">
            <a:solidFill>
              <a:srgbClr val="EE0000"/>
            </a:solidFill>
            <a:prstDash val="solid"/>
            <a:round/>
            <a:headEnd len="med" w="med" type="none"/>
            <a:tailEnd len="med" w="med" type="none"/>
          </a:ln>
        </p:spPr>
      </p:cxnSp>
      <p:cxnSp>
        <p:nvCxnSpPr>
          <p:cNvPr id="977" name="Google Shape;977;p75"/>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978" name="Google Shape;978;p7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chemeClr val="dk1"/>
                </a:solidFill>
                <a:latin typeface="Red Hat Text Medium"/>
                <a:ea typeface="Red Hat Text Medium"/>
                <a:cs typeface="Red Hat Text Medium"/>
                <a:sym typeface="Red Hat Text Medium"/>
              </a:defRPr>
            </a:lvl1pPr>
            <a:lvl2pPr lvl="1" rtl="0" algn="ctr">
              <a:buNone/>
              <a:defRPr sz="800">
                <a:solidFill>
                  <a:schemeClr val="dk1"/>
                </a:solidFill>
                <a:latin typeface="Red Hat Text Medium"/>
                <a:ea typeface="Red Hat Text Medium"/>
                <a:cs typeface="Red Hat Text Medium"/>
                <a:sym typeface="Red Hat Text Medium"/>
              </a:defRPr>
            </a:lvl2pPr>
            <a:lvl3pPr lvl="2" rtl="0" algn="ctr">
              <a:buNone/>
              <a:defRPr sz="800">
                <a:solidFill>
                  <a:schemeClr val="dk1"/>
                </a:solidFill>
                <a:latin typeface="Red Hat Text Medium"/>
                <a:ea typeface="Red Hat Text Medium"/>
                <a:cs typeface="Red Hat Text Medium"/>
                <a:sym typeface="Red Hat Text Medium"/>
              </a:defRPr>
            </a:lvl3pPr>
            <a:lvl4pPr lvl="3" rtl="0" algn="ctr">
              <a:buNone/>
              <a:defRPr sz="800">
                <a:solidFill>
                  <a:schemeClr val="dk1"/>
                </a:solidFill>
                <a:latin typeface="Red Hat Text Medium"/>
                <a:ea typeface="Red Hat Text Medium"/>
                <a:cs typeface="Red Hat Text Medium"/>
                <a:sym typeface="Red Hat Text Medium"/>
              </a:defRPr>
            </a:lvl4pPr>
            <a:lvl5pPr lvl="4" rtl="0" algn="ctr">
              <a:buNone/>
              <a:defRPr sz="800">
                <a:solidFill>
                  <a:schemeClr val="dk1"/>
                </a:solidFill>
                <a:latin typeface="Red Hat Text Medium"/>
                <a:ea typeface="Red Hat Text Medium"/>
                <a:cs typeface="Red Hat Text Medium"/>
                <a:sym typeface="Red Hat Text Medium"/>
              </a:defRPr>
            </a:lvl5pPr>
            <a:lvl6pPr lvl="5" rtl="0" algn="ctr">
              <a:buNone/>
              <a:defRPr sz="800">
                <a:solidFill>
                  <a:schemeClr val="dk1"/>
                </a:solidFill>
                <a:latin typeface="Red Hat Text Medium"/>
                <a:ea typeface="Red Hat Text Medium"/>
                <a:cs typeface="Red Hat Text Medium"/>
                <a:sym typeface="Red Hat Text Medium"/>
              </a:defRPr>
            </a:lvl6pPr>
            <a:lvl7pPr lvl="6" rtl="0" algn="ctr">
              <a:buNone/>
              <a:defRPr sz="800">
                <a:solidFill>
                  <a:schemeClr val="dk1"/>
                </a:solidFill>
                <a:latin typeface="Red Hat Text Medium"/>
                <a:ea typeface="Red Hat Text Medium"/>
                <a:cs typeface="Red Hat Text Medium"/>
                <a:sym typeface="Red Hat Text Medium"/>
              </a:defRPr>
            </a:lvl7pPr>
            <a:lvl8pPr lvl="7" rtl="0" algn="ctr">
              <a:buNone/>
              <a:defRPr sz="800">
                <a:solidFill>
                  <a:schemeClr val="dk1"/>
                </a:solidFill>
                <a:latin typeface="Red Hat Text Medium"/>
                <a:ea typeface="Red Hat Text Medium"/>
                <a:cs typeface="Red Hat Text Medium"/>
                <a:sym typeface="Red Hat Text Medium"/>
              </a:defRPr>
            </a:lvl8pPr>
            <a:lvl9pPr lvl="8" rtl="0" algn="ctr">
              <a:buNone/>
              <a:defRPr sz="800">
                <a:solidFill>
                  <a:schemeClr val="dk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divider">
  <p:cSld name="CUSTOM_3_1">
    <p:bg>
      <p:bgPr>
        <a:blipFill>
          <a:blip r:embed="rId2">
            <a:alphaModFix/>
          </a:blip>
          <a:stretch>
            <a:fillRect/>
          </a:stretch>
        </a:blipFill>
      </p:bgPr>
    </p:bg>
    <p:spTree>
      <p:nvGrpSpPr>
        <p:cNvPr id="979" name="Shape 979"/>
        <p:cNvGrpSpPr/>
        <p:nvPr/>
      </p:nvGrpSpPr>
      <p:grpSpPr>
        <a:xfrm>
          <a:off x="0" y="0"/>
          <a:ext cx="0" cy="0"/>
          <a:chOff x="0" y="0"/>
          <a:chExt cx="0" cy="0"/>
        </a:xfrm>
      </p:grpSpPr>
      <p:sp>
        <p:nvSpPr>
          <p:cNvPr id="980" name="Google Shape;980;p76"/>
          <p:cNvSpPr txBox="1"/>
          <p:nvPr>
            <p:ph type="title"/>
          </p:nvPr>
        </p:nvSpPr>
        <p:spPr>
          <a:xfrm>
            <a:off x="2076025" y="1883250"/>
            <a:ext cx="7992000" cy="30711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5400">
                <a:solidFill>
                  <a:schemeClr val="lt1"/>
                </a:solidFill>
              </a:defRPr>
            </a:lvl1pPr>
            <a:lvl2pPr lvl="1" rtl="0">
              <a:lnSpc>
                <a:spcPct val="100000"/>
              </a:lnSpc>
              <a:spcBef>
                <a:spcPts val="0"/>
              </a:spcBef>
              <a:spcAft>
                <a:spcPts val="0"/>
              </a:spcAft>
              <a:buNone/>
              <a:defRPr sz="5400">
                <a:solidFill>
                  <a:schemeClr val="lt1"/>
                </a:solidFill>
              </a:defRPr>
            </a:lvl2pPr>
            <a:lvl3pPr lvl="2" rtl="0">
              <a:lnSpc>
                <a:spcPct val="100000"/>
              </a:lnSpc>
              <a:spcBef>
                <a:spcPts val="0"/>
              </a:spcBef>
              <a:spcAft>
                <a:spcPts val="0"/>
              </a:spcAft>
              <a:buNone/>
              <a:defRPr sz="5400">
                <a:solidFill>
                  <a:schemeClr val="lt1"/>
                </a:solidFill>
              </a:defRPr>
            </a:lvl3pPr>
            <a:lvl4pPr lvl="3" rtl="0">
              <a:lnSpc>
                <a:spcPct val="100000"/>
              </a:lnSpc>
              <a:spcBef>
                <a:spcPts val="0"/>
              </a:spcBef>
              <a:spcAft>
                <a:spcPts val="0"/>
              </a:spcAft>
              <a:buNone/>
              <a:defRPr sz="5400">
                <a:solidFill>
                  <a:schemeClr val="lt1"/>
                </a:solidFill>
              </a:defRPr>
            </a:lvl4pPr>
            <a:lvl5pPr lvl="4" rtl="0">
              <a:lnSpc>
                <a:spcPct val="100000"/>
              </a:lnSpc>
              <a:spcBef>
                <a:spcPts val="0"/>
              </a:spcBef>
              <a:spcAft>
                <a:spcPts val="0"/>
              </a:spcAft>
              <a:buNone/>
              <a:defRPr sz="5400">
                <a:solidFill>
                  <a:schemeClr val="lt1"/>
                </a:solidFill>
              </a:defRPr>
            </a:lvl5pPr>
            <a:lvl6pPr lvl="5" rtl="0">
              <a:lnSpc>
                <a:spcPct val="100000"/>
              </a:lnSpc>
              <a:spcBef>
                <a:spcPts val="0"/>
              </a:spcBef>
              <a:spcAft>
                <a:spcPts val="0"/>
              </a:spcAft>
              <a:buNone/>
              <a:defRPr sz="5400">
                <a:solidFill>
                  <a:schemeClr val="lt1"/>
                </a:solidFill>
              </a:defRPr>
            </a:lvl6pPr>
            <a:lvl7pPr lvl="6" rtl="0">
              <a:lnSpc>
                <a:spcPct val="100000"/>
              </a:lnSpc>
              <a:spcBef>
                <a:spcPts val="0"/>
              </a:spcBef>
              <a:spcAft>
                <a:spcPts val="0"/>
              </a:spcAft>
              <a:buNone/>
              <a:defRPr sz="5400">
                <a:solidFill>
                  <a:schemeClr val="lt1"/>
                </a:solidFill>
              </a:defRPr>
            </a:lvl7pPr>
            <a:lvl8pPr lvl="7" rtl="0">
              <a:lnSpc>
                <a:spcPct val="100000"/>
              </a:lnSpc>
              <a:spcBef>
                <a:spcPts val="0"/>
              </a:spcBef>
              <a:spcAft>
                <a:spcPts val="0"/>
              </a:spcAft>
              <a:buNone/>
              <a:defRPr sz="5400">
                <a:solidFill>
                  <a:schemeClr val="lt1"/>
                </a:solidFill>
              </a:defRPr>
            </a:lvl8pPr>
            <a:lvl9pPr lvl="8" rtl="0">
              <a:lnSpc>
                <a:spcPct val="100000"/>
              </a:lnSpc>
              <a:spcBef>
                <a:spcPts val="0"/>
              </a:spcBef>
              <a:spcAft>
                <a:spcPts val="0"/>
              </a:spcAft>
              <a:buNone/>
              <a:defRPr sz="5400">
                <a:solidFill>
                  <a:schemeClr val="lt1"/>
                </a:solidFill>
              </a:defRPr>
            </a:lvl9pPr>
          </a:lstStyle>
          <a:p/>
        </p:txBody>
      </p:sp>
      <p:cxnSp>
        <p:nvCxnSpPr>
          <p:cNvPr id="981" name="Google Shape;981;p76"/>
          <p:cNvCxnSpPr/>
          <p:nvPr/>
        </p:nvCxnSpPr>
        <p:spPr>
          <a:xfrm rot="10800000">
            <a:off x="447767" y="6401400"/>
            <a:ext cx="0" cy="456600"/>
          </a:xfrm>
          <a:prstGeom prst="straightConnector1">
            <a:avLst/>
          </a:prstGeom>
          <a:noFill/>
          <a:ln cap="flat" cmpd="sng" w="9525">
            <a:solidFill>
              <a:srgbClr val="800000"/>
            </a:solidFill>
            <a:prstDash val="solid"/>
            <a:round/>
            <a:headEnd len="med" w="med" type="none"/>
            <a:tailEnd len="med" w="med" type="none"/>
          </a:ln>
        </p:spPr>
      </p:cxnSp>
      <p:pic>
        <p:nvPicPr>
          <p:cNvPr id="982" name="Google Shape;982;p76"/>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cxnSp>
        <p:nvCxnSpPr>
          <p:cNvPr id="983" name="Google Shape;983;p76"/>
          <p:cNvCxnSpPr/>
          <p:nvPr/>
        </p:nvCxnSpPr>
        <p:spPr>
          <a:xfrm>
            <a:off x="2076025" y="1653700"/>
            <a:ext cx="1390800" cy="0"/>
          </a:xfrm>
          <a:prstGeom prst="straightConnector1">
            <a:avLst/>
          </a:prstGeom>
          <a:noFill/>
          <a:ln cap="flat" cmpd="sng" w="9525">
            <a:solidFill>
              <a:srgbClr val="EE0000"/>
            </a:solidFill>
            <a:prstDash val="solid"/>
            <a:round/>
            <a:headEnd len="med" w="med" type="none"/>
            <a:tailEnd len="med" w="med" type="none"/>
          </a:ln>
        </p:spPr>
      </p:cxnSp>
      <p:cxnSp>
        <p:nvCxnSpPr>
          <p:cNvPr id="984" name="Google Shape;984;p76"/>
          <p:cNvCxnSpPr/>
          <p:nvPr/>
        </p:nvCxnSpPr>
        <p:spPr>
          <a:xfrm rot="10800000">
            <a:off x="447775" y="100"/>
            <a:ext cx="0" cy="886500"/>
          </a:xfrm>
          <a:prstGeom prst="straightConnector1">
            <a:avLst/>
          </a:prstGeom>
          <a:noFill/>
          <a:ln cap="flat" cmpd="sng" w="9525">
            <a:solidFill>
              <a:srgbClr val="800000"/>
            </a:solidFill>
            <a:prstDash val="solid"/>
            <a:round/>
            <a:headEnd len="med" w="med" type="none"/>
            <a:tailEnd len="med" w="med" type="none"/>
          </a:ln>
        </p:spPr>
      </p:cxnSp>
      <p:sp>
        <p:nvSpPr>
          <p:cNvPr id="985" name="Google Shape;985;p7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986" name="Google Shape;986;p7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divider">
  <p:cSld name="CUSTOM_3_1_1">
    <p:bg>
      <p:bgPr>
        <a:blipFill>
          <a:blip r:embed="rId2">
            <a:alphaModFix/>
          </a:blip>
          <a:stretch>
            <a:fillRect/>
          </a:stretch>
        </a:blipFill>
      </p:bgPr>
    </p:bg>
    <p:spTree>
      <p:nvGrpSpPr>
        <p:cNvPr id="987" name="Shape 987"/>
        <p:cNvGrpSpPr/>
        <p:nvPr/>
      </p:nvGrpSpPr>
      <p:grpSpPr>
        <a:xfrm>
          <a:off x="0" y="0"/>
          <a:ext cx="0" cy="0"/>
          <a:chOff x="0" y="0"/>
          <a:chExt cx="0" cy="0"/>
        </a:xfrm>
      </p:grpSpPr>
      <p:sp>
        <p:nvSpPr>
          <p:cNvPr id="988" name="Google Shape;988;p77"/>
          <p:cNvSpPr txBox="1"/>
          <p:nvPr>
            <p:ph type="title"/>
          </p:nvPr>
        </p:nvSpPr>
        <p:spPr>
          <a:xfrm>
            <a:off x="5674100" y="1632950"/>
            <a:ext cx="5037300" cy="3882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5400">
                <a:solidFill>
                  <a:schemeClr val="lt1"/>
                </a:solidFill>
              </a:defRPr>
            </a:lvl1pPr>
            <a:lvl2pPr lvl="1" rtl="0">
              <a:lnSpc>
                <a:spcPct val="100000"/>
              </a:lnSpc>
              <a:spcBef>
                <a:spcPts val="0"/>
              </a:spcBef>
              <a:spcAft>
                <a:spcPts val="0"/>
              </a:spcAft>
              <a:buNone/>
              <a:defRPr sz="5400">
                <a:solidFill>
                  <a:schemeClr val="lt1"/>
                </a:solidFill>
              </a:defRPr>
            </a:lvl2pPr>
            <a:lvl3pPr lvl="2" rtl="0">
              <a:lnSpc>
                <a:spcPct val="100000"/>
              </a:lnSpc>
              <a:spcBef>
                <a:spcPts val="0"/>
              </a:spcBef>
              <a:spcAft>
                <a:spcPts val="0"/>
              </a:spcAft>
              <a:buNone/>
              <a:defRPr sz="5400">
                <a:solidFill>
                  <a:schemeClr val="lt1"/>
                </a:solidFill>
              </a:defRPr>
            </a:lvl3pPr>
            <a:lvl4pPr lvl="3" rtl="0">
              <a:lnSpc>
                <a:spcPct val="100000"/>
              </a:lnSpc>
              <a:spcBef>
                <a:spcPts val="0"/>
              </a:spcBef>
              <a:spcAft>
                <a:spcPts val="0"/>
              </a:spcAft>
              <a:buNone/>
              <a:defRPr sz="5400">
                <a:solidFill>
                  <a:schemeClr val="lt1"/>
                </a:solidFill>
              </a:defRPr>
            </a:lvl4pPr>
            <a:lvl5pPr lvl="4" rtl="0">
              <a:lnSpc>
                <a:spcPct val="100000"/>
              </a:lnSpc>
              <a:spcBef>
                <a:spcPts val="0"/>
              </a:spcBef>
              <a:spcAft>
                <a:spcPts val="0"/>
              </a:spcAft>
              <a:buNone/>
              <a:defRPr sz="5400">
                <a:solidFill>
                  <a:schemeClr val="lt1"/>
                </a:solidFill>
              </a:defRPr>
            </a:lvl5pPr>
            <a:lvl6pPr lvl="5" rtl="0">
              <a:lnSpc>
                <a:spcPct val="100000"/>
              </a:lnSpc>
              <a:spcBef>
                <a:spcPts val="0"/>
              </a:spcBef>
              <a:spcAft>
                <a:spcPts val="0"/>
              </a:spcAft>
              <a:buNone/>
              <a:defRPr sz="5400">
                <a:solidFill>
                  <a:schemeClr val="lt1"/>
                </a:solidFill>
              </a:defRPr>
            </a:lvl6pPr>
            <a:lvl7pPr lvl="6" rtl="0">
              <a:lnSpc>
                <a:spcPct val="100000"/>
              </a:lnSpc>
              <a:spcBef>
                <a:spcPts val="0"/>
              </a:spcBef>
              <a:spcAft>
                <a:spcPts val="0"/>
              </a:spcAft>
              <a:buNone/>
              <a:defRPr sz="5400">
                <a:solidFill>
                  <a:schemeClr val="lt1"/>
                </a:solidFill>
              </a:defRPr>
            </a:lvl7pPr>
            <a:lvl8pPr lvl="7" rtl="0">
              <a:lnSpc>
                <a:spcPct val="100000"/>
              </a:lnSpc>
              <a:spcBef>
                <a:spcPts val="0"/>
              </a:spcBef>
              <a:spcAft>
                <a:spcPts val="0"/>
              </a:spcAft>
              <a:buNone/>
              <a:defRPr sz="5400">
                <a:solidFill>
                  <a:schemeClr val="lt1"/>
                </a:solidFill>
              </a:defRPr>
            </a:lvl8pPr>
            <a:lvl9pPr lvl="8" rtl="0">
              <a:lnSpc>
                <a:spcPct val="100000"/>
              </a:lnSpc>
              <a:spcBef>
                <a:spcPts val="0"/>
              </a:spcBef>
              <a:spcAft>
                <a:spcPts val="0"/>
              </a:spcAft>
              <a:buNone/>
              <a:defRPr sz="5400">
                <a:solidFill>
                  <a:schemeClr val="lt1"/>
                </a:solidFill>
              </a:defRPr>
            </a:lvl9pPr>
          </a:lstStyle>
          <a:p/>
        </p:txBody>
      </p:sp>
      <p:cxnSp>
        <p:nvCxnSpPr>
          <p:cNvPr id="989" name="Google Shape;989;p77"/>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990" name="Google Shape;990;p77"/>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rt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pic>
        <p:nvPicPr>
          <p:cNvPr id="991" name="Google Shape;991;p77"/>
          <p:cNvPicPr preferRelativeResize="0"/>
          <p:nvPr/>
        </p:nvPicPr>
        <p:blipFill>
          <a:blip r:embed="rId3">
            <a:alphaModFix/>
          </a:blip>
          <a:stretch>
            <a:fillRect/>
          </a:stretch>
        </p:blipFill>
        <p:spPr>
          <a:xfrm>
            <a:off x="10711279" y="6312505"/>
            <a:ext cx="975850" cy="229612"/>
          </a:xfrm>
          <a:prstGeom prst="rect">
            <a:avLst/>
          </a:prstGeom>
          <a:noFill/>
          <a:ln>
            <a:noFill/>
          </a:ln>
        </p:spPr>
      </p:pic>
      <p:sp>
        <p:nvSpPr>
          <p:cNvPr id="992" name="Google Shape;992;p7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p:cSld name="CUSTOM_4">
    <p:spTree>
      <p:nvGrpSpPr>
        <p:cNvPr id="993" name="Shape 993"/>
        <p:cNvGrpSpPr/>
        <p:nvPr/>
      </p:nvGrpSpPr>
      <p:grpSpPr>
        <a:xfrm>
          <a:off x="0" y="0"/>
          <a:ext cx="0" cy="0"/>
          <a:chOff x="0" y="0"/>
          <a:chExt cx="0" cy="0"/>
        </a:xfrm>
      </p:grpSpPr>
      <p:sp>
        <p:nvSpPr>
          <p:cNvPr id="994" name="Google Shape;994;p7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995" name="Google Shape;995;p7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996" name="Google Shape;996;p78"/>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997" name="Google Shape;997;p7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998" name="Google Shape;998;p78"/>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999" name="Google Shape;999;p78"/>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000" name="Google Shape;1000;p78"/>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001" name="Google Shape;1001;p78"/>
          <p:cNvSpPr txBox="1"/>
          <p:nvPr>
            <p:ph idx="3"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hevrons">
  <p:cSld name="CUSTOM_4_20">
    <p:spTree>
      <p:nvGrpSpPr>
        <p:cNvPr id="1002" name="Shape 1002"/>
        <p:cNvGrpSpPr/>
        <p:nvPr/>
      </p:nvGrpSpPr>
      <p:grpSpPr>
        <a:xfrm>
          <a:off x="0" y="0"/>
          <a:ext cx="0" cy="0"/>
          <a:chOff x="0" y="0"/>
          <a:chExt cx="0" cy="0"/>
        </a:xfrm>
      </p:grpSpPr>
      <p:sp>
        <p:nvSpPr>
          <p:cNvPr id="1003" name="Google Shape;1003;p7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cxnSp>
        <p:nvCxnSpPr>
          <p:cNvPr id="1004" name="Google Shape;1004;p7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005" name="Google Shape;1005;p79"/>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006" name="Google Shape;1006;p7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007" name="Google Shape;1007;p79"/>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008" name="Google Shape;1008;p79"/>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009" name="Google Shape;1009;p79"/>
          <p:cNvSpPr/>
          <p:nvPr/>
        </p:nvSpPr>
        <p:spPr>
          <a:xfrm>
            <a:off x="3901500" y="2473638"/>
            <a:ext cx="4389000" cy="2702400"/>
          </a:xfrm>
          <a:prstGeom prst="chevron">
            <a:avLst>
              <a:gd fmla="val 27319" name="adj"/>
            </a:avLst>
          </a:pr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79"/>
          <p:cNvSpPr/>
          <p:nvPr/>
        </p:nvSpPr>
        <p:spPr>
          <a:xfrm>
            <a:off x="7803000" y="2473650"/>
            <a:ext cx="4389000" cy="2702400"/>
          </a:xfrm>
          <a:prstGeom prst="chevron">
            <a:avLst>
              <a:gd fmla="val 27319" name="adj"/>
            </a:avLst>
          </a:pr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79"/>
          <p:cNvSpPr/>
          <p:nvPr/>
        </p:nvSpPr>
        <p:spPr>
          <a:xfrm>
            <a:off x="0" y="2473650"/>
            <a:ext cx="4389000" cy="2702400"/>
          </a:xfrm>
          <a:prstGeom prst="chevron">
            <a:avLst>
              <a:gd fmla="val 27319" name="adj"/>
            </a:avLst>
          </a:pr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79"/>
          <p:cNvSpPr/>
          <p:nvPr/>
        </p:nvSpPr>
        <p:spPr>
          <a:xfrm>
            <a:off x="0" y="2473638"/>
            <a:ext cx="1120500" cy="2702400"/>
          </a:xfrm>
          <a:prstGeom prst="rect">
            <a:avLst/>
          </a:pr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79"/>
          <p:cNvSpPr/>
          <p:nvPr/>
        </p:nvSpPr>
        <p:spPr>
          <a:xfrm>
            <a:off x="11071500" y="2473638"/>
            <a:ext cx="1120500" cy="2702400"/>
          </a:xfrm>
          <a:prstGeom prst="rect">
            <a:avLst/>
          </a:pr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79"/>
          <p:cNvSpPr txBox="1"/>
          <p:nvPr>
            <p:ph idx="3" type="subTitle"/>
          </p:nvPr>
        </p:nvSpPr>
        <p:spPr>
          <a:xfrm>
            <a:off x="3901500" y="2473650"/>
            <a:ext cx="4389000" cy="2702400"/>
          </a:xfrm>
          <a:prstGeom prst="rect">
            <a:avLst/>
          </a:prstGeom>
        </p:spPr>
        <p:txBody>
          <a:bodyPr anchorCtr="0" anchor="ctr" bIns="0" lIns="1097275" spcFirstLastPara="1" rIns="457200" wrap="square" tIns="91425">
            <a:noAutofit/>
          </a:bodyPr>
          <a:lstStyle>
            <a:lvl1pPr lvl="0">
              <a:lnSpc>
                <a:spcPct val="115000"/>
              </a:lnSpc>
              <a:spcBef>
                <a:spcPts val="0"/>
              </a:spcBef>
              <a:spcAft>
                <a:spcPts val="0"/>
              </a:spcAft>
              <a:buNone/>
              <a:defRPr/>
            </a:lvl1pPr>
            <a:lvl2pPr lvl="1">
              <a:lnSpc>
                <a:spcPct val="115000"/>
              </a:lnSpc>
              <a:spcBef>
                <a:spcPts val="1000"/>
              </a:spcBef>
              <a:spcAft>
                <a:spcPts val="0"/>
              </a:spcAft>
              <a:buNone/>
              <a:defRPr/>
            </a:lvl2pPr>
            <a:lvl3pPr lvl="2">
              <a:lnSpc>
                <a:spcPct val="115000"/>
              </a:lnSpc>
              <a:spcBef>
                <a:spcPts val="1000"/>
              </a:spcBef>
              <a:spcAft>
                <a:spcPts val="0"/>
              </a:spcAft>
              <a:buNone/>
              <a:defRPr/>
            </a:lvl3pPr>
            <a:lvl4pPr lvl="3">
              <a:lnSpc>
                <a:spcPct val="115000"/>
              </a:lnSpc>
              <a:spcBef>
                <a:spcPts val="1000"/>
              </a:spcBef>
              <a:spcAft>
                <a:spcPts val="0"/>
              </a:spcAft>
              <a:buNone/>
              <a:defRPr/>
            </a:lvl4pPr>
            <a:lvl5pPr lvl="4">
              <a:lnSpc>
                <a:spcPct val="115000"/>
              </a:lnSpc>
              <a:spcBef>
                <a:spcPts val="1000"/>
              </a:spcBef>
              <a:spcAft>
                <a:spcPts val="0"/>
              </a:spcAft>
              <a:buNone/>
              <a:defRPr/>
            </a:lvl5pPr>
            <a:lvl6pPr lvl="5">
              <a:lnSpc>
                <a:spcPct val="115000"/>
              </a:lnSpc>
              <a:spcBef>
                <a:spcPts val="1000"/>
              </a:spcBef>
              <a:spcAft>
                <a:spcPts val="0"/>
              </a:spcAft>
              <a:buNone/>
              <a:defRPr/>
            </a:lvl6pPr>
            <a:lvl7pPr lvl="6">
              <a:lnSpc>
                <a:spcPct val="115000"/>
              </a:lnSpc>
              <a:spcBef>
                <a:spcPts val="1000"/>
              </a:spcBef>
              <a:spcAft>
                <a:spcPts val="0"/>
              </a:spcAft>
              <a:buNone/>
              <a:defRPr/>
            </a:lvl7pPr>
            <a:lvl8pPr lvl="7">
              <a:lnSpc>
                <a:spcPct val="115000"/>
              </a:lnSpc>
              <a:spcBef>
                <a:spcPts val="1000"/>
              </a:spcBef>
              <a:spcAft>
                <a:spcPts val="0"/>
              </a:spcAft>
              <a:buNone/>
              <a:defRPr/>
            </a:lvl8pPr>
            <a:lvl9pPr lvl="8">
              <a:lnSpc>
                <a:spcPct val="115000"/>
              </a:lnSpc>
              <a:spcBef>
                <a:spcPts val="1000"/>
              </a:spcBef>
              <a:spcAft>
                <a:spcPts val="1000"/>
              </a:spcAft>
              <a:buNone/>
              <a:defRPr/>
            </a:lvl9pPr>
          </a:lstStyle>
          <a:p/>
        </p:txBody>
      </p:sp>
      <p:sp>
        <p:nvSpPr>
          <p:cNvPr id="1015" name="Google Shape;1015;p79"/>
          <p:cNvSpPr txBox="1"/>
          <p:nvPr>
            <p:ph idx="4" type="subTitle"/>
          </p:nvPr>
        </p:nvSpPr>
        <p:spPr>
          <a:xfrm>
            <a:off x="0" y="2473650"/>
            <a:ext cx="4389000" cy="2702400"/>
          </a:xfrm>
          <a:prstGeom prst="rect">
            <a:avLst/>
          </a:prstGeom>
        </p:spPr>
        <p:txBody>
          <a:bodyPr anchorCtr="0" anchor="ctr" bIns="0" lIns="868675" spcFirstLastPara="1" rIns="731500" wrap="square" tIns="91425">
            <a:noAutofit/>
          </a:bodyPr>
          <a:lstStyle>
            <a:lvl1pPr lvl="0" rtl="0">
              <a:lnSpc>
                <a:spcPct val="115000"/>
              </a:lnSpc>
              <a:spcBef>
                <a:spcPts val="0"/>
              </a:spcBef>
              <a:spcAft>
                <a:spcPts val="0"/>
              </a:spcAft>
              <a:buNone/>
              <a:defRPr/>
            </a:lvl1pPr>
            <a:lvl2pPr lvl="1" rtl="0">
              <a:lnSpc>
                <a:spcPct val="115000"/>
              </a:lnSpc>
              <a:spcBef>
                <a:spcPts val="1000"/>
              </a:spcBef>
              <a:spcAft>
                <a:spcPts val="0"/>
              </a:spcAft>
              <a:buNone/>
              <a:defRPr/>
            </a:lvl2pPr>
            <a:lvl3pPr lvl="2" rtl="0">
              <a:lnSpc>
                <a:spcPct val="115000"/>
              </a:lnSpc>
              <a:spcBef>
                <a:spcPts val="1000"/>
              </a:spcBef>
              <a:spcAft>
                <a:spcPts val="0"/>
              </a:spcAft>
              <a:buNone/>
              <a:defRPr/>
            </a:lvl3pPr>
            <a:lvl4pPr lvl="3" rtl="0">
              <a:lnSpc>
                <a:spcPct val="115000"/>
              </a:lnSpc>
              <a:spcBef>
                <a:spcPts val="1000"/>
              </a:spcBef>
              <a:spcAft>
                <a:spcPts val="0"/>
              </a:spcAft>
              <a:buNone/>
              <a:defRPr/>
            </a:lvl4pPr>
            <a:lvl5pPr lvl="4" rtl="0">
              <a:lnSpc>
                <a:spcPct val="115000"/>
              </a:lnSpc>
              <a:spcBef>
                <a:spcPts val="1000"/>
              </a:spcBef>
              <a:spcAft>
                <a:spcPts val="0"/>
              </a:spcAft>
              <a:buNone/>
              <a:defRPr/>
            </a:lvl5pPr>
            <a:lvl6pPr lvl="5" rtl="0">
              <a:lnSpc>
                <a:spcPct val="115000"/>
              </a:lnSpc>
              <a:spcBef>
                <a:spcPts val="1000"/>
              </a:spcBef>
              <a:spcAft>
                <a:spcPts val="0"/>
              </a:spcAft>
              <a:buNone/>
              <a:defRPr/>
            </a:lvl6pPr>
            <a:lvl7pPr lvl="6" rtl="0">
              <a:lnSpc>
                <a:spcPct val="115000"/>
              </a:lnSpc>
              <a:spcBef>
                <a:spcPts val="1000"/>
              </a:spcBef>
              <a:spcAft>
                <a:spcPts val="0"/>
              </a:spcAft>
              <a:buNone/>
              <a:defRPr/>
            </a:lvl7pPr>
            <a:lvl8pPr lvl="7" rtl="0">
              <a:lnSpc>
                <a:spcPct val="115000"/>
              </a:lnSpc>
              <a:spcBef>
                <a:spcPts val="1000"/>
              </a:spcBef>
              <a:spcAft>
                <a:spcPts val="0"/>
              </a:spcAft>
              <a:buNone/>
              <a:defRPr/>
            </a:lvl8pPr>
            <a:lvl9pPr lvl="8" rtl="0">
              <a:lnSpc>
                <a:spcPct val="115000"/>
              </a:lnSpc>
              <a:spcBef>
                <a:spcPts val="1000"/>
              </a:spcBef>
              <a:spcAft>
                <a:spcPts val="1000"/>
              </a:spcAft>
              <a:buNone/>
              <a:defRPr/>
            </a:lvl9pPr>
          </a:lstStyle>
          <a:p/>
        </p:txBody>
      </p:sp>
      <p:sp>
        <p:nvSpPr>
          <p:cNvPr id="1016" name="Google Shape;1016;p79"/>
          <p:cNvSpPr txBox="1"/>
          <p:nvPr>
            <p:ph idx="5" type="subTitle"/>
          </p:nvPr>
        </p:nvSpPr>
        <p:spPr>
          <a:xfrm>
            <a:off x="7803000" y="2473650"/>
            <a:ext cx="4389000" cy="2702400"/>
          </a:xfrm>
          <a:prstGeom prst="rect">
            <a:avLst/>
          </a:prstGeom>
        </p:spPr>
        <p:txBody>
          <a:bodyPr anchorCtr="0" anchor="ctr" bIns="0" lIns="1097275" spcFirstLastPara="1" rIns="457200" wrap="square" tIns="91425">
            <a:noAutofit/>
          </a:bodyPr>
          <a:lstStyle>
            <a:lvl1pPr lvl="0" rtl="0">
              <a:lnSpc>
                <a:spcPct val="115000"/>
              </a:lnSpc>
              <a:spcBef>
                <a:spcPts val="0"/>
              </a:spcBef>
              <a:spcAft>
                <a:spcPts val="0"/>
              </a:spcAft>
              <a:buNone/>
              <a:defRPr/>
            </a:lvl1pPr>
            <a:lvl2pPr lvl="1" rtl="0">
              <a:lnSpc>
                <a:spcPct val="115000"/>
              </a:lnSpc>
              <a:spcBef>
                <a:spcPts val="1000"/>
              </a:spcBef>
              <a:spcAft>
                <a:spcPts val="0"/>
              </a:spcAft>
              <a:buNone/>
              <a:defRPr/>
            </a:lvl2pPr>
            <a:lvl3pPr lvl="2" rtl="0">
              <a:lnSpc>
                <a:spcPct val="115000"/>
              </a:lnSpc>
              <a:spcBef>
                <a:spcPts val="1000"/>
              </a:spcBef>
              <a:spcAft>
                <a:spcPts val="0"/>
              </a:spcAft>
              <a:buNone/>
              <a:defRPr/>
            </a:lvl3pPr>
            <a:lvl4pPr lvl="3" rtl="0">
              <a:lnSpc>
                <a:spcPct val="115000"/>
              </a:lnSpc>
              <a:spcBef>
                <a:spcPts val="1000"/>
              </a:spcBef>
              <a:spcAft>
                <a:spcPts val="0"/>
              </a:spcAft>
              <a:buNone/>
              <a:defRPr/>
            </a:lvl4pPr>
            <a:lvl5pPr lvl="4" rtl="0">
              <a:lnSpc>
                <a:spcPct val="115000"/>
              </a:lnSpc>
              <a:spcBef>
                <a:spcPts val="1000"/>
              </a:spcBef>
              <a:spcAft>
                <a:spcPts val="0"/>
              </a:spcAft>
              <a:buNone/>
              <a:defRPr/>
            </a:lvl5pPr>
            <a:lvl6pPr lvl="5" rtl="0">
              <a:lnSpc>
                <a:spcPct val="115000"/>
              </a:lnSpc>
              <a:spcBef>
                <a:spcPts val="1000"/>
              </a:spcBef>
              <a:spcAft>
                <a:spcPts val="0"/>
              </a:spcAft>
              <a:buNone/>
              <a:defRPr/>
            </a:lvl6pPr>
            <a:lvl7pPr lvl="6" rtl="0">
              <a:lnSpc>
                <a:spcPct val="115000"/>
              </a:lnSpc>
              <a:spcBef>
                <a:spcPts val="1000"/>
              </a:spcBef>
              <a:spcAft>
                <a:spcPts val="0"/>
              </a:spcAft>
              <a:buNone/>
              <a:defRPr/>
            </a:lvl7pPr>
            <a:lvl8pPr lvl="7" rtl="0">
              <a:lnSpc>
                <a:spcPct val="115000"/>
              </a:lnSpc>
              <a:spcBef>
                <a:spcPts val="1000"/>
              </a:spcBef>
              <a:spcAft>
                <a:spcPts val="0"/>
              </a:spcAft>
              <a:buNone/>
              <a:defRPr/>
            </a:lvl8pPr>
            <a:lvl9pPr lvl="8" rtl="0">
              <a:lnSpc>
                <a:spcPct val="115000"/>
              </a:lnSpc>
              <a:spcBef>
                <a:spcPts val="1000"/>
              </a:spcBef>
              <a:spcAft>
                <a:spcPts val="1000"/>
              </a:spcAft>
              <a:buNone/>
              <a:defRPr/>
            </a:lvl9pPr>
          </a:lstStyle>
          <a:p/>
        </p:txBody>
      </p:sp>
      <p:sp>
        <p:nvSpPr>
          <p:cNvPr id="1017" name="Google Shape;1017;p79"/>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018" name="Google Shape;1018;p79"/>
          <p:cNvSpPr txBox="1"/>
          <p:nvPr>
            <p:ph idx="6"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wo chevrons">
  <p:cSld name="CUSTOM_4_20_1">
    <p:spTree>
      <p:nvGrpSpPr>
        <p:cNvPr id="1019" name="Shape 1019"/>
        <p:cNvGrpSpPr/>
        <p:nvPr/>
      </p:nvGrpSpPr>
      <p:grpSpPr>
        <a:xfrm>
          <a:off x="0" y="0"/>
          <a:ext cx="0" cy="0"/>
          <a:chOff x="0" y="0"/>
          <a:chExt cx="0" cy="0"/>
        </a:xfrm>
      </p:grpSpPr>
      <p:cxnSp>
        <p:nvCxnSpPr>
          <p:cNvPr id="1020" name="Google Shape;1020;p8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021" name="Google Shape;1021;p80"/>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022" name="Google Shape;1022;p8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023" name="Google Shape;1023;p80"/>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024" name="Google Shape;1024;p80"/>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025" name="Google Shape;1025;p80"/>
          <p:cNvSpPr/>
          <p:nvPr/>
        </p:nvSpPr>
        <p:spPr>
          <a:xfrm>
            <a:off x="0" y="2473638"/>
            <a:ext cx="1120500" cy="2702400"/>
          </a:xfrm>
          <a:prstGeom prst="rect">
            <a:avLst/>
          </a:pr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80"/>
          <p:cNvSpPr/>
          <p:nvPr/>
        </p:nvSpPr>
        <p:spPr>
          <a:xfrm>
            <a:off x="11071500" y="2473638"/>
            <a:ext cx="1120500" cy="2702400"/>
          </a:xfrm>
          <a:prstGeom prst="rect">
            <a:avLst/>
          </a:pr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80"/>
          <p:cNvSpPr/>
          <p:nvPr/>
        </p:nvSpPr>
        <p:spPr>
          <a:xfrm>
            <a:off x="5863800" y="2473650"/>
            <a:ext cx="6328200" cy="2702400"/>
          </a:xfrm>
          <a:prstGeom prst="chevron">
            <a:avLst>
              <a:gd fmla="val 27319" name="adj"/>
            </a:avLst>
          </a:pr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80"/>
          <p:cNvSpPr/>
          <p:nvPr/>
        </p:nvSpPr>
        <p:spPr>
          <a:xfrm>
            <a:off x="0" y="2473650"/>
            <a:ext cx="6328200" cy="2702400"/>
          </a:xfrm>
          <a:prstGeom prst="chevron">
            <a:avLst>
              <a:gd fmla="val 27319" name="adj"/>
            </a:avLst>
          </a:pr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80"/>
          <p:cNvSpPr txBox="1"/>
          <p:nvPr>
            <p:ph idx="2" type="subTitle"/>
          </p:nvPr>
        </p:nvSpPr>
        <p:spPr>
          <a:xfrm>
            <a:off x="0" y="2473650"/>
            <a:ext cx="6328200" cy="2702400"/>
          </a:xfrm>
          <a:prstGeom prst="rect">
            <a:avLst/>
          </a:prstGeom>
        </p:spPr>
        <p:txBody>
          <a:bodyPr anchorCtr="0" anchor="ctr" bIns="0" lIns="868675" spcFirstLastPara="1" rIns="914400" wrap="square" tIns="91425">
            <a:noAutofit/>
          </a:bodyPr>
          <a:lstStyle>
            <a:lvl1pPr lvl="0" rtl="0">
              <a:lnSpc>
                <a:spcPct val="115000"/>
              </a:lnSpc>
              <a:spcBef>
                <a:spcPts val="0"/>
              </a:spcBef>
              <a:spcAft>
                <a:spcPts val="0"/>
              </a:spcAft>
              <a:buNone/>
              <a:defRPr/>
            </a:lvl1pPr>
            <a:lvl2pPr lvl="1" rtl="0">
              <a:lnSpc>
                <a:spcPct val="115000"/>
              </a:lnSpc>
              <a:spcBef>
                <a:spcPts val="1000"/>
              </a:spcBef>
              <a:spcAft>
                <a:spcPts val="0"/>
              </a:spcAft>
              <a:buNone/>
              <a:defRPr/>
            </a:lvl2pPr>
            <a:lvl3pPr lvl="2" rtl="0">
              <a:lnSpc>
                <a:spcPct val="115000"/>
              </a:lnSpc>
              <a:spcBef>
                <a:spcPts val="1000"/>
              </a:spcBef>
              <a:spcAft>
                <a:spcPts val="0"/>
              </a:spcAft>
              <a:buNone/>
              <a:defRPr/>
            </a:lvl3pPr>
            <a:lvl4pPr lvl="3" rtl="0">
              <a:lnSpc>
                <a:spcPct val="115000"/>
              </a:lnSpc>
              <a:spcBef>
                <a:spcPts val="1000"/>
              </a:spcBef>
              <a:spcAft>
                <a:spcPts val="0"/>
              </a:spcAft>
              <a:buNone/>
              <a:defRPr/>
            </a:lvl4pPr>
            <a:lvl5pPr lvl="4" rtl="0">
              <a:lnSpc>
                <a:spcPct val="115000"/>
              </a:lnSpc>
              <a:spcBef>
                <a:spcPts val="1000"/>
              </a:spcBef>
              <a:spcAft>
                <a:spcPts val="0"/>
              </a:spcAft>
              <a:buNone/>
              <a:defRPr/>
            </a:lvl5pPr>
            <a:lvl6pPr lvl="5" rtl="0">
              <a:lnSpc>
                <a:spcPct val="115000"/>
              </a:lnSpc>
              <a:spcBef>
                <a:spcPts val="1000"/>
              </a:spcBef>
              <a:spcAft>
                <a:spcPts val="0"/>
              </a:spcAft>
              <a:buNone/>
              <a:defRPr/>
            </a:lvl6pPr>
            <a:lvl7pPr lvl="6" rtl="0">
              <a:lnSpc>
                <a:spcPct val="115000"/>
              </a:lnSpc>
              <a:spcBef>
                <a:spcPts val="1000"/>
              </a:spcBef>
              <a:spcAft>
                <a:spcPts val="0"/>
              </a:spcAft>
              <a:buNone/>
              <a:defRPr/>
            </a:lvl7pPr>
            <a:lvl8pPr lvl="7" rtl="0">
              <a:lnSpc>
                <a:spcPct val="115000"/>
              </a:lnSpc>
              <a:spcBef>
                <a:spcPts val="1000"/>
              </a:spcBef>
              <a:spcAft>
                <a:spcPts val="0"/>
              </a:spcAft>
              <a:buNone/>
              <a:defRPr/>
            </a:lvl8pPr>
            <a:lvl9pPr lvl="8" rtl="0">
              <a:lnSpc>
                <a:spcPct val="115000"/>
              </a:lnSpc>
              <a:spcBef>
                <a:spcPts val="1000"/>
              </a:spcBef>
              <a:spcAft>
                <a:spcPts val="1000"/>
              </a:spcAft>
              <a:buNone/>
              <a:defRPr/>
            </a:lvl9pPr>
          </a:lstStyle>
          <a:p/>
        </p:txBody>
      </p:sp>
      <p:sp>
        <p:nvSpPr>
          <p:cNvPr id="1030" name="Google Shape;1030;p80"/>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031" name="Google Shape;1031;p80"/>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032" name="Google Shape;1032;p80"/>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1033" name="Google Shape;1033;p80"/>
          <p:cNvSpPr txBox="1"/>
          <p:nvPr>
            <p:ph idx="5" type="subTitle"/>
          </p:nvPr>
        </p:nvSpPr>
        <p:spPr>
          <a:xfrm>
            <a:off x="6633000" y="2473650"/>
            <a:ext cx="6328200" cy="2702400"/>
          </a:xfrm>
          <a:prstGeom prst="rect">
            <a:avLst/>
          </a:prstGeom>
        </p:spPr>
        <p:txBody>
          <a:bodyPr anchorCtr="0" anchor="ctr" bIns="0" lIns="868675" spcFirstLastPara="1" rIns="914400" wrap="square" tIns="91425">
            <a:noAutofit/>
          </a:bodyPr>
          <a:lstStyle>
            <a:lvl1pPr lvl="0" rtl="0">
              <a:lnSpc>
                <a:spcPct val="115000"/>
              </a:lnSpc>
              <a:spcBef>
                <a:spcPts val="0"/>
              </a:spcBef>
              <a:spcAft>
                <a:spcPts val="0"/>
              </a:spcAft>
              <a:buNone/>
              <a:defRPr/>
            </a:lvl1pPr>
            <a:lvl2pPr lvl="1" rtl="0">
              <a:lnSpc>
                <a:spcPct val="115000"/>
              </a:lnSpc>
              <a:spcBef>
                <a:spcPts val="1000"/>
              </a:spcBef>
              <a:spcAft>
                <a:spcPts val="0"/>
              </a:spcAft>
              <a:buNone/>
              <a:defRPr/>
            </a:lvl2pPr>
            <a:lvl3pPr lvl="2" rtl="0">
              <a:lnSpc>
                <a:spcPct val="115000"/>
              </a:lnSpc>
              <a:spcBef>
                <a:spcPts val="1000"/>
              </a:spcBef>
              <a:spcAft>
                <a:spcPts val="0"/>
              </a:spcAft>
              <a:buNone/>
              <a:defRPr/>
            </a:lvl3pPr>
            <a:lvl4pPr lvl="3" rtl="0">
              <a:lnSpc>
                <a:spcPct val="115000"/>
              </a:lnSpc>
              <a:spcBef>
                <a:spcPts val="1000"/>
              </a:spcBef>
              <a:spcAft>
                <a:spcPts val="0"/>
              </a:spcAft>
              <a:buNone/>
              <a:defRPr/>
            </a:lvl4pPr>
            <a:lvl5pPr lvl="4" rtl="0">
              <a:lnSpc>
                <a:spcPct val="115000"/>
              </a:lnSpc>
              <a:spcBef>
                <a:spcPts val="1000"/>
              </a:spcBef>
              <a:spcAft>
                <a:spcPts val="0"/>
              </a:spcAft>
              <a:buNone/>
              <a:defRPr/>
            </a:lvl5pPr>
            <a:lvl6pPr lvl="5" rtl="0">
              <a:lnSpc>
                <a:spcPct val="115000"/>
              </a:lnSpc>
              <a:spcBef>
                <a:spcPts val="1000"/>
              </a:spcBef>
              <a:spcAft>
                <a:spcPts val="0"/>
              </a:spcAft>
              <a:buNone/>
              <a:defRPr/>
            </a:lvl6pPr>
            <a:lvl7pPr lvl="6" rtl="0">
              <a:lnSpc>
                <a:spcPct val="115000"/>
              </a:lnSpc>
              <a:spcBef>
                <a:spcPts val="1000"/>
              </a:spcBef>
              <a:spcAft>
                <a:spcPts val="0"/>
              </a:spcAft>
              <a:buNone/>
              <a:defRPr/>
            </a:lvl7pPr>
            <a:lvl8pPr lvl="7" rtl="0">
              <a:lnSpc>
                <a:spcPct val="115000"/>
              </a:lnSpc>
              <a:spcBef>
                <a:spcPts val="1000"/>
              </a:spcBef>
              <a:spcAft>
                <a:spcPts val="0"/>
              </a:spcAft>
              <a:buNone/>
              <a:defRPr/>
            </a:lvl8pPr>
            <a:lvl9pPr lvl="8" rtl="0">
              <a:lnSpc>
                <a:spcPct val="115000"/>
              </a:lnSpc>
              <a:spcBef>
                <a:spcPts val="1000"/>
              </a:spcBef>
              <a:spcAft>
                <a:spcPts val="1000"/>
              </a:spcAft>
              <a:buNone/>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ircles">
  <p:cSld name="CUSTOM_4_19">
    <p:spTree>
      <p:nvGrpSpPr>
        <p:cNvPr id="1034" name="Shape 1034"/>
        <p:cNvGrpSpPr/>
        <p:nvPr/>
      </p:nvGrpSpPr>
      <p:grpSpPr>
        <a:xfrm>
          <a:off x="0" y="0"/>
          <a:ext cx="0" cy="0"/>
          <a:chOff x="0" y="0"/>
          <a:chExt cx="0" cy="0"/>
        </a:xfrm>
      </p:grpSpPr>
      <p:cxnSp>
        <p:nvCxnSpPr>
          <p:cNvPr id="1035" name="Google Shape;1035;p8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036" name="Google Shape;1036;p8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037" name="Google Shape;1037;p8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038" name="Google Shape;1038;p81"/>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039" name="Google Shape;1039;p81"/>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pic>
        <p:nvPicPr>
          <p:cNvPr id="1040" name="Google Shape;1040;p81"/>
          <p:cNvPicPr preferRelativeResize="0"/>
          <p:nvPr/>
        </p:nvPicPr>
        <p:blipFill rotWithShape="1">
          <a:blip r:embed="rId3">
            <a:alphaModFix/>
          </a:blip>
          <a:srcRect b="0" l="0" r="0" t="0"/>
          <a:stretch/>
        </p:blipFill>
        <p:spPr>
          <a:xfrm>
            <a:off x="1743525" y="2296425"/>
            <a:ext cx="8704948" cy="3247250"/>
          </a:xfrm>
          <a:prstGeom prst="rect">
            <a:avLst/>
          </a:prstGeom>
          <a:noFill/>
          <a:ln>
            <a:noFill/>
          </a:ln>
        </p:spPr>
      </p:pic>
      <p:sp>
        <p:nvSpPr>
          <p:cNvPr id="1041" name="Google Shape;1041;p81"/>
          <p:cNvSpPr txBox="1"/>
          <p:nvPr>
            <p:ph idx="2" type="subTitle"/>
          </p:nvPr>
        </p:nvSpPr>
        <p:spPr>
          <a:xfrm>
            <a:off x="2262374" y="2965028"/>
            <a:ext cx="2181600" cy="1910100"/>
          </a:xfrm>
          <a:prstGeom prst="rect">
            <a:avLst/>
          </a:prstGeom>
        </p:spPr>
        <p:txBody>
          <a:bodyPr anchorCtr="0" anchor="ctr" bIns="91425" lIns="274300" spcFirstLastPara="1" rIns="274300" wrap="square" tIns="91425">
            <a:noAutofit/>
          </a:bodyPr>
          <a:lstStyle>
            <a:lvl1pPr lvl="0" algn="ctr">
              <a:lnSpc>
                <a:spcPct val="100000"/>
              </a:lnSpc>
              <a:spcBef>
                <a:spcPts val="0"/>
              </a:spcBef>
              <a:spcAft>
                <a:spcPts val="0"/>
              </a:spcAft>
              <a:buNone/>
              <a:defRPr sz="1800"/>
            </a:lvl1pPr>
            <a:lvl2pPr lvl="1" algn="ctr">
              <a:lnSpc>
                <a:spcPct val="100000"/>
              </a:lnSpc>
              <a:spcBef>
                <a:spcPts val="0"/>
              </a:spcBef>
              <a:spcAft>
                <a:spcPts val="0"/>
              </a:spcAft>
              <a:buNone/>
              <a:defRPr sz="1800"/>
            </a:lvl2pPr>
            <a:lvl3pPr lvl="2" algn="ctr">
              <a:lnSpc>
                <a:spcPct val="100000"/>
              </a:lnSpc>
              <a:spcBef>
                <a:spcPts val="0"/>
              </a:spcBef>
              <a:spcAft>
                <a:spcPts val="0"/>
              </a:spcAft>
              <a:buNone/>
              <a:defRPr sz="1800"/>
            </a:lvl3pPr>
            <a:lvl4pPr lvl="3" algn="ctr">
              <a:lnSpc>
                <a:spcPct val="100000"/>
              </a:lnSpc>
              <a:spcBef>
                <a:spcPts val="0"/>
              </a:spcBef>
              <a:spcAft>
                <a:spcPts val="0"/>
              </a:spcAft>
              <a:buNone/>
              <a:defRPr sz="1800"/>
            </a:lvl4pPr>
            <a:lvl5pPr lvl="4" algn="ctr">
              <a:lnSpc>
                <a:spcPct val="100000"/>
              </a:lnSpc>
              <a:spcBef>
                <a:spcPts val="0"/>
              </a:spcBef>
              <a:spcAft>
                <a:spcPts val="0"/>
              </a:spcAft>
              <a:buNone/>
              <a:defRPr sz="1800"/>
            </a:lvl5pPr>
            <a:lvl6pPr lvl="5" algn="ctr">
              <a:lnSpc>
                <a:spcPct val="100000"/>
              </a:lnSpc>
              <a:spcBef>
                <a:spcPts val="0"/>
              </a:spcBef>
              <a:spcAft>
                <a:spcPts val="0"/>
              </a:spcAft>
              <a:buNone/>
              <a:defRPr sz="1800"/>
            </a:lvl6pPr>
            <a:lvl7pPr lvl="6" algn="ctr">
              <a:lnSpc>
                <a:spcPct val="100000"/>
              </a:lnSpc>
              <a:spcBef>
                <a:spcPts val="0"/>
              </a:spcBef>
              <a:spcAft>
                <a:spcPts val="0"/>
              </a:spcAft>
              <a:buNone/>
              <a:defRPr sz="1800"/>
            </a:lvl7pPr>
            <a:lvl8pPr lvl="7" algn="ctr">
              <a:lnSpc>
                <a:spcPct val="100000"/>
              </a:lnSpc>
              <a:spcBef>
                <a:spcPts val="0"/>
              </a:spcBef>
              <a:spcAft>
                <a:spcPts val="0"/>
              </a:spcAft>
              <a:buNone/>
              <a:defRPr sz="1800"/>
            </a:lvl8pPr>
            <a:lvl9pPr lvl="8" algn="ctr">
              <a:lnSpc>
                <a:spcPct val="100000"/>
              </a:lnSpc>
              <a:spcBef>
                <a:spcPts val="0"/>
              </a:spcBef>
              <a:spcAft>
                <a:spcPts val="0"/>
              </a:spcAft>
              <a:buNone/>
              <a:defRPr sz="1800"/>
            </a:lvl9pPr>
          </a:lstStyle>
          <a:p/>
        </p:txBody>
      </p:sp>
      <p:sp>
        <p:nvSpPr>
          <p:cNvPr id="1042" name="Google Shape;1042;p81"/>
          <p:cNvSpPr txBox="1"/>
          <p:nvPr>
            <p:ph idx="3" type="subTitle"/>
          </p:nvPr>
        </p:nvSpPr>
        <p:spPr>
          <a:xfrm>
            <a:off x="5005265" y="2965023"/>
            <a:ext cx="2181600" cy="1910100"/>
          </a:xfrm>
          <a:prstGeom prst="rect">
            <a:avLst/>
          </a:prstGeom>
        </p:spPr>
        <p:txBody>
          <a:bodyPr anchorCtr="0" anchor="ctr" bIns="91425" lIns="274300" spcFirstLastPara="1" rIns="274300" wrap="square" tIns="91425">
            <a:noAutofit/>
          </a:bodyPr>
          <a:lstStyle>
            <a:lvl1pPr lvl="0" rtl="0" algn="ctr">
              <a:lnSpc>
                <a:spcPct val="100000"/>
              </a:lnSpc>
              <a:spcBef>
                <a:spcPts val="0"/>
              </a:spcBef>
              <a:spcAft>
                <a:spcPts val="0"/>
              </a:spcAft>
              <a:buNone/>
              <a:defRPr sz="1800"/>
            </a:lvl1pPr>
            <a:lvl2pPr lvl="1" rtl="0" algn="ctr">
              <a:lnSpc>
                <a:spcPct val="100000"/>
              </a:lnSpc>
              <a:spcBef>
                <a:spcPts val="0"/>
              </a:spcBef>
              <a:spcAft>
                <a:spcPts val="0"/>
              </a:spcAft>
              <a:buNone/>
              <a:defRPr sz="1800"/>
            </a:lvl2pPr>
            <a:lvl3pPr lvl="2" rtl="0" algn="ctr">
              <a:lnSpc>
                <a:spcPct val="100000"/>
              </a:lnSpc>
              <a:spcBef>
                <a:spcPts val="0"/>
              </a:spcBef>
              <a:spcAft>
                <a:spcPts val="0"/>
              </a:spcAft>
              <a:buNone/>
              <a:defRPr sz="1800"/>
            </a:lvl3pPr>
            <a:lvl4pPr lvl="3" rtl="0" algn="ctr">
              <a:lnSpc>
                <a:spcPct val="100000"/>
              </a:lnSpc>
              <a:spcBef>
                <a:spcPts val="0"/>
              </a:spcBef>
              <a:spcAft>
                <a:spcPts val="0"/>
              </a:spcAft>
              <a:buNone/>
              <a:defRPr sz="1800"/>
            </a:lvl4pPr>
            <a:lvl5pPr lvl="4" rtl="0" algn="ctr">
              <a:lnSpc>
                <a:spcPct val="100000"/>
              </a:lnSpc>
              <a:spcBef>
                <a:spcPts val="0"/>
              </a:spcBef>
              <a:spcAft>
                <a:spcPts val="0"/>
              </a:spcAft>
              <a:buNone/>
              <a:defRPr sz="1800"/>
            </a:lvl5pPr>
            <a:lvl6pPr lvl="5" rtl="0" algn="ctr">
              <a:lnSpc>
                <a:spcPct val="100000"/>
              </a:lnSpc>
              <a:spcBef>
                <a:spcPts val="0"/>
              </a:spcBef>
              <a:spcAft>
                <a:spcPts val="0"/>
              </a:spcAft>
              <a:buNone/>
              <a:defRPr sz="1800"/>
            </a:lvl6pPr>
            <a:lvl7pPr lvl="6" rtl="0" algn="ctr">
              <a:lnSpc>
                <a:spcPct val="100000"/>
              </a:lnSpc>
              <a:spcBef>
                <a:spcPts val="0"/>
              </a:spcBef>
              <a:spcAft>
                <a:spcPts val="0"/>
              </a:spcAft>
              <a:buNone/>
              <a:defRPr sz="1800"/>
            </a:lvl7pPr>
            <a:lvl8pPr lvl="7" rtl="0" algn="ctr">
              <a:lnSpc>
                <a:spcPct val="100000"/>
              </a:lnSpc>
              <a:spcBef>
                <a:spcPts val="0"/>
              </a:spcBef>
              <a:spcAft>
                <a:spcPts val="0"/>
              </a:spcAft>
              <a:buNone/>
              <a:defRPr sz="1800"/>
            </a:lvl8pPr>
            <a:lvl9pPr lvl="8" rtl="0" algn="ctr">
              <a:lnSpc>
                <a:spcPct val="100000"/>
              </a:lnSpc>
              <a:spcBef>
                <a:spcPts val="0"/>
              </a:spcBef>
              <a:spcAft>
                <a:spcPts val="0"/>
              </a:spcAft>
              <a:buNone/>
              <a:defRPr sz="1800"/>
            </a:lvl9pPr>
          </a:lstStyle>
          <a:p/>
        </p:txBody>
      </p:sp>
      <p:sp>
        <p:nvSpPr>
          <p:cNvPr id="1043" name="Google Shape;1043;p81"/>
          <p:cNvSpPr txBox="1"/>
          <p:nvPr>
            <p:ph idx="4" type="subTitle"/>
          </p:nvPr>
        </p:nvSpPr>
        <p:spPr>
          <a:xfrm>
            <a:off x="7748157" y="2965023"/>
            <a:ext cx="2181600" cy="1910100"/>
          </a:xfrm>
          <a:prstGeom prst="rect">
            <a:avLst/>
          </a:prstGeom>
        </p:spPr>
        <p:txBody>
          <a:bodyPr anchorCtr="0" anchor="ctr" bIns="91425" lIns="274300" spcFirstLastPara="1" rIns="274300" wrap="square" tIns="91425">
            <a:noAutofit/>
          </a:bodyPr>
          <a:lstStyle>
            <a:lvl1pPr lvl="0" rtl="0" algn="ctr">
              <a:lnSpc>
                <a:spcPct val="100000"/>
              </a:lnSpc>
              <a:spcBef>
                <a:spcPts val="0"/>
              </a:spcBef>
              <a:spcAft>
                <a:spcPts val="0"/>
              </a:spcAft>
              <a:buNone/>
              <a:defRPr sz="1800"/>
            </a:lvl1pPr>
            <a:lvl2pPr lvl="1" rtl="0" algn="ctr">
              <a:lnSpc>
                <a:spcPct val="100000"/>
              </a:lnSpc>
              <a:spcBef>
                <a:spcPts val="0"/>
              </a:spcBef>
              <a:spcAft>
                <a:spcPts val="0"/>
              </a:spcAft>
              <a:buNone/>
              <a:defRPr sz="1800"/>
            </a:lvl2pPr>
            <a:lvl3pPr lvl="2" rtl="0" algn="ctr">
              <a:lnSpc>
                <a:spcPct val="100000"/>
              </a:lnSpc>
              <a:spcBef>
                <a:spcPts val="0"/>
              </a:spcBef>
              <a:spcAft>
                <a:spcPts val="0"/>
              </a:spcAft>
              <a:buNone/>
              <a:defRPr sz="1800"/>
            </a:lvl3pPr>
            <a:lvl4pPr lvl="3" rtl="0" algn="ctr">
              <a:lnSpc>
                <a:spcPct val="100000"/>
              </a:lnSpc>
              <a:spcBef>
                <a:spcPts val="0"/>
              </a:spcBef>
              <a:spcAft>
                <a:spcPts val="0"/>
              </a:spcAft>
              <a:buNone/>
              <a:defRPr sz="1800"/>
            </a:lvl4pPr>
            <a:lvl5pPr lvl="4" rtl="0" algn="ctr">
              <a:lnSpc>
                <a:spcPct val="100000"/>
              </a:lnSpc>
              <a:spcBef>
                <a:spcPts val="0"/>
              </a:spcBef>
              <a:spcAft>
                <a:spcPts val="0"/>
              </a:spcAft>
              <a:buNone/>
              <a:defRPr sz="1800"/>
            </a:lvl5pPr>
            <a:lvl6pPr lvl="5" rtl="0" algn="ctr">
              <a:lnSpc>
                <a:spcPct val="100000"/>
              </a:lnSpc>
              <a:spcBef>
                <a:spcPts val="0"/>
              </a:spcBef>
              <a:spcAft>
                <a:spcPts val="0"/>
              </a:spcAft>
              <a:buNone/>
              <a:defRPr sz="1800"/>
            </a:lvl6pPr>
            <a:lvl7pPr lvl="6" rtl="0" algn="ctr">
              <a:lnSpc>
                <a:spcPct val="100000"/>
              </a:lnSpc>
              <a:spcBef>
                <a:spcPts val="0"/>
              </a:spcBef>
              <a:spcAft>
                <a:spcPts val="0"/>
              </a:spcAft>
              <a:buNone/>
              <a:defRPr sz="1800"/>
            </a:lvl7pPr>
            <a:lvl8pPr lvl="7" rtl="0" algn="ctr">
              <a:lnSpc>
                <a:spcPct val="100000"/>
              </a:lnSpc>
              <a:spcBef>
                <a:spcPts val="0"/>
              </a:spcBef>
              <a:spcAft>
                <a:spcPts val="0"/>
              </a:spcAft>
              <a:buNone/>
              <a:defRPr sz="1800"/>
            </a:lvl8pPr>
            <a:lvl9pPr lvl="8" rtl="0" algn="ctr">
              <a:lnSpc>
                <a:spcPct val="100000"/>
              </a:lnSpc>
              <a:spcBef>
                <a:spcPts val="0"/>
              </a:spcBef>
              <a:spcAft>
                <a:spcPts val="0"/>
              </a:spcAft>
              <a:buNone/>
              <a:defRPr sz="1800"/>
            </a:lvl9pPr>
          </a:lstStyle>
          <a:p/>
        </p:txBody>
      </p:sp>
      <p:sp>
        <p:nvSpPr>
          <p:cNvPr id="1044" name="Google Shape;1044;p81"/>
          <p:cNvSpPr txBox="1"/>
          <p:nvPr>
            <p:ph idx="5"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045" name="Google Shape;1045;p81"/>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046" name="Google Shape;1046;p81"/>
          <p:cNvSpPr txBox="1"/>
          <p:nvPr>
            <p:ph idx="6"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blank">
  <p:cSld name="CUSTOM_4_18">
    <p:spTree>
      <p:nvGrpSpPr>
        <p:cNvPr id="1047" name="Shape 1047"/>
        <p:cNvGrpSpPr/>
        <p:nvPr/>
      </p:nvGrpSpPr>
      <p:grpSpPr>
        <a:xfrm>
          <a:off x="0" y="0"/>
          <a:ext cx="0" cy="0"/>
          <a:chOff x="0" y="0"/>
          <a:chExt cx="0" cy="0"/>
        </a:xfrm>
      </p:grpSpPr>
      <p:sp>
        <p:nvSpPr>
          <p:cNvPr id="1048" name="Google Shape;1048;p8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cxnSp>
        <p:nvCxnSpPr>
          <p:cNvPr id="1049" name="Google Shape;1049;p8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050" name="Google Shape;1050;p82"/>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051" name="Google Shape;1051;p8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052" name="Google Shape;1052;p82"/>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053" name="Google Shape;1053;p82"/>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subhead, and body">
  <p:cSld name="CUSTOM_4_17">
    <p:spTree>
      <p:nvGrpSpPr>
        <p:cNvPr id="1054" name="Shape 1054"/>
        <p:cNvGrpSpPr/>
        <p:nvPr/>
      </p:nvGrpSpPr>
      <p:grpSpPr>
        <a:xfrm>
          <a:off x="0" y="0"/>
          <a:ext cx="0" cy="0"/>
          <a:chOff x="0" y="0"/>
          <a:chExt cx="0" cy="0"/>
        </a:xfrm>
      </p:grpSpPr>
      <p:sp>
        <p:nvSpPr>
          <p:cNvPr id="1055" name="Google Shape;1055;p8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056" name="Google Shape;1056;p83"/>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1057" name="Google Shape;1057;p8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058" name="Google Shape;1058;p83"/>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059" name="Google Shape;1059;p8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060" name="Google Shape;1060;p83"/>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061" name="Google Shape;1061;p83"/>
          <p:cNvSpPr txBox="1"/>
          <p:nvPr>
            <p:ph idx="2"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1062" name="Google Shape;1062;p83"/>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063" name="Google Shape;1063;p83"/>
          <p:cNvSpPr txBox="1"/>
          <p:nvPr>
            <p:ph idx="4" type="body"/>
          </p:nvPr>
        </p:nvSpPr>
        <p:spPr>
          <a:xfrm>
            <a:off x="2438400" y="2286000"/>
            <a:ext cx="7315200" cy="3657600"/>
          </a:xfrm>
          <a:prstGeom prst="rect">
            <a:avLst/>
          </a:prstGeom>
        </p:spPr>
        <p:txBody>
          <a:bodyPr anchorCtr="0" anchor="t" bIns="0" lIns="0" spcFirstLastPara="1" rIns="0" wrap="square" tIns="0">
            <a:noAutofit/>
          </a:bodyPr>
          <a:lstStyle>
            <a:lvl1pPr indent="-342900" lvl="0" marL="457200">
              <a:lnSpc>
                <a:spcPct val="135000"/>
              </a:lnSpc>
              <a:spcBef>
                <a:spcPts val="1000"/>
              </a:spcBef>
              <a:spcAft>
                <a:spcPts val="0"/>
              </a:spcAft>
              <a:buSzPts val="1800"/>
              <a:buChar char="▸"/>
              <a:defRPr/>
            </a:lvl1pPr>
            <a:lvl2pPr indent="-342900" lvl="1" marL="914400">
              <a:lnSpc>
                <a:spcPct val="135000"/>
              </a:lnSpc>
              <a:spcBef>
                <a:spcPts val="1000"/>
              </a:spcBef>
              <a:spcAft>
                <a:spcPts val="0"/>
              </a:spcAft>
              <a:buSzPts val="1800"/>
              <a:buChar char="･"/>
              <a:defRPr/>
            </a:lvl2pPr>
            <a:lvl3pPr indent="-342900" lvl="2" marL="1371600">
              <a:lnSpc>
                <a:spcPct val="135000"/>
              </a:lnSpc>
              <a:spcBef>
                <a:spcPts val="1000"/>
              </a:spcBef>
              <a:spcAft>
                <a:spcPts val="0"/>
              </a:spcAft>
              <a:buSzPts val="1800"/>
              <a:buChar char="･"/>
              <a:defRPr/>
            </a:lvl3pPr>
            <a:lvl4pPr indent="-342900" lvl="3" marL="1828800">
              <a:lnSpc>
                <a:spcPct val="135000"/>
              </a:lnSpc>
              <a:spcBef>
                <a:spcPts val="1000"/>
              </a:spcBef>
              <a:spcAft>
                <a:spcPts val="0"/>
              </a:spcAft>
              <a:buSzPts val="1800"/>
              <a:buChar char="･"/>
              <a:defRPr/>
            </a:lvl4pPr>
            <a:lvl5pPr indent="-342900" lvl="4" marL="2286000">
              <a:lnSpc>
                <a:spcPct val="135000"/>
              </a:lnSpc>
              <a:spcBef>
                <a:spcPts val="1000"/>
              </a:spcBef>
              <a:spcAft>
                <a:spcPts val="0"/>
              </a:spcAft>
              <a:buSzPts val="1800"/>
              <a:buChar char="･"/>
              <a:defRPr/>
            </a:lvl5pPr>
            <a:lvl6pPr indent="-342900" lvl="5" marL="2743200">
              <a:lnSpc>
                <a:spcPct val="135000"/>
              </a:lnSpc>
              <a:spcBef>
                <a:spcPts val="1000"/>
              </a:spcBef>
              <a:spcAft>
                <a:spcPts val="0"/>
              </a:spcAft>
              <a:buSzPts val="1800"/>
              <a:buChar char="･"/>
              <a:defRPr/>
            </a:lvl6pPr>
            <a:lvl7pPr indent="-342900" lvl="6" marL="3200400">
              <a:lnSpc>
                <a:spcPct val="135000"/>
              </a:lnSpc>
              <a:spcBef>
                <a:spcPts val="1000"/>
              </a:spcBef>
              <a:spcAft>
                <a:spcPts val="0"/>
              </a:spcAft>
              <a:buSzPts val="1800"/>
              <a:buChar char="･"/>
              <a:defRPr/>
            </a:lvl7pPr>
            <a:lvl8pPr indent="-342900" lvl="7" marL="3657600">
              <a:lnSpc>
                <a:spcPct val="135000"/>
              </a:lnSpc>
              <a:spcBef>
                <a:spcPts val="1000"/>
              </a:spcBef>
              <a:spcAft>
                <a:spcPts val="0"/>
              </a:spcAft>
              <a:buSzPts val="1800"/>
              <a:buChar char="･"/>
              <a:defRPr/>
            </a:lvl8pPr>
            <a:lvl9pPr indent="-342900" lvl="8" marL="4114800">
              <a:lnSpc>
                <a:spcPct val="135000"/>
              </a:lnSpc>
              <a:spcBef>
                <a:spcPts val="1000"/>
              </a:spcBef>
              <a:spcAft>
                <a:spcPts val="1000"/>
              </a:spcAft>
              <a:buSzPts val="1800"/>
              <a:buChar char="･"/>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and body">
  <p:cSld name="CUSTOM_4_17_2">
    <p:spTree>
      <p:nvGrpSpPr>
        <p:cNvPr id="1064" name="Shape 1064"/>
        <p:cNvGrpSpPr/>
        <p:nvPr/>
      </p:nvGrpSpPr>
      <p:grpSpPr>
        <a:xfrm>
          <a:off x="0" y="0"/>
          <a:ext cx="0" cy="0"/>
          <a:chOff x="0" y="0"/>
          <a:chExt cx="0" cy="0"/>
        </a:xfrm>
      </p:grpSpPr>
      <p:cxnSp>
        <p:nvCxnSpPr>
          <p:cNvPr id="1065" name="Google Shape;1065;p8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066" name="Google Shape;1066;p84"/>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067" name="Google Shape;1067;p8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068" name="Google Shape;1068;p84"/>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069" name="Google Shape;1069;p84"/>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070" name="Google Shape;1070;p84"/>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071" name="Google Shape;1071;p84"/>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072" name="Google Shape;1072;p84"/>
          <p:cNvSpPr txBox="1"/>
          <p:nvPr>
            <p:ph idx="3" type="body"/>
          </p:nvPr>
        </p:nvSpPr>
        <p:spPr>
          <a:xfrm>
            <a:off x="2438400" y="2286000"/>
            <a:ext cx="7315200" cy="3657600"/>
          </a:xfrm>
          <a:prstGeom prst="rect">
            <a:avLst/>
          </a:prstGeom>
        </p:spPr>
        <p:txBody>
          <a:bodyPr anchorCtr="0" anchor="t" bIns="0" lIns="0" spcFirstLastPara="1" rIns="0" wrap="square" tIns="0">
            <a:noAutofit/>
          </a:bodyPr>
          <a:lstStyle>
            <a:lvl1pPr indent="-342900" lvl="0" marL="457200" rtl="0">
              <a:lnSpc>
                <a:spcPct val="135000"/>
              </a:lnSpc>
              <a:spcBef>
                <a:spcPts val="1000"/>
              </a:spcBef>
              <a:spcAft>
                <a:spcPts val="0"/>
              </a:spcAft>
              <a:buSzPts val="1800"/>
              <a:buChar char="▸"/>
              <a:defRPr/>
            </a:lvl1pPr>
            <a:lvl2pPr indent="-342900" lvl="1" marL="914400" rtl="0">
              <a:lnSpc>
                <a:spcPct val="135000"/>
              </a:lnSpc>
              <a:spcBef>
                <a:spcPts val="1000"/>
              </a:spcBef>
              <a:spcAft>
                <a:spcPts val="0"/>
              </a:spcAft>
              <a:buSzPts val="1800"/>
              <a:buChar char="･"/>
              <a:defRPr/>
            </a:lvl2pPr>
            <a:lvl3pPr indent="-342900" lvl="2" marL="1371600" rtl="0">
              <a:lnSpc>
                <a:spcPct val="135000"/>
              </a:lnSpc>
              <a:spcBef>
                <a:spcPts val="1000"/>
              </a:spcBef>
              <a:spcAft>
                <a:spcPts val="0"/>
              </a:spcAft>
              <a:buSzPts val="1800"/>
              <a:buChar char="･"/>
              <a:defRPr/>
            </a:lvl3pPr>
            <a:lvl4pPr indent="-342900" lvl="3" marL="1828800" rtl="0">
              <a:lnSpc>
                <a:spcPct val="135000"/>
              </a:lnSpc>
              <a:spcBef>
                <a:spcPts val="1000"/>
              </a:spcBef>
              <a:spcAft>
                <a:spcPts val="0"/>
              </a:spcAft>
              <a:buSzPts val="1800"/>
              <a:buChar char="･"/>
              <a:defRPr/>
            </a:lvl4pPr>
            <a:lvl5pPr indent="-342900" lvl="4" marL="2286000" rtl="0">
              <a:lnSpc>
                <a:spcPct val="135000"/>
              </a:lnSpc>
              <a:spcBef>
                <a:spcPts val="1000"/>
              </a:spcBef>
              <a:spcAft>
                <a:spcPts val="0"/>
              </a:spcAft>
              <a:buSzPts val="1800"/>
              <a:buChar char="･"/>
              <a:defRPr/>
            </a:lvl5pPr>
            <a:lvl6pPr indent="-342900" lvl="5" marL="2743200" rtl="0">
              <a:lnSpc>
                <a:spcPct val="135000"/>
              </a:lnSpc>
              <a:spcBef>
                <a:spcPts val="1000"/>
              </a:spcBef>
              <a:spcAft>
                <a:spcPts val="0"/>
              </a:spcAft>
              <a:buSzPts val="1800"/>
              <a:buChar char="･"/>
              <a:defRPr/>
            </a:lvl6pPr>
            <a:lvl7pPr indent="-342900" lvl="6" marL="3200400" rtl="0">
              <a:lnSpc>
                <a:spcPct val="135000"/>
              </a:lnSpc>
              <a:spcBef>
                <a:spcPts val="1000"/>
              </a:spcBef>
              <a:spcAft>
                <a:spcPts val="0"/>
              </a:spcAft>
              <a:buSzPts val="1800"/>
              <a:buChar char="･"/>
              <a:defRPr/>
            </a:lvl7pPr>
            <a:lvl8pPr indent="-342900" lvl="7" marL="3657600" rtl="0">
              <a:lnSpc>
                <a:spcPct val="135000"/>
              </a:lnSpc>
              <a:spcBef>
                <a:spcPts val="1000"/>
              </a:spcBef>
              <a:spcAft>
                <a:spcPts val="0"/>
              </a:spcAft>
              <a:buSzPts val="1800"/>
              <a:buChar char="･"/>
              <a:defRPr/>
            </a:lvl8pPr>
            <a:lvl9pPr indent="-342900" lvl="8" marL="4114800" rtl="0">
              <a:lnSpc>
                <a:spcPct val="135000"/>
              </a:lnSpc>
              <a:spcBef>
                <a:spcPts val="1000"/>
              </a:spcBef>
              <a:spcAft>
                <a:spcPts val="1000"/>
              </a:spcAft>
              <a:buSzPts val="1800"/>
              <a:buChar char="･"/>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body">
  <p:cSld name="CUSTOM_4_17_2_1">
    <p:spTree>
      <p:nvGrpSpPr>
        <p:cNvPr id="1073" name="Shape 1073"/>
        <p:cNvGrpSpPr/>
        <p:nvPr/>
      </p:nvGrpSpPr>
      <p:grpSpPr>
        <a:xfrm>
          <a:off x="0" y="0"/>
          <a:ext cx="0" cy="0"/>
          <a:chOff x="0" y="0"/>
          <a:chExt cx="0" cy="0"/>
        </a:xfrm>
      </p:grpSpPr>
      <p:sp>
        <p:nvSpPr>
          <p:cNvPr id="1074" name="Google Shape;1074;p8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1075" name="Google Shape;1075;p8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076" name="Google Shape;1076;p85"/>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077" name="Google Shape;1077;p8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078" name="Google Shape;1078;p85"/>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079" name="Google Shape;1079;p85"/>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080" name="Google Shape;1080;p85"/>
          <p:cNvSpPr txBox="1"/>
          <p:nvPr>
            <p:ph idx="3" type="body"/>
          </p:nvPr>
        </p:nvSpPr>
        <p:spPr>
          <a:xfrm>
            <a:off x="2438400" y="1600200"/>
            <a:ext cx="7315200" cy="3657600"/>
          </a:xfrm>
          <a:prstGeom prst="rect">
            <a:avLst/>
          </a:prstGeom>
        </p:spPr>
        <p:txBody>
          <a:bodyPr anchorCtr="0" anchor="t" bIns="0" lIns="0" spcFirstLastPara="1" rIns="0" wrap="square" tIns="0">
            <a:noAutofit/>
          </a:bodyPr>
          <a:lstStyle>
            <a:lvl1pPr indent="-342900" lvl="0" marL="457200" rtl="0">
              <a:lnSpc>
                <a:spcPct val="135000"/>
              </a:lnSpc>
              <a:spcBef>
                <a:spcPts val="1000"/>
              </a:spcBef>
              <a:spcAft>
                <a:spcPts val="0"/>
              </a:spcAft>
              <a:buSzPts val="1800"/>
              <a:buChar char="▸"/>
              <a:defRPr/>
            </a:lvl1pPr>
            <a:lvl2pPr indent="-342900" lvl="1" marL="914400" rtl="0">
              <a:lnSpc>
                <a:spcPct val="135000"/>
              </a:lnSpc>
              <a:spcBef>
                <a:spcPts val="1000"/>
              </a:spcBef>
              <a:spcAft>
                <a:spcPts val="0"/>
              </a:spcAft>
              <a:buSzPts val="1800"/>
              <a:buChar char="･"/>
              <a:defRPr/>
            </a:lvl2pPr>
            <a:lvl3pPr indent="-342900" lvl="2" marL="1371600" rtl="0">
              <a:lnSpc>
                <a:spcPct val="135000"/>
              </a:lnSpc>
              <a:spcBef>
                <a:spcPts val="1000"/>
              </a:spcBef>
              <a:spcAft>
                <a:spcPts val="0"/>
              </a:spcAft>
              <a:buSzPts val="1800"/>
              <a:buChar char="･"/>
              <a:defRPr/>
            </a:lvl3pPr>
            <a:lvl4pPr indent="-342900" lvl="3" marL="1828800" rtl="0">
              <a:lnSpc>
                <a:spcPct val="135000"/>
              </a:lnSpc>
              <a:spcBef>
                <a:spcPts val="1000"/>
              </a:spcBef>
              <a:spcAft>
                <a:spcPts val="0"/>
              </a:spcAft>
              <a:buSzPts val="1800"/>
              <a:buChar char="･"/>
              <a:defRPr/>
            </a:lvl4pPr>
            <a:lvl5pPr indent="-342900" lvl="4" marL="2286000" rtl="0">
              <a:lnSpc>
                <a:spcPct val="135000"/>
              </a:lnSpc>
              <a:spcBef>
                <a:spcPts val="1000"/>
              </a:spcBef>
              <a:spcAft>
                <a:spcPts val="0"/>
              </a:spcAft>
              <a:buSzPts val="1800"/>
              <a:buChar char="･"/>
              <a:defRPr/>
            </a:lvl5pPr>
            <a:lvl6pPr indent="-342900" lvl="5" marL="2743200" rtl="0">
              <a:lnSpc>
                <a:spcPct val="135000"/>
              </a:lnSpc>
              <a:spcBef>
                <a:spcPts val="1000"/>
              </a:spcBef>
              <a:spcAft>
                <a:spcPts val="0"/>
              </a:spcAft>
              <a:buSzPts val="1800"/>
              <a:buChar char="･"/>
              <a:defRPr/>
            </a:lvl6pPr>
            <a:lvl7pPr indent="-342900" lvl="6" marL="3200400" rtl="0">
              <a:lnSpc>
                <a:spcPct val="135000"/>
              </a:lnSpc>
              <a:spcBef>
                <a:spcPts val="1000"/>
              </a:spcBef>
              <a:spcAft>
                <a:spcPts val="0"/>
              </a:spcAft>
              <a:buSzPts val="1800"/>
              <a:buChar char="･"/>
              <a:defRPr/>
            </a:lvl7pPr>
            <a:lvl8pPr indent="-342900" lvl="7" marL="3657600" rtl="0">
              <a:lnSpc>
                <a:spcPct val="135000"/>
              </a:lnSpc>
              <a:spcBef>
                <a:spcPts val="1000"/>
              </a:spcBef>
              <a:spcAft>
                <a:spcPts val="0"/>
              </a:spcAft>
              <a:buSzPts val="1800"/>
              <a:buChar char="･"/>
              <a:defRPr/>
            </a:lvl8pPr>
            <a:lvl9pPr indent="-342900" lvl="8" marL="4114800" rtl="0">
              <a:lnSpc>
                <a:spcPct val="135000"/>
              </a:lnSpc>
              <a:spcBef>
                <a:spcPts val="1000"/>
              </a:spcBef>
              <a:spcAft>
                <a:spcPts val="1000"/>
              </a:spcAft>
              <a:buSzPts val="1800"/>
              <a:buChar char="･"/>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and two column body">
  <p:cSld name="CUSTOM_4_17_1">
    <p:spTree>
      <p:nvGrpSpPr>
        <p:cNvPr id="1081" name="Shape 1081"/>
        <p:cNvGrpSpPr/>
        <p:nvPr/>
      </p:nvGrpSpPr>
      <p:grpSpPr>
        <a:xfrm>
          <a:off x="0" y="0"/>
          <a:ext cx="0" cy="0"/>
          <a:chOff x="0" y="0"/>
          <a:chExt cx="0" cy="0"/>
        </a:xfrm>
      </p:grpSpPr>
      <p:cxnSp>
        <p:nvCxnSpPr>
          <p:cNvPr id="1082" name="Google Shape;1082;p8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083" name="Google Shape;1083;p86"/>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084" name="Google Shape;1084;p8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085" name="Google Shape;1085;p86"/>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086" name="Google Shape;1086;p86"/>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087" name="Google Shape;1087;p86"/>
          <p:cNvSpPr txBox="1"/>
          <p:nvPr>
            <p:ph idx="2" type="body"/>
          </p:nvPr>
        </p:nvSpPr>
        <p:spPr>
          <a:xfrm>
            <a:off x="885125" y="2291177"/>
            <a:ext cx="4937700" cy="3727200"/>
          </a:xfrm>
          <a:prstGeom prst="rect">
            <a:avLst/>
          </a:prstGeom>
        </p:spPr>
        <p:txBody>
          <a:bodyPr anchorCtr="0" anchor="t" bIns="0" lIns="0" spcFirstLastPara="1" rIns="0" wrap="square" tIns="0">
            <a:noAutofit/>
          </a:bodyPr>
          <a:lstStyle>
            <a:lvl1pPr indent="-342900" lvl="0" marL="457200" rtl="0">
              <a:lnSpc>
                <a:spcPct val="135000"/>
              </a:lnSpc>
              <a:spcBef>
                <a:spcPts val="1000"/>
              </a:spcBef>
              <a:spcAft>
                <a:spcPts val="0"/>
              </a:spcAft>
              <a:buSzPts val="1800"/>
              <a:buChar char="▸"/>
              <a:defRPr/>
            </a:lvl1pPr>
            <a:lvl2pPr indent="-342900" lvl="1" marL="914400" rtl="0">
              <a:lnSpc>
                <a:spcPct val="135000"/>
              </a:lnSpc>
              <a:spcBef>
                <a:spcPts val="1000"/>
              </a:spcBef>
              <a:spcAft>
                <a:spcPts val="0"/>
              </a:spcAft>
              <a:buSzPts val="1800"/>
              <a:buChar char="･"/>
              <a:defRPr/>
            </a:lvl2pPr>
            <a:lvl3pPr indent="-342900" lvl="2" marL="1371600" rtl="0">
              <a:lnSpc>
                <a:spcPct val="135000"/>
              </a:lnSpc>
              <a:spcBef>
                <a:spcPts val="1000"/>
              </a:spcBef>
              <a:spcAft>
                <a:spcPts val="0"/>
              </a:spcAft>
              <a:buSzPts val="1800"/>
              <a:buChar char="･"/>
              <a:defRPr/>
            </a:lvl3pPr>
            <a:lvl4pPr indent="-342900" lvl="3" marL="1828800" rtl="0">
              <a:lnSpc>
                <a:spcPct val="135000"/>
              </a:lnSpc>
              <a:spcBef>
                <a:spcPts val="1000"/>
              </a:spcBef>
              <a:spcAft>
                <a:spcPts val="0"/>
              </a:spcAft>
              <a:buSzPts val="1800"/>
              <a:buChar char="･"/>
              <a:defRPr/>
            </a:lvl4pPr>
            <a:lvl5pPr indent="-342900" lvl="4" marL="2286000" rtl="0">
              <a:lnSpc>
                <a:spcPct val="135000"/>
              </a:lnSpc>
              <a:spcBef>
                <a:spcPts val="1000"/>
              </a:spcBef>
              <a:spcAft>
                <a:spcPts val="0"/>
              </a:spcAft>
              <a:buSzPts val="1800"/>
              <a:buChar char="･"/>
              <a:defRPr/>
            </a:lvl5pPr>
            <a:lvl6pPr indent="-342900" lvl="5" marL="2743200" rtl="0">
              <a:lnSpc>
                <a:spcPct val="135000"/>
              </a:lnSpc>
              <a:spcBef>
                <a:spcPts val="1000"/>
              </a:spcBef>
              <a:spcAft>
                <a:spcPts val="0"/>
              </a:spcAft>
              <a:buSzPts val="1800"/>
              <a:buChar char="･"/>
              <a:defRPr/>
            </a:lvl6pPr>
            <a:lvl7pPr indent="-342900" lvl="6" marL="3200400" rtl="0">
              <a:lnSpc>
                <a:spcPct val="135000"/>
              </a:lnSpc>
              <a:spcBef>
                <a:spcPts val="1000"/>
              </a:spcBef>
              <a:spcAft>
                <a:spcPts val="0"/>
              </a:spcAft>
              <a:buSzPts val="1800"/>
              <a:buChar char="･"/>
              <a:defRPr/>
            </a:lvl7pPr>
            <a:lvl8pPr indent="-342900" lvl="7" marL="3657600" rtl="0">
              <a:lnSpc>
                <a:spcPct val="135000"/>
              </a:lnSpc>
              <a:spcBef>
                <a:spcPts val="1000"/>
              </a:spcBef>
              <a:spcAft>
                <a:spcPts val="0"/>
              </a:spcAft>
              <a:buSzPts val="1800"/>
              <a:buChar char="･"/>
              <a:defRPr/>
            </a:lvl8pPr>
            <a:lvl9pPr indent="-342900" lvl="8" marL="4114800" rtl="0">
              <a:lnSpc>
                <a:spcPct val="135000"/>
              </a:lnSpc>
              <a:spcBef>
                <a:spcPts val="1000"/>
              </a:spcBef>
              <a:spcAft>
                <a:spcPts val="1000"/>
              </a:spcAft>
              <a:buSzPts val="1800"/>
              <a:buChar char="･"/>
              <a:defRPr/>
            </a:lvl9pPr>
          </a:lstStyle>
          <a:p/>
        </p:txBody>
      </p:sp>
      <p:sp>
        <p:nvSpPr>
          <p:cNvPr id="1088" name="Google Shape;1088;p86"/>
          <p:cNvSpPr txBox="1"/>
          <p:nvPr>
            <p:ph idx="3" type="body"/>
          </p:nvPr>
        </p:nvSpPr>
        <p:spPr>
          <a:xfrm>
            <a:off x="6369425" y="2291175"/>
            <a:ext cx="4937700" cy="3727200"/>
          </a:xfrm>
          <a:prstGeom prst="rect">
            <a:avLst/>
          </a:prstGeom>
        </p:spPr>
        <p:txBody>
          <a:bodyPr anchorCtr="0" anchor="t" bIns="0" lIns="0" spcFirstLastPara="1" rIns="0" wrap="square" tIns="0">
            <a:noAutofit/>
          </a:bodyPr>
          <a:lstStyle>
            <a:lvl1pPr indent="-342900" lvl="0" marL="457200" rtl="0">
              <a:lnSpc>
                <a:spcPct val="135000"/>
              </a:lnSpc>
              <a:spcBef>
                <a:spcPts val="1000"/>
              </a:spcBef>
              <a:spcAft>
                <a:spcPts val="0"/>
              </a:spcAft>
              <a:buSzPts val="1800"/>
              <a:buChar char="▸"/>
              <a:defRPr/>
            </a:lvl1pPr>
            <a:lvl2pPr indent="-342900" lvl="1" marL="914400" rtl="0">
              <a:lnSpc>
                <a:spcPct val="135000"/>
              </a:lnSpc>
              <a:spcBef>
                <a:spcPts val="1000"/>
              </a:spcBef>
              <a:spcAft>
                <a:spcPts val="0"/>
              </a:spcAft>
              <a:buSzPts val="1800"/>
              <a:buChar char="･"/>
              <a:defRPr/>
            </a:lvl2pPr>
            <a:lvl3pPr indent="-342900" lvl="2" marL="1371600" rtl="0">
              <a:lnSpc>
                <a:spcPct val="135000"/>
              </a:lnSpc>
              <a:spcBef>
                <a:spcPts val="1000"/>
              </a:spcBef>
              <a:spcAft>
                <a:spcPts val="0"/>
              </a:spcAft>
              <a:buSzPts val="1800"/>
              <a:buChar char="･"/>
              <a:defRPr/>
            </a:lvl3pPr>
            <a:lvl4pPr indent="-342900" lvl="3" marL="1828800" rtl="0">
              <a:lnSpc>
                <a:spcPct val="135000"/>
              </a:lnSpc>
              <a:spcBef>
                <a:spcPts val="1000"/>
              </a:spcBef>
              <a:spcAft>
                <a:spcPts val="0"/>
              </a:spcAft>
              <a:buSzPts val="1800"/>
              <a:buChar char="･"/>
              <a:defRPr/>
            </a:lvl4pPr>
            <a:lvl5pPr indent="-342900" lvl="4" marL="2286000" rtl="0">
              <a:lnSpc>
                <a:spcPct val="135000"/>
              </a:lnSpc>
              <a:spcBef>
                <a:spcPts val="1000"/>
              </a:spcBef>
              <a:spcAft>
                <a:spcPts val="0"/>
              </a:spcAft>
              <a:buSzPts val="1800"/>
              <a:buChar char="･"/>
              <a:defRPr/>
            </a:lvl5pPr>
            <a:lvl6pPr indent="-342900" lvl="5" marL="2743200" rtl="0">
              <a:lnSpc>
                <a:spcPct val="135000"/>
              </a:lnSpc>
              <a:spcBef>
                <a:spcPts val="1000"/>
              </a:spcBef>
              <a:spcAft>
                <a:spcPts val="0"/>
              </a:spcAft>
              <a:buSzPts val="1800"/>
              <a:buChar char="･"/>
              <a:defRPr/>
            </a:lvl6pPr>
            <a:lvl7pPr indent="-342900" lvl="6" marL="3200400" rtl="0">
              <a:lnSpc>
                <a:spcPct val="135000"/>
              </a:lnSpc>
              <a:spcBef>
                <a:spcPts val="1000"/>
              </a:spcBef>
              <a:spcAft>
                <a:spcPts val="0"/>
              </a:spcAft>
              <a:buSzPts val="1800"/>
              <a:buChar char="･"/>
              <a:defRPr/>
            </a:lvl7pPr>
            <a:lvl8pPr indent="-342900" lvl="7" marL="3657600" rtl="0">
              <a:lnSpc>
                <a:spcPct val="135000"/>
              </a:lnSpc>
              <a:spcBef>
                <a:spcPts val="1000"/>
              </a:spcBef>
              <a:spcAft>
                <a:spcPts val="0"/>
              </a:spcAft>
              <a:buSzPts val="1800"/>
              <a:buChar char="･"/>
              <a:defRPr/>
            </a:lvl8pPr>
            <a:lvl9pPr indent="-342900" lvl="8" marL="4114800" rtl="0">
              <a:lnSpc>
                <a:spcPct val="135000"/>
              </a:lnSpc>
              <a:spcBef>
                <a:spcPts val="1000"/>
              </a:spcBef>
              <a:spcAft>
                <a:spcPts val="1000"/>
              </a:spcAft>
              <a:buSzPts val="1800"/>
              <a:buChar char="･"/>
              <a:defRPr/>
            </a:lvl9pPr>
          </a:lstStyle>
          <a:p/>
        </p:txBody>
      </p:sp>
      <p:sp>
        <p:nvSpPr>
          <p:cNvPr id="1089" name="Google Shape;1089;p86"/>
          <p:cNvSpPr txBox="1"/>
          <p:nvPr>
            <p:ph idx="4"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090" name="Google Shape;1090;p86"/>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091" name="Google Shape;1091;p86"/>
          <p:cNvSpPr txBox="1"/>
          <p:nvPr>
            <p:ph idx="5"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image and column body">
  <p:cSld name="CUSTOM_4_17_1_1">
    <p:spTree>
      <p:nvGrpSpPr>
        <p:cNvPr id="1092" name="Shape 1092"/>
        <p:cNvGrpSpPr/>
        <p:nvPr/>
      </p:nvGrpSpPr>
      <p:grpSpPr>
        <a:xfrm>
          <a:off x="0" y="0"/>
          <a:ext cx="0" cy="0"/>
          <a:chOff x="0" y="0"/>
          <a:chExt cx="0" cy="0"/>
        </a:xfrm>
      </p:grpSpPr>
      <p:cxnSp>
        <p:nvCxnSpPr>
          <p:cNvPr id="1093" name="Google Shape;1093;p8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094" name="Google Shape;1094;p8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095" name="Google Shape;1095;p8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096" name="Google Shape;1096;p87"/>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097" name="Google Shape;1097;p87"/>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098" name="Google Shape;1098;p87"/>
          <p:cNvSpPr txBox="1"/>
          <p:nvPr>
            <p:ph idx="2" type="body"/>
          </p:nvPr>
        </p:nvSpPr>
        <p:spPr>
          <a:xfrm>
            <a:off x="6369425" y="2291175"/>
            <a:ext cx="4937700" cy="3727200"/>
          </a:xfrm>
          <a:prstGeom prst="rect">
            <a:avLst/>
          </a:prstGeom>
        </p:spPr>
        <p:txBody>
          <a:bodyPr anchorCtr="0" anchor="t" bIns="0" lIns="0" spcFirstLastPara="1" rIns="0" wrap="square" tIns="0">
            <a:noAutofit/>
          </a:bodyPr>
          <a:lstStyle>
            <a:lvl1pPr indent="-342900" lvl="0" marL="457200" rtl="0">
              <a:lnSpc>
                <a:spcPct val="135000"/>
              </a:lnSpc>
              <a:spcBef>
                <a:spcPts val="1000"/>
              </a:spcBef>
              <a:spcAft>
                <a:spcPts val="0"/>
              </a:spcAft>
              <a:buSzPts val="1800"/>
              <a:buChar char="▸"/>
              <a:defRPr/>
            </a:lvl1pPr>
            <a:lvl2pPr indent="-342900" lvl="1" marL="914400" rtl="0">
              <a:lnSpc>
                <a:spcPct val="135000"/>
              </a:lnSpc>
              <a:spcBef>
                <a:spcPts val="1000"/>
              </a:spcBef>
              <a:spcAft>
                <a:spcPts val="0"/>
              </a:spcAft>
              <a:buSzPts val="1800"/>
              <a:buChar char="･"/>
              <a:defRPr/>
            </a:lvl2pPr>
            <a:lvl3pPr indent="-342900" lvl="2" marL="1371600" rtl="0">
              <a:lnSpc>
                <a:spcPct val="135000"/>
              </a:lnSpc>
              <a:spcBef>
                <a:spcPts val="1000"/>
              </a:spcBef>
              <a:spcAft>
                <a:spcPts val="0"/>
              </a:spcAft>
              <a:buSzPts val="1800"/>
              <a:buChar char="･"/>
              <a:defRPr/>
            </a:lvl3pPr>
            <a:lvl4pPr indent="-342900" lvl="3" marL="1828800" rtl="0">
              <a:lnSpc>
                <a:spcPct val="135000"/>
              </a:lnSpc>
              <a:spcBef>
                <a:spcPts val="1000"/>
              </a:spcBef>
              <a:spcAft>
                <a:spcPts val="0"/>
              </a:spcAft>
              <a:buSzPts val="1800"/>
              <a:buChar char="･"/>
              <a:defRPr/>
            </a:lvl4pPr>
            <a:lvl5pPr indent="-342900" lvl="4" marL="2286000" rtl="0">
              <a:lnSpc>
                <a:spcPct val="135000"/>
              </a:lnSpc>
              <a:spcBef>
                <a:spcPts val="1000"/>
              </a:spcBef>
              <a:spcAft>
                <a:spcPts val="0"/>
              </a:spcAft>
              <a:buSzPts val="1800"/>
              <a:buChar char="･"/>
              <a:defRPr/>
            </a:lvl5pPr>
            <a:lvl6pPr indent="-342900" lvl="5" marL="2743200" rtl="0">
              <a:lnSpc>
                <a:spcPct val="135000"/>
              </a:lnSpc>
              <a:spcBef>
                <a:spcPts val="1000"/>
              </a:spcBef>
              <a:spcAft>
                <a:spcPts val="0"/>
              </a:spcAft>
              <a:buSzPts val="1800"/>
              <a:buChar char="･"/>
              <a:defRPr/>
            </a:lvl6pPr>
            <a:lvl7pPr indent="-342900" lvl="6" marL="3200400" rtl="0">
              <a:lnSpc>
                <a:spcPct val="135000"/>
              </a:lnSpc>
              <a:spcBef>
                <a:spcPts val="1000"/>
              </a:spcBef>
              <a:spcAft>
                <a:spcPts val="0"/>
              </a:spcAft>
              <a:buSzPts val="1800"/>
              <a:buChar char="･"/>
              <a:defRPr/>
            </a:lvl7pPr>
            <a:lvl8pPr indent="-342900" lvl="7" marL="3657600" rtl="0">
              <a:lnSpc>
                <a:spcPct val="135000"/>
              </a:lnSpc>
              <a:spcBef>
                <a:spcPts val="1000"/>
              </a:spcBef>
              <a:spcAft>
                <a:spcPts val="0"/>
              </a:spcAft>
              <a:buSzPts val="1800"/>
              <a:buChar char="･"/>
              <a:defRPr/>
            </a:lvl8pPr>
            <a:lvl9pPr indent="-342900" lvl="8" marL="4114800" rtl="0">
              <a:lnSpc>
                <a:spcPct val="135000"/>
              </a:lnSpc>
              <a:spcBef>
                <a:spcPts val="1000"/>
              </a:spcBef>
              <a:spcAft>
                <a:spcPts val="1000"/>
              </a:spcAft>
              <a:buSzPts val="1800"/>
              <a:buChar char="･"/>
              <a:defRPr/>
            </a:lvl9pPr>
          </a:lstStyle>
          <a:p/>
        </p:txBody>
      </p:sp>
      <p:sp>
        <p:nvSpPr>
          <p:cNvPr id="1099" name="Google Shape;1099;p87"/>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100" name="Google Shape;1100;p87"/>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101" name="Google Shape;1101;p87"/>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meline vertical">
  <p:cSld name="CUSTOM_4_16">
    <p:spTree>
      <p:nvGrpSpPr>
        <p:cNvPr id="1102" name="Shape 1102"/>
        <p:cNvGrpSpPr/>
        <p:nvPr/>
      </p:nvGrpSpPr>
      <p:grpSpPr>
        <a:xfrm>
          <a:off x="0" y="0"/>
          <a:ext cx="0" cy="0"/>
          <a:chOff x="0" y="0"/>
          <a:chExt cx="0" cy="0"/>
        </a:xfrm>
      </p:grpSpPr>
      <p:sp>
        <p:nvSpPr>
          <p:cNvPr id="1103" name="Google Shape;1103;p8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1104" name="Google Shape;1104;p8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105" name="Google Shape;1105;p88"/>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106" name="Google Shape;1106;p8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107" name="Google Shape;1107;p88"/>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108" name="Google Shape;1108;p88"/>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1109" name="Google Shape;1109;p88"/>
          <p:cNvCxnSpPr/>
          <p:nvPr/>
        </p:nvCxnSpPr>
        <p:spPr>
          <a:xfrm>
            <a:off x="4146414" y="-7350"/>
            <a:ext cx="0" cy="6872700"/>
          </a:xfrm>
          <a:prstGeom prst="straightConnector1">
            <a:avLst/>
          </a:prstGeom>
          <a:noFill/>
          <a:ln cap="flat" cmpd="sng" w="28575">
            <a:solidFill>
              <a:srgbClr val="D5D5D5"/>
            </a:solidFill>
            <a:prstDash val="solid"/>
            <a:round/>
            <a:headEnd len="med" w="med" type="none"/>
            <a:tailEnd len="med" w="med" type="none"/>
          </a:ln>
        </p:spPr>
      </p:cxnSp>
      <p:sp>
        <p:nvSpPr>
          <p:cNvPr id="1110" name="Google Shape;1110;p88"/>
          <p:cNvSpPr txBox="1"/>
          <p:nvPr>
            <p:ph idx="3" type="subTitle"/>
          </p:nvPr>
        </p:nvSpPr>
        <p:spPr>
          <a:xfrm>
            <a:off x="4467775" y="1832876"/>
            <a:ext cx="5115600" cy="6456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p:txBody>
      </p:sp>
      <p:sp>
        <p:nvSpPr>
          <p:cNvPr id="1111" name="Google Shape;1111;p88"/>
          <p:cNvSpPr txBox="1"/>
          <p:nvPr>
            <p:ph idx="4" type="subTitle"/>
          </p:nvPr>
        </p:nvSpPr>
        <p:spPr>
          <a:xfrm>
            <a:off x="4467775" y="1441300"/>
            <a:ext cx="4538700" cy="298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1400">
                <a:latin typeface="Red Hat Display Medium"/>
                <a:ea typeface="Red Hat Display Medium"/>
                <a:cs typeface="Red Hat Display Medium"/>
                <a:sym typeface="Red Hat Display Medium"/>
              </a:defRPr>
            </a:lvl1pPr>
            <a:lvl2pPr lvl="1" rtl="0">
              <a:lnSpc>
                <a:spcPct val="100000"/>
              </a:lnSpc>
              <a:spcBef>
                <a:spcPts val="0"/>
              </a:spcBef>
              <a:spcAft>
                <a:spcPts val="0"/>
              </a:spcAft>
              <a:buNone/>
              <a:defRPr>
                <a:latin typeface="Red Hat Display Medium"/>
                <a:ea typeface="Red Hat Display Medium"/>
                <a:cs typeface="Red Hat Display Medium"/>
                <a:sym typeface="Red Hat Display Medium"/>
              </a:defRPr>
            </a:lvl2pPr>
            <a:lvl3pPr lvl="2" rtl="0">
              <a:lnSpc>
                <a:spcPct val="100000"/>
              </a:lnSpc>
              <a:spcBef>
                <a:spcPts val="0"/>
              </a:spcBef>
              <a:spcAft>
                <a:spcPts val="0"/>
              </a:spcAft>
              <a:buNone/>
              <a:defRPr>
                <a:latin typeface="Red Hat Display Medium"/>
                <a:ea typeface="Red Hat Display Medium"/>
                <a:cs typeface="Red Hat Display Medium"/>
                <a:sym typeface="Red Hat Display Medium"/>
              </a:defRPr>
            </a:lvl3pPr>
            <a:lvl4pPr lvl="3" rtl="0">
              <a:lnSpc>
                <a:spcPct val="100000"/>
              </a:lnSpc>
              <a:spcBef>
                <a:spcPts val="0"/>
              </a:spcBef>
              <a:spcAft>
                <a:spcPts val="0"/>
              </a:spcAft>
              <a:buNone/>
              <a:defRPr>
                <a:latin typeface="Red Hat Display Medium"/>
                <a:ea typeface="Red Hat Display Medium"/>
                <a:cs typeface="Red Hat Display Medium"/>
                <a:sym typeface="Red Hat Display Medium"/>
              </a:defRPr>
            </a:lvl4pPr>
            <a:lvl5pPr lvl="4" rtl="0">
              <a:lnSpc>
                <a:spcPct val="100000"/>
              </a:lnSpc>
              <a:spcBef>
                <a:spcPts val="0"/>
              </a:spcBef>
              <a:spcAft>
                <a:spcPts val="0"/>
              </a:spcAft>
              <a:buNone/>
              <a:defRPr>
                <a:latin typeface="Red Hat Display Medium"/>
                <a:ea typeface="Red Hat Display Medium"/>
                <a:cs typeface="Red Hat Display Medium"/>
                <a:sym typeface="Red Hat Display Medium"/>
              </a:defRPr>
            </a:lvl5pPr>
            <a:lvl6pPr lvl="5" rtl="0">
              <a:lnSpc>
                <a:spcPct val="100000"/>
              </a:lnSpc>
              <a:spcBef>
                <a:spcPts val="0"/>
              </a:spcBef>
              <a:spcAft>
                <a:spcPts val="0"/>
              </a:spcAft>
              <a:buNone/>
              <a:defRPr>
                <a:latin typeface="Red Hat Display Medium"/>
                <a:ea typeface="Red Hat Display Medium"/>
                <a:cs typeface="Red Hat Display Medium"/>
                <a:sym typeface="Red Hat Display Medium"/>
              </a:defRPr>
            </a:lvl6pPr>
            <a:lvl7pPr lvl="6" rtl="0">
              <a:lnSpc>
                <a:spcPct val="100000"/>
              </a:lnSpc>
              <a:spcBef>
                <a:spcPts val="0"/>
              </a:spcBef>
              <a:spcAft>
                <a:spcPts val="0"/>
              </a:spcAft>
              <a:buNone/>
              <a:defRPr>
                <a:latin typeface="Red Hat Display Medium"/>
                <a:ea typeface="Red Hat Display Medium"/>
                <a:cs typeface="Red Hat Display Medium"/>
                <a:sym typeface="Red Hat Display Medium"/>
              </a:defRPr>
            </a:lvl7pPr>
            <a:lvl8pPr lvl="7" rtl="0">
              <a:lnSpc>
                <a:spcPct val="100000"/>
              </a:lnSpc>
              <a:spcBef>
                <a:spcPts val="0"/>
              </a:spcBef>
              <a:spcAft>
                <a:spcPts val="0"/>
              </a:spcAft>
              <a:buNone/>
              <a:defRPr>
                <a:latin typeface="Red Hat Display Medium"/>
                <a:ea typeface="Red Hat Display Medium"/>
                <a:cs typeface="Red Hat Display Medium"/>
                <a:sym typeface="Red Hat Display Medium"/>
              </a:defRPr>
            </a:lvl8pPr>
            <a:lvl9pPr lvl="8" rtl="0">
              <a:lnSpc>
                <a:spcPct val="100000"/>
              </a:lnSpc>
              <a:spcBef>
                <a:spcPts val="0"/>
              </a:spcBef>
              <a:spcAft>
                <a:spcPts val="0"/>
              </a:spcAft>
              <a:buNone/>
              <a:defRPr>
                <a:latin typeface="Red Hat Display Medium"/>
                <a:ea typeface="Red Hat Display Medium"/>
                <a:cs typeface="Red Hat Display Medium"/>
                <a:sym typeface="Red Hat Display Medium"/>
              </a:defRPr>
            </a:lvl9pPr>
          </a:lstStyle>
          <a:p/>
        </p:txBody>
      </p:sp>
      <p:sp>
        <p:nvSpPr>
          <p:cNvPr id="1112" name="Google Shape;1112;p88"/>
          <p:cNvSpPr txBox="1"/>
          <p:nvPr>
            <p:ph idx="5" type="subTitle"/>
          </p:nvPr>
        </p:nvSpPr>
        <p:spPr>
          <a:xfrm>
            <a:off x="3362500" y="1832876"/>
            <a:ext cx="690000" cy="2349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0"/>
              </a:spcBef>
              <a:spcAft>
                <a:spcPts val="0"/>
              </a:spcAft>
              <a:buNone/>
              <a:defRPr sz="1400"/>
            </a:lvl2pPr>
            <a:lvl3pPr lvl="2" rtl="0" algn="ctr">
              <a:spcBef>
                <a:spcPts val="0"/>
              </a:spcBef>
              <a:spcAft>
                <a:spcPts val="0"/>
              </a:spcAft>
              <a:buNone/>
              <a:defRPr sz="1400"/>
            </a:lvl3pPr>
            <a:lvl4pPr lvl="3" rtl="0" algn="ctr">
              <a:spcBef>
                <a:spcPts val="0"/>
              </a:spcBef>
              <a:spcAft>
                <a:spcPts val="0"/>
              </a:spcAft>
              <a:buNone/>
              <a:defRPr sz="1400"/>
            </a:lvl4pPr>
            <a:lvl5pPr lvl="4" rtl="0" algn="ctr">
              <a:spcBef>
                <a:spcPts val="0"/>
              </a:spcBef>
              <a:spcAft>
                <a:spcPts val="0"/>
              </a:spcAft>
              <a:buNone/>
              <a:defRPr sz="1400"/>
            </a:lvl5pPr>
            <a:lvl6pPr lvl="5" rtl="0" algn="ctr">
              <a:spcBef>
                <a:spcPts val="0"/>
              </a:spcBef>
              <a:spcAft>
                <a:spcPts val="0"/>
              </a:spcAft>
              <a:buNone/>
              <a:defRPr sz="1400"/>
            </a:lvl6pPr>
            <a:lvl7pPr lvl="6" rtl="0" algn="ctr">
              <a:spcBef>
                <a:spcPts val="0"/>
              </a:spcBef>
              <a:spcAft>
                <a:spcPts val="0"/>
              </a:spcAft>
              <a:buNone/>
              <a:defRPr sz="1400"/>
            </a:lvl7pPr>
            <a:lvl8pPr lvl="7" rtl="0" algn="ctr">
              <a:spcBef>
                <a:spcPts val="0"/>
              </a:spcBef>
              <a:spcAft>
                <a:spcPts val="0"/>
              </a:spcAft>
              <a:buNone/>
              <a:defRPr sz="1400"/>
            </a:lvl8pPr>
            <a:lvl9pPr lvl="8" rtl="0" algn="ctr">
              <a:spcBef>
                <a:spcPts val="0"/>
              </a:spcBef>
              <a:spcAft>
                <a:spcPts val="0"/>
              </a:spcAft>
              <a:buNone/>
              <a:defRPr sz="1400"/>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meline horizontal">
  <p:cSld name="CUSTOM_4_15">
    <p:spTree>
      <p:nvGrpSpPr>
        <p:cNvPr id="1113" name="Shape 1113"/>
        <p:cNvGrpSpPr/>
        <p:nvPr/>
      </p:nvGrpSpPr>
      <p:grpSpPr>
        <a:xfrm>
          <a:off x="0" y="0"/>
          <a:ext cx="0" cy="0"/>
          <a:chOff x="0" y="0"/>
          <a:chExt cx="0" cy="0"/>
        </a:xfrm>
      </p:grpSpPr>
      <p:cxnSp>
        <p:nvCxnSpPr>
          <p:cNvPr id="1114" name="Google Shape;1114;p8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115" name="Google Shape;1115;p89"/>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116" name="Google Shape;1116;p8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117" name="Google Shape;1117;p89"/>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118" name="Google Shape;1118;p89"/>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119" name="Google Shape;1119;p89"/>
          <p:cNvSpPr txBox="1"/>
          <p:nvPr>
            <p:ph idx="2" type="subTitle"/>
          </p:nvPr>
        </p:nvSpPr>
        <p:spPr>
          <a:xfrm>
            <a:off x="2042425" y="2497493"/>
            <a:ext cx="2106900" cy="3792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1200">
                <a:latin typeface="Red Hat Display Medium"/>
                <a:ea typeface="Red Hat Display Medium"/>
                <a:cs typeface="Red Hat Display Medium"/>
                <a:sym typeface="Red Hat Display Medium"/>
              </a:defRPr>
            </a:lvl1pPr>
            <a:lvl2pPr lvl="1" rtl="0">
              <a:lnSpc>
                <a:spcPct val="115000"/>
              </a:lnSpc>
              <a:spcBef>
                <a:spcPts val="0"/>
              </a:spcBef>
              <a:spcAft>
                <a:spcPts val="0"/>
              </a:spcAft>
              <a:buNone/>
              <a:defRPr sz="1200">
                <a:latin typeface="Red Hat Display Medium"/>
                <a:ea typeface="Red Hat Display Medium"/>
                <a:cs typeface="Red Hat Display Medium"/>
                <a:sym typeface="Red Hat Display Medium"/>
              </a:defRPr>
            </a:lvl2pPr>
            <a:lvl3pPr lvl="2" rtl="0">
              <a:lnSpc>
                <a:spcPct val="115000"/>
              </a:lnSpc>
              <a:spcBef>
                <a:spcPts val="0"/>
              </a:spcBef>
              <a:spcAft>
                <a:spcPts val="0"/>
              </a:spcAft>
              <a:buNone/>
              <a:defRPr sz="1200">
                <a:latin typeface="Red Hat Display Medium"/>
                <a:ea typeface="Red Hat Display Medium"/>
                <a:cs typeface="Red Hat Display Medium"/>
                <a:sym typeface="Red Hat Display Medium"/>
              </a:defRPr>
            </a:lvl3pPr>
            <a:lvl4pPr lvl="3" rtl="0">
              <a:lnSpc>
                <a:spcPct val="115000"/>
              </a:lnSpc>
              <a:spcBef>
                <a:spcPts val="0"/>
              </a:spcBef>
              <a:spcAft>
                <a:spcPts val="0"/>
              </a:spcAft>
              <a:buNone/>
              <a:defRPr sz="1200">
                <a:latin typeface="Red Hat Display Medium"/>
                <a:ea typeface="Red Hat Display Medium"/>
                <a:cs typeface="Red Hat Display Medium"/>
                <a:sym typeface="Red Hat Display Medium"/>
              </a:defRPr>
            </a:lvl4pPr>
            <a:lvl5pPr lvl="4" rtl="0">
              <a:lnSpc>
                <a:spcPct val="115000"/>
              </a:lnSpc>
              <a:spcBef>
                <a:spcPts val="0"/>
              </a:spcBef>
              <a:spcAft>
                <a:spcPts val="0"/>
              </a:spcAft>
              <a:buNone/>
              <a:defRPr sz="1200">
                <a:latin typeface="Red Hat Display Medium"/>
                <a:ea typeface="Red Hat Display Medium"/>
                <a:cs typeface="Red Hat Display Medium"/>
                <a:sym typeface="Red Hat Display Medium"/>
              </a:defRPr>
            </a:lvl5pPr>
            <a:lvl6pPr lvl="5" rtl="0">
              <a:lnSpc>
                <a:spcPct val="115000"/>
              </a:lnSpc>
              <a:spcBef>
                <a:spcPts val="0"/>
              </a:spcBef>
              <a:spcAft>
                <a:spcPts val="0"/>
              </a:spcAft>
              <a:buNone/>
              <a:defRPr sz="1200">
                <a:latin typeface="Red Hat Display Medium"/>
                <a:ea typeface="Red Hat Display Medium"/>
                <a:cs typeface="Red Hat Display Medium"/>
                <a:sym typeface="Red Hat Display Medium"/>
              </a:defRPr>
            </a:lvl6pPr>
            <a:lvl7pPr lvl="6" rtl="0">
              <a:lnSpc>
                <a:spcPct val="115000"/>
              </a:lnSpc>
              <a:spcBef>
                <a:spcPts val="0"/>
              </a:spcBef>
              <a:spcAft>
                <a:spcPts val="0"/>
              </a:spcAft>
              <a:buNone/>
              <a:defRPr sz="1200">
                <a:latin typeface="Red Hat Display Medium"/>
                <a:ea typeface="Red Hat Display Medium"/>
                <a:cs typeface="Red Hat Display Medium"/>
                <a:sym typeface="Red Hat Display Medium"/>
              </a:defRPr>
            </a:lvl7pPr>
            <a:lvl8pPr lvl="7" rtl="0">
              <a:lnSpc>
                <a:spcPct val="115000"/>
              </a:lnSpc>
              <a:spcBef>
                <a:spcPts val="0"/>
              </a:spcBef>
              <a:spcAft>
                <a:spcPts val="0"/>
              </a:spcAft>
              <a:buNone/>
              <a:defRPr sz="1200">
                <a:latin typeface="Red Hat Display Medium"/>
                <a:ea typeface="Red Hat Display Medium"/>
                <a:cs typeface="Red Hat Display Medium"/>
                <a:sym typeface="Red Hat Display Medium"/>
              </a:defRPr>
            </a:lvl8pPr>
            <a:lvl9pPr lvl="8" rtl="0">
              <a:lnSpc>
                <a:spcPct val="115000"/>
              </a:lnSpc>
              <a:spcBef>
                <a:spcPts val="0"/>
              </a:spcBef>
              <a:spcAft>
                <a:spcPts val="0"/>
              </a:spcAft>
              <a:buNone/>
              <a:defRPr sz="1200">
                <a:latin typeface="Red Hat Display Medium"/>
                <a:ea typeface="Red Hat Display Medium"/>
                <a:cs typeface="Red Hat Display Medium"/>
                <a:sym typeface="Red Hat Display Medium"/>
              </a:defRPr>
            </a:lvl9pPr>
          </a:lstStyle>
          <a:p/>
        </p:txBody>
      </p:sp>
      <p:sp>
        <p:nvSpPr>
          <p:cNvPr id="1120" name="Google Shape;1120;p89"/>
          <p:cNvSpPr txBox="1"/>
          <p:nvPr>
            <p:ph idx="3" type="subTitle"/>
          </p:nvPr>
        </p:nvSpPr>
        <p:spPr>
          <a:xfrm>
            <a:off x="2042425" y="2903475"/>
            <a:ext cx="2106900" cy="6753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1121" name="Google Shape;1121;p89"/>
          <p:cNvSpPr txBox="1"/>
          <p:nvPr>
            <p:ph idx="4" type="subTitle"/>
          </p:nvPr>
        </p:nvSpPr>
        <p:spPr>
          <a:xfrm>
            <a:off x="1596475" y="4403575"/>
            <a:ext cx="975900" cy="234900"/>
          </a:xfrm>
          <a:prstGeom prst="rect">
            <a:avLst/>
          </a:prstGeom>
        </p:spPr>
        <p:txBody>
          <a:bodyPr anchorCtr="0" anchor="ctr" bIns="0" lIns="0" spcFirstLastPara="1" rIns="0" wrap="square" tIns="0">
            <a:noAutofit/>
          </a:bodyPr>
          <a:lstStyle>
            <a:lvl1pPr lvl="0" rtl="0" algn="ctr">
              <a:lnSpc>
                <a:spcPct val="115000"/>
              </a:lnSpc>
              <a:spcBef>
                <a:spcPts val="0"/>
              </a:spcBef>
              <a:spcAft>
                <a:spcPts val="0"/>
              </a:spcAft>
              <a:buNone/>
              <a:defRPr sz="1400">
                <a:solidFill>
                  <a:schemeClr val="accent1"/>
                </a:solidFill>
              </a:defRPr>
            </a:lvl1pPr>
            <a:lvl2pPr lvl="1" rtl="0" algn="ctr">
              <a:lnSpc>
                <a:spcPct val="115000"/>
              </a:lnSpc>
              <a:spcBef>
                <a:spcPts val="0"/>
              </a:spcBef>
              <a:spcAft>
                <a:spcPts val="0"/>
              </a:spcAft>
              <a:buNone/>
              <a:defRPr sz="1400">
                <a:solidFill>
                  <a:schemeClr val="accent1"/>
                </a:solidFill>
              </a:defRPr>
            </a:lvl2pPr>
            <a:lvl3pPr lvl="2" rtl="0" algn="ctr">
              <a:lnSpc>
                <a:spcPct val="115000"/>
              </a:lnSpc>
              <a:spcBef>
                <a:spcPts val="0"/>
              </a:spcBef>
              <a:spcAft>
                <a:spcPts val="0"/>
              </a:spcAft>
              <a:buNone/>
              <a:defRPr sz="1400">
                <a:solidFill>
                  <a:schemeClr val="accent1"/>
                </a:solidFill>
              </a:defRPr>
            </a:lvl3pPr>
            <a:lvl4pPr lvl="3" rtl="0" algn="ctr">
              <a:lnSpc>
                <a:spcPct val="115000"/>
              </a:lnSpc>
              <a:spcBef>
                <a:spcPts val="0"/>
              </a:spcBef>
              <a:spcAft>
                <a:spcPts val="0"/>
              </a:spcAft>
              <a:buNone/>
              <a:defRPr sz="1400">
                <a:solidFill>
                  <a:schemeClr val="accent1"/>
                </a:solidFill>
              </a:defRPr>
            </a:lvl4pPr>
            <a:lvl5pPr lvl="4" rtl="0" algn="ctr">
              <a:lnSpc>
                <a:spcPct val="115000"/>
              </a:lnSpc>
              <a:spcBef>
                <a:spcPts val="0"/>
              </a:spcBef>
              <a:spcAft>
                <a:spcPts val="0"/>
              </a:spcAft>
              <a:buNone/>
              <a:defRPr sz="1400">
                <a:solidFill>
                  <a:schemeClr val="accent1"/>
                </a:solidFill>
              </a:defRPr>
            </a:lvl5pPr>
            <a:lvl6pPr lvl="5" rtl="0" algn="ctr">
              <a:lnSpc>
                <a:spcPct val="115000"/>
              </a:lnSpc>
              <a:spcBef>
                <a:spcPts val="0"/>
              </a:spcBef>
              <a:spcAft>
                <a:spcPts val="0"/>
              </a:spcAft>
              <a:buNone/>
              <a:defRPr sz="1400">
                <a:solidFill>
                  <a:schemeClr val="accent1"/>
                </a:solidFill>
              </a:defRPr>
            </a:lvl6pPr>
            <a:lvl7pPr lvl="6" rtl="0" algn="ctr">
              <a:lnSpc>
                <a:spcPct val="115000"/>
              </a:lnSpc>
              <a:spcBef>
                <a:spcPts val="0"/>
              </a:spcBef>
              <a:spcAft>
                <a:spcPts val="0"/>
              </a:spcAft>
              <a:buNone/>
              <a:defRPr sz="1400">
                <a:solidFill>
                  <a:schemeClr val="accent1"/>
                </a:solidFill>
              </a:defRPr>
            </a:lvl7pPr>
            <a:lvl8pPr lvl="7" rtl="0" algn="ctr">
              <a:lnSpc>
                <a:spcPct val="115000"/>
              </a:lnSpc>
              <a:spcBef>
                <a:spcPts val="0"/>
              </a:spcBef>
              <a:spcAft>
                <a:spcPts val="0"/>
              </a:spcAft>
              <a:buNone/>
              <a:defRPr sz="1400">
                <a:solidFill>
                  <a:schemeClr val="accent1"/>
                </a:solidFill>
              </a:defRPr>
            </a:lvl8pPr>
            <a:lvl9pPr lvl="8" rtl="0" algn="ctr">
              <a:lnSpc>
                <a:spcPct val="115000"/>
              </a:lnSpc>
              <a:spcBef>
                <a:spcPts val="0"/>
              </a:spcBef>
              <a:spcAft>
                <a:spcPts val="0"/>
              </a:spcAft>
              <a:buNone/>
              <a:defRPr sz="1400">
                <a:solidFill>
                  <a:schemeClr val="accent1"/>
                </a:solidFill>
              </a:defRPr>
            </a:lvl9pPr>
          </a:lstStyle>
          <a:p/>
        </p:txBody>
      </p:sp>
      <p:sp>
        <p:nvSpPr>
          <p:cNvPr id="1122" name="Google Shape;1122;p89"/>
          <p:cNvSpPr txBox="1"/>
          <p:nvPr>
            <p:ph idx="5" type="subTitle"/>
          </p:nvPr>
        </p:nvSpPr>
        <p:spPr>
          <a:xfrm>
            <a:off x="3278975" y="3892511"/>
            <a:ext cx="975900" cy="234900"/>
          </a:xfrm>
          <a:prstGeom prst="rect">
            <a:avLst/>
          </a:prstGeom>
        </p:spPr>
        <p:txBody>
          <a:bodyPr anchorCtr="0" anchor="ctr" bIns="0" lIns="0" spcFirstLastPara="1" rIns="0" wrap="square" tIns="0">
            <a:noAutofit/>
          </a:bodyPr>
          <a:lstStyle>
            <a:lvl1pPr lvl="0" rtl="0" algn="ctr">
              <a:lnSpc>
                <a:spcPct val="115000"/>
              </a:lnSpc>
              <a:spcBef>
                <a:spcPts val="0"/>
              </a:spcBef>
              <a:spcAft>
                <a:spcPts val="0"/>
              </a:spcAft>
              <a:buNone/>
              <a:defRPr sz="1400">
                <a:solidFill>
                  <a:schemeClr val="accent1"/>
                </a:solidFill>
              </a:defRPr>
            </a:lvl1pPr>
            <a:lvl2pPr lvl="1" rtl="0" algn="ctr">
              <a:lnSpc>
                <a:spcPct val="115000"/>
              </a:lnSpc>
              <a:spcBef>
                <a:spcPts val="0"/>
              </a:spcBef>
              <a:spcAft>
                <a:spcPts val="0"/>
              </a:spcAft>
              <a:buNone/>
              <a:defRPr sz="1400">
                <a:solidFill>
                  <a:schemeClr val="accent1"/>
                </a:solidFill>
              </a:defRPr>
            </a:lvl2pPr>
            <a:lvl3pPr lvl="2" rtl="0" algn="ctr">
              <a:lnSpc>
                <a:spcPct val="115000"/>
              </a:lnSpc>
              <a:spcBef>
                <a:spcPts val="0"/>
              </a:spcBef>
              <a:spcAft>
                <a:spcPts val="0"/>
              </a:spcAft>
              <a:buNone/>
              <a:defRPr sz="1400">
                <a:solidFill>
                  <a:schemeClr val="accent1"/>
                </a:solidFill>
              </a:defRPr>
            </a:lvl3pPr>
            <a:lvl4pPr lvl="3" rtl="0" algn="ctr">
              <a:lnSpc>
                <a:spcPct val="115000"/>
              </a:lnSpc>
              <a:spcBef>
                <a:spcPts val="0"/>
              </a:spcBef>
              <a:spcAft>
                <a:spcPts val="0"/>
              </a:spcAft>
              <a:buNone/>
              <a:defRPr sz="1400">
                <a:solidFill>
                  <a:schemeClr val="accent1"/>
                </a:solidFill>
              </a:defRPr>
            </a:lvl4pPr>
            <a:lvl5pPr lvl="4" rtl="0" algn="ctr">
              <a:lnSpc>
                <a:spcPct val="115000"/>
              </a:lnSpc>
              <a:spcBef>
                <a:spcPts val="0"/>
              </a:spcBef>
              <a:spcAft>
                <a:spcPts val="0"/>
              </a:spcAft>
              <a:buNone/>
              <a:defRPr sz="1400">
                <a:solidFill>
                  <a:schemeClr val="accent1"/>
                </a:solidFill>
              </a:defRPr>
            </a:lvl5pPr>
            <a:lvl6pPr lvl="5" rtl="0" algn="ctr">
              <a:lnSpc>
                <a:spcPct val="115000"/>
              </a:lnSpc>
              <a:spcBef>
                <a:spcPts val="0"/>
              </a:spcBef>
              <a:spcAft>
                <a:spcPts val="0"/>
              </a:spcAft>
              <a:buNone/>
              <a:defRPr sz="1400">
                <a:solidFill>
                  <a:schemeClr val="accent1"/>
                </a:solidFill>
              </a:defRPr>
            </a:lvl6pPr>
            <a:lvl7pPr lvl="6" rtl="0" algn="ctr">
              <a:lnSpc>
                <a:spcPct val="115000"/>
              </a:lnSpc>
              <a:spcBef>
                <a:spcPts val="0"/>
              </a:spcBef>
              <a:spcAft>
                <a:spcPts val="0"/>
              </a:spcAft>
              <a:buNone/>
              <a:defRPr sz="1400">
                <a:solidFill>
                  <a:schemeClr val="accent1"/>
                </a:solidFill>
              </a:defRPr>
            </a:lvl7pPr>
            <a:lvl8pPr lvl="7" rtl="0" algn="ctr">
              <a:lnSpc>
                <a:spcPct val="115000"/>
              </a:lnSpc>
              <a:spcBef>
                <a:spcPts val="0"/>
              </a:spcBef>
              <a:spcAft>
                <a:spcPts val="0"/>
              </a:spcAft>
              <a:buNone/>
              <a:defRPr sz="1400">
                <a:solidFill>
                  <a:schemeClr val="accent1"/>
                </a:solidFill>
              </a:defRPr>
            </a:lvl8pPr>
            <a:lvl9pPr lvl="8" rtl="0" algn="ctr">
              <a:lnSpc>
                <a:spcPct val="115000"/>
              </a:lnSpc>
              <a:spcBef>
                <a:spcPts val="0"/>
              </a:spcBef>
              <a:spcAft>
                <a:spcPts val="0"/>
              </a:spcAft>
              <a:buNone/>
              <a:defRPr sz="1400">
                <a:solidFill>
                  <a:schemeClr val="accent1"/>
                </a:solidFill>
              </a:defRPr>
            </a:lvl9pPr>
          </a:lstStyle>
          <a:p/>
        </p:txBody>
      </p:sp>
      <p:sp>
        <p:nvSpPr>
          <p:cNvPr id="1123" name="Google Shape;1123;p89"/>
          <p:cNvSpPr txBox="1"/>
          <p:nvPr>
            <p:ph idx="6" type="subTitle"/>
          </p:nvPr>
        </p:nvSpPr>
        <p:spPr>
          <a:xfrm>
            <a:off x="1713425" y="4752722"/>
            <a:ext cx="2106900" cy="379200"/>
          </a:xfrm>
          <a:prstGeom prst="rect">
            <a:avLst/>
          </a:prstGeom>
        </p:spPr>
        <p:txBody>
          <a:bodyPr anchorCtr="0" anchor="b" bIns="0" lIns="0" spcFirstLastPara="1" rIns="0" wrap="square" tIns="0">
            <a:noAutofit/>
          </a:bodyPr>
          <a:lstStyle>
            <a:lvl1pPr lvl="0" rtl="0" algn="r">
              <a:lnSpc>
                <a:spcPct val="115000"/>
              </a:lnSpc>
              <a:spcBef>
                <a:spcPts val="0"/>
              </a:spcBef>
              <a:spcAft>
                <a:spcPts val="0"/>
              </a:spcAft>
              <a:buNone/>
              <a:defRPr sz="1200">
                <a:latin typeface="Red Hat Display Medium"/>
                <a:ea typeface="Red Hat Display Medium"/>
                <a:cs typeface="Red Hat Display Medium"/>
                <a:sym typeface="Red Hat Display Medium"/>
              </a:defRPr>
            </a:lvl1pPr>
            <a:lvl2pPr lvl="1" rtl="0" algn="r">
              <a:lnSpc>
                <a:spcPct val="115000"/>
              </a:lnSpc>
              <a:spcBef>
                <a:spcPts val="0"/>
              </a:spcBef>
              <a:spcAft>
                <a:spcPts val="0"/>
              </a:spcAft>
              <a:buNone/>
              <a:defRPr sz="1200">
                <a:latin typeface="Red Hat Display Medium"/>
                <a:ea typeface="Red Hat Display Medium"/>
                <a:cs typeface="Red Hat Display Medium"/>
                <a:sym typeface="Red Hat Display Medium"/>
              </a:defRPr>
            </a:lvl2pPr>
            <a:lvl3pPr lvl="2" rtl="0" algn="r">
              <a:lnSpc>
                <a:spcPct val="115000"/>
              </a:lnSpc>
              <a:spcBef>
                <a:spcPts val="0"/>
              </a:spcBef>
              <a:spcAft>
                <a:spcPts val="0"/>
              </a:spcAft>
              <a:buNone/>
              <a:defRPr sz="1200">
                <a:latin typeface="Red Hat Display Medium"/>
                <a:ea typeface="Red Hat Display Medium"/>
                <a:cs typeface="Red Hat Display Medium"/>
                <a:sym typeface="Red Hat Display Medium"/>
              </a:defRPr>
            </a:lvl3pPr>
            <a:lvl4pPr lvl="3" rtl="0" algn="r">
              <a:lnSpc>
                <a:spcPct val="115000"/>
              </a:lnSpc>
              <a:spcBef>
                <a:spcPts val="0"/>
              </a:spcBef>
              <a:spcAft>
                <a:spcPts val="0"/>
              </a:spcAft>
              <a:buNone/>
              <a:defRPr sz="1200">
                <a:latin typeface="Red Hat Display Medium"/>
                <a:ea typeface="Red Hat Display Medium"/>
                <a:cs typeface="Red Hat Display Medium"/>
                <a:sym typeface="Red Hat Display Medium"/>
              </a:defRPr>
            </a:lvl4pPr>
            <a:lvl5pPr lvl="4" rtl="0" algn="r">
              <a:lnSpc>
                <a:spcPct val="115000"/>
              </a:lnSpc>
              <a:spcBef>
                <a:spcPts val="0"/>
              </a:spcBef>
              <a:spcAft>
                <a:spcPts val="0"/>
              </a:spcAft>
              <a:buNone/>
              <a:defRPr sz="1200">
                <a:latin typeface="Red Hat Display Medium"/>
                <a:ea typeface="Red Hat Display Medium"/>
                <a:cs typeface="Red Hat Display Medium"/>
                <a:sym typeface="Red Hat Display Medium"/>
              </a:defRPr>
            </a:lvl5pPr>
            <a:lvl6pPr lvl="5" rtl="0" algn="r">
              <a:lnSpc>
                <a:spcPct val="115000"/>
              </a:lnSpc>
              <a:spcBef>
                <a:spcPts val="0"/>
              </a:spcBef>
              <a:spcAft>
                <a:spcPts val="0"/>
              </a:spcAft>
              <a:buNone/>
              <a:defRPr sz="1200">
                <a:latin typeface="Red Hat Display Medium"/>
                <a:ea typeface="Red Hat Display Medium"/>
                <a:cs typeface="Red Hat Display Medium"/>
                <a:sym typeface="Red Hat Display Medium"/>
              </a:defRPr>
            </a:lvl6pPr>
            <a:lvl7pPr lvl="6" rtl="0" algn="r">
              <a:lnSpc>
                <a:spcPct val="115000"/>
              </a:lnSpc>
              <a:spcBef>
                <a:spcPts val="0"/>
              </a:spcBef>
              <a:spcAft>
                <a:spcPts val="0"/>
              </a:spcAft>
              <a:buNone/>
              <a:defRPr sz="1200">
                <a:latin typeface="Red Hat Display Medium"/>
                <a:ea typeface="Red Hat Display Medium"/>
                <a:cs typeface="Red Hat Display Medium"/>
                <a:sym typeface="Red Hat Display Medium"/>
              </a:defRPr>
            </a:lvl7pPr>
            <a:lvl8pPr lvl="7" rtl="0" algn="r">
              <a:lnSpc>
                <a:spcPct val="115000"/>
              </a:lnSpc>
              <a:spcBef>
                <a:spcPts val="0"/>
              </a:spcBef>
              <a:spcAft>
                <a:spcPts val="0"/>
              </a:spcAft>
              <a:buNone/>
              <a:defRPr sz="1200">
                <a:latin typeface="Red Hat Display Medium"/>
                <a:ea typeface="Red Hat Display Medium"/>
                <a:cs typeface="Red Hat Display Medium"/>
                <a:sym typeface="Red Hat Display Medium"/>
              </a:defRPr>
            </a:lvl8pPr>
            <a:lvl9pPr lvl="8" rtl="0" algn="r">
              <a:lnSpc>
                <a:spcPct val="115000"/>
              </a:lnSpc>
              <a:spcBef>
                <a:spcPts val="0"/>
              </a:spcBef>
              <a:spcAft>
                <a:spcPts val="0"/>
              </a:spcAft>
              <a:buNone/>
              <a:defRPr sz="1200">
                <a:latin typeface="Red Hat Display Medium"/>
                <a:ea typeface="Red Hat Display Medium"/>
                <a:cs typeface="Red Hat Display Medium"/>
                <a:sym typeface="Red Hat Display Medium"/>
              </a:defRPr>
            </a:lvl9pPr>
          </a:lstStyle>
          <a:p/>
        </p:txBody>
      </p:sp>
      <p:sp>
        <p:nvSpPr>
          <p:cNvPr id="1124" name="Google Shape;1124;p89"/>
          <p:cNvSpPr txBox="1"/>
          <p:nvPr>
            <p:ph idx="7" type="subTitle"/>
          </p:nvPr>
        </p:nvSpPr>
        <p:spPr>
          <a:xfrm>
            <a:off x="1713425" y="5158703"/>
            <a:ext cx="2106900" cy="675300"/>
          </a:xfrm>
          <a:prstGeom prst="rect">
            <a:avLst/>
          </a:prstGeom>
        </p:spPr>
        <p:txBody>
          <a:bodyPr anchorCtr="0" anchor="t" bIns="0" lIns="0" spcFirstLastPara="1" rIns="0" wrap="square" tIns="0">
            <a:noAutofit/>
          </a:bodyPr>
          <a:lstStyle>
            <a:lvl1pPr lvl="0" rtl="0" algn="r">
              <a:lnSpc>
                <a:spcPct val="115000"/>
              </a:lnSpc>
              <a:spcBef>
                <a:spcPts val="0"/>
              </a:spcBef>
              <a:spcAft>
                <a:spcPts val="0"/>
              </a:spcAft>
              <a:buNone/>
              <a:defRPr sz="1200"/>
            </a:lvl1pPr>
            <a:lvl2pPr lvl="1" rtl="0" algn="r">
              <a:lnSpc>
                <a:spcPct val="115000"/>
              </a:lnSpc>
              <a:spcBef>
                <a:spcPts val="0"/>
              </a:spcBef>
              <a:spcAft>
                <a:spcPts val="0"/>
              </a:spcAft>
              <a:buNone/>
              <a:defRPr sz="1200"/>
            </a:lvl2pPr>
            <a:lvl3pPr lvl="2" rtl="0" algn="r">
              <a:lnSpc>
                <a:spcPct val="115000"/>
              </a:lnSpc>
              <a:spcBef>
                <a:spcPts val="0"/>
              </a:spcBef>
              <a:spcAft>
                <a:spcPts val="0"/>
              </a:spcAft>
              <a:buNone/>
              <a:defRPr sz="1200"/>
            </a:lvl3pPr>
            <a:lvl4pPr lvl="3" rtl="0" algn="r">
              <a:lnSpc>
                <a:spcPct val="115000"/>
              </a:lnSpc>
              <a:spcBef>
                <a:spcPts val="0"/>
              </a:spcBef>
              <a:spcAft>
                <a:spcPts val="0"/>
              </a:spcAft>
              <a:buNone/>
              <a:defRPr sz="1200"/>
            </a:lvl4pPr>
            <a:lvl5pPr lvl="4" rtl="0" algn="r">
              <a:lnSpc>
                <a:spcPct val="115000"/>
              </a:lnSpc>
              <a:spcBef>
                <a:spcPts val="0"/>
              </a:spcBef>
              <a:spcAft>
                <a:spcPts val="0"/>
              </a:spcAft>
              <a:buNone/>
              <a:defRPr sz="1200"/>
            </a:lvl5pPr>
            <a:lvl6pPr lvl="5" rtl="0" algn="r">
              <a:lnSpc>
                <a:spcPct val="115000"/>
              </a:lnSpc>
              <a:spcBef>
                <a:spcPts val="0"/>
              </a:spcBef>
              <a:spcAft>
                <a:spcPts val="0"/>
              </a:spcAft>
              <a:buNone/>
              <a:defRPr sz="1200"/>
            </a:lvl6pPr>
            <a:lvl7pPr lvl="6" rtl="0" algn="r">
              <a:lnSpc>
                <a:spcPct val="115000"/>
              </a:lnSpc>
              <a:spcBef>
                <a:spcPts val="0"/>
              </a:spcBef>
              <a:spcAft>
                <a:spcPts val="0"/>
              </a:spcAft>
              <a:buNone/>
              <a:defRPr sz="1200"/>
            </a:lvl7pPr>
            <a:lvl8pPr lvl="7" rtl="0" algn="r">
              <a:lnSpc>
                <a:spcPct val="115000"/>
              </a:lnSpc>
              <a:spcBef>
                <a:spcPts val="0"/>
              </a:spcBef>
              <a:spcAft>
                <a:spcPts val="0"/>
              </a:spcAft>
              <a:buNone/>
              <a:defRPr sz="1200"/>
            </a:lvl8pPr>
            <a:lvl9pPr lvl="8" rtl="0" algn="r">
              <a:lnSpc>
                <a:spcPct val="115000"/>
              </a:lnSpc>
              <a:spcBef>
                <a:spcPts val="0"/>
              </a:spcBef>
              <a:spcAft>
                <a:spcPts val="0"/>
              </a:spcAft>
              <a:buNone/>
              <a:defRPr sz="1200"/>
            </a:lvl9pPr>
          </a:lstStyle>
          <a:p/>
        </p:txBody>
      </p:sp>
      <p:sp>
        <p:nvSpPr>
          <p:cNvPr id="1125" name="Google Shape;1125;p89"/>
          <p:cNvSpPr txBox="1"/>
          <p:nvPr>
            <p:ph idx="8"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126" name="Google Shape;1126;p89"/>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127" name="Google Shape;1127;p89"/>
          <p:cNvSpPr txBox="1"/>
          <p:nvPr>
            <p:ph idx="9"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hree callouts">
  <p:cSld name="CUSTOM_4_14">
    <p:spTree>
      <p:nvGrpSpPr>
        <p:cNvPr id="1128" name="Shape 1128"/>
        <p:cNvGrpSpPr/>
        <p:nvPr/>
      </p:nvGrpSpPr>
      <p:grpSpPr>
        <a:xfrm>
          <a:off x="0" y="0"/>
          <a:ext cx="0" cy="0"/>
          <a:chOff x="0" y="0"/>
          <a:chExt cx="0" cy="0"/>
        </a:xfrm>
      </p:grpSpPr>
      <p:sp>
        <p:nvSpPr>
          <p:cNvPr id="1129" name="Google Shape;1129;p90"/>
          <p:cNvSpPr txBox="1"/>
          <p:nvPr>
            <p:ph idx="1" type="subTitle"/>
          </p:nvPr>
        </p:nvSpPr>
        <p:spPr>
          <a:xfrm>
            <a:off x="1008900" y="2436425"/>
            <a:ext cx="3014700" cy="1240800"/>
          </a:xfrm>
          <a:prstGeom prst="rect">
            <a:avLst/>
          </a:prstGeom>
        </p:spPr>
        <p:txBody>
          <a:bodyPr anchorCtr="0" anchor="t" bIns="0" lIns="0" spcFirstLastPara="1" rIns="0" wrap="square" tIns="0">
            <a:noAutofit/>
          </a:bodyPr>
          <a:lstStyle>
            <a:lvl1pPr lvl="0" rtl="0" algn="ctr">
              <a:spcBef>
                <a:spcPts val="0"/>
              </a:spcBef>
              <a:spcAft>
                <a:spcPts val="0"/>
              </a:spcAft>
              <a:buNone/>
              <a:defRPr sz="8000">
                <a:solidFill>
                  <a:schemeClr val="accent1"/>
                </a:solidFill>
              </a:defRPr>
            </a:lvl1pPr>
            <a:lvl2pPr lvl="1" rtl="0" algn="ctr">
              <a:spcBef>
                <a:spcPts val="500"/>
              </a:spcBef>
              <a:spcAft>
                <a:spcPts val="0"/>
              </a:spcAft>
              <a:buNone/>
              <a:defRPr sz="8000">
                <a:solidFill>
                  <a:schemeClr val="accent1"/>
                </a:solidFill>
              </a:defRPr>
            </a:lvl2pPr>
            <a:lvl3pPr lvl="2" rtl="0" algn="ctr">
              <a:spcBef>
                <a:spcPts val="500"/>
              </a:spcBef>
              <a:spcAft>
                <a:spcPts val="0"/>
              </a:spcAft>
              <a:buNone/>
              <a:defRPr sz="8000">
                <a:solidFill>
                  <a:schemeClr val="accent1"/>
                </a:solidFill>
              </a:defRPr>
            </a:lvl3pPr>
            <a:lvl4pPr lvl="3" rtl="0" algn="ctr">
              <a:spcBef>
                <a:spcPts val="500"/>
              </a:spcBef>
              <a:spcAft>
                <a:spcPts val="0"/>
              </a:spcAft>
              <a:buNone/>
              <a:defRPr sz="8000">
                <a:solidFill>
                  <a:schemeClr val="accent1"/>
                </a:solidFill>
              </a:defRPr>
            </a:lvl4pPr>
            <a:lvl5pPr lvl="4" rtl="0" algn="ctr">
              <a:spcBef>
                <a:spcPts val="500"/>
              </a:spcBef>
              <a:spcAft>
                <a:spcPts val="0"/>
              </a:spcAft>
              <a:buNone/>
              <a:defRPr sz="8000">
                <a:solidFill>
                  <a:schemeClr val="accent1"/>
                </a:solidFill>
              </a:defRPr>
            </a:lvl5pPr>
            <a:lvl6pPr lvl="5" rtl="0" algn="ctr">
              <a:spcBef>
                <a:spcPts val="500"/>
              </a:spcBef>
              <a:spcAft>
                <a:spcPts val="0"/>
              </a:spcAft>
              <a:buNone/>
              <a:defRPr sz="8000">
                <a:solidFill>
                  <a:schemeClr val="accent1"/>
                </a:solidFill>
              </a:defRPr>
            </a:lvl6pPr>
            <a:lvl7pPr lvl="6" rtl="0" algn="ctr">
              <a:spcBef>
                <a:spcPts val="500"/>
              </a:spcBef>
              <a:spcAft>
                <a:spcPts val="0"/>
              </a:spcAft>
              <a:buNone/>
              <a:defRPr sz="8000">
                <a:solidFill>
                  <a:schemeClr val="accent1"/>
                </a:solidFill>
              </a:defRPr>
            </a:lvl7pPr>
            <a:lvl8pPr lvl="7" rtl="0" algn="ctr">
              <a:spcBef>
                <a:spcPts val="500"/>
              </a:spcBef>
              <a:spcAft>
                <a:spcPts val="0"/>
              </a:spcAft>
              <a:buNone/>
              <a:defRPr sz="8000">
                <a:solidFill>
                  <a:schemeClr val="accent1"/>
                </a:solidFill>
              </a:defRPr>
            </a:lvl8pPr>
            <a:lvl9pPr lvl="8" rtl="0" algn="ctr">
              <a:spcBef>
                <a:spcPts val="500"/>
              </a:spcBef>
              <a:spcAft>
                <a:spcPts val="500"/>
              </a:spcAft>
              <a:buNone/>
              <a:defRPr sz="8000">
                <a:solidFill>
                  <a:schemeClr val="accent1"/>
                </a:solidFill>
              </a:defRPr>
            </a:lvl9pPr>
          </a:lstStyle>
          <a:p/>
        </p:txBody>
      </p:sp>
      <p:sp>
        <p:nvSpPr>
          <p:cNvPr id="1130" name="Google Shape;1130;p90"/>
          <p:cNvSpPr txBox="1"/>
          <p:nvPr>
            <p:ph idx="2" type="subTitle"/>
          </p:nvPr>
        </p:nvSpPr>
        <p:spPr>
          <a:xfrm>
            <a:off x="4588650" y="2436425"/>
            <a:ext cx="3014700" cy="1240800"/>
          </a:xfrm>
          <a:prstGeom prst="rect">
            <a:avLst/>
          </a:prstGeom>
        </p:spPr>
        <p:txBody>
          <a:bodyPr anchorCtr="0" anchor="t" bIns="0" lIns="0" spcFirstLastPara="1" rIns="0" wrap="square" tIns="0">
            <a:noAutofit/>
          </a:bodyPr>
          <a:lstStyle>
            <a:lvl1pPr lvl="0" rtl="0" algn="ctr">
              <a:spcBef>
                <a:spcPts val="0"/>
              </a:spcBef>
              <a:spcAft>
                <a:spcPts val="0"/>
              </a:spcAft>
              <a:buNone/>
              <a:defRPr sz="8000">
                <a:solidFill>
                  <a:schemeClr val="accent1"/>
                </a:solidFill>
              </a:defRPr>
            </a:lvl1pPr>
            <a:lvl2pPr lvl="1" rtl="0" algn="ctr">
              <a:spcBef>
                <a:spcPts val="500"/>
              </a:spcBef>
              <a:spcAft>
                <a:spcPts val="0"/>
              </a:spcAft>
              <a:buNone/>
              <a:defRPr sz="8000">
                <a:solidFill>
                  <a:schemeClr val="accent1"/>
                </a:solidFill>
              </a:defRPr>
            </a:lvl2pPr>
            <a:lvl3pPr lvl="2" rtl="0" algn="ctr">
              <a:spcBef>
                <a:spcPts val="500"/>
              </a:spcBef>
              <a:spcAft>
                <a:spcPts val="0"/>
              </a:spcAft>
              <a:buNone/>
              <a:defRPr sz="8000">
                <a:solidFill>
                  <a:schemeClr val="accent1"/>
                </a:solidFill>
              </a:defRPr>
            </a:lvl3pPr>
            <a:lvl4pPr lvl="3" rtl="0" algn="ctr">
              <a:spcBef>
                <a:spcPts val="500"/>
              </a:spcBef>
              <a:spcAft>
                <a:spcPts val="0"/>
              </a:spcAft>
              <a:buNone/>
              <a:defRPr sz="8000">
                <a:solidFill>
                  <a:schemeClr val="accent1"/>
                </a:solidFill>
              </a:defRPr>
            </a:lvl4pPr>
            <a:lvl5pPr lvl="4" rtl="0" algn="ctr">
              <a:spcBef>
                <a:spcPts val="500"/>
              </a:spcBef>
              <a:spcAft>
                <a:spcPts val="0"/>
              </a:spcAft>
              <a:buNone/>
              <a:defRPr sz="8000">
                <a:solidFill>
                  <a:schemeClr val="accent1"/>
                </a:solidFill>
              </a:defRPr>
            </a:lvl5pPr>
            <a:lvl6pPr lvl="5" rtl="0" algn="ctr">
              <a:spcBef>
                <a:spcPts val="500"/>
              </a:spcBef>
              <a:spcAft>
                <a:spcPts val="0"/>
              </a:spcAft>
              <a:buNone/>
              <a:defRPr sz="8000">
                <a:solidFill>
                  <a:schemeClr val="accent1"/>
                </a:solidFill>
              </a:defRPr>
            </a:lvl6pPr>
            <a:lvl7pPr lvl="6" rtl="0" algn="ctr">
              <a:spcBef>
                <a:spcPts val="500"/>
              </a:spcBef>
              <a:spcAft>
                <a:spcPts val="0"/>
              </a:spcAft>
              <a:buNone/>
              <a:defRPr sz="8000">
                <a:solidFill>
                  <a:schemeClr val="accent1"/>
                </a:solidFill>
              </a:defRPr>
            </a:lvl7pPr>
            <a:lvl8pPr lvl="7" rtl="0" algn="ctr">
              <a:spcBef>
                <a:spcPts val="500"/>
              </a:spcBef>
              <a:spcAft>
                <a:spcPts val="0"/>
              </a:spcAft>
              <a:buNone/>
              <a:defRPr sz="8000">
                <a:solidFill>
                  <a:schemeClr val="accent1"/>
                </a:solidFill>
              </a:defRPr>
            </a:lvl8pPr>
            <a:lvl9pPr lvl="8" rtl="0" algn="ctr">
              <a:spcBef>
                <a:spcPts val="500"/>
              </a:spcBef>
              <a:spcAft>
                <a:spcPts val="500"/>
              </a:spcAft>
              <a:buNone/>
              <a:defRPr sz="8000">
                <a:solidFill>
                  <a:schemeClr val="accent1"/>
                </a:solidFill>
              </a:defRPr>
            </a:lvl9pPr>
          </a:lstStyle>
          <a:p/>
        </p:txBody>
      </p:sp>
      <p:sp>
        <p:nvSpPr>
          <p:cNvPr id="1131" name="Google Shape;1131;p90"/>
          <p:cNvSpPr txBox="1"/>
          <p:nvPr>
            <p:ph idx="3" type="subTitle"/>
          </p:nvPr>
        </p:nvSpPr>
        <p:spPr>
          <a:xfrm>
            <a:off x="8168350" y="2436425"/>
            <a:ext cx="3014700" cy="1240800"/>
          </a:xfrm>
          <a:prstGeom prst="rect">
            <a:avLst/>
          </a:prstGeom>
        </p:spPr>
        <p:txBody>
          <a:bodyPr anchorCtr="0" anchor="t" bIns="0" lIns="0" spcFirstLastPara="1" rIns="0" wrap="square" tIns="0">
            <a:noAutofit/>
          </a:bodyPr>
          <a:lstStyle>
            <a:lvl1pPr lvl="0" rtl="0" algn="ctr">
              <a:spcBef>
                <a:spcPts val="0"/>
              </a:spcBef>
              <a:spcAft>
                <a:spcPts val="0"/>
              </a:spcAft>
              <a:buNone/>
              <a:defRPr sz="8000">
                <a:solidFill>
                  <a:schemeClr val="accent1"/>
                </a:solidFill>
              </a:defRPr>
            </a:lvl1pPr>
            <a:lvl2pPr lvl="1" rtl="0" algn="ctr">
              <a:spcBef>
                <a:spcPts val="500"/>
              </a:spcBef>
              <a:spcAft>
                <a:spcPts val="0"/>
              </a:spcAft>
              <a:buNone/>
              <a:defRPr sz="8000">
                <a:solidFill>
                  <a:schemeClr val="accent1"/>
                </a:solidFill>
              </a:defRPr>
            </a:lvl2pPr>
            <a:lvl3pPr lvl="2" rtl="0" algn="ctr">
              <a:spcBef>
                <a:spcPts val="500"/>
              </a:spcBef>
              <a:spcAft>
                <a:spcPts val="0"/>
              </a:spcAft>
              <a:buNone/>
              <a:defRPr sz="8000">
                <a:solidFill>
                  <a:schemeClr val="accent1"/>
                </a:solidFill>
              </a:defRPr>
            </a:lvl3pPr>
            <a:lvl4pPr lvl="3" rtl="0" algn="ctr">
              <a:spcBef>
                <a:spcPts val="500"/>
              </a:spcBef>
              <a:spcAft>
                <a:spcPts val="0"/>
              </a:spcAft>
              <a:buNone/>
              <a:defRPr sz="8000">
                <a:solidFill>
                  <a:schemeClr val="accent1"/>
                </a:solidFill>
              </a:defRPr>
            </a:lvl4pPr>
            <a:lvl5pPr lvl="4" rtl="0" algn="ctr">
              <a:spcBef>
                <a:spcPts val="500"/>
              </a:spcBef>
              <a:spcAft>
                <a:spcPts val="0"/>
              </a:spcAft>
              <a:buNone/>
              <a:defRPr sz="8000">
                <a:solidFill>
                  <a:schemeClr val="accent1"/>
                </a:solidFill>
              </a:defRPr>
            </a:lvl5pPr>
            <a:lvl6pPr lvl="5" rtl="0" algn="ctr">
              <a:spcBef>
                <a:spcPts val="500"/>
              </a:spcBef>
              <a:spcAft>
                <a:spcPts val="0"/>
              </a:spcAft>
              <a:buNone/>
              <a:defRPr sz="8000">
                <a:solidFill>
                  <a:schemeClr val="accent1"/>
                </a:solidFill>
              </a:defRPr>
            </a:lvl6pPr>
            <a:lvl7pPr lvl="6" rtl="0" algn="ctr">
              <a:spcBef>
                <a:spcPts val="500"/>
              </a:spcBef>
              <a:spcAft>
                <a:spcPts val="0"/>
              </a:spcAft>
              <a:buNone/>
              <a:defRPr sz="8000">
                <a:solidFill>
                  <a:schemeClr val="accent1"/>
                </a:solidFill>
              </a:defRPr>
            </a:lvl7pPr>
            <a:lvl8pPr lvl="7" rtl="0" algn="ctr">
              <a:spcBef>
                <a:spcPts val="500"/>
              </a:spcBef>
              <a:spcAft>
                <a:spcPts val="0"/>
              </a:spcAft>
              <a:buNone/>
              <a:defRPr sz="8000">
                <a:solidFill>
                  <a:schemeClr val="accent1"/>
                </a:solidFill>
              </a:defRPr>
            </a:lvl8pPr>
            <a:lvl9pPr lvl="8" rtl="0" algn="ctr">
              <a:spcBef>
                <a:spcPts val="500"/>
              </a:spcBef>
              <a:spcAft>
                <a:spcPts val="500"/>
              </a:spcAft>
              <a:buNone/>
              <a:defRPr sz="8000">
                <a:solidFill>
                  <a:schemeClr val="accent1"/>
                </a:solidFill>
              </a:defRPr>
            </a:lvl9pPr>
          </a:lstStyle>
          <a:p/>
        </p:txBody>
      </p:sp>
      <p:cxnSp>
        <p:nvCxnSpPr>
          <p:cNvPr id="1132" name="Google Shape;1132;p9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133" name="Google Shape;1133;p90"/>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134" name="Google Shape;1134;p9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135" name="Google Shape;1135;p90"/>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136" name="Google Shape;1136;p90"/>
          <p:cNvSpPr txBox="1"/>
          <p:nvPr>
            <p:ph idx="4"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1137" name="Google Shape;1137;p90"/>
          <p:cNvCxnSpPr/>
          <p:nvPr/>
        </p:nvCxnSpPr>
        <p:spPr>
          <a:xfrm>
            <a:off x="4306145" y="2661025"/>
            <a:ext cx="0" cy="2556600"/>
          </a:xfrm>
          <a:prstGeom prst="straightConnector1">
            <a:avLst/>
          </a:prstGeom>
          <a:noFill/>
          <a:ln cap="flat" cmpd="sng" w="9525">
            <a:solidFill>
              <a:schemeClr val="dk2"/>
            </a:solidFill>
            <a:prstDash val="dot"/>
            <a:round/>
            <a:headEnd len="med" w="med" type="none"/>
            <a:tailEnd len="med" w="med" type="none"/>
          </a:ln>
        </p:spPr>
      </p:cxnSp>
      <p:cxnSp>
        <p:nvCxnSpPr>
          <p:cNvPr id="1138" name="Google Shape;1138;p90"/>
          <p:cNvCxnSpPr/>
          <p:nvPr/>
        </p:nvCxnSpPr>
        <p:spPr>
          <a:xfrm>
            <a:off x="7885845" y="2661025"/>
            <a:ext cx="0" cy="2556600"/>
          </a:xfrm>
          <a:prstGeom prst="straightConnector1">
            <a:avLst/>
          </a:prstGeom>
          <a:noFill/>
          <a:ln cap="flat" cmpd="sng" w="9525">
            <a:solidFill>
              <a:schemeClr val="dk2"/>
            </a:solidFill>
            <a:prstDash val="dot"/>
            <a:round/>
            <a:headEnd len="med" w="med" type="none"/>
            <a:tailEnd len="med" w="med" type="none"/>
          </a:ln>
        </p:spPr>
      </p:cxnSp>
      <p:sp>
        <p:nvSpPr>
          <p:cNvPr id="1139" name="Google Shape;1139;p90"/>
          <p:cNvSpPr txBox="1"/>
          <p:nvPr>
            <p:ph idx="5" type="subTitle"/>
          </p:nvPr>
        </p:nvSpPr>
        <p:spPr>
          <a:xfrm>
            <a:off x="4468300" y="3677200"/>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140" name="Google Shape;1140;p90"/>
          <p:cNvSpPr txBox="1"/>
          <p:nvPr>
            <p:ph idx="6" type="subTitle"/>
          </p:nvPr>
        </p:nvSpPr>
        <p:spPr>
          <a:xfrm>
            <a:off x="4468400" y="4166425"/>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141" name="Google Shape;1141;p90"/>
          <p:cNvSpPr txBox="1"/>
          <p:nvPr>
            <p:ph idx="7" type="subTitle"/>
          </p:nvPr>
        </p:nvSpPr>
        <p:spPr>
          <a:xfrm>
            <a:off x="8048000" y="3677200"/>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142" name="Google Shape;1142;p90"/>
          <p:cNvSpPr txBox="1"/>
          <p:nvPr>
            <p:ph idx="8" type="subTitle"/>
          </p:nvPr>
        </p:nvSpPr>
        <p:spPr>
          <a:xfrm>
            <a:off x="8048100" y="4166425"/>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143" name="Google Shape;1143;p90"/>
          <p:cNvSpPr txBox="1"/>
          <p:nvPr>
            <p:ph idx="9" type="subTitle"/>
          </p:nvPr>
        </p:nvSpPr>
        <p:spPr>
          <a:xfrm>
            <a:off x="888600" y="3677200"/>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144" name="Google Shape;1144;p90"/>
          <p:cNvSpPr txBox="1"/>
          <p:nvPr>
            <p:ph idx="13" type="subTitle"/>
          </p:nvPr>
        </p:nvSpPr>
        <p:spPr>
          <a:xfrm>
            <a:off x="888700" y="4166425"/>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145" name="Google Shape;1145;p90"/>
          <p:cNvSpPr txBox="1"/>
          <p:nvPr>
            <p:ph idx="14"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146" name="Google Shape;1146;p90"/>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147" name="Google Shape;1147;p90"/>
          <p:cNvSpPr txBox="1"/>
          <p:nvPr>
            <p:ph idx="15"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callouts">
  <p:cSld name="CUSTOM_4_13">
    <p:spTree>
      <p:nvGrpSpPr>
        <p:cNvPr id="1148" name="Shape 1148"/>
        <p:cNvGrpSpPr/>
        <p:nvPr/>
      </p:nvGrpSpPr>
      <p:grpSpPr>
        <a:xfrm>
          <a:off x="0" y="0"/>
          <a:ext cx="0" cy="0"/>
          <a:chOff x="0" y="0"/>
          <a:chExt cx="0" cy="0"/>
        </a:xfrm>
      </p:grpSpPr>
      <p:sp>
        <p:nvSpPr>
          <p:cNvPr id="1149" name="Google Shape;1149;p91"/>
          <p:cNvSpPr txBox="1"/>
          <p:nvPr>
            <p:ph idx="1" type="subTitle"/>
          </p:nvPr>
        </p:nvSpPr>
        <p:spPr>
          <a:xfrm>
            <a:off x="4555550" y="2436425"/>
            <a:ext cx="3014700" cy="1240800"/>
          </a:xfrm>
          <a:prstGeom prst="rect">
            <a:avLst/>
          </a:prstGeom>
        </p:spPr>
        <p:txBody>
          <a:bodyPr anchorCtr="0" anchor="t" bIns="0" lIns="0" spcFirstLastPara="1" rIns="0" wrap="square" tIns="0">
            <a:noAutofit/>
          </a:bodyPr>
          <a:lstStyle>
            <a:lvl1pPr lvl="0">
              <a:spcBef>
                <a:spcPts val="0"/>
              </a:spcBef>
              <a:spcAft>
                <a:spcPts val="0"/>
              </a:spcAft>
              <a:buNone/>
              <a:defRPr sz="8000">
                <a:solidFill>
                  <a:schemeClr val="accent1"/>
                </a:solidFill>
              </a:defRPr>
            </a:lvl1pPr>
            <a:lvl2pPr lvl="1">
              <a:spcBef>
                <a:spcPts val="500"/>
              </a:spcBef>
              <a:spcAft>
                <a:spcPts val="0"/>
              </a:spcAft>
              <a:buNone/>
              <a:defRPr sz="8000">
                <a:solidFill>
                  <a:schemeClr val="accent1"/>
                </a:solidFill>
              </a:defRPr>
            </a:lvl2pPr>
            <a:lvl3pPr lvl="2">
              <a:spcBef>
                <a:spcPts val="500"/>
              </a:spcBef>
              <a:spcAft>
                <a:spcPts val="0"/>
              </a:spcAft>
              <a:buNone/>
              <a:defRPr sz="8000">
                <a:solidFill>
                  <a:schemeClr val="accent1"/>
                </a:solidFill>
              </a:defRPr>
            </a:lvl3pPr>
            <a:lvl4pPr lvl="3">
              <a:spcBef>
                <a:spcPts val="500"/>
              </a:spcBef>
              <a:spcAft>
                <a:spcPts val="0"/>
              </a:spcAft>
              <a:buNone/>
              <a:defRPr sz="8000">
                <a:solidFill>
                  <a:schemeClr val="accent1"/>
                </a:solidFill>
              </a:defRPr>
            </a:lvl4pPr>
            <a:lvl5pPr lvl="4">
              <a:spcBef>
                <a:spcPts val="500"/>
              </a:spcBef>
              <a:spcAft>
                <a:spcPts val="0"/>
              </a:spcAft>
              <a:buNone/>
              <a:defRPr sz="8000">
                <a:solidFill>
                  <a:schemeClr val="accent1"/>
                </a:solidFill>
              </a:defRPr>
            </a:lvl5pPr>
            <a:lvl6pPr lvl="5">
              <a:spcBef>
                <a:spcPts val="500"/>
              </a:spcBef>
              <a:spcAft>
                <a:spcPts val="0"/>
              </a:spcAft>
              <a:buNone/>
              <a:defRPr sz="8000">
                <a:solidFill>
                  <a:schemeClr val="accent1"/>
                </a:solidFill>
              </a:defRPr>
            </a:lvl6pPr>
            <a:lvl7pPr lvl="6">
              <a:spcBef>
                <a:spcPts val="500"/>
              </a:spcBef>
              <a:spcAft>
                <a:spcPts val="0"/>
              </a:spcAft>
              <a:buNone/>
              <a:defRPr sz="8000">
                <a:solidFill>
                  <a:schemeClr val="accent1"/>
                </a:solidFill>
              </a:defRPr>
            </a:lvl7pPr>
            <a:lvl8pPr lvl="7">
              <a:spcBef>
                <a:spcPts val="500"/>
              </a:spcBef>
              <a:spcAft>
                <a:spcPts val="0"/>
              </a:spcAft>
              <a:buNone/>
              <a:defRPr sz="8000">
                <a:solidFill>
                  <a:schemeClr val="accent1"/>
                </a:solidFill>
              </a:defRPr>
            </a:lvl8pPr>
            <a:lvl9pPr lvl="8">
              <a:spcBef>
                <a:spcPts val="500"/>
              </a:spcBef>
              <a:spcAft>
                <a:spcPts val="500"/>
              </a:spcAft>
              <a:buNone/>
              <a:defRPr sz="8000">
                <a:solidFill>
                  <a:schemeClr val="accent1"/>
                </a:solidFill>
              </a:defRPr>
            </a:lvl9pPr>
          </a:lstStyle>
          <a:p/>
        </p:txBody>
      </p:sp>
      <p:sp>
        <p:nvSpPr>
          <p:cNvPr id="1150" name="Google Shape;1150;p91"/>
          <p:cNvSpPr txBox="1"/>
          <p:nvPr>
            <p:ph idx="2" type="subTitle"/>
          </p:nvPr>
        </p:nvSpPr>
        <p:spPr>
          <a:xfrm>
            <a:off x="7972925" y="2436425"/>
            <a:ext cx="3014700" cy="1240800"/>
          </a:xfrm>
          <a:prstGeom prst="rect">
            <a:avLst/>
          </a:prstGeom>
        </p:spPr>
        <p:txBody>
          <a:bodyPr anchorCtr="0" anchor="t" bIns="0" lIns="0" spcFirstLastPara="1" rIns="0" wrap="square" tIns="0">
            <a:noAutofit/>
          </a:bodyPr>
          <a:lstStyle>
            <a:lvl1pPr lvl="0" rtl="0">
              <a:spcBef>
                <a:spcPts val="0"/>
              </a:spcBef>
              <a:spcAft>
                <a:spcPts val="0"/>
              </a:spcAft>
              <a:buNone/>
              <a:defRPr sz="8000">
                <a:solidFill>
                  <a:schemeClr val="accent1"/>
                </a:solidFill>
              </a:defRPr>
            </a:lvl1pPr>
            <a:lvl2pPr lvl="1" rtl="0">
              <a:spcBef>
                <a:spcPts val="500"/>
              </a:spcBef>
              <a:spcAft>
                <a:spcPts val="0"/>
              </a:spcAft>
              <a:buNone/>
              <a:defRPr sz="8000">
                <a:solidFill>
                  <a:schemeClr val="accent1"/>
                </a:solidFill>
              </a:defRPr>
            </a:lvl2pPr>
            <a:lvl3pPr lvl="2" rtl="0">
              <a:spcBef>
                <a:spcPts val="500"/>
              </a:spcBef>
              <a:spcAft>
                <a:spcPts val="0"/>
              </a:spcAft>
              <a:buNone/>
              <a:defRPr sz="8000">
                <a:solidFill>
                  <a:schemeClr val="accent1"/>
                </a:solidFill>
              </a:defRPr>
            </a:lvl3pPr>
            <a:lvl4pPr lvl="3" rtl="0">
              <a:spcBef>
                <a:spcPts val="500"/>
              </a:spcBef>
              <a:spcAft>
                <a:spcPts val="0"/>
              </a:spcAft>
              <a:buNone/>
              <a:defRPr sz="8000">
                <a:solidFill>
                  <a:schemeClr val="accent1"/>
                </a:solidFill>
              </a:defRPr>
            </a:lvl4pPr>
            <a:lvl5pPr lvl="4" rtl="0">
              <a:spcBef>
                <a:spcPts val="500"/>
              </a:spcBef>
              <a:spcAft>
                <a:spcPts val="0"/>
              </a:spcAft>
              <a:buNone/>
              <a:defRPr sz="8000">
                <a:solidFill>
                  <a:schemeClr val="accent1"/>
                </a:solidFill>
              </a:defRPr>
            </a:lvl5pPr>
            <a:lvl6pPr lvl="5" rtl="0">
              <a:spcBef>
                <a:spcPts val="500"/>
              </a:spcBef>
              <a:spcAft>
                <a:spcPts val="0"/>
              </a:spcAft>
              <a:buNone/>
              <a:defRPr sz="8000">
                <a:solidFill>
                  <a:schemeClr val="accent1"/>
                </a:solidFill>
              </a:defRPr>
            </a:lvl6pPr>
            <a:lvl7pPr lvl="6" rtl="0">
              <a:spcBef>
                <a:spcPts val="500"/>
              </a:spcBef>
              <a:spcAft>
                <a:spcPts val="0"/>
              </a:spcAft>
              <a:buNone/>
              <a:defRPr sz="8000">
                <a:solidFill>
                  <a:schemeClr val="accent1"/>
                </a:solidFill>
              </a:defRPr>
            </a:lvl7pPr>
            <a:lvl8pPr lvl="7" rtl="0">
              <a:spcBef>
                <a:spcPts val="500"/>
              </a:spcBef>
              <a:spcAft>
                <a:spcPts val="0"/>
              </a:spcAft>
              <a:buNone/>
              <a:defRPr sz="8000">
                <a:solidFill>
                  <a:schemeClr val="accent1"/>
                </a:solidFill>
              </a:defRPr>
            </a:lvl8pPr>
            <a:lvl9pPr lvl="8" rtl="0">
              <a:spcBef>
                <a:spcPts val="500"/>
              </a:spcBef>
              <a:spcAft>
                <a:spcPts val="500"/>
              </a:spcAft>
              <a:buNone/>
              <a:defRPr sz="8000">
                <a:solidFill>
                  <a:schemeClr val="accent1"/>
                </a:solidFill>
              </a:defRPr>
            </a:lvl9pPr>
          </a:lstStyle>
          <a:p/>
        </p:txBody>
      </p:sp>
      <p:cxnSp>
        <p:nvCxnSpPr>
          <p:cNvPr id="1151" name="Google Shape;1151;p9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152" name="Google Shape;1152;p9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153" name="Google Shape;1153;p9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154" name="Google Shape;1154;p91"/>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155" name="Google Shape;1155;p91"/>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156" name="Google Shape;1156;p91"/>
          <p:cNvSpPr txBox="1"/>
          <p:nvPr>
            <p:ph idx="4" type="subTitle"/>
          </p:nvPr>
        </p:nvSpPr>
        <p:spPr>
          <a:xfrm>
            <a:off x="887800" y="2596700"/>
            <a:ext cx="3182700" cy="2668800"/>
          </a:xfrm>
          <a:prstGeom prst="rect">
            <a:avLst/>
          </a:prstGeom>
        </p:spPr>
        <p:txBody>
          <a:bodyPr anchorCtr="0" anchor="t" bIns="0" lIns="0" spcFirstLastPara="1" rIns="0" wrap="square" tIns="0">
            <a:noAutofit/>
          </a:bodyPr>
          <a:lstStyle>
            <a:lvl1pPr lvl="0"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cxnSp>
        <p:nvCxnSpPr>
          <p:cNvPr id="1157" name="Google Shape;1157;p91"/>
          <p:cNvCxnSpPr/>
          <p:nvPr/>
        </p:nvCxnSpPr>
        <p:spPr>
          <a:xfrm>
            <a:off x="7885850" y="3677350"/>
            <a:ext cx="0" cy="1404600"/>
          </a:xfrm>
          <a:prstGeom prst="straightConnector1">
            <a:avLst/>
          </a:prstGeom>
          <a:noFill/>
          <a:ln cap="flat" cmpd="sng" w="9525">
            <a:solidFill>
              <a:schemeClr val="dk2"/>
            </a:solidFill>
            <a:prstDash val="dot"/>
            <a:round/>
            <a:headEnd len="med" w="med" type="none"/>
            <a:tailEnd len="med" w="med" type="none"/>
          </a:ln>
        </p:spPr>
      </p:cxnSp>
      <p:sp>
        <p:nvSpPr>
          <p:cNvPr id="1158" name="Google Shape;1158;p91"/>
          <p:cNvSpPr txBox="1"/>
          <p:nvPr>
            <p:ph idx="5" type="subTitle"/>
          </p:nvPr>
        </p:nvSpPr>
        <p:spPr>
          <a:xfrm>
            <a:off x="4620750" y="3677388"/>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159" name="Google Shape;1159;p91"/>
          <p:cNvSpPr txBox="1"/>
          <p:nvPr>
            <p:ph idx="6" type="subTitle"/>
          </p:nvPr>
        </p:nvSpPr>
        <p:spPr>
          <a:xfrm>
            <a:off x="4620750" y="4166613"/>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1160" name="Google Shape;1160;p91"/>
          <p:cNvSpPr txBox="1"/>
          <p:nvPr>
            <p:ph idx="7" type="subTitle"/>
          </p:nvPr>
        </p:nvSpPr>
        <p:spPr>
          <a:xfrm>
            <a:off x="8051175" y="3677388"/>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161" name="Google Shape;1161;p91"/>
          <p:cNvSpPr txBox="1"/>
          <p:nvPr>
            <p:ph idx="8" type="subTitle"/>
          </p:nvPr>
        </p:nvSpPr>
        <p:spPr>
          <a:xfrm>
            <a:off x="8051175" y="4166613"/>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1162" name="Google Shape;1162;p91"/>
          <p:cNvSpPr txBox="1"/>
          <p:nvPr>
            <p:ph idx="9"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163" name="Google Shape;1163;p91"/>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164" name="Google Shape;1164;p91"/>
          <p:cNvSpPr txBox="1"/>
          <p:nvPr>
            <p:ph idx="13"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pies">
  <p:cSld name="CUSTOM_4_12">
    <p:spTree>
      <p:nvGrpSpPr>
        <p:cNvPr id="1165" name="Shape 1165"/>
        <p:cNvGrpSpPr/>
        <p:nvPr/>
      </p:nvGrpSpPr>
      <p:grpSpPr>
        <a:xfrm>
          <a:off x="0" y="0"/>
          <a:ext cx="0" cy="0"/>
          <a:chOff x="0" y="0"/>
          <a:chExt cx="0" cy="0"/>
        </a:xfrm>
      </p:grpSpPr>
      <p:cxnSp>
        <p:nvCxnSpPr>
          <p:cNvPr id="1166" name="Google Shape;1166;p9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167" name="Google Shape;1167;p92"/>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168" name="Google Shape;1168;p9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169" name="Google Shape;1169;p92"/>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170" name="Google Shape;1170;p92"/>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1171" name="Google Shape;1171;p92"/>
          <p:cNvCxnSpPr/>
          <p:nvPr/>
        </p:nvCxnSpPr>
        <p:spPr>
          <a:xfrm>
            <a:off x="7885850" y="4439350"/>
            <a:ext cx="0" cy="1404600"/>
          </a:xfrm>
          <a:prstGeom prst="straightConnector1">
            <a:avLst/>
          </a:prstGeom>
          <a:noFill/>
          <a:ln cap="flat" cmpd="sng" w="9525">
            <a:solidFill>
              <a:schemeClr val="dk2"/>
            </a:solidFill>
            <a:prstDash val="dot"/>
            <a:round/>
            <a:headEnd len="med" w="med" type="none"/>
            <a:tailEnd len="med" w="med" type="none"/>
          </a:ln>
        </p:spPr>
      </p:cxnSp>
      <p:sp>
        <p:nvSpPr>
          <p:cNvPr id="1172" name="Google Shape;1172;p92"/>
          <p:cNvSpPr txBox="1"/>
          <p:nvPr>
            <p:ph idx="2" type="subTitle"/>
          </p:nvPr>
        </p:nvSpPr>
        <p:spPr>
          <a:xfrm>
            <a:off x="887800" y="2596700"/>
            <a:ext cx="3182700" cy="2668800"/>
          </a:xfrm>
          <a:prstGeom prst="rect">
            <a:avLst/>
          </a:prstGeom>
        </p:spPr>
        <p:txBody>
          <a:bodyPr anchorCtr="0" anchor="t" bIns="0" lIns="0" spcFirstLastPara="1" rIns="0" wrap="square" tIns="0">
            <a:noAutofit/>
          </a:bodyPr>
          <a:lstStyle>
            <a:lvl1pPr lvl="0"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sp>
        <p:nvSpPr>
          <p:cNvPr id="1173" name="Google Shape;1173;p92"/>
          <p:cNvSpPr txBox="1"/>
          <p:nvPr>
            <p:ph idx="3" type="subTitle"/>
          </p:nvPr>
        </p:nvSpPr>
        <p:spPr>
          <a:xfrm>
            <a:off x="4620750" y="4439350"/>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174" name="Google Shape;1174;p92"/>
          <p:cNvSpPr txBox="1"/>
          <p:nvPr>
            <p:ph idx="4" type="subTitle"/>
          </p:nvPr>
        </p:nvSpPr>
        <p:spPr>
          <a:xfrm>
            <a:off x="4620750" y="4928575"/>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1175" name="Google Shape;1175;p92"/>
          <p:cNvSpPr txBox="1"/>
          <p:nvPr>
            <p:ph idx="5" type="subTitle"/>
          </p:nvPr>
        </p:nvSpPr>
        <p:spPr>
          <a:xfrm>
            <a:off x="8051175" y="4439350"/>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176" name="Google Shape;1176;p92"/>
          <p:cNvSpPr txBox="1"/>
          <p:nvPr>
            <p:ph idx="6" type="subTitle"/>
          </p:nvPr>
        </p:nvSpPr>
        <p:spPr>
          <a:xfrm>
            <a:off x="8051175" y="4928575"/>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1177" name="Google Shape;1177;p92"/>
          <p:cNvSpPr txBox="1"/>
          <p:nvPr>
            <p:ph idx="7"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178" name="Google Shape;1178;p92"/>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179" name="Google Shape;1179;p92"/>
          <p:cNvSpPr txBox="1"/>
          <p:nvPr>
            <p:ph idx="8"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large pie">
  <p:cSld name="CUSTOM_4_11">
    <p:spTree>
      <p:nvGrpSpPr>
        <p:cNvPr id="1180" name="Shape 1180"/>
        <p:cNvGrpSpPr/>
        <p:nvPr/>
      </p:nvGrpSpPr>
      <p:grpSpPr>
        <a:xfrm>
          <a:off x="0" y="0"/>
          <a:ext cx="0" cy="0"/>
          <a:chOff x="0" y="0"/>
          <a:chExt cx="0" cy="0"/>
        </a:xfrm>
      </p:grpSpPr>
      <p:cxnSp>
        <p:nvCxnSpPr>
          <p:cNvPr id="1181" name="Google Shape;1181;p9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182" name="Google Shape;1182;p93"/>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183" name="Google Shape;1183;p9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184" name="Google Shape;1184;p93"/>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185" name="Google Shape;1185;p93"/>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186" name="Google Shape;1186;p93"/>
          <p:cNvSpPr txBox="1"/>
          <p:nvPr>
            <p:ph idx="2" type="subTitle"/>
          </p:nvPr>
        </p:nvSpPr>
        <p:spPr>
          <a:xfrm>
            <a:off x="887800" y="2596700"/>
            <a:ext cx="3182700" cy="2668800"/>
          </a:xfrm>
          <a:prstGeom prst="rect">
            <a:avLst/>
          </a:prstGeom>
        </p:spPr>
        <p:txBody>
          <a:bodyPr anchorCtr="0" anchor="t" bIns="0" lIns="0" spcFirstLastPara="1" rIns="0" wrap="square" tIns="0">
            <a:noAutofit/>
          </a:bodyPr>
          <a:lstStyle>
            <a:lvl1pPr lvl="0"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sp>
        <p:nvSpPr>
          <p:cNvPr id="1187" name="Google Shape;1187;p93"/>
          <p:cNvSpPr txBox="1"/>
          <p:nvPr>
            <p:ph idx="3" type="subTitle"/>
          </p:nvPr>
        </p:nvSpPr>
        <p:spPr>
          <a:xfrm>
            <a:off x="9078238" y="3048425"/>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1188" name="Google Shape;1188;p93"/>
          <p:cNvSpPr txBox="1"/>
          <p:nvPr>
            <p:ph idx="4" type="subTitle"/>
          </p:nvPr>
        </p:nvSpPr>
        <p:spPr>
          <a:xfrm>
            <a:off x="10284513" y="3048425"/>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1189" name="Google Shape;1189;p93"/>
          <p:cNvSpPr txBox="1"/>
          <p:nvPr>
            <p:ph idx="5" type="subTitle"/>
          </p:nvPr>
        </p:nvSpPr>
        <p:spPr>
          <a:xfrm>
            <a:off x="9078238" y="3841627"/>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1190" name="Google Shape;1190;p93"/>
          <p:cNvSpPr txBox="1"/>
          <p:nvPr>
            <p:ph idx="6" type="subTitle"/>
          </p:nvPr>
        </p:nvSpPr>
        <p:spPr>
          <a:xfrm>
            <a:off x="10284513" y="3841627"/>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1191" name="Google Shape;1191;p93"/>
          <p:cNvSpPr txBox="1"/>
          <p:nvPr>
            <p:ph idx="7" type="subTitle"/>
          </p:nvPr>
        </p:nvSpPr>
        <p:spPr>
          <a:xfrm>
            <a:off x="9078238" y="4603527"/>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1192" name="Google Shape;1192;p93"/>
          <p:cNvSpPr txBox="1"/>
          <p:nvPr>
            <p:ph idx="8" type="subTitle"/>
          </p:nvPr>
        </p:nvSpPr>
        <p:spPr>
          <a:xfrm>
            <a:off x="10284513" y="4603527"/>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1193" name="Google Shape;1193;p93"/>
          <p:cNvSpPr txBox="1"/>
          <p:nvPr>
            <p:ph idx="9"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194" name="Google Shape;1194;p93"/>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195" name="Google Shape;1195;p93"/>
          <p:cNvSpPr txBox="1"/>
          <p:nvPr>
            <p:ph idx="13"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percentage bars">
  <p:cSld name="CUSTOM_4_10">
    <p:spTree>
      <p:nvGrpSpPr>
        <p:cNvPr id="1196" name="Shape 1196"/>
        <p:cNvGrpSpPr/>
        <p:nvPr/>
      </p:nvGrpSpPr>
      <p:grpSpPr>
        <a:xfrm>
          <a:off x="0" y="0"/>
          <a:ext cx="0" cy="0"/>
          <a:chOff x="0" y="0"/>
          <a:chExt cx="0" cy="0"/>
        </a:xfrm>
      </p:grpSpPr>
      <p:cxnSp>
        <p:nvCxnSpPr>
          <p:cNvPr id="1197" name="Google Shape;1197;p9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198" name="Google Shape;1198;p94"/>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199" name="Google Shape;1199;p9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200" name="Google Shape;1200;p94"/>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201" name="Google Shape;1201;p94"/>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202" name="Google Shape;1202;p94"/>
          <p:cNvSpPr txBox="1"/>
          <p:nvPr>
            <p:ph idx="2" type="subTitle"/>
          </p:nvPr>
        </p:nvSpPr>
        <p:spPr>
          <a:xfrm>
            <a:off x="8048050" y="2898600"/>
            <a:ext cx="3410400" cy="7185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200"/>
            </a:lvl1pPr>
            <a:lvl2pPr lvl="1" rtl="0">
              <a:lnSpc>
                <a:spcPct val="140000"/>
              </a:lnSpc>
              <a:spcBef>
                <a:spcPts val="0"/>
              </a:spcBef>
              <a:spcAft>
                <a:spcPts val="0"/>
              </a:spcAft>
              <a:buNone/>
              <a:defRPr sz="1200"/>
            </a:lvl2pPr>
            <a:lvl3pPr lvl="2" rtl="0">
              <a:lnSpc>
                <a:spcPct val="140000"/>
              </a:lnSpc>
              <a:spcBef>
                <a:spcPts val="0"/>
              </a:spcBef>
              <a:spcAft>
                <a:spcPts val="0"/>
              </a:spcAft>
              <a:buNone/>
              <a:defRPr sz="1200"/>
            </a:lvl3pPr>
            <a:lvl4pPr lvl="3" rtl="0">
              <a:lnSpc>
                <a:spcPct val="140000"/>
              </a:lnSpc>
              <a:spcBef>
                <a:spcPts val="0"/>
              </a:spcBef>
              <a:spcAft>
                <a:spcPts val="0"/>
              </a:spcAft>
              <a:buNone/>
              <a:defRPr sz="1200"/>
            </a:lvl4pPr>
            <a:lvl5pPr lvl="4" rtl="0">
              <a:lnSpc>
                <a:spcPct val="140000"/>
              </a:lnSpc>
              <a:spcBef>
                <a:spcPts val="0"/>
              </a:spcBef>
              <a:spcAft>
                <a:spcPts val="0"/>
              </a:spcAft>
              <a:buNone/>
              <a:defRPr sz="1200"/>
            </a:lvl5pPr>
            <a:lvl6pPr lvl="5" rtl="0">
              <a:lnSpc>
                <a:spcPct val="140000"/>
              </a:lnSpc>
              <a:spcBef>
                <a:spcPts val="0"/>
              </a:spcBef>
              <a:spcAft>
                <a:spcPts val="0"/>
              </a:spcAft>
              <a:buNone/>
              <a:defRPr sz="1200"/>
            </a:lvl6pPr>
            <a:lvl7pPr lvl="6" rtl="0">
              <a:lnSpc>
                <a:spcPct val="140000"/>
              </a:lnSpc>
              <a:spcBef>
                <a:spcPts val="0"/>
              </a:spcBef>
              <a:spcAft>
                <a:spcPts val="0"/>
              </a:spcAft>
              <a:buNone/>
              <a:defRPr sz="1200"/>
            </a:lvl7pPr>
            <a:lvl8pPr lvl="7" rtl="0">
              <a:lnSpc>
                <a:spcPct val="140000"/>
              </a:lnSpc>
              <a:spcBef>
                <a:spcPts val="0"/>
              </a:spcBef>
              <a:spcAft>
                <a:spcPts val="0"/>
              </a:spcAft>
              <a:buNone/>
              <a:defRPr sz="1200"/>
            </a:lvl8pPr>
            <a:lvl9pPr lvl="8" rtl="0">
              <a:lnSpc>
                <a:spcPct val="140000"/>
              </a:lnSpc>
              <a:spcBef>
                <a:spcPts val="0"/>
              </a:spcBef>
              <a:spcAft>
                <a:spcPts val="0"/>
              </a:spcAft>
              <a:buNone/>
              <a:defRPr sz="1200"/>
            </a:lvl9pPr>
          </a:lstStyle>
          <a:p/>
        </p:txBody>
      </p:sp>
      <p:sp>
        <p:nvSpPr>
          <p:cNvPr id="1203" name="Google Shape;1203;p94"/>
          <p:cNvSpPr txBox="1"/>
          <p:nvPr>
            <p:ph idx="3" type="subTitle"/>
          </p:nvPr>
        </p:nvSpPr>
        <p:spPr>
          <a:xfrm>
            <a:off x="8048050" y="2540600"/>
            <a:ext cx="3410400" cy="3333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9pPr>
          </a:lstStyle>
          <a:p/>
        </p:txBody>
      </p:sp>
      <p:sp>
        <p:nvSpPr>
          <p:cNvPr id="1204" name="Google Shape;1204;p94"/>
          <p:cNvSpPr txBox="1"/>
          <p:nvPr>
            <p:ph idx="4" type="subTitle"/>
          </p:nvPr>
        </p:nvSpPr>
        <p:spPr>
          <a:xfrm>
            <a:off x="8048050" y="4676800"/>
            <a:ext cx="3410400" cy="7185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200"/>
            </a:lvl1pPr>
            <a:lvl2pPr lvl="1" rtl="0">
              <a:lnSpc>
                <a:spcPct val="140000"/>
              </a:lnSpc>
              <a:spcBef>
                <a:spcPts val="0"/>
              </a:spcBef>
              <a:spcAft>
                <a:spcPts val="0"/>
              </a:spcAft>
              <a:buNone/>
              <a:defRPr sz="1200"/>
            </a:lvl2pPr>
            <a:lvl3pPr lvl="2" rtl="0">
              <a:lnSpc>
                <a:spcPct val="140000"/>
              </a:lnSpc>
              <a:spcBef>
                <a:spcPts val="0"/>
              </a:spcBef>
              <a:spcAft>
                <a:spcPts val="0"/>
              </a:spcAft>
              <a:buNone/>
              <a:defRPr sz="1200"/>
            </a:lvl3pPr>
            <a:lvl4pPr lvl="3" rtl="0">
              <a:lnSpc>
                <a:spcPct val="140000"/>
              </a:lnSpc>
              <a:spcBef>
                <a:spcPts val="0"/>
              </a:spcBef>
              <a:spcAft>
                <a:spcPts val="0"/>
              </a:spcAft>
              <a:buNone/>
              <a:defRPr sz="1200"/>
            </a:lvl4pPr>
            <a:lvl5pPr lvl="4" rtl="0">
              <a:lnSpc>
                <a:spcPct val="140000"/>
              </a:lnSpc>
              <a:spcBef>
                <a:spcPts val="0"/>
              </a:spcBef>
              <a:spcAft>
                <a:spcPts val="0"/>
              </a:spcAft>
              <a:buNone/>
              <a:defRPr sz="1200"/>
            </a:lvl5pPr>
            <a:lvl6pPr lvl="5" rtl="0">
              <a:lnSpc>
                <a:spcPct val="140000"/>
              </a:lnSpc>
              <a:spcBef>
                <a:spcPts val="0"/>
              </a:spcBef>
              <a:spcAft>
                <a:spcPts val="0"/>
              </a:spcAft>
              <a:buNone/>
              <a:defRPr sz="1200"/>
            </a:lvl6pPr>
            <a:lvl7pPr lvl="6" rtl="0">
              <a:lnSpc>
                <a:spcPct val="140000"/>
              </a:lnSpc>
              <a:spcBef>
                <a:spcPts val="0"/>
              </a:spcBef>
              <a:spcAft>
                <a:spcPts val="0"/>
              </a:spcAft>
              <a:buNone/>
              <a:defRPr sz="1200"/>
            </a:lvl7pPr>
            <a:lvl8pPr lvl="7" rtl="0">
              <a:lnSpc>
                <a:spcPct val="140000"/>
              </a:lnSpc>
              <a:spcBef>
                <a:spcPts val="0"/>
              </a:spcBef>
              <a:spcAft>
                <a:spcPts val="0"/>
              </a:spcAft>
              <a:buNone/>
              <a:defRPr sz="1200"/>
            </a:lvl8pPr>
            <a:lvl9pPr lvl="8" rtl="0">
              <a:lnSpc>
                <a:spcPct val="140000"/>
              </a:lnSpc>
              <a:spcBef>
                <a:spcPts val="0"/>
              </a:spcBef>
              <a:spcAft>
                <a:spcPts val="0"/>
              </a:spcAft>
              <a:buNone/>
              <a:defRPr sz="1200"/>
            </a:lvl9pPr>
          </a:lstStyle>
          <a:p/>
        </p:txBody>
      </p:sp>
      <p:sp>
        <p:nvSpPr>
          <p:cNvPr id="1205" name="Google Shape;1205;p94"/>
          <p:cNvSpPr txBox="1"/>
          <p:nvPr>
            <p:ph idx="5" type="subTitle"/>
          </p:nvPr>
        </p:nvSpPr>
        <p:spPr>
          <a:xfrm>
            <a:off x="8048050" y="4318800"/>
            <a:ext cx="3410400" cy="3333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2800">
                <a:latin typeface="Red Hat Display Medium"/>
                <a:ea typeface="Red Hat Display Medium"/>
                <a:cs typeface="Red Hat Display Medium"/>
                <a:sym typeface="Red Hat Display Medium"/>
              </a:defRPr>
            </a:lvl1pPr>
            <a:lvl2pPr lvl="1" rtl="0">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9pPr>
          </a:lstStyle>
          <a:p/>
        </p:txBody>
      </p:sp>
      <p:sp>
        <p:nvSpPr>
          <p:cNvPr id="1206" name="Google Shape;1206;p94"/>
          <p:cNvSpPr/>
          <p:nvPr/>
        </p:nvSpPr>
        <p:spPr>
          <a:xfrm>
            <a:off x="8895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94"/>
          <p:cNvSpPr/>
          <p:nvPr/>
        </p:nvSpPr>
        <p:spPr>
          <a:xfrm>
            <a:off x="8895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94"/>
          <p:cNvSpPr/>
          <p:nvPr/>
        </p:nvSpPr>
        <p:spPr>
          <a:xfrm>
            <a:off x="8895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94"/>
          <p:cNvSpPr/>
          <p:nvPr/>
        </p:nvSpPr>
        <p:spPr>
          <a:xfrm>
            <a:off x="8895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94"/>
          <p:cNvSpPr/>
          <p:nvPr/>
        </p:nvSpPr>
        <p:spPr>
          <a:xfrm>
            <a:off x="8895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94"/>
          <p:cNvSpPr/>
          <p:nvPr/>
        </p:nvSpPr>
        <p:spPr>
          <a:xfrm>
            <a:off x="8895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94"/>
          <p:cNvSpPr/>
          <p:nvPr/>
        </p:nvSpPr>
        <p:spPr>
          <a:xfrm>
            <a:off x="8895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94"/>
          <p:cNvSpPr/>
          <p:nvPr/>
        </p:nvSpPr>
        <p:spPr>
          <a:xfrm>
            <a:off x="8895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94"/>
          <p:cNvSpPr/>
          <p:nvPr/>
        </p:nvSpPr>
        <p:spPr>
          <a:xfrm>
            <a:off x="8895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94"/>
          <p:cNvSpPr/>
          <p:nvPr/>
        </p:nvSpPr>
        <p:spPr>
          <a:xfrm>
            <a:off x="8895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94"/>
          <p:cNvSpPr/>
          <p:nvPr/>
        </p:nvSpPr>
        <p:spPr>
          <a:xfrm>
            <a:off x="15860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94"/>
          <p:cNvSpPr/>
          <p:nvPr/>
        </p:nvSpPr>
        <p:spPr>
          <a:xfrm>
            <a:off x="15860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94"/>
          <p:cNvSpPr/>
          <p:nvPr/>
        </p:nvSpPr>
        <p:spPr>
          <a:xfrm>
            <a:off x="15860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94"/>
          <p:cNvSpPr/>
          <p:nvPr/>
        </p:nvSpPr>
        <p:spPr>
          <a:xfrm>
            <a:off x="15860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94"/>
          <p:cNvSpPr/>
          <p:nvPr/>
        </p:nvSpPr>
        <p:spPr>
          <a:xfrm>
            <a:off x="15860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94"/>
          <p:cNvSpPr/>
          <p:nvPr/>
        </p:nvSpPr>
        <p:spPr>
          <a:xfrm>
            <a:off x="15860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94"/>
          <p:cNvSpPr/>
          <p:nvPr/>
        </p:nvSpPr>
        <p:spPr>
          <a:xfrm>
            <a:off x="15860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94"/>
          <p:cNvSpPr/>
          <p:nvPr/>
        </p:nvSpPr>
        <p:spPr>
          <a:xfrm>
            <a:off x="15860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94"/>
          <p:cNvSpPr/>
          <p:nvPr/>
        </p:nvSpPr>
        <p:spPr>
          <a:xfrm>
            <a:off x="15860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94"/>
          <p:cNvSpPr/>
          <p:nvPr/>
        </p:nvSpPr>
        <p:spPr>
          <a:xfrm>
            <a:off x="15860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94"/>
          <p:cNvSpPr/>
          <p:nvPr/>
        </p:nvSpPr>
        <p:spPr>
          <a:xfrm>
            <a:off x="228247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94"/>
          <p:cNvSpPr/>
          <p:nvPr/>
        </p:nvSpPr>
        <p:spPr>
          <a:xfrm>
            <a:off x="228247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94"/>
          <p:cNvSpPr/>
          <p:nvPr/>
        </p:nvSpPr>
        <p:spPr>
          <a:xfrm>
            <a:off x="228247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94"/>
          <p:cNvSpPr/>
          <p:nvPr/>
        </p:nvSpPr>
        <p:spPr>
          <a:xfrm>
            <a:off x="228247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94"/>
          <p:cNvSpPr/>
          <p:nvPr/>
        </p:nvSpPr>
        <p:spPr>
          <a:xfrm>
            <a:off x="228247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94"/>
          <p:cNvSpPr/>
          <p:nvPr/>
        </p:nvSpPr>
        <p:spPr>
          <a:xfrm>
            <a:off x="228247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94"/>
          <p:cNvSpPr/>
          <p:nvPr/>
        </p:nvSpPr>
        <p:spPr>
          <a:xfrm>
            <a:off x="228247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94"/>
          <p:cNvSpPr/>
          <p:nvPr/>
        </p:nvSpPr>
        <p:spPr>
          <a:xfrm>
            <a:off x="228247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94"/>
          <p:cNvSpPr/>
          <p:nvPr/>
        </p:nvSpPr>
        <p:spPr>
          <a:xfrm>
            <a:off x="228247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94"/>
          <p:cNvSpPr/>
          <p:nvPr/>
        </p:nvSpPr>
        <p:spPr>
          <a:xfrm>
            <a:off x="228247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94"/>
          <p:cNvSpPr/>
          <p:nvPr/>
        </p:nvSpPr>
        <p:spPr>
          <a:xfrm>
            <a:off x="297895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94"/>
          <p:cNvSpPr/>
          <p:nvPr/>
        </p:nvSpPr>
        <p:spPr>
          <a:xfrm>
            <a:off x="297895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94"/>
          <p:cNvSpPr/>
          <p:nvPr/>
        </p:nvSpPr>
        <p:spPr>
          <a:xfrm>
            <a:off x="297895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94"/>
          <p:cNvSpPr/>
          <p:nvPr/>
        </p:nvSpPr>
        <p:spPr>
          <a:xfrm>
            <a:off x="297895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94"/>
          <p:cNvSpPr/>
          <p:nvPr/>
        </p:nvSpPr>
        <p:spPr>
          <a:xfrm>
            <a:off x="297895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94"/>
          <p:cNvSpPr/>
          <p:nvPr/>
        </p:nvSpPr>
        <p:spPr>
          <a:xfrm>
            <a:off x="297895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94"/>
          <p:cNvSpPr/>
          <p:nvPr/>
        </p:nvSpPr>
        <p:spPr>
          <a:xfrm>
            <a:off x="297895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94"/>
          <p:cNvSpPr/>
          <p:nvPr/>
        </p:nvSpPr>
        <p:spPr>
          <a:xfrm>
            <a:off x="297895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94"/>
          <p:cNvSpPr/>
          <p:nvPr/>
        </p:nvSpPr>
        <p:spPr>
          <a:xfrm>
            <a:off x="297895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94"/>
          <p:cNvSpPr/>
          <p:nvPr/>
        </p:nvSpPr>
        <p:spPr>
          <a:xfrm>
            <a:off x="297895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94"/>
          <p:cNvSpPr/>
          <p:nvPr/>
        </p:nvSpPr>
        <p:spPr>
          <a:xfrm>
            <a:off x="36754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94"/>
          <p:cNvSpPr/>
          <p:nvPr/>
        </p:nvSpPr>
        <p:spPr>
          <a:xfrm>
            <a:off x="36754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94"/>
          <p:cNvSpPr/>
          <p:nvPr/>
        </p:nvSpPr>
        <p:spPr>
          <a:xfrm>
            <a:off x="36754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94"/>
          <p:cNvSpPr/>
          <p:nvPr/>
        </p:nvSpPr>
        <p:spPr>
          <a:xfrm>
            <a:off x="36754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94"/>
          <p:cNvSpPr/>
          <p:nvPr/>
        </p:nvSpPr>
        <p:spPr>
          <a:xfrm>
            <a:off x="36754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94"/>
          <p:cNvSpPr/>
          <p:nvPr/>
        </p:nvSpPr>
        <p:spPr>
          <a:xfrm>
            <a:off x="36754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94"/>
          <p:cNvSpPr/>
          <p:nvPr/>
        </p:nvSpPr>
        <p:spPr>
          <a:xfrm>
            <a:off x="36754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94"/>
          <p:cNvSpPr/>
          <p:nvPr/>
        </p:nvSpPr>
        <p:spPr>
          <a:xfrm>
            <a:off x="36754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94"/>
          <p:cNvSpPr/>
          <p:nvPr/>
        </p:nvSpPr>
        <p:spPr>
          <a:xfrm>
            <a:off x="36754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94"/>
          <p:cNvSpPr/>
          <p:nvPr/>
        </p:nvSpPr>
        <p:spPr>
          <a:xfrm>
            <a:off x="36754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94"/>
          <p:cNvSpPr/>
          <p:nvPr/>
        </p:nvSpPr>
        <p:spPr>
          <a:xfrm>
            <a:off x="43719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94"/>
          <p:cNvSpPr/>
          <p:nvPr/>
        </p:nvSpPr>
        <p:spPr>
          <a:xfrm>
            <a:off x="43719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94"/>
          <p:cNvSpPr/>
          <p:nvPr/>
        </p:nvSpPr>
        <p:spPr>
          <a:xfrm>
            <a:off x="43719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94"/>
          <p:cNvSpPr/>
          <p:nvPr/>
        </p:nvSpPr>
        <p:spPr>
          <a:xfrm>
            <a:off x="43719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94"/>
          <p:cNvSpPr/>
          <p:nvPr/>
        </p:nvSpPr>
        <p:spPr>
          <a:xfrm>
            <a:off x="43719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94"/>
          <p:cNvSpPr/>
          <p:nvPr/>
        </p:nvSpPr>
        <p:spPr>
          <a:xfrm>
            <a:off x="43719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94"/>
          <p:cNvSpPr/>
          <p:nvPr/>
        </p:nvSpPr>
        <p:spPr>
          <a:xfrm>
            <a:off x="43719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94"/>
          <p:cNvSpPr/>
          <p:nvPr/>
        </p:nvSpPr>
        <p:spPr>
          <a:xfrm>
            <a:off x="43719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94"/>
          <p:cNvSpPr/>
          <p:nvPr/>
        </p:nvSpPr>
        <p:spPr>
          <a:xfrm>
            <a:off x="43719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94"/>
          <p:cNvSpPr/>
          <p:nvPr/>
        </p:nvSpPr>
        <p:spPr>
          <a:xfrm>
            <a:off x="43719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94"/>
          <p:cNvSpPr/>
          <p:nvPr/>
        </p:nvSpPr>
        <p:spPr>
          <a:xfrm>
            <a:off x="506837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94"/>
          <p:cNvSpPr/>
          <p:nvPr/>
        </p:nvSpPr>
        <p:spPr>
          <a:xfrm>
            <a:off x="506837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94"/>
          <p:cNvSpPr/>
          <p:nvPr/>
        </p:nvSpPr>
        <p:spPr>
          <a:xfrm>
            <a:off x="506837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94"/>
          <p:cNvSpPr/>
          <p:nvPr/>
        </p:nvSpPr>
        <p:spPr>
          <a:xfrm>
            <a:off x="506837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94"/>
          <p:cNvSpPr/>
          <p:nvPr/>
        </p:nvSpPr>
        <p:spPr>
          <a:xfrm>
            <a:off x="506837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94"/>
          <p:cNvSpPr/>
          <p:nvPr/>
        </p:nvSpPr>
        <p:spPr>
          <a:xfrm>
            <a:off x="506837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94"/>
          <p:cNvSpPr/>
          <p:nvPr/>
        </p:nvSpPr>
        <p:spPr>
          <a:xfrm>
            <a:off x="506837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94"/>
          <p:cNvSpPr/>
          <p:nvPr/>
        </p:nvSpPr>
        <p:spPr>
          <a:xfrm>
            <a:off x="506837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94"/>
          <p:cNvSpPr/>
          <p:nvPr/>
        </p:nvSpPr>
        <p:spPr>
          <a:xfrm>
            <a:off x="506837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94"/>
          <p:cNvSpPr/>
          <p:nvPr/>
        </p:nvSpPr>
        <p:spPr>
          <a:xfrm>
            <a:off x="506837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94"/>
          <p:cNvSpPr/>
          <p:nvPr/>
        </p:nvSpPr>
        <p:spPr>
          <a:xfrm>
            <a:off x="576485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94"/>
          <p:cNvSpPr/>
          <p:nvPr/>
        </p:nvSpPr>
        <p:spPr>
          <a:xfrm>
            <a:off x="576485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94"/>
          <p:cNvSpPr/>
          <p:nvPr/>
        </p:nvSpPr>
        <p:spPr>
          <a:xfrm>
            <a:off x="576485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94"/>
          <p:cNvSpPr/>
          <p:nvPr/>
        </p:nvSpPr>
        <p:spPr>
          <a:xfrm>
            <a:off x="576485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94"/>
          <p:cNvSpPr/>
          <p:nvPr/>
        </p:nvSpPr>
        <p:spPr>
          <a:xfrm>
            <a:off x="576485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94"/>
          <p:cNvSpPr/>
          <p:nvPr/>
        </p:nvSpPr>
        <p:spPr>
          <a:xfrm>
            <a:off x="576485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94"/>
          <p:cNvSpPr/>
          <p:nvPr/>
        </p:nvSpPr>
        <p:spPr>
          <a:xfrm>
            <a:off x="576485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94"/>
          <p:cNvSpPr/>
          <p:nvPr/>
        </p:nvSpPr>
        <p:spPr>
          <a:xfrm>
            <a:off x="576485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94"/>
          <p:cNvSpPr/>
          <p:nvPr/>
        </p:nvSpPr>
        <p:spPr>
          <a:xfrm>
            <a:off x="576485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94"/>
          <p:cNvSpPr/>
          <p:nvPr/>
        </p:nvSpPr>
        <p:spPr>
          <a:xfrm>
            <a:off x="576485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94"/>
          <p:cNvSpPr/>
          <p:nvPr/>
        </p:nvSpPr>
        <p:spPr>
          <a:xfrm>
            <a:off x="64613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94"/>
          <p:cNvSpPr/>
          <p:nvPr/>
        </p:nvSpPr>
        <p:spPr>
          <a:xfrm>
            <a:off x="64613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94"/>
          <p:cNvSpPr/>
          <p:nvPr/>
        </p:nvSpPr>
        <p:spPr>
          <a:xfrm>
            <a:off x="64613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94"/>
          <p:cNvSpPr/>
          <p:nvPr/>
        </p:nvSpPr>
        <p:spPr>
          <a:xfrm>
            <a:off x="64613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94"/>
          <p:cNvSpPr/>
          <p:nvPr/>
        </p:nvSpPr>
        <p:spPr>
          <a:xfrm>
            <a:off x="64613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94"/>
          <p:cNvSpPr/>
          <p:nvPr/>
        </p:nvSpPr>
        <p:spPr>
          <a:xfrm>
            <a:off x="64613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94"/>
          <p:cNvSpPr/>
          <p:nvPr/>
        </p:nvSpPr>
        <p:spPr>
          <a:xfrm>
            <a:off x="64613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94"/>
          <p:cNvSpPr/>
          <p:nvPr/>
        </p:nvSpPr>
        <p:spPr>
          <a:xfrm>
            <a:off x="64613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94"/>
          <p:cNvSpPr/>
          <p:nvPr/>
        </p:nvSpPr>
        <p:spPr>
          <a:xfrm>
            <a:off x="64613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94"/>
          <p:cNvSpPr/>
          <p:nvPr/>
        </p:nvSpPr>
        <p:spPr>
          <a:xfrm>
            <a:off x="64613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94"/>
          <p:cNvSpPr/>
          <p:nvPr/>
        </p:nvSpPr>
        <p:spPr>
          <a:xfrm>
            <a:off x="71578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94"/>
          <p:cNvSpPr/>
          <p:nvPr/>
        </p:nvSpPr>
        <p:spPr>
          <a:xfrm>
            <a:off x="71578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94"/>
          <p:cNvSpPr/>
          <p:nvPr/>
        </p:nvSpPr>
        <p:spPr>
          <a:xfrm>
            <a:off x="71578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94"/>
          <p:cNvSpPr/>
          <p:nvPr/>
        </p:nvSpPr>
        <p:spPr>
          <a:xfrm>
            <a:off x="71578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94"/>
          <p:cNvSpPr/>
          <p:nvPr/>
        </p:nvSpPr>
        <p:spPr>
          <a:xfrm>
            <a:off x="71578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94"/>
          <p:cNvSpPr/>
          <p:nvPr/>
        </p:nvSpPr>
        <p:spPr>
          <a:xfrm>
            <a:off x="71578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94"/>
          <p:cNvSpPr/>
          <p:nvPr/>
        </p:nvSpPr>
        <p:spPr>
          <a:xfrm>
            <a:off x="71578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94"/>
          <p:cNvSpPr/>
          <p:nvPr/>
        </p:nvSpPr>
        <p:spPr>
          <a:xfrm>
            <a:off x="71578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94"/>
          <p:cNvSpPr/>
          <p:nvPr/>
        </p:nvSpPr>
        <p:spPr>
          <a:xfrm>
            <a:off x="71578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94"/>
          <p:cNvSpPr/>
          <p:nvPr/>
        </p:nvSpPr>
        <p:spPr>
          <a:xfrm>
            <a:off x="71578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94"/>
          <p:cNvSpPr/>
          <p:nvPr/>
        </p:nvSpPr>
        <p:spPr>
          <a:xfrm>
            <a:off x="8895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94"/>
          <p:cNvSpPr/>
          <p:nvPr/>
        </p:nvSpPr>
        <p:spPr>
          <a:xfrm>
            <a:off x="8895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94"/>
          <p:cNvSpPr/>
          <p:nvPr/>
        </p:nvSpPr>
        <p:spPr>
          <a:xfrm>
            <a:off x="8895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94"/>
          <p:cNvSpPr/>
          <p:nvPr/>
        </p:nvSpPr>
        <p:spPr>
          <a:xfrm>
            <a:off x="8895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94"/>
          <p:cNvSpPr/>
          <p:nvPr/>
        </p:nvSpPr>
        <p:spPr>
          <a:xfrm>
            <a:off x="8895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94"/>
          <p:cNvSpPr/>
          <p:nvPr/>
        </p:nvSpPr>
        <p:spPr>
          <a:xfrm>
            <a:off x="8895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94"/>
          <p:cNvSpPr/>
          <p:nvPr/>
        </p:nvSpPr>
        <p:spPr>
          <a:xfrm>
            <a:off x="8895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94"/>
          <p:cNvSpPr/>
          <p:nvPr/>
        </p:nvSpPr>
        <p:spPr>
          <a:xfrm>
            <a:off x="8895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94"/>
          <p:cNvSpPr/>
          <p:nvPr/>
        </p:nvSpPr>
        <p:spPr>
          <a:xfrm>
            <a:off x="8895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94"/>
          <p:cNvSpPr/>
          <p:nvPr/>
        </p:nvSpPr>
        <p:spPr>
          <a:xfrm>
            <a:off x="8895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94"/>
          <p:cNvSpPr/>
          <p:nvPr/>
        </p:nvSpPr>
        <p:spPr>
          <a:xfrm>
            <a:off x="15860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94"/>
          <p:cNvSpPr/>
          <p:nvPr/>
        </p:nvSpPr>
        <p:spPr>
          <a:xfrm>
            <a:off x="15860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94"/>
          <p:cNvSpPr/>
          <p:nvPr/>
        </p:nvSpPr>
        <p:spPr>
          <a:xfrm>
            <a:off x="15860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94"/>
          <p:cNvSpPr/>
          <p:nvPr/>
        </p:nvSpPr>
        <p:spPr>
          <a:xfrm>
            <a:off x="15860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94"/>
          <p:cNvSpPr/>
          <p:nvPr/>
        </p:nvSpPr>
        <p:spPr>
          <a:xfrm>
            <a:off x="15860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94"/>
          <p:cNvSpPr/>
          <p:nvPr/>
        </p:nvSpPr>
        <p:spPr>
          <a:xfrm>
            <a:off x="15860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94"/>
          <p:cNvSpPr/>
          <p:nvPr/>
        </p:nvSpPr>
        <p:spPr>
          <a:xfrm>
            <a:off x="15860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94"/>
          <p:cNvSpPr/>
          <p:nvPr/>
        </p:nvSpPr>
        <p:spPr>
          <a:xfrm>
            <a:off x="15860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94"/>
          <p:cNvSpPr/>
          <p:nvPr/>
        </p:nvSpPr>
        <p:spPr>
          <a:xfrm>
            <a:off x="15860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94"/>
          <p:cNvSpPr/>
          <p:nvPr/>
        </p:nvSpPr>
        <p:spPr>
          <a:xfrm>
            <a:off x="15860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94"/>
          <p:cNvSpPr/>
          <p:nvPr/>
        </p:nvSpPr>
        <p:spPr>
          <a:xfrm>
            <a:off x="228247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94"/>
          <p:cNvSpPr/>
          <p:nvPr/>
        </p:nvSpPr>
        <p:spPr>
          <a:xfrm>
            <a:off x="228247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94"/>
          <p:cNvSpPr/>
          <p:nvPr/>
        </p:nvSpPr>
        <p:spPr>
          <a:xfrm>
            <a:off x="228247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94"/>
          <p:cNvSpPr/>
          <p:nvPr/>
        </p:nvSpPr>
        <p:spPr>
          <a:xfrm>
            <a:off x="228247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94"/>
          <p:cNvSpPr/>
          <p:nvPr/>
        </p:nvSpPr>
        <p:spPr>
          <a:xfrm>
            <a:off x="228247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94"/>
          <p:cNvSpPr/>
          <p:nvPr/>
        </p:nvSpPr>
        <p:spPr>
          <a:xfrm>
            <a:off x="228247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94"/>
          <p:cNvSpPr/>
          <p:nvPr/>
        </p:nvSpPr>
        <p:spPr>
          <a:xfrm>
            <a:off x="228247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94"/>
          <p:cNvSpPr/>
          <p:nvPr/>
        </p:nvSpPr>
        <p:spPr>
          <a:xfrm>
            <a:off x="228247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94"/>
          <p:cNvSpPr/>
          <p:nvPr/>
        </p:nvSpPr>
        <p:spPr>
          <a:xfrm>
            <a:off x="228247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94"/>
          <p:cNvSpPr/>
          <p:nvPr/>
        </p:nvSpPr>
        <p:spPr>
          <a:xfrm>
            <a:off x="228247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94"/>
          <p:cNvSpPr/>
          <p:nvPr/>
        </p:nvSpPr>
        <p:spPr>
          <a:xfrm>
            <a:off x="297895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94"/>
          <p:cNvSpPr/>
          <p:nvPr/>
        </p:nvSpPr>
        <p:spPr>
          <a:xfrm>
            <a:off x="297895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94"/>
          <p:cNvSpPr/>
          <p:nvPr/>
        </p:nvSpPr>
        <p:spPr>
          <a:xfrm>
            <a:off x="297895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94"/>
          <p:cNvSpPr/>
          <p:nvPr/>
        </p:nvSpPr>
        <p:spPr>
          <a:xfrm>
            <a:off x="297895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94"/>
          <p:cNvSpPr/>
          <p:nvPr/>
        </p:nvSpPr>
        <p:spPr>
          <a:xfrm>
            <a:off x="297895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94"/>
          <p:cNvSpPr/>
          <p:nvPr/>
        </p:nvSpPr>
        <p:spPr>
          <a:xfrm>
            <a:off x="297895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94"/>
          <p:cNvSpPr/>
          <p:nvPr/>
        </p:nvSpPr>
        <p:spPr>
          <a:xfrm>
            <a:off x="297895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94"/>
          <p:cNvSpPr/>
          <p:nvPr/>
        </p:nvSpPr>
        <p:spPr>
          <a:xfrm>
            <a:off x="297895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94"/>
          <p:cNvSpPr/>
          <p:nvPr/>
        </p:nvSpPr>
        <p:spPr>
          <a:xfrm>
            <a:off x="297895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94"/>
          <p:cNvSpPr/>
          <p:nvPr/>
        </p:nvSpPr>
        <p:spPr>
          <a:xfrm>
            <a:off x="297895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94"/>
          <p:cNvSpPr/>
          <p:nvPr/>
        </p:nvSpPr>
        <p:spPr>
          <a:xfrm>
            <a:off x="36754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94"/>
          <p:cNvSpPr/>
          <p:nvPr/>
        </p:nvSpPr>
        <p:spPr>
          <a:xfrm>
            <a:off x="36754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94"/>
          <p:cNvSpPr/>
          <p:nvPr/>
        </p:nvSpPr>
        <p:spPr>
          <a:xfrm>
            <a:off x="36754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94"/>
          <p:cNvSpPr/>
          <p:nvPr/>
        </p:nvSpPr>
        <p:spPr>
          <a:xfrm>
            <a:off x="36754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94"/>
          <p:cNvSpPr/>
          <p:nvPr/>
        </p:nvSpPr>
        <p:spPr>
          <a:xfrm>
            <a:off x="36754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94"/>
          <p:cNvSpPr/>
          <p:nvPr/>
        </p:nvSpPr>
        <p:spPr>
          <a:xfrm>
            <a:off x="36754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94"/>
          <p:cNvSpPr/>
          <p:nvPr/>
        </p:nvSpPr>
        <p:spPr>
          <a:xfrm>
            <a:off x="36754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94"/>
          <p:cNvSpPr/>
          <p:nvPr/>
        </p:nvSpPr>
        <p:spPr>
          <a:xfrm>
            <a:off x="36754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94"/>
          <p:cNvSpPr/>
          <p:nvPr/>
        </p:nvSpPr>
        <p:spPr>
          <a:xfrm>
            <a:off x="36754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94"/>
          <p:cNvSpPr/>
          <p:nvPr/>
        </p:nvSpPr>
        <p:spPr>
          <a:xfrm>
            <a:off x="36754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94"/>
          <p:cNvSpPr/>
          <p:nvPr/>
        </p:nvSpPr>
        <p:spPr>
          <a:xfrm>
            <a:off x="43719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94"/>
          <p:cNvSpPr/>
          <p:nvPr/>
        </p:nvSpPr>
        <p:spPr>
          <a:xfrm>
            <a:off x="43719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94"/>
          <p:cNvSpPr/>
          <p:nvPr/>
        </p:nvSpPr>
        <p:spPr>
          <a:xfrm>
            <a:off x="43719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94"/>
          <p:cNvSpPr/>
          <p:nvPr/>
        </p:nvSpPr>
        <p:spPr>
          <a:xfrm>
            <a:off x="43719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94"/>
          <p:cNvSpPr/>
          <p:nvPr/>
        </p:nvSpPr>
        <p:spPr>
          <a:xfrm>
            <a:off x="43719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94"/>
          <p:cNvSpPr/>
          <p:nvPr/>
        </p:nvSpPr>
        <p:spPr>
          <a:xfrm>
            <a:off x="43719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94"/>
          <p:cNvSpPr/>
          <p:nvPr/>
        </p:nvSpPr>
        <p:spPr>
          <a:xfrm>
            <a:off x="43719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94"/>
          <p:cNvSpPr/>
          <p:nvPr/>
        </p:nvSpPr>
        <p:spPr>
          <a:xfrm>
            <a:off x="43719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94"/>
          <p:cNvSpPr/>
          <p:nvPr/>
        </p:nvSpPr>
        <p:spPr>
          <a:xfrm>
            <a:off x="43719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94"/>
          <p:cNvSpPr/>
          <p:nvPr/>
        </p:nvSpPr>
        <p:spPr>
          <a:xfrm>
            <a:off x="43719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94"/>
          <p:cNvSpPr/>
          <p:nvPr/>
        </p:nvSpPr>
        <p:spPr>
          <a:xfrm>
            <a:off x="506837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94"/>
          <p:cNvSpPr/>
          <p:nvPr/>
        </p:nvSpPr>
        <p:spPr>
          <a:xfrm>
            <a:off x="506837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94"/>
          <p:cNvSpPr/>
          <p:nvPr/>
        </p:nvSpPr>
        <p:spPr>
          <a:xfrm>
            <a:off x="506837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94"/>
          <p:cNvSpPr/>
          <p:nvPr/>
        </p:nvSpPr>
        <p:spPr>
          <a:xfrm>
            <a:off x="506837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94"/>
          <p:cNvSpPr/>
          <p:nvPr/>
        </p:nvSpPr>
        <p:spPr>
          <a:xfrm>
            <a:off x="506837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94"/>
          <p:cNvSpPr/>
          <p:nvPr/>
        </p:nvSpPr>
        <p:spPr>
          <a:xfrm>
            <a:off x="506837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94"/>
          <p:cNvSpPr/>
          <p:nvPr/>
        </p:nvSpPr>
        <p:spPr>
          <a:xfrm>
            <a:off x="506837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94"/>
          <p:cNvSpPr/>
          <p:nvPr/>
        </p:nvSpPr>
        <p:spPr>
          <a:xfrm>
            <a:off x="506837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94"/>
          <p:cNvSpPr/>
          <p:nvPr/>
        </p:nvSpPr>
        <p:spPr>
          <a:xfrm>
            <a:off x="506837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94"/>
          <p:cNvSpPr/>
          <p:nvPr/>
        </p:nvSpPr>
        <p:spPr>
          <a:xfrm>
            <a:off x="506837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94"/>
          <p:cNvSpPr/>
          <p:nvPr/>
        </p:nvSpPr>
        <p:spPr>
          <a:xfrm>
            <a:off x="576485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94"/>
          <p:cNvSpPr/>
          <p:nvPr/>
        </p:nvSpPr>
        <p:spPr>
          <a:xfrm>
            <a:off x="576485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94"/>
          <p:cNvSpPr/>
          <p:nvPr/>
        </p:nvSpPr>
        <p:spPr>
          <a:xfrm>
            <a:off x="576485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94"/>
          <p:cNvSpPr/>
          <p:nvPr/>
        </p:nvSpPr>
        <p:spPr>
          <a:xfrm>
            <a:off x="576485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94"/>
          <p:cNvSpPr/>
          <p:nvPr/>
        </p:nvSpPr>
        <p:spPr>
          <a:xfrm>
            <a:off x="576485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94"/>
          <p:cNvSpPr/>
          <p:nvPr/>
        </p:nvSpPr>
        <p:spPr>
          <a:xfrm>
            <a:off x="576485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94"/>
          <p:cNvSpPr/>
          <p:nvPr/>
        </p:nvSpPr>
        <p:spPr>
          <a:xfrm>
            <a:off x="576485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94"/>
          <p:cNvSpPr/>
          <p:nvPr/>
        </p:nvSpPr>
        <p:spPr>
          <a:xfrm>
            <a:off x="576485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94"/>
          <p:cNvSpPr/>
          <p:nvPr/>
        </p:nvSpPr>
        <p:spPr>
          <a:xfrm>
            <a:off x="576485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94"/>
          <p:cNvSpPr/>
          <p:nvPr/>
        </p:nvSpPr>
        <p:spPr>
          <a:xfrm>
            <a:off x="576485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94"/>
          <p:cNvSpPr/>
          <p:nvPr/>
        </p:nvSpPr>
        <p:spPr>
          <a:xfrm>
            <a:off x="64613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94"/>
          <p:cNvSpPr/>
          <p:nvPr/>
        </p:nvSpPr>
        <p:spPr>
          <a:xfrm>
            <a:off x="64613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94"/>
          <p:cNvSpPr/>
          <p:nvPr/>
        </p:nvSpPr>
        <p:spPr>
          <a:xfrm>
            <a:off x="64613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94"/>
          <p:cNvSpPr/>
          <p:nvPr/>
        </p:nvSpPr>
        <p:spPr>
          <a:xfrm>
            <a:off x="64613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94"/>
          <p:cNvSpPr/>
          <p:nvPr/>
        </p:nvSpPr>
        <p:spPr>
          <a:xfrm>
            <a:off x="64613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94"/>
          <p:cNvSpPr/>
          <p:nvPr/>
        </p:nvSpPr>
        <p:spPr>
          <a:xfrm>
            <a:off x="64613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94"/>
          <p:cNvSpPr/>
          <p:nvPr/>
        </p:nvSpPr>
        <p:spPr>
          <a:xfrm>
            <a:off x="64613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94"/>
          <p:cNvSpPr/>
          <p:nvPr/>
        </p:nvSpPr>
        <p:spPr>
          <a:xfrm>
            <a:off x="64613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94"/>
          <p:cNvSpPr/>
          <p:nvPr/>
        </p:nvSpPr>
        <p:spPr>
          <a:xfrm>
            <a:off x="64613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94"/>
          <p:cNvSpPr/>
          <p:nvPr/>
        </p:nvSpPr>
        <p:spPr>
          <a:xfrm>
            <a:off x="64613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94"/>
          <p:cNvSpPr/>
          <p:nvPr/>
        </p:nvSpPr>
        <p:spPr>
          <a:xfrm>
            <a:off x="71578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94"/>
          <p:cNvSpPr/>
          <p:nvPr/>
        </p:nvSpPr>
        <p:spPr>
          <a:xfrm>
            <a:off x="71578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94"/>
          <p:cNvSpPr/>
          <p:nvPr/>
        </p:nvSpPr>
        <p:spPr>
          <a:xfrm>
            <a:off x="71578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94"/>
          <p:cNvSpPr/>
          <p:nvPr/>
        </p:nvSpPr>
        <p:spPr>
          <a:xfrm>
            <a:off x="71578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94"/>
          <p:cNvSpPr/>
          <p:nvPr/>
        </p:nvSpPr>
        <p:spPr>
          <a:xfrm>
            <a:off x="71578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94"/>
          <p:cNvSpPr/>
          <p:nvPr/>
        </p:nvSpPr>
        <p:spPr>
          <a:xfrm>
            <a:off x="71578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94"/>
          <p:cNvSpPr/>
          <p:nvPr/>
        </p:nvSpPr>
        <p:spPr>
          <a:xfrm>
            <a:off x="71578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94"/>
          <p:cNvSpPr/>
          <p:nvPr/>
        </p:nvSpPr>
        <p:spPr>
          <a:xfrm>
            <a:off x="71578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94"/>
          <p:cNvSpPr/>
          <p:nvPr/>
        </p:nvSpPr>
        <p:spPr>
          <a:xfrm>
            <a:off x="71578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94"/>
          <p:cNvSpPr/>
          <p:nvPr/>
        </p:nvSpPr>
        <p:spPr>
          <a:xfrm>
            <a:off x="71578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94"/>
          <p:cNvSpPr txBox="1"/>
          <p:nvPr>
            <p:ph idx="6"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407" name="Google Shape;1407;p94"/>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408" name="Google Shape;1408;p94"/>
          <p:cNvSpPr txBox="1"/>
          <p:nvPr>
            <p:ph idx="7"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three column">
  <p:cSld name="CUSTOM_4_9">
    <p:spTree>
      <p:nvGrpSpPr>
        <p:cNvPr id="1409" name="Shape 1409"/>
        <p:cNvGrpSpPr/>
        <p:nvPr/>
      </p:nvGrpSpPr>
      <p:grpSpPr>
        <a:xfrm>
          <a:off x="0" y="0"/>
          <a:ext cx="0" cy="0"/>
          <a:chOff x="0" y="0"/>
          <a:chExt cx="0" cy="0"/>
        </a:xfrm>
      </p:grpSpPr>
      <p:cxnSp>
        <p:nvCxnSpPr>
          <p:cNvPr id="1410" name="Google Shape;1410;p9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411" name="Google Shape;1411;p95"/>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412" name="Google Shape;1412;p9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413" name="Google Shape;1413;p95"/>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414" name="Google Shape;1414;p95"/>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1415" name="Google Shape;1415;p95"/>
          <p:cNvCxnSpPr/>
          <p:nvPr/>
        </p:nvCxnSpPr>
        <p:spPr>
          <a:xfrm>
            <a:off x="4307600" y="2776950"/>
            <a:ext cx="0" cy="2302500"/>
          </a:xfrm>
          <a:prstGeom prst="straightConnector1">
            <a:avLst/>
          </a:prstGeom>
          <a:noFill/>
          <a:ln cap="flat" cmpd="sng" w="9525">
            <a:solidFill>
              <a:schemeClr val="dk2"/>
            </a:solidFill>
            <a:prstDash val="dot"/>
            <a:round/>
            <a:headEnd len="med" w="med" type="none"/>
            <a:tailEnd len="med" w="med" type="none"/>
          </a:ln>
        </p:spPr>
      </p:cxnSp>
      <p:cxnSp>
        <p:nvCxnSpPr>
          <p:cNvPr id="1416" name="Google Shape;1416;p95"/>
          <p:cNvCxnSpPr/>
          <p:nvPr/>
        </p:nvCxnSpPr>
        <p:spPr>
          <a:xfrm>
            <a:off x="7890550" y="2776950"/>
            <a:ext cx="0" cy="2302500"/>
          </a:xfrm>
          <a:prstGeom prst="straightConnector1">
            <a:avLst/>
          </a:prstGeom>
          <a:noFill/>
          <a:ln cap="flat" cmpd="sng" w="9525">
            <a:solidFill>
              <a:schemeClr val="dk2"/>
            </a:solidFill>
            <a:prstDash val="dot"/>
            <a:round/>
            <a:headEnd len="med" w="med" type="none"/>
            <a:tailEnd len="med" w="med" type="none"/>
          </a:ln>
        </p:spPr>
      </p:cxnSp>
      <p:sp>
        <p:nvSpPr>
          <p:cNvPr id="1417" name="Google Shape;1417;p95"/>
          <p:cNvSpPr txBox="1"/>
          <p:nvPr>
            <p:ph idx="2" type="subTitle"/>
          </p:nvPr>
        </p:nvSpPr>
        <p:spPr>
          <a:xfrm>
            <a:off x="1140925" y="4681050"/>
            <a:ext cx="27504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1418" name="Google Shape;1418;p95"/>
          <p:cNvSpPr txBox="1"/>
          <p:nvPr>
            <p:ph idx="3" type="subTitle"/>
          </p:nvPr>
        </p:nvSpPr>
        <p:spPr>
          <a:xfrm>
            <a:off x="1140925" y="2813710"/>
            <a:ext cx="2750400" cy="15483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400"/>
            </a:lvl1pPr>
            <a:lvl2pPr lvl="1" rtl="0">
              <a:lnSpc>
                <a:spcPct val="140000"/>
              </a:lnSpc>
              <a:spcBef>
                <a:spcPts val="0"/>
              </a:spcBef>
              <a:spcAft>
                <a:spcPts val="0"/>
              </a:spcAft>
              <a:buNone/>
              <a:defRPr sz="1400"/>
            </a:lvl2pPr>
            <a:lvl3pPr lvl="2" rtl="0">
              <a:lnSpc>
                <a:spcPct val="140000"/>
              </a:lnSpc>
              <a:spcBef>
                <a:spcPts val="0"/>
              </a:spcBef>
              <a:spcAft>
                <a:spcPts val="0"/>
              </a:spcAft>
              <a:buNone/>
              <a:defRPr sz="1400"/>
            </a:lvl3pPr>
            <a:lvl4pPr lvl="3" rtl="0">
              <a:lnSpc>
                <a:spcPct val="140000"/>
              </a:lnSpc>
              <a:spcBef>
                <a:spcPts val="0"/>
              </a:spcBef>
              <a:spcAft>
                <a:spcPts val="0"/>
              </a:spcAft>
              <a:buNone/>
              <a:defRPr sz="1400"/>
            </a:lvl4pPr>
            <a:lvl5pPr lvl="4" rtl="0">
              <a:lnSpc>
                <a:spcPct val="140000"/>
              </a:lnSpc>
              <a:spcBef>
                <a:spcPts val="0"/>
              </a:spcBef>
              <a:spcAft>
                <a:spcPts val="0"/>
              </a:spcAft>
              <a:buNone/>
              <a:defRPr sz="1400"/>
            </a:lvl5pPr>
            <a:lvl6pPr lvl="5" rtl="0">
              <a:lnSpc>
                <a:spcPct val="140000"/>
              </a:lnSpc>
              <a:spcBef>
                <a:spcPts val="0"/>
              </a:spcBef>
              <a:spcAft>
                <a:spcPts val="0"/>
              </a:spcAft>
              <a:buNone/>
              <a:defRPr sz="1400"/>
            </a:lvl6pPr>
            <a:lvl7pPr lvl="6" rtl="0">
              <a:lnSpc>
                <a:spcPct val="140000"/>
              </a:lnSpc>
              <a:spcBef>
                <a:spcPts val="0"/>
              </a:spcBef>
              <a:spcAft>
                <a:spcPts val="0"/>
              </a:spcAft>
              <a:buNone/>
              <a:defRPr sz="1400"/>
            </a:lvl7pPr>
            <a:lvl8pPr lvl="7" rtl="0">
              <a:lnSpc>
                <a:spcPct val="140000"/>
              </a:lnSpc>
              <a:spcBef>
                <a:spcPts val="0"/>
              </a:spcBef>
              <a:spcAft>
                <a:spcPts val="0"/>
              </a:spcAft>
              <a:buNone/>
              <a:defRPr sz="1400"/>
            </a:lvl8pPr>
            <a:lvl9pPr lvl="8" rtl="0">
              <a:lnSpc>
                <a:spcPct val="140000"/>
              </a:lnSpc>
              <a:spcBef>
                <a:spcPts val="0"/>
              </a:spcBef>
              <a:spcAft>
                <a:spcPts val="0"/>
              </a:spcAft>
              <a:buNone/>
              <a:defRPr sz="1400"/>
            </a:lvl9pPr>
          </a:lstStyle>
          <a:p/>
        </p:txBody>
      </p:sp>
      <p:sp>
        <p:nvSpPr>
          <p:cNvPr id="1419" name="Google Shape;1419;p95"/>
          <p:cNvSpPr txBox="1"/>
          <p:nvPr>
            <p:ph idx="4" type="subTitle"/>
          </p:nvPr>
        </p:nvSpPr>
        <p:spPr>
          <a:xfrm>
            <a:off x="4723875" y="2813710"/>
            <a:ext cx="2750400" cy="15483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400"/>
            </a:lvl1pPr>
            <a:lvl2pPr lvl="1" rtl="0">
              <a:lnSpc>
                <a:spcPct val="140000"/>
              </a:lnSpc>
              <a:spcBef>
                <a:spcPts val="0"/>
              </a:spcBef>
              <a:spcAft>
                <a:spcPts val="0"/>
              </a:spcAft>
              <a:buNone/>
              <a:defRPr sz="1400"/>
            </a:lvl2pPr>
            <a:lvl3pPr lvl="2" rtl="0">
              <a:lnSpc>
                <a:spcPct val="140000"/>
              </a:lnSpc>
              <a:spcBef>
                <a:spcPts val="0"/>
              </a:spcBef>
              <a:spcAft>
                <a:spcPts val="0"/>
              </a:spcAft>
              <a:buNone/>
              <a:defRPr sz="1400"/>
            </a:lvl3pPr>
            <a:lvl4pPr lvl="3" rtl="0">
              <a:lnSpc>
                <a:spcPct val="140000"/>
              </a:lnSpc>
              <a:spcBef>
                <a:spcPts val="0"/>
              </a:spcBef>
              <a:spcAft>
                <a:spcPts val="0"/>
              </a:spcAft>
              <a:buNone/>
              <a:defRPr sz="1400"/>
            </a:lvl4pPr>
            <a:lvl5pPr lvl="4" rtl="0">
              <a:lnSpc>
                <a:spcPct val="140000"/>
              </a:lnSpc>
              <a:spcBef>
                <a:spcPts val="0"/>
              </a:spcBef>
              <a:spcAft>
                <a:spcPts val="0"/>
              </a:spcAft>
              <a:buNone/>
              <a:defRPr sz="1400"/>
            </a:lvl5pPr>
            <a:lvl6pPr lvl="5" rtl="0">
              <a:lnSpc>
                <a:spcPct val="140000"/>
              </a:lnSpc>
              <a:spcBef>
                <a:spcPts val="0"/>
              </a:spcBef>
              <a:spcAft>
                <a:spcPts val="0"/>
              </a:spcAft>
              <a:buNone/>
              <a:defRPr sz="1400"/>
            </a:lvl6pPr>
            <a:lvl7pPr lvl="6" rtl="0">
              <a:lnSpc>
                <a:spcPct val="140000"/>
              </a:lnSpc>
              <a:spcBef>
                <a:spcPts val="0"/>
              </a:spcBef>
              <a:spcAft>
                <a:spcPts val="0"/>
              </a:spcAft>
              <a:buNone/>
              <a:defRPr sz="1400"/>
            </a:lvl7pPr>
            <a:lvl8pPr lvl="7" rtl="0">
              <a:lnSpc>
                <a:spcPct val="140000"/>
              </a:lnSpc>
              <a:spcBef>
                <a:spcPts val="0"/>
              </a:spcBef>
              <a:spcAft>
                <a:spcPts val="0"/>
              </a:spcAft>
              <a:buNone/>
              <a:defRPr sz="1400"/>
            </a:lvl8pPr>
            <a:lvl9pPr lvl="8" rtl="0">
              <a:lnSpc>
                <a:spcPct val="140000"/>
              </a:lnSpc>
              <a:spcBef>
                <a:spcPts val="0"/>
              </a:spcBef>
              <a:spcAft>
                <a:spcPts val="0"/>
              </a:spcAft>
              <a:buNone/>
              <a:defRPr sz="1400"/>
            </a:lvl9pPr>
          </a:lstStyle>
          <a:p/>
        </p:txBody>
      </p:sp>
      <p:sp>
        <p:nvSpPr>
          <p:cNvPr id="1420" name="Google Shape;1420;p95"/>
          <p:cNvSpPr txBox="1"/>
          <p:nvPr>
            <p:ph idx="5" type="subTitle"/>
          </p:nvPr>
        </p:nvSpPr>
        <p:spPr>
          <a:xfrm>
            <a:off x="8306825" y="2813710"/>
            <a:ext cx="2750400" cy="15483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400"/>
            </a:lvl1pPr>
            <a:lvl2pPr lvl="1" rtl="0">
              <a:lnSpc>
                <a:spcPct val="140000"/>
              </a:lnSpc>
              <a:spcBef>
                <a:spcPts val="0"/>
              </a:spcBef>
              <a:spcAft>
                <a:spcPts val="0"/>
              </a:spcAft>
              <a:buNone/>
              <a:defRPr sz="1400"/>
            </a:lvl2pPr>
            <a:lvl3pPr lvl="2" rtl="0">
              <a:lnSpc>
                <a:spcPct val="140000"/>
              </a:lnSpc>
              <a:spcBef>
                <a:spcPts val="0"/>
              </a:spcBef>
              <a:spcAft>
                <a:spcPts val="0"/>
              </a:spcAft>
              <a:buNone/>
              <a:defRPr sz="1400"/>
            </a:lvl3pPr>
            <a:lvl4pPr lvl="3" rtl="0">
              <a:lnSpc>
                <a:spcPct val="140000"/>
              </a:lnSpc>
              <a:spcBef>
                <a:spcPts val="0"/>
              </a:spcBef>
              <a:spcAft>
                <a:spcPts val="0"/>
              </a:spcAft>
              <a:buNone/>
              <a:defRPr sz="1400"/>
            </a:lvl4pPr>
            <a:lvl5pPr lvl="4" rtl="0">
              <a:lnSpc>
                <a:spcPct val="140000"/>
              </a:lnSpc>
              <a:spcBef>
                <a:spcPts val="0"/>
              </a:spcBef>
              <a:spcAft>
                <a:spcPts val="0"/>
              </a:spcAft>
              <a:buNone/>
              <a:defRPr sz="1400"/>
            </a:lvl5pPr>
            <a:lvl6pPr lvl="5" rtl="0">
              <a:lnSpc>
                <a:spcPct val="140000"/>
              </a:lnSpc>
              <a:spcBef>
                <a:spcPts val="0"/>
              </a:spcBef>
              <a:spcAft>
                <a:spcPts val="0"/>
              </a:spcAft>
              <a:buNone/>
              <a:defRPr sz="1400"/>
            </a:lvl6pPr>
            <a:lvl7pPr lvl="6" rtl="0">
              <a:lnSpc>
                <a:spcPct val="140000"/>
              </a:lnSpc>
              <a:spcBef>
                <a:spcPts val="0"/>
              </a:spcBef>
              <a:spcAft>
                <a:spcPts val="0"/>
              </a:spcAft>
              <a:buNone/>
              <a:defRPr sz="1400"/>
            </a:lvl7pPr>
            <a:lvl8pPr lvl="7" rtl="0">
              <a:lnSpc>
                <a:spcPct val="140000"/>
              </a:lnSpc>
              <a:spcBef>
                <a:spcPts val="0"/>
              </a:spcBef>
              <a:spcAft>
                <a:spcPts val="0"/>
              </a:spcAft>
              <a:buNone/>
              <a:defRPr sz="1400"/>
            </a:lvl8pPr>
            <a:lvl9pPr lvl="8" rtl="0">
              <a:lnSpc>
                <a:spcPct val="140000"/>
              </a:lnSpc>
              <a:spcBef>
                <a:spcPts val="0"/>
              </a:spcBef>
              <a:spcAft>
                <a:spcPts val="0"/>
              </a:spcAft>
              <a:buNone/>
              <a:defRPr sz="1400"/>
            </a:lvl9pPr>
          </a:lstStyle>
          <a:p/>
        </p:txBody>
      </p:sp>
      <p:sp>
        <p:nvSpPr>
          <p:cNvPr id="1421" name="Google Shape;1421;p95"/>
          <p:cNvSpPr txBox="1"/>
          <p:nvPr>
            <p:ph idx="6" type="subTitle"/>
          </p:nvPr>
        </p:nvSpPr>
        <p:spPr>
          <a:xfrm>
            <a:off x="4720800" y="4681050"/>
            <a:ext cx="27504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1422" name="Google Shape;1422;p95"/>
          <p:cNvSpPr txBox="1"/>
          <p:nvPr>
            <p:ph idx="7" type="subTitle"/>
          </p:nvPr>
        </p:nvSpPr>
        <p:spPr>
          <a:xfrm>
            <a:off x="8306825" y="4681050"/>
            <a:ext cx="27504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pic>
        <p:nvPicPr>
          <p:cNvPr id="1423" name="Google Shape;1423;p95"/>
          <p:cNvPicPr preferRelativeResize="0"/>
          <p:nvPr/>
        </p:nvPicPr>
        <p:blipFill rotWithShape="1">
          <a:blip r:embed="rId3">
            <a:alphaModFix/>
          </a:blip>
          <a:srcRect b="0" l="0" r="0" t="0"/>
          <a:stretch/>
        </p:blipFill>
        <p:spPr>
          <a:xfrm>
            <a:off x="1044805" y="2217196"/>
            <a:ext cx="553219" cy="553200"/>
          </a:xfrm>
          <a:prstGeom prst="rect">
            <a:avLst/>
          </a:prstGeom>
          <a:noFill/>
          <a:ln>
            <a:noFill/>
          </a:ln>
        </p:spPr>
      </p:pic>
      <p:pic>
        <p:nvPicPr>
          <p:cNvPr id="1424" name="Google Shape;1424;p95"/>
          <p:cNvPicPr preferRelativeResize="0"/>
          <p:nvPr/>
        </p:nvPicPr>
        <p:blipFill rotWithShape="1">
          <a:blip r:embed="rId3">
            <a:alphaModFix/>
          </a:blip>
          <a:srcRect b="0" l="0" r="0" t="0"/>
          <a:stretch/>
        </p:blipFill>
        <p:spPr>
          <a:xfrm>
            <a:off x="4627759" y="2217196"/>
            <a:ext cx="553219" cy="553200"/>
          </a:xfrm>
          <a:prstGeom prst="rect">
            <a:avLst/>
          </a:prstGeom>
          <a:noFill/>
          <a:ln>
            <a:noFill/>
          </a:ln>
        </p:spPr>
      </p:pic>
      <p:pic>
        <p:nvPicPr>
          <p:cNvPr id="1425" name="Google Shape;1425;p95"/>
          <p:cNvPicPr preferRelativeResize="0"/>
          <p:nvPr/>
        </p:nvPicPr>
        <p:blipFill rotWithShape="1">
          <a:blip r:embed="rId3">
            <a:alphaModFix/>
          </a:blip>
          <a:srcRect b="0" l="0" r="0" t="0"/>
          <a:stretch/>
        </p:blipFill>
        <p:spPr>
          <a:xfrm>
            <a:off x="8210712" y="2217196"/>
            <a:ext cx="553219" cy="553200"/>
          </a:xfrm>
          <a:prstGeom prst="rect">
            <a:avLst/>
          </a:prstGeom>
          <a:noFill/>
          <a:ln>
            <a:noFill/>
          </a:ln>
        </p:spPr>
      </p:pic>
      <p:sp>
        <p:nvSpPr>
          <p:cNvPr id="1426" name="Google Shape;1426;p95"/>
          <p:cNvSpPr txBox="1"/>
          <p:nvPr>
            <p:ph idx="8"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427" name="Google Shape;1427;p95"/>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428" name="Google Shape;1428;p95"/>
          <p:cNvSpPr txBox="1"/>
          <p:nvPr>
            <p:ph idx="9"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two column">
  <p:cSld name="CUSTOM_4_8">
    <p:spTree>
      <p:nvGrpSpPr>
        <p:cNvPr id="1429" name="Shape 1429"/>
        <p:cNvGrpSpPr/>
        <p:nvPr/>
      </p:nvGrpSpPr>
      <p:grpSpPr>
        <a:xfrm>
          <a:off x="0" y="0"/>
          <a:ext cx="0" cy="0"/>
          <a:chOff x="0" y="0"/>
          <a:chExt cx="0" cy="0"/>
        </a:xfrm>
      </p:grpSpPr>
      <p:cxnSp>
        <p:nvCxnSpPr>
          <p:cNvPr id="1430" name="Google Shape;1430;p9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431" name="Google Shape;1431;p96"/>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432" name="Google Shape;1432;p9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433" name="Google Shape;1433;p96"/>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434" name="Google Shape;1434;p96"/>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1435" name="Google Shape;1435;p96"/>
          <p:cNvCxnSpPr/>
          <p:nvPr/>
        </p:nvCxnSpPr>
        <p:spPr>
          <a:xfrm>
            <a:off x="6098909" y="2796200"/>
            <a:ext cx="0" cy="2923500"/>
          </a:xfrm>
          <a:prstGeom prst="straightConnector1">
            <a:avLst/>
          </a:prstGeom>
          <a:noFill/>
          <a:ln cap="flat" cmpd="sng" w="9525">
            <a:solidFill>
              <a:schemeClr val="dk2"/>
            </a:solidFill>
            <a:prstDash val="dot"/>
            <a:round/>
            <a:headEnd len="med" w="med" type="none"/>
            <a:tailEnd len="med" w="med" type="none"/>
          </a:ln>
        </p:spPr>
      </p:cxnSp>
      <p:sp>
        <p:nvSpPr>
          <p:cNvPr id="1436" name="Google Shape;1436;p96"/>
          <p:cNvSpPr txBox="1"/>
          <p:nvPr>
            <p:ph idx="2" type="subTitle"/>
          </p:nvPr>
        </p:nvSpPr>
        <p:spPr>
          <a:xfrm>
            <a:off x="1343125" y="5036725"/>
            <a:ext cx="43980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1437" name="Google Shape;1437;p96"/>
          <p:cNvSpPr txBox="1"/>
          <p:nvPr>
            <p:ph idx="3" type="subTitle"/>
          </p:nvPr>
        </p:nvSpPr>
        <p:spPr>
          <a:xfrm>
            <a:off x="1343125" y="2848100"/>
            <a:ext cx="4398000" cy="1861500"/>
          </a:xfrm>
          <a:prstGeom prst="rect">
            <a:avLst/>
          </a:prstGeom>
        </p:spPr>
        <p:txBody>
          <a:bodyPr anchorCtr="0" anchor="t" bIns="0" lIns="0" spcFirstLastPara="1" rIns="0" wrap="square" tIns="0">
            <a:noAutofit/>
          </a:bodyPr>
          <a:lstStyle>
            <a:lvl1pPr lvl="0" rtl="0">
              <a:lnSpc>
                <a:spcPct val="150000"/>
              </a:lnSpc>
              <a:spcBef>
                <a:spcPts val="0"/>
              </a:spcBef>
              <a:spcAft>
                <a:spcPts val="0"/>
              </a:spcAft>
              <a:buNone/>
              <a:defRPr/>
            </a:lvl1pPr>
            <a:lvl2pPr lvl="1" rtl="0">
              <a:lnSpc>
                <a:spcPct val="150000"/>
              </a:lnSpc>
              <a:spcBef>
                <a:spcPts val="0"/>
              </a:spcBef>
              <a:spcAft>
                <a:spcPts val="0"/>
              </a:spcAft>
              <a:buNone/>
              <a:defRPr/>
            </a:lvl2pPr>
            <a:lvl3pPr lvl="2" rtl="0">
              <a:lnSpc>
                <a:spcPct val="150000"/>
              </a:lnSpc>
              <a:spcBef>
                <a:spcPts val="0"/>
              </a:spcBef>
              <a:spcAft>
                <a:spcPts val="0"/>
              </a:spcAft>
              <a:buNone/>
              <a:defRPr/>
            </a:lvl3pPr>
            <a:lvl4pPr lvl="3" rtl="0">
              <a:lnSpc>
                <a:spcPct val="150000"/>
              </a:lnSpc>
              <a:spcBef>
                <a:spcPts val="0"/>
              </a:spcBef>
              <a:spcAft>
                <a:spcPts val="0"/>
              </a:spcAft>
              <a:buNone/>
              <a:defRPr/>
            </a:lvl4pPr>
            <a:lvl5pPr lvl="4" rtl="0">
              <a:lnSpc>
                <a:spcPct val="150000"/>
              </a:lnSpc>
              <a:spcBef>
                <a:spcPts val="0"/>
              </a:spcBef>
              <a:spcAft>
                <a:spcPts val="0"/>
              </a:spcAft>
              <a:buNone/>
              <a:defRPr/>
            </a:lvl5pPr>
            <a:lvl6pPr lvl="5" rtl="0">
              <a:lnSpc>
                <a:spcPct val="150000"/>
              </a:lnSpc>
              <a:spcBef>
                <a:spcPts val="0"/>
              </a:spcBef>
              <a:spcAft>
                <a:spcPts val="0"/>
              </a:spcAft>
              <a:buNone/>
              <a:defRPr/>
            </a:lvl6pPr>
            <a:lvl7pPr lvl="6" rtl="0">
              <a:lnSpc>
                <a:spcPct val="150000"/>
              </a:lnSpc>
              <a:spcBef>
                <a:spcPts val="0"/>
              </a:spcBef>
              <a:spcAft>
                <a:spcPts val="0"/>
              </a:spcAft>
              <a:buNone/>
              <a:defRPr/>
            </a:lvl7pPr>
            <a:lvl8pPr lvl="7" rtl="0">
              <a:lnSpc>
                <a:spcPct val="150000"/>
              </a:lnSpc>
              <a:spcBef>
                <a:spcPts val="0"/>
              </a:spcBef>
              <a:spcAft>
                <a:spcPts val="0"/>
              </a:spcAft>
              <a:buNone/>
              <a:defRPr/>
            </a:lvl8pPr>
            <a:lvl9pPr lvl="8" rtl="0">
              <a:lnSpc>
                <a:spcPct val="150000"/>
              </a:lnSpc>
              <a:spcBef>
                <a:spcPts val="0"/>
              </a:spcBef>
              <a:spcAft>
                <a:spcPts val="0"/>
              </a:spcAft>
              <a:buNone/>
              <a:defRPr/>
            </a:lvl9pPr>
          </a:lstStyle>
          <a:p/>
        </p:txBody>
      </p:sp>
      <p:sp>
        <p:nvSpPr>
          <p:cNvPr id="1438" name="Google Shape;1438;p96"/>
          <p:cNvSpPr txBox="1"/>
          <p:nvPr>
            <p:ph idx="4" type="subTitle"/>
          </p:nvPr>
        </p:nvSpPr>
        <p:spPr>
          <a:xfrm>
            <a:off x="6529325" y="5036725"/>
            <a:ext cx="43980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1439" name="Google Shape;1439;p96"/>
          <p:cNvSpPr txBox="1"/>
          <p:nvPr>
            <p:ph idx="5" type="subTitle"/>
          </p:nvPr>
        </p:nvSpPr>
        <p:spPr>
          <a:xfrm>
            <a:off x="6529325" y="2848100"/>
            <a:ext cx="4398000" cy="1861500"/>
          </a:xfrm>
          <a:prstGeom prst="rect">
            <a:avLst/>
          </a:prstGeom>
        </p:spPr>
        <p:txBody>
          <a:bodyPr anchorCtr="0" anchor="t" bIns="0" lIns="0" spcFirstLastPara="1" rIns="0" wrap="square" tIns="0">
            <a:noAutofit/>
          </a:bodyPr>
          <a:lstStyle>
            <a:lvl1pPr lvl="0" rtl="0">
              <a:lnSpc>
                <a:spcPct val="150000"/>
              </a:lnSpc>
              <a:spcBef>
                <a:spcPts val="0"/>
              </a:spcBef>
              <a:spcAft>
                <a:spcPts val="0"/>
              </a:spcAft>
              <a:buNone/>
              <a:defRPr/>
            </a:lvl1pPr>
            <a:lvl2pPr lvl="1" rtl="0">
              <a:lnSpc>
                <a:spcPct val="150000"/>
              </a:lnSpc>
              <a:spcBef>
                <a:spcPts val="0"/>
              </a:spcBef>
              <a:spcAft>
                <a:spcPts val="0"/>
              </a:spcAft>
              <a:buNone/>
              <a:defRPr/>
            </a:lvl2pPr>
            <a:lvl3pPr lvl="2" rtl="0">
              <a:lnSpc>
                <a:spcPct val="150000"/>
              </a:lnSpc>
              <a:spcBef>
                <a:spcPts val="0"/>
              </a:spcBef>
              <a:spcAft>
                <a:spcPts val="0"/>
              </a:spcAft>
              <a:buNone/>
              <a:defRPr/>
            </a:lvl3pPr>
            <a:lvl4pPr lvl="3" rtl="0">
              <a:lnSpc>
                <a:spcPct val="150000"/>
              </a:lnSpc>
              <a:spcBef>
                <a:spcPts val="0"/>
              </a:spcBef>
              <a:spcAft>
                <a:spcPts val="0"/>
              </a:spcAft>
              <a:buNone/>
              <a:defRPr/>
            </a:lvl4pPr>
            <a:lvl5pPr lvl="4" rtl="0">
              <a:lnSpc>
                <a:spcPct val="150000"/>
              </a:lnSpc>
              <a:spcBef>
                <a:spcPts val="0"/>
              </a:spcBef>
              <a:spcAft>
                <a:spcPts val="0"/>
              </a:spcAft>
              <a:buNone/>
              <a:defRPr/>
            </a:lvl5pPr>
            <a:lvl6pPr lvl="5" rtl="0">
              <a:lnSpc>
                <a:spcPct val="150000"/>
              </a:lnSpc>
              <a:spcBef>
                <a:spcPts val="0"/>
              </a:spcBef>
              <a:spcAft>
                <a:spcPts val="0"/>
              </a:spcAft>
              <a:buNone/>
              <a:defRPr/>
            </a:lvl6pPr>
            <a:lvl7pPr lvl="6" rtl="0">
              <a:lnSpc>
                <a:spcPct val="150000"/>
              </a:lnSpc>
              <a:spcBef>
                <a:spcPts val="0"/>
              </a:spcBef>
              <a:spcAft>
                <a:spcPts val="0"/>
              </a:spcAft>
              <a:buNone/>
              <a:defRPr/>
            </a:lvl7pPr>
            <a:lvl8pPr lvl="7" rtl="0">
              <a:lnSpc>
                <a:spcPct val="150000"/>
              </a:lnSpc>
              <a:spcBef>
                <a:spcPts val="0"/>
              </a:spcBef>
              <a:spcAft>
                <a:spcPts val="0"/>
              </a:spcAft>
              <a:buNone/>
              <a:defRPr/>
            </a:lvl8pPr>
            <a:lvl9pPr lvl="8" rtl="0">
              <a:lnSpc>
                <a:spcPct val="150000"/>
              </a:lnSpc>
              <a:spcBef>
                <a:spcPts val="0"/>
              </a:spcBef>
              <a:spcAft>
                <a:spcPts val="0"/>
              </a:spcAft>
              <a:buNone/>
              <a:defRPr/>
            </a:lvl9pPr>
          </a:lstStyle>
          <a:p/>
        </p:txBody>
      </p:sp>
      <p:pic>
        <p:nvPicPr>
          <p:cNvPr id="1440" name="Google Shape;1440;p96"/>
          <p:cNvPicPr preferRelativeResize="0"/>
          <p:nvPr/>
        </p:nvPicPr>
        <p:blipFill rotWithShape="1">
          <a:blip r:embed="rId3">
            <a:alphaModFix/>
          </a:blip>
          <a:srcRect b="0" l="0" r="0" t="0"/>
          <a:stretch/>
        </p:blipFill>
        <p:spPr>
          <a:xfrm>
            <a:off x="1227082" y="2044890"/>
            <a:ext cx="731700" cy="731684"/>
          </a:xfrm>
          <a:prstGeom prst="rect">
            <a:avLst/>
          </a:prstGeom>
          <a:noFill/>
          <a:ln>
            <a:noFill/>
          </a:ln>
        </p:spPr>
      </p:pic>
      <p:pic>
        <p:nvPicPr>
          <p:cNvPr id="1441" name="Google Shape;1441;p96"/>
          <p:cNvPicPr preferRelativeResize="0"/>
          <p:nvPr/>
        </p:nvPicPr>
        <p:blipFill rotWithShape="1">
          <a:blip r:embed="rId3">
            <a:alphaModFix/>
          </a:blip>
          <a:srcRect b="0" l="0" r="0" t="0"/>
          <a:stretch/>
        </p:blipFill>
        <p:spPr>
          <a:xfrm>
            <a:off x="6413282" y="2044890"/>
            <a:ext cx="731700" cy="731684"/>
          </a:xfrm>
          <a:prstGeom prst="rect">
            <a:avLst/>
          </a:prstGeom>
          <a:noFill/>
          <a:ln>
            <a:noFill/>
          </a:ln>
        </p:spPr>
      </p:pic>
      <p:sp>
        <p:nvSpPr>
          <p:cNvPr id="1442" name="Google Shape;1442;p96"/>
          <p:cNvSpPr txBox="1"/>
          <p:nvPr>
            <p:ph idx="6"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443" name="Google Shape;1443;p96"/>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444" name="Google Shape;1444;p96"/>
          <p:cNvSpPr txBox="1"/>
          <p:nvPr>
            <p:ph idx="7"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large">
  <p:cSld name="CUSTOM_4_7">
    <p:spTree>
      <p:nvGrpSpPr>
        <p:cNvPr id="1445" name="Shape 1445"/>
        <p:cNvGrpSpPr/>
        <p:nvPr/>
      </p:nvGrpSpPr>
      <p:grpSpPr>
        <a:xfrm>
          <a:off x="0" y="0"/>
          <a:ext cx="0" cy="0"/>
          <a:chOff x="0" y="0"/>
          <a:chExt cx="0" cy="0"/>
        </a:xfrm>
      </p:grpSpPr>
      <p:sp>
        <p:nvSpPr>
          <p:cNvPr id="1446" name="Google Shape;1446;p9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1447" name="Google Shape;1447;p9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448" name="Google Shape;1448;p9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449" name="Google Shape;1449;p9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450" name="Google Shape;1450;p97"/>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451" name="Google Shape;1451;p97"/>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452" name="Google Shape;1452;p97"/>
          <p:cNvSpPr txBox="1"/>
          <p:nvPr>
            <p:ph type="title"/>
          </p:nvPr>
        </p:nvSpPr>
        <p:spPr>
          <a:xfrm>
            <a:off x="4465550" y="1455375"/>
            <a:ext cx="6724800" cy="32004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2600"/>
            </a:lvl1pPr>
            <a:lvl2pPr lvl="1" rtl="0">
              <a:lnSpc>
                <a:spcPct val="115000"/>
              </a:lnSpc>
              <a:spcBef>
                <a:spcPts val="0"/>
              </a:spcBef>
              <a:spcAft>
                <a:spcPts val="0"/>
              </a:spcAft>
              <a:buNone/>
              <a:defRPr sz="2600"/>
            </a:lvl2pPr>
            <a:lvl3pPr lvl="2" rtl="0">
              <a:lnSpc>
                <a:spcPct val="115000"/>
              </a:lnSpc>
              <a:spcBef>
                <a:spcPts val="0"/>
              </a:spcBef>
              <a:spcAft>
                <a:spcPts val="0"/>
              </a:spcAft>
              <a:buNone/>
              <a:defRPr sz="2600"/>
            </a:lvl3pPr>
            <a:lvl4pPr lvl="3" rtl="0">
              <a:lnSpc>
                <a:spcPct val="115000"/>
              </a:lnSpc>
              <a:spcBef>
                <a:spcPts val="0"/>
              </a:spcBef>
              <a:spcAft>
                <a:spcPts val="0"/>
              </a:spcAft>
              <a:buNone/>
              <a:defRPr sz="2600"/>
            </a:lvl4pPr>
            <a:lvl5pPr lvl="4" rtl="0">
              <a:lnSpc>
                <a:spcPct val="115000"/>
              </a:lnSpc>
              <a:spcBef>
                <a:spcPts val="0"/>
              </a:spcBef>
              <a:spcAft>
                <a:spcPts val="0"/>
              </a:spcAft>
              <a:buNone/>
              <a:defRPr sz="2600"/>
            </a:lvl5pPr>
            <a:lvl6pPr lvl="5" rtl="0">
              <a:lnSpc>
                <a:spcPct val="115000"/>
              </a:lnSpc>
              <a:spcBef>
                <a:spcPts val="0"/>
              </a:spcBef>
              <a:spcAft>
                <a:spcPts val="0"/>
              </a:spcAft>
              <a:buNone/>
              <a:defRPr sz="2600"/>
            </a:lvl6pPr>
            <a:lvl7pPr lvl="6" rtl="0">
              <a:lnSpc>
                <a:spcPct val="115000"/>
              </a:lnSpc>
              <a:spcBef>
                <a:spcPts val="0"/>
              </a:spcBef>
              <a:spcAft>
                <a:spcPts val="0"/>
              </a:spcAft>
              <a:buNone/>
              <a:defRPr sz="2600"/>
            </a:lvl7pPr>
            <a:lvl8pPr lvl="7" rtl="0">
              <a:lnSpc>
                <a:spcPct val="115000"/>
              </a:lnSpc>
              <a:spcBef>
                <a:spcPts val="0"/>
              </a:spcBef>
              <a:spcAft>
                <a:spcPts val="0"/>
              </a:spcAft>
              <a:buNone/>
              <a:defRPr sz="2600"/>
            </a:lvl8pPr>
            <a:lvl9pPr lvl="8" rtl="0">
              <a:lnSpc>
                <a:spcPct val="115000"/>
              </a:lnSpc>
              <a:spcBef>
                <a:spcPts val="0"/>
              </a:spcBef>
              <a:spcAft>
                <a:spcPts val="0"/>
              </a:spcAft>
              <a:buNone/>
              <a:defRPr sz="2600"/>
            </a:lvl9pPr>
          </a:lstStyle>
          <a:p/>
        </p:txBody>
      </p:sp>
      <p:sp>
        <p:nvSpPr>
          <p:cNvPr id="1453" name="Google Shape;1453;p97"/>
          <p:cNvSpPr txBox="1"/>
          <p:nvPr>
            <p:ph idx="3" type="subTitle"/>
          </p:nvPr>
        </p:nvSpPr>
        <p:spPr>
          <a:xfrm>
            <a:off x="4465600" y="5036725"/>
            <a:ext cx="4097700" cy="426000"/>
          </a:xfrm>
          <a:prstGeom prst="rect">
            <a:avLst/>
          </a:prstGeom>
        </p:spPr>
        <p:txBody>
          <a:bodyPr anchorCtr="0" anchor="t" bIns="0" lIns="0" spcFirstLastPara="1" rIns="0" wrap="square" tIns="0">
            <a:noAutofit/>
          </a:bodyPr>
          <a:lstStyle>
            <a:lvl1pPr lvl="0" rtl="0">
              <a:lnSpc>
                <a:spcPct val="114000"/>
              </a:lnSpc>
              <a:spcBef>
                <a:spcPts val="0"/>
              </a:spcBef>
              <a:spcAft>
                <a:spcPts val="0"/>
              </a:spcAft>
              <a:buNone/>
              <a:defRPr sz="1400"/>
            </a:lvl1pPr>
            <a:lvl2pPr lvl="1" rtl="0">
              <a:lnSpc>
                <a:spcPct val="114000"/>
              </a:lnSpc>
              <a:spcBef>
                <a:spcPts val="0"/>
              </a:spcBef>
              <a:spcAft>
                <a:spcPts val="0"/>
              </a:spcAft>
              <a:buNone/>
              <a:defRPr sz="1400"/>
            </a:lvl2pPr>
            <a:lvl3pPr lvl="2" rtl="0">
              <a:lnSpc>
                <a:spcPct val="114000"/>
              </a:lnSpc>
              <a:spcBef>
                <a:spcPts val="0"/>
              </a:spcBef>
              <a:spcAft>
                <a:spcPts val="0"/>
              </a:spcAft>
              <a:buNone/>
              <a:defRPr sz="1400"/>
            </a:lvl3pPr>
            <a:lvl4pPr lvl="3" rtl="0">
              <a:lnSpc>
                <a:spcPct val="114000"/>
              </a:lnSpc>
              <a:spcBef>
                <a:spcPts val="0"/>
              </a:spcBef>
              <a:spcAft>
                <a:spcPts val="0"/>
              </a:spcAft>
              <a:buNone/>
              <a:defRPr sz="1400"/>
            </a:lvl4pPr>
            <a:lvl5pPr lvl="4" rtl="0">
              <a:lnSpc>
                <a:spcPct val="114000"/>
              </a:lnSpc>
              <a:spcBef>
                <a:spcPts val="0"/>
              </a:spcBef>
              <a:spcAft>
                <a:spcPts val="0"/>
              </a:spcAft>
              <a:buNone/>
              <a:defRPr sz="1400"/>
            </a:lvl5pPr>
            <a:lvl6pPr lvl="5" rtl="0">
              <a:lnSpc>
                <a:spcPct val="114000"/>
              </a:lnSpc>
              <a:spcBef>
                <a:spcPts val="0"/>
              </a:spcBef>
              <a:spcAft>
                <a:spcPts val="0"/>
              </a:spcAft>
              <a:buNone/>
              <a:defRPr sz="1400"/>
            </a:lvl6pPr>
            <a:lvl7pPr lvl="6" rtl="0">
              <a:lnSpc>
                <a:spcPct val="114000"/>
              </a:lnSpc>
              <a:spcBef>
                <a:spcPts val="0"/>
              </a:spcBef>
              <a:spcAft>
                <a:spcPts val="0"/>
              </a:spcAft>
              <a:buNone/>
              <a:defRPr sz="1400"/>
            </a:lvl7pPr>
            <a:lvl8pPr lvl="7" rtl="0">
              <a:lnSpc>
                <a:spcPct val="114000"/>
              </a:lnSpc>
              <a:spcBef>
                <a:spcPts val="0"/>
              </a:spcBef>
              <a:spcAft>
                <a:spcPts val="0"/>
              </a:spcAft>
              <a:buNone/>
              <a:defRPr sz="1400"/>
            </a:lvl8pPr>
            <a:lvl9pPr lvl="8" rtl="0">
              <a:lnSpc>
                <a:spcPct val="114000"/>
              </a:lnSpc>
              <a:spcBef>
                <a:spcPts val="0"/>
              </a:spcBef>
              <a:spcAft>
                <a:spcPts val="0"/>
              </a:spcAft>
              <a:buNone/>
              <a:defRPr sz="1400"/>
            </a:lvl9pPr>
          </a:lstStyle>
          <a:p/>
        </p:txBody>
      </p:sp>
      <p:pic>
        <p:nvPicPr>
          <p:cNvPr id="1454" name="Google Shape;1454;p97"/>
          <p:cNvPicPr preferRelativeResize="0"/>
          <p:nvPr/>
        </p:nvPicPr>
        <p:blipFill rotWithShape="1">
          <a:blip r:embed="rId3">
            <a:alphaModFix/>
          </a:blip>
          <a:srcRect b="0" l="0" r="0" t="0"/>
          <a:stretch/>
        </p:blipFill>
        <p:spPr>
          <a:xfrm>
            <a:off x="3419450" y="1298452"/>
            <a:ext cx="731700" cy="731684"/>
          </a:xfrm>
          <a:prstGeom prst="rect">
            <a:avLst/>
          </a:prstGeom>
          <a:noFill/>
          <a:ln>
            <a:noFill/>
          </a:ln>
        </p:spPr>
      </p:pic>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wo by two">
  <p:cSld name="CUSTOM_4_6">
    <p:spTree>
      <p:nvGrpSpPr>
        <p:cNvPr id="1455" name="Shape 1455"/>
        <p:cNvGrpSpPr/>
        <p:nvPr/>
      </p:nvGrpSpPr>
      <p:grpSpPr>
        <a:xfrm>
          <a:off x="0" y="0"/>
          <a:ext cx="0" cy="0"/>
          <a:chOff x="0" y="0"/>
          <a:chExt cx="0" cy="0"/>
        </a:xfrm>
      </p:grpSpPr>
      <p:cxnSp>
        <p:nvCxnSpPr>
          <p:cNvPr id="1456" name="Google Shape;1456;p9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457" name="Google Shape;1457;p98"/>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458" name="Google Shape;1458;p9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459" name="Google Shape;1459;p98"/>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460" name="Google Shape;1460;p98"/>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461" name="Google Shape;1461;p98"/>
          <p:cNvSpPr txBox="1"/>
          <p:nvPr>
            <p:ph idx="2" type="subTitle"/>
          </p:nvPr>
        </p:nvSpPr>
        <p:spPr>
          <a:xfrm>
            <a:off x="6855088" y="2788100"/>
            <a:ext cx="3512100" cy="10608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1462" name="Google Shape;1462;p98"/>
          <p:cNvSpPr txBox="1"/>
          <p:nvPr>
            <p:ph idx="3" type="subTitle"/>
          </p:nvPr>
        </p:nvSpPr>
        <p:spPr>
          <a:xfrm>
            <a:off x="6855081" y="2352950"/>
            <a:ext cx="3512100" cy="3792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463" name="Google Shape;1463;p98"/>
          <p:cNvSpPr txBox="1"/>
          <p:nvPr>
            <p:ph idx="4" type="subTitle"/>
          </p:nvPr>
        </p:nvSpPr>
        <p:spPr>
          <a:xfrm>
            <a:off x="6855088" y="4434375"/>
            <a:ext cx="3512100" cy="10608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1464" name="Google Shape;1464;p98"/>
          <p:cNvSpPr txBox="1"/>
          <p:nvPr>
            <p:ph idx="5" type="subTitle"/>
          </p:nvPr>
        </p:nvSpPr>
        <p:spPr>
          <a:xfrm>
            <a:off x="6855081" y="3999225"/>
            <a:ext cx="3512100" cy="3792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465" name="Google Shape;1465;p98"/>
          <p:cNvSpPr txBox="1"/>
          <p:nvPr>
            <p:ph idx="6" type="subTitle"/>
          </p:nvPr>
        </p:nvSpPr>
        <p:spPr>
          <a:xfrm>
            <a:off x="2084625" y="2788100"/>
            <a:ext cx="3512100" cy="10608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1466" name="Google Shape;1466;p98"/>
          <p:cNvSpPr txBox="1"/>
          <p:nvPr>
            <p:ph idx="7" type="subTitle"/>
          </p:nvPr>
        </p:nvSpPr>
        <p:spPr>
          <a:xfrm>
            <a:off x="2084600" y="2352950"/>
            <a:ext cx="3512100" cy="3792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467" name="Google Shape;1467;p98"/>
          <p:cNvSpPr txBox="1"/>
          <p:nvPr>
            <p:ph idx="8" type="subTitle"/>
          </p:nvPr>
        </p:nvSpPr>
        <p:spPr>
          <a:xfrm>
            <a:off x="2084625" y="4434375"/>
            <a:ext cx="3512100" cy="10608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1468" name="Google Shape;1468;p98"/>
          <p:cNvSpPr txBox="1"/>
          <p:nvPr>
            <p:ph idx="9" type="subTitle"/>
          </p:nvPr>
        </p:nvSpPr>
        <p:spPr>
          <a:xfrm>
            <a:off x="2084600" y="3999225"/>
            <a:ext cx="3512100" cy="3792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469" name="Google Shape;1469;p98"/>
          <p:cNvSpPr txBox="1"/>
          <p:nvPr>
            <p:ph idx="1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470" name="Google Shape;1470;p98"/>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471" name="Google Shape;1471;p98"/>
          <p:cNvSpPr txBox="1"/>
          <p:nvPr>
            <p:ph idx="14"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four column">
  <p:cSld name="CUSTOM_4_5">
    <p:spTree>
      <p:nvGrpSpPr>
        <p:cNvPr id="1472" name="Shape 1472"/>
        <p:cNvGrpSpPr/>
        <p:nvPr/>
      </p:nvGrpSpPr>
      <p:grpSpPr>
        <a:xfrm>
          <a:off x="0" y="0"/>
          <a:ext cx="0" cy="0"/>
          <a:chOff x="0" y="0"/>
          <a:chExt cx="0" cy="0"/>
        </a:xfrm>
      </p:grpSpPr>
      <p:cxnSp>
        <p:nvCxnSpPr>
          <p:cNvPr id="1473" name="Google Shape;1473;p9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474" name="Google Shape;1474;p99"/>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475" name="Google Shape;1475;p9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476" name="Google Shape;1476;p99"/>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477" name="Google Shape;1477;p99"/>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1478" name="Google Shape;1478;p99"/>
          <p:cNvCxnSpPr/>
          <p:nvPr/>
        </p:nvCxnSpPr>
        <p:spPr>
          <a:xfrm>
            <a:off x="3416583" y="3678000"/>
            <a:ext cx="0" cy="1527600"/>
          </a:xfrm>
          <a:prstGeom prst="straightConnector1">
            <a:avLst/>
          </a:prstGeom>
          <a:noFill/>
          <a:ln cap="flat" cmpd="sng" w="9525">
            <a:solidFill>
              <a:schemeClr val="dk2"/>
            </a:solidFill>
            <a:prstDash val="dot"/>
            <a:round/>
            <a:headEnd len="med" w="med" type="none"/>
            <a:tailEnd len="med" w="med" type="none"/>
          </a:ln>
        </p:spPr>
      </p:cxnSp>
      <p:cxnSp>
        <p:nvCxnSpPr>
          <p:cNvPr id="1479" name="Google Shape;1479;p99"/>
          <p:cNvCxnSpPr/>
          <p:nvPr/>
        </p:nvCxnSpPr>
        <p:spPr>
          <a:xfrm>
            <a:off x="6096100" y="3678000"/>
            <a:ext cx="0" cy="1527600"/>
          </a:xfrm>
          <a:prstGeom prst="straightConnector1">
            <a:avLst/>
          </a:prstGeom>
          <a:noFill/>
          <a:ln cap="flat" cmpd="sng" w="9525">
            <a:solidFill>
              <a:schemeClr val="dk2"/>
            </a:solidFill>
            <a:prstDash val="dot"/>
            <a:round/>
            <a:headEnd len="med" w="med" type="none"/>
            <a:tailEnd len="med" w="med" type="none"/>
          </a:ln>
        </p:spPr>
      </p:cxnSp>
      <p:cxnSp>
        <p:nvCxnSpPr>
          <p:cNvPr id="1480" name="Google Shape;1480;p99"/>
          <p:cNvCxnSpPr/>
          <p:nvPr/>
        </p:nvCxnSpPr>
        <p:spPr>
          <a:xfrm>
            <a:off x="8775617" y="3678000"/>
            <a:ext cx="0" cy="1527600"/>
          </a:xfrm>
          <a:prstGeom prst="straightConnector1">
            <a:avLst/>
          </a:prstGeom>
          <a:noFill/>
          <a:ln cap="flat" cmpd="sng" w="9525">
            <a:solidFill>
              <a:schemeClr val="dk2"/>
            </a:solidFill>
            <a:prstDash val="dot"/>
            <a:round/>
            <a:headEnd len="med" w="med" type="none"/>
            <a:tailEnd len="med" w="med" type="none"/>
          </a:ln>
        </p:spPr>
      </p:cxnSp>
      <p:sp>
        <p:nvSpPr>
          <p:cNvPr id="1481" name="Google Shape;1481;p99"/>
          <p:cNvSpPr txBox="1"/>
          <p:nvPr>
            <p:ph idx="2" type="subTitle"/>
          </p:nvPr>
        </p:nvSpPr>
        <p:spPr>
          <a:xfrm>
            <a:off x="885075" y="4059500"/>
            <a:ext cx="2383500" cy="10608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482" name="Google Shape;1482;p99"/>
          <p:cNvSpPr txBox="1"/>
          <p:nvPr>
            <p:ph idx="3" type="subTitle"/>
          </p:nvPr>
        </p:nvSpPr>
        <p:spPr>
          <a:xfrm>
            <a:off x="885050" y="3624350"/>
            <a:ext cx="2383500" cy="3792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483" name="Google Shape;1483;p99"/>
          <p:cNvSpPr txBox="1"/>
          <p:nvPr>
            <p:ph idx="4" type="subTitle"/>
          </p:nvPr>
        </p:nvSpPr>
        <p:spPr>
          <a:xfrm>
            <a:off x="8923625" y="4059500"/>
            <a:ext cx="2383500" cy="10608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484" name="Google Shape;1484;p99"/>
          <p:cNvSpPr txBox="1"/>
          <p:nvPr>
            <p:ph idx="5" type="subTitle"/>
          </p:nvPr>
        </p:nvSpPr>
        <p:spPr>
          <a:xfrm>
            <a:off x="8923600" y="3624350"/>
            <a:ext cx="2383500" cy="3792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485" name="Google Shape;1485;p99"/>
          <p:cNvSpPr txBox="1"/>
          <p:nvPr>
            <p:ph idx="6" type="subTitle"/>
          </p:nvPr>
        </p:nvSpPr>
        <p:spPr>
          <a:xfrm>
            <a:off x="6244108" y="4059500"/>
            <a:ext cx="2383500" cy="10608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486" name="Google Shape;1486;p99"/>
          <p:cNvSpPr txBox="1"/>
          <p:nvPr>
            <p:ph idx="7" type="subTitle"/>
          </p:nvPr>
        </p:nvSpPr>
        <p:spPr>
          <a:xfrm>
            <a:off x="6244083" y="3624350"/>
            <a:ext cx="2383500" cy="3792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487" name="Google Shape;1487;p99"/>
          <p:cNvSpPr txBox="1"/>
          <p:nvPr>
            <p:ph idx="8" type="subTitle"/>
          </p:nvPr>
        </p:nvSpPr>
        <p:spPr>
          <a:xfrm>
            <a:off x="3564592" y="4059500"/>
            <a:ext cx="2383500" cy="10608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488" name="Google Shape;1488;p99"/>
          <p:cNvSpPr txBox="1"/>
          <p:nvPr>
            <p:ph idx="9" type="subTitle"/>
          </p:nvPr>
        </p:nvSpPr>
        <p:spPr>
          <a:xfrm>
            <a:off x="3564567" y="3624350"/>
            <a:ext cx="2383500" cy="3792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489" name="Google Shape;1489;p99"/>
          <p:cNvSpPr txBox="1"/>
          <p:nvPr>
            <p:ph idx="1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490" name="Google Shape;1490;p99"/>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491" name="Google Shape;1491;p99"/>
          <p:cNvSpPr txBox="1"/>
          <p:nvPr>
            <p:ph idx="14"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left">
  <p:cSld name="CUSTOM_4_4">
    <p:spTree>
      <p:nvGrpSpPr>
        <p:cNvPr id="1492" name="Shape 1492"/>
        <p:cNvGrpSpPr/>
        <p:nvPr/>
      </p:nvGrpSpPr>
      <p:grpSpPr>
        <a:xfrm>
          <a:off x="0" y="0"/>
          <a:ext cx="0" cy="0"/>
          <a:chOff x="0" y="0"/>
          <a:chExt cx="0" cy="0"/>
        </a:xfrm>
      </p:grpSpPr>
      <p:sp>
        <p:nvSpPr>
          <p:cNvPr id="1493" name="Google Shape;1493;p100"/>
          <p:cNvSpPr txBox="1"/>
          <p:nvPr>
            <p:ph idx="1" type="subTitle"/>
          </p:nvPr>
        </p:nvSpPr>
        <p:spPr>
          <a:xfrm>
            <a:off x="885050" y="3358700"/>
            <a:ext cx="3291900" cy="1980600"/>
          </a:xfrm>
          <a:prstGeom prst="rect">
            <a:avLst/>
          </a:prstGeom>
        </p:spPr>
        <p:txBody>
          <a:bodyPr anchorCtr="0" anchor="t" bIns="0" lIns="0" spcFirstLastPara="1" rIns="0" wrap="square" tIns="0">
            <a:noAutofit/>
          </a:bodyPr>
          <a:lstStyle>
            <a:lvl1pPr lvl="0" rtl="0">
              <a:lnSpc>
                <a:spcPct val="150000"/>
              </a:lnSpc>
              <a:spcBef>
                <a:spcPts val="0"/>
              </a:spcBef>
              <a:spcAft>
                <a:spcPts val="0"/>
              </a:spcAft>
              <a:buNone/>
              <a:defRPr>
                <a:solidFill>
                  <a:schemeClr val="accent1"/>
                </a:solidFill>
              </a:defRPr>
            </a:lvl1pPr>
            <a:lvl2pPr lvl="1" rtl="0">
              <a:lnSpc>
                <a:spcPct val="150000"/>
              </a:lnSpc>
              <a:spcBef>
                <a:spcPts val="500"/>
              </a:spcBef>
              <a:spcAft>
                <a:spcPts val="0"/>
              </a:spcAft>
              <a:buNone/>
              <a:defRPr>
                <a:solidFill>
                  <a:schemeClr val="accent1"/>
                </a:solidFill>
              </a:defRPr>
            </a:lvl2pPr>
            <a:lvl3pPr lvl="2" rtl="0">
              <a:lnSpc>
                <a:spcPct val="150000"/>
              </a:lnSpc>
              <a:spcBef>
                <a:spcPts val="500"/>
              </a:spcBef>
              <a:spcAft>
                <a:spcPts val="0"/>
              </a:spcAft>
              <a:buNone/>
              <a:defRPr>
                <a:solidFill>
                  <a:schemeClr val="accent1"/>
                </a:solidFill>
              </a:defRPr>
            </a:lvl3pPr>
            <a:lvl4pPr lvl="3" rtl="0">
              <a:lnSpc>
                <a:spcPct val="150000"/>
              </a:lnSpc>
              <a:spcBef>
                <a:spcPts val="500"/>
              </a:spcBef>
              <a:spcAft>
                <a:spcPts val="0"/>
              </a:spcAft>
              <a:buNone/>
              <a:defRPr>
                <a:solidFill>
                  <a:schemeClr val="accent1"/>
                </a:solidFill>
              </a:defRPr>
            </a:lvl4pPr>
            <a:lvl5pPr lvl="4" rtl="0">
              <a:lnSpc>
                <a:spcPct val="150000"/>
              </a:lnSpc>
              <a:spcBef>
                <a:spcPts val="500"/>
              </a:spcBef>
              <a:spcAft>
                <a:spcPts val="0"/>
              </a:spcAft>
              <a:buNone/>
              <a:defRPr>
                <a:solidFill>
                  <a:schemeClr val="accent1"/>
                </a:solidFill>
              </a:defRPr>
            </a:lvl5pPr>
            <a:lvl6pPr lvl="5" rtl="0">
              <a:lnSpc>
                <a:spcPct val="150000"/>
              </a:lnSpc>
              <a:spcBef>
                <a:spcPts val="500"/>
              </a:spcBef>
              <a:spcAft>
                <a:spcPts val="0"/>
              </a:spcAft>
              <a:buNone/>
              <a:defRPr>
                <a:solidFill>
                  <a:schemeClr val="accent1"/>
                </a:solidFill>
              </a:defRPr>
            </a:lvl6pPr>
            <a:lvl7pPr lvl="6" rtl="0">
              <a:lnSpc>
                <a:spcPct val="150000"/>
              </a:lnSpc>
              <a:spcBef>
                <a:spcPts val="500"/>
              </a:spcBef>
              <a:spcAft>
                <a:spcPts val="0"/>
              </a:spcAft>
              <a:buNone/>
              <a:defRPr>
                <a:solidFill>
                  <a:schemeClr val="accent1"/>
                </a:solidFill>
              </a:defRPr>
            </a:lvl7pPr>
            <a:lvl8pPr lvl="7" rtl="0">
              <a:lnSpc>
                <a:spcPct val="150000"/>
              </a:lnSpc>
              <a:spcBef>
                <a:spcPts val="500"/>
              </a:spcBef>
              <a:spcAft>
                <a:spcPts val="0"/>
              </a:spcAft>
              <a:buNone/>
              <a:defRPr>
                <a:solidFill>
                  <a:schemeClr val="accent1"/>
                </a:solidFill>
              </a:defRPr>
            </a:lvl8pPr>
            <a:lvl9pPr lvl="8" rtl="0">
              <a:lnSpc>
                <a:spcPct val="150000"/>
              </a:lnSpc>
              <a:spcBef>
                <a:spcPts val="500"/>
              </a:spcBef>
              <a:spcAft>
                <a:spcPts val="500"/>
              </a:spcAft>
              <a:buNone/>
              <a:defRPr>
                <a:solidFill>
                  <a:schemeClr val="accent1"/>
                </a:solidFill>
              </a:defRPr>
            </a:lvl9pPr>
          </a:lstStyle>
          <a:p/>
        </p:txBody>
      </p:sp>
      <p:sp>
        <p:nvSpPr>
          <p:cNvPr id="1494" name="Google Shape;1494;p100"/>
          <p:cNvSpPr txBox="1"/>
          <p:nvPr>
            <p:ph type="title"/>
          </p:nvPr>
        </p:nvSpPr>
        <p:spPr>
          <a:xfrm>
            <a:off x="885050" y="1240700"/>
            <a:ext cx="4114800" cy="19806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2400"/>
            </a:lvl1pPr>
            <a:lvl2pPr lvl="1" rtl="0">
              <a:lnSpc>
                <a:spcPct val="140000"/>
              </a:lnSpc>
              <a:spcBef>
                <a:spcPts val="0"/>
              </a:spcBef>
              <a:spcAft>
                <a:spcPts val="0"/>
              </a:spcAft>
              <a:buNone/>
              <a:defRPr sz="2400"/>
            </a:lvl2pPr>
            <a:lvl3pPr lvl="2" rtl="0">
              <a:lnSpc>
                <a:spcPct val="140000"/>
              </a:lnSpc>
              <a:spcBef>
                <a:spcPts val="0"/>
              </a:spcBef>
              <a:spcAft>
                <a:spcPts val="0"/>
              </a:spcAft>
              <a:buNone/>
              <a:defRPr sz="2400"/>
            </a:lvl3pPr>
            <a:lvl4pPr lvl="3" rtl="0">
              <a:lnSpc>
                <a:spcPct val="140000"/>
              </a:lnSpc>
              <a:spcBef>
                <a:spcPts val="0"/>
              </a:spcBef>
              <a:spcAft>
                <a:spcPts val="0"/>
              </a:spcAft>
              <a:buNone/>
              <a:defRPr sz="2400"/>
            </a:lvl4pPr>
            <a:lvl5pPr lvl="4" rtl="0">
              <a:lnSpc>
                <a:spcPct val="140000"/>
              </a:lnSpc>
              <a:spcBef>
                <a:spcPts val="0"/>
              </a:spcBef>
              <a:spcAft>
                <a:spcPts val="0"/>
              </a:spcAft>
              <a:buNone/>
              <a:defRPr sz="2400"/>
            </a:lvl5pPr>
            <a:lvl6pPr lvl="5" rtl="0">
              <a:lnSpc>
                <a:spcPct val="140000"/>
              </a:lnSpc>
              <a:spcBef>
                <a:spcPts val="0"/>
              </a:spcBef>
              <a:spcAft>
                <a:spcPts val="0"/>
              </a:spcAft>
              <a:buNone/>
              <a:defRPr sz="2400"/>
            </a:lvl6pPr>
            <a:lvl7pPr lvl="6" rtl="0">
              <a:lnSpc>
                <a:spcPct val="140000"/>
              </a:lnSpc>
              <a:spcBef>
                <a:spcPts val="0"/>
              </a:spcBef>
              <a:spcAft>
                <a:spcPts val="0"/>
              </a:spcAft>
              <a:buNone/>
              <a:defRPr sz="2400"/>
            </a:lvl7pPr>
            <a:lvl8pPr lvl="7" rtl="0">
              <a:lnSpc>
                <a:spcPct val="140000"/>
              </a:lnSpc>
              <a:spcBef>
                <a:spcPts val="0"/>
              </a:spcBef>
              <a:spcAft>
                <a:spcPts val="0"/>
              </a:spcAft>
              <a:buNone/>
              <a:defRPr sz="2400"/>
            </a:lvl8pPr>
            <a:lvl9pPr lvl="8" rtl="0">
              <a:lnSpc>
                <a:spcPct val="140000"/>
              </a:lnSpc>
              <a:spcBef>
                <a:spcPts val="0"/>
              </a:spcBef>
              <a:spcAft>
                <a:spcPts val="0"/>
              </a:spcAft>
              <a:buNone/>
              <a:defRPr sz="2400"/>
            </a:lvl9pPr>
          </a:lstStyle>
          <a:p/>
        </p:txBody>
      </p:sp>
      <p:sp>
        <p:nvSpPr>
          <p:cNvPr id="1495" name="Google Shape;1495;p100"/>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cxnSp>
        <p:nvCxnSpPr>
          <p:cNvPr id="1496" name="Google Shape;1496;p10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497" name="Google Shape;1497;p100"/>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498" name="Google Shape;1498;p10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499" name="Google Shape;1499;p100"/>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500" name="Google Shape;1500;p100"/>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501" name="Google Shape;1501;p100"/>
          <p:cNvSpPr txBox="1"/>
          <p:nvPr>
            <p:ph idx="4" type="subTitle"/>
          </p:nvPr>
        </p:nvSpPr>
        <p:spPr>
          <a:xfrm>
            <a:off x="6857350" y="1644050"/>
            <a:ext cx="4660800" cy="8865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1502" name="Google Shape;1502;p100"/>
          <p:cNvSpPr txBox="1"/>
          <p:nvPr>
            <p:ph idx="5" type="subTitle"/>
          </p:nvPr>
        </p:nvSpPr>
        <p:spPr>
          <a:xfrm>
            <a:off x="6857350" y="1240700"/>
            <a:ext cx="4660800" cy="3474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503" name="Google Shape;1503;p100"/>
          <p:cNvSpPr txBox="1"/>
          <p:nvPr>
            <p:ph idx="6" type="subTitle"/>
          </p:nvPr>
        </p:nvSpPr>
        <p:spPr>
          <a:xfrm>
            <a:off x="6857350" y="3164125"/>
            <a:ext cx="4660800" cy="8865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1504" name="Google Shape;1504;p100"/>
          <p:cNvSpPr txBox="1"/>
          <p:nvPr>
            <p:ph idx="7" type="subTitle"/>
          </p:nvPr>
        </p:nvSpPr>
        <p:spPr>
          <a:xfrm>
            <a:off x="6857350" y="2760775"/>
            <a:ext cx="4660800" cy="3474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505" name="Google Shape;1505;p100"/>
          <p:cNvSpPr txBox="1"/>
          <p:nvPr>
            <p:ph idx="8" type="subTitle"/>
          </p:nvPr>
        </p:nvSpPr>
        <p:spPr>
          <a:xfrm>
            <a:off x="6857350" y="4684200"/>
            <a:ext cx="4660800" cy="8865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1506" name="Google Shape;1506;p100"/>
          <p:cNvSpPr txBox="1"/>
          <p:nvPr>
            <p:ph idx="9" type="subTitle"/>
          </p:nvPr>
        </p:nvSpPr>
        <p:spPr>
          <a:xfrm>
            <a:off x="6857350" y="4280850"/>
            <a:ext cx="4660800" cy="3474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olumn">
  <p:cSld name="CUSTOM_4_3">
    <p:spTree>
      <p:nvGrpSpPr>
        <p:cNvPr id="1507" name="Shape 1507"/>
        <p:cNvGrpSpPr/>
        <p:nvPr/>
      </p:nvGrpSpPr>
      <p:grpSpPr>
        <a:xfrm>
          <a:off x="0" y="0"/>
          <a:ext cx="0" cy="0"/>
          <a:chOff x="0" y="0"/>
          <a:chExt cx="0" cy="0"/>
        </a:xfrm>
      </p:grpSpPr>
      <p:cxnSp>
        <p:nvCxnSpPr>
          <p:cNvPr id="1508" name="Google Shape;1508;p10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509" name="Google Shape;1509;p10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510" name="Google Shape;1510;p10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511" name="Google Shape;1511;p101"/>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512" name="Google Shape;1512;p101"/>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1513" name="Google Shape;1513;p101"/>
          <p:cNvCxnSpPr/>
          <p:nvPr/>
        </p:nvCxnSpPr>
        <p:spPr>
          <a:xfrm>
            <a:off x="4306150" y="4229725"/>
            <a:ext cx="0" cy="1557600"/>
          </a:xfrm>
          <a:prstGeom prst="straightConnector1">
            <a:avLst/>
          </a:prstGeom>
          <a:noFill/>
          <a:ln cap="flat" cmpd="sng" w="9525">
            <a:solidFill>
              <a:schemeClr val="dk2"/>
            </a:solidFill>
            <a:prstDash val="dot"/>
            <a:round/>
            <a:headEnd len="med" w="med" type="none"/>
            <a:tailEnd len="med" w="med" type="none"/>
          </a:ln>
        </p:spPr>
      </p:cxnSp>
      <p:cxnSp>
        <p:nvCxnSpPr>
          <p:cNvPr id="1514" name="Google Shape;1514;p101"/>
          <p:cNvCxnSpPr/>
          <p:nvPr/>
        </p:nvCxnSpPr>
        <p:spPr>
          <a:xfrm>
            <a:off x="7885850" y="4229725"/>
            <a:ext cx="0" cy="1557600"/>
          </a:xfrm>
          <a:prstGeom prst="straightConnector1">
            <a:avLst/>
          </a:prstGeom>
          <a:noFill/>
          <a:ln cap="flat" cmpd="sng" w="9525">
            <a:solidFill>
              <a:schemeClr val="dk2"/>
            </a:solidFill>
            <a:prstDash val="dot"/>
            <a:round/>
            <a:headEnd len="med" w="med" type="none"/>
            <a:tailEnd len="med" w="med" type="none"/>
          </a:ln>
        </p:spPr>
      </p:cxnSp>
      <p:sp>
        <p:nvSpPr>
          <p:cNvPr id="1515" name="Google Shape;1515;p101"/>
          <p:cNvSpPr txBox="1"/>
          <p:nvPr>
            <p:ph idx="2" type="subTitle"/>
          </p:nvPr>
        </p:nvSpPr>
        <p:spPr>
          <a:xfrm>
            <a:off x="44683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516" name="Google Shape;1516;p101"/>
          <p:cNvSpPr txBox="1"/>
          <p:nvPr>
            <p:ph idx="3" type="subTitle"/>
          </p:nvPr>
        </p:nvSpPr>
        <p:spPr>
          <a:xfrm>
            <a:off x="44684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517" name="Google Shape;1517;p101"/>
          <p:cNvSpPr txBox="1"/>
          <p:nvPr>
            <p:ph idx="4" type="subTitle"/>
          </p:nvPr>
        </p:nvSpPr>
        <p:spPr>
          <a:xfrm>
            <a:off x="80480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518" name="Google Shape;1518;p101"/>
          <p:cNvSpPr txBox="1"/>
          <p:nvPr>
            <p:ph idx="5" type="subTitle"/>
          </p:nvPr>
        </p:nvSpPr>
        <p:spPr>
          <a:xfrm>
            <a:off x="80481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519" name="Google Shape;1519;p101"/>
          <p:cNvSpPr txBox="1"/>
          <p:nvPr>
            <p:ph idx="6" type="subTitle"/>
          </p:nvPr>
        </p:nvSpPr>
        <p:spPr>
          <a:xfrm>
            <a:off x="8886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520" name="Google Shape;1520;p101"/>
          <p:cNvSpPr txBox="1"/>
          <p:nvPr>
            <p:ph idx="7" type="subTitle"/>
          </p:nvPr>
        </p:nvSpPr>
        <p:spPr>
          <a:xfrm>
            <a:off x="8887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521" name="Google Shape;1521;p101"/>
          <p:cNvSpPr txBox="1"/>
          <p:nvPr>
            <p:ph idx="8"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522" name="Google Shape;1522;p101"/>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523" name="Google Shape;1523;p101"/>
          <p:cNvSpPr txBox="1"/>
          <p:nvPr>
            <p:ph idx="9"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image left">
  <p:cSld name="CUSTOM_4_2">
    <p:spTree>
      <p:nvGrpSpPr>
        <p:cNvPr id="1524" name="Shape 1524"/>
        <p:cNvGrpSpPr/>
        <p:nvPr/>
      </p:nvGrpSpPr>
      <p:grpSpPr>
        <a:xfrm>
          <a:off x="0" y="0"/>
          <a:ext cx="0" cy="0"/>
          <a:chOff x="0" y="0"/>
          <a:chExt cx="0" cy="0"/>
        </a:xfrm>
      </p:grpSpPr>
      <p:cxnSp>
        <p:nvCxnSpPr>
          <p:cNvPr id="1525" name="Google Shape;1525;p10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526" name="Google Shape;1526;p102"/>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527" name="Google Shape;1527;p10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528" name="Google Shape;1528;p102"/>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529" name="Google Shape;1529;p102"/>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530" name="Google Shape;1530;p102"/>
          <p:cNvSpPr txBox="1"/>
          <p:nvPr>
            <p:ph idx="2" type="subTitle"/>
          </p:nvPr>
        </p:nvSpPr>
        <p:spPr>
          <a:xfrm>
            <a:off x="5662075" y="2539250"/>
            <a:ext cx="5486400" cy="3168600"/>
          </a:xfrm>
          <a:prstGeom prst="rect">
            <a:avLst/>
          </a:prstGeom>
        </p:spPr>
        <p:txBody>
          <a:bodyPr anchorCtr="0" anchor="t" bIns="0" lIns="0" spcFirstLastPara="1" rIns="0" wrap="square" tIns="0">
            <a:noAutofit/>
          </a:bodyPr>
          <a:lstStyle>
            <a:lvl1pPr lvl="0" rtl="0">
              <a:lnSpc>
                <a:spcPct val="113000"/>
              </a:lnSpc>
              <a:spcBef>
                <a:spcPts val="0"/>
              </a:spcBef>
              <a:spcAft>
                <a:spcPts val="0"/>
              </a:spcAft>
              <a:buNone/>
              <a:defRPr/>
            </a:lvl1pPr>
            <a:lvl2pPr lvl="1" rtl="0">
              <a:lnSpc>
                <a:spcPct val="113000"/>
              </a:lnSpc>
              <a:spcBef>
                <a:spcPts val="2000"/>
              </a:spcBef>
              <a:spcAft>
                <a:spcPts val="0"/>
              </a:spcAft>
              <a:buNone/>
              <a:defRPr/>
            </a:lvl2pPr>
            <a:lvl3pPr lvl="2" rtl="0">
              <a:lnSpc>
                <a:spcPct val="113000"/>
              </a:lnSpc>
              <a:spcBef>
                <a:spcPts val="2000"/>
              </a:spcBef>
              <a:spcAft>
                <a:spcPts val="0"/>
              </a:spcAft>
              <a:buNone/>
              <a:defRPr/>
            </a:lvl3pPr>
            <a:lvl4pPr lvl="3" rtl="0">
              <a:lnSpc>
                <a:spcPct val="113000"/>
              </a:lnSpc>
              <a:spcBef>
                <a:spcPts val="2000"/>
              </a:spcBef>
              <a:spcAft>
                <a:spcPts val="0"/>
              </a:spcAft>
              <a:buNone/>
              <a:defRPr/>
            </a:lvl4pPr>
            <a:lvl5pPr lvl="4" rtl="0">
              <a:lnSpc>
                <a:spcPct val="113000"/>
              </a:lnSpc>
              <a:spcBef>
                <a:spcPts val="2000"/>
              </a:spcBef>
              <a:spcAft>
                <a:spcPts val="0"/>
              </a:spcAft>
              <a:buNone/>
              <a:defRPr/>
            </a:lvl5pPr>
            <a:lvl6pPr lvl="5" rtl="0">
              <a:lnSpc>
                <a:spcPct val="113000"/>
              </a:lnSpc>
              <a:spcBef>
                <a:spcPts val="2000"/>
              </a:spcBef>
              <a:spcAft>
                <a:spcPts val="0"/>
              </a:spcAft>
              <a:buNone/>
              <a:defRPr/>
            </a:lvl6pPr>
            <a:lvl7pPr lvl="6" rtl="0">
              <a:lnSpc>
                <a:spcPct val="113000"/>
              </a:lnSpc>
              <a:spcBef>
                <a:spcPts val="2000"/>
              </a:spcBef>
              <a:spcAft>
                <a:spcPts val="0"/>
              </a:spcAft>
              <a:buNone/>
              <a:defRPr/>
            </a:lvl7pPr>
            <a:lvl8pPr lvl="7" rtl="0">
              <a:lnSpc>
                <a:spcPct val="113000"/>
              </a:lnSpc>
              <a:spcBef>
                <a:spcPts val="2000"/>
              </a:spcBef>
              <a:spcAft>
                <a:spcPts val="0"/>
              </a:spcAft>
              <a:buNone/>
              <a:defRPr/>
            </a:lvl8pPr>
            <a:lvl9pPr lvl="8" rtl="0">
              <a:lnSpc>
                <a:spcPct val="113000"/>
              </a:lnSpc>
              <a:spcBef>
                <a:spcPts val="2000"/>
              </a:spcBef>
              <a:spcAft>
                <a:spcPts val="2000"/>
              </a:spcAft>
              <a:buNone/>
              <a:defRPr/>
            </a:lvl9pPr>
          </a:lstStyle>
          <a:p/>
        </p:txBody>
      </p:sp>
      <p:sp>
        <p:nvSpPr>
          <p:cNvPr id="1531" name="Google Shape;1531;p102"/>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532" name="Google Shape;1532;p102"/>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533" name="Google Shape;1533;p102"/>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large text alt1">
  <p:cSld name="CUSTOM_4_2_2">
    <p:spTree>
      <p:nvGrpSpPr>
        <p:cNvPr id="1534" name="Shape 1534"/>
        <p:cNvGrpSpPr/>
        <p:nvPr/>
      </p:nvGrpSpPr>
      <p:grpSpPr>
        <a:xfrm>
          <a:off x="0" y="0"/>
          <a:ext cx="0" cy="0"/>
          <a:chOff x="0" y="0"/>
          <a:chExt cx="0" cy="0"/>
        </a:xfrm>
      </p:grpSpPr>
      <p:cxnSp>
        <p:nvCxnSpPr>
          <p:cNvPr id="1535" name="Google Shape;1535;p10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536" name="Google Shape;1536;p103"/>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537" name="Google Shape;1537;p10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538" name="Google Shape;1538;p103"/>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539" name="Google Shape;1539;p103"/>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540" name="Google Shape;1540;p103"/>
          <p:cNvSpPr txBox="1"/>
          <p:nvPr>
            <p:ph idx="2" type="subTitle"/>
          </p:nvPr>
        </p:nvSpPr>
        <p:spPr>
          <a:xfrm>
            <a:off x="2087850" y="2416425"/>
            <a:ext cx="8044800" cy="13041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None/>
              <a:defRPr>
                <a:solidFill>
                  <a:schemeClr val="accent1"/>
                </a:solidFill>
              </a:defRPr>
            </a:lvl1pPr>
            <a:lvl2pPr lvl="1" rtl="0">
              <a:spcBef>
                <a:spcPts val="500"/>
              </a:spcBef>
              <a:spcAft>
                <a:spcPts val="0"/>
              </a:spcAft>
              <a:buNone/>
              <a:defRPr>
                <a:solidFill>
                  <a:schemeClr val="accent1"/>
                </a:solidFill>
              </a:defRPr>
            </a:lvl2pPr>
            <a:lvl3pPr lvl="2" rtl="0">
              <a:spcBef>
                <a:spcPts val="500"/>
              </a:spcBef>
              <a:spcAft>
                <a:spcPts val="0"/>
              </a:spcAft>
              <a:buNone/>
              <a:defRPr>
                <a:solidFill>
                  <a:schemeClr val="accent1"/>
                </a:solidFill>
              </a:defRPr>
            </a:lvl3pPr>
            <a:lvl4pPr lvl="3" rtl="0">
              <a:spcBef>
                <a:spcPts val="500"/>
              </a:spcBef>
              <a:spcAft>
                <a:spcPts val="0"/>
              </a:spcAft>
              <a:buNone/>
              <a:defRPr>
                <a:solidFill>
                  <a:schemeClr val="accent1"/>
                </a:solidFill>
              </a:defRPr>
            </a:lvl4pPr>
            <a:lvl5pPr lvl="4" rtl="0">
              <a:spcBef>
                <a:spcPts val="500"/>
              </a:spcBef>
              <a:spcAft>
                <a:spcPts val="0"/>
              </a:spcAft>
              <a:buNone/>
              <a:defRPr>
                <a:solidFill>
                  <a:schemeClr val="accent1"/>
                </a:solidFill>
              </a:defRPr>
            </a:lvl5pPr>
            <a:lvl6pPr lvl="5" rtl="0">
              <a:spcBef>
                <a:spcPts val="500"/>
              </a:spcBef>
              <a:spcAft>
                <a:spcPts val="0"/>
              </a:spcAft>
              <a:buNone/>
              <a:defRPr>
                <a:solidFill>
                  <a:schemeClr val="accent1"/>
                </a:solidFill>
              </a:defRPr>
            </a:lvl6pPr>
            <a:lvl7pPr lvl="6" rtl="0">
              <a:spcBef>
                <a:spcPts val="500"/>
              </a:spcBef>
              <a:spcAft>
                <a:spcPts val="0"/>
              </a:spcAft>
              <a:buNone/>
              <a:defRPr>
                <a:solidFill>
                  <a:schemeClr val="accent1"/>
                </a:solidFill>
              </a:defRPr>
            </a:lvl7pPr>
            <a:lvl8pPr lvl="7" rtl="0">
              <a:spcBef>
                <a:spcPts val="500"/>
              </a:spcBef>
              <a:spcAft>
                <a:spcPts val="0"/>
              </a:spcAft>
              <a:buNone/>
              <a:defRPr>
                <a:solidFill>
                  <a:schemeClr val="accent1"/>
                </a:solidFill>
              </a:defRPr>
            </a:lvl8pPr>
            <a:lvl9pPr lvl="8" rtl="0">
              <a:spcBef>
                <a:spcPts val="500"/>
              </a:spcBef>
              <a:spcAft>
                <a:spcPts val="500"/>
              </a:spcAft>
              <a:buNone/>
              <a:defRPr>
                <a:solidFill>
                  <a:schemeClr val="accent1"/>
                </a:solidFill>
              </a:defRPr>
            </a:lvl9pPr>
          </a:lstStyle>
          <a:p/>
        </p:txBody>
      </p:sp>
      <p:sp>
        <p:nvSpPr>
          <p:cNvPr id="1541" name="Google Shape;1541;p103"/>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542" name="Google Shape;1542;p103"/>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543" name="Google Shape;1543;p103"/>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large text">
  <p:cSld name="CUSTOM_4_2_1">
    <p:spTree>
      <p:nvGrpSpPr>
        <p:cNvPr id="1544" name="Shape 1544"/>
        <p:cNvGrpSpPr/>
        <p:nvPr/>
      </p:nvGrpSpPr>
      <p:grpSpPr>
        <a:xfrm>
          <a:off x="0" y="0"/>
          <a:ext cx="0" cy="0"/>
          <a:chOff x="0" y="0"/>
          <a:chExt cx="0" cy="0"/>
        </a:xfrm>
      </p:grpSpPr>
      <p:sp>
        <p:nvSpPr>
          <p:cNvPr id="1545" name="Google Shape;1545;p104"/>
          <p:cNvSpPr txBox="1"/>
          <p:nvPr>
            <p:ph type="title"/>
          </p:nvPr>
        </p:nvSpPr>
        <p:spPr>
          <a:xfrm>
            <a:off x="3280375" y="1653075"/>
            <a:ext cx="7431000" cy="39318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None/>
              <a:defRPr sz="2800">
                <a:solidFill>
                  <a:schemeClr val="accent1"/>
                </a:solidFill>
              </a:defRPr>
            </a:lvl1pPr>
            <a:lvl2pPr lvl="1" rtl="0">
              <a:lnSpc>
                <a:spcPct val="115000"/>
              </a:lnSpc>
              <a:spcBef>
                <a:spcPts val="0"/>
              </a:spcBef>
              <a:spcAft>
                <a:spcPts val="0"/>
              </a:spcAft>
              <a:buNone/>
              <a:defRPr sz="2600">
                <a:solidFill>
                  <a:schemeClr val="accent1"/>
                </a:solidFill>
                <a:latin typeface="Red Hat Text"/>
                <a:ea typeface="Red Hat Text"/>
                <a:cs typeface="Red Hat Text"/>
                <a:sym typeface="Red Hat Text"/>
              </a:defRPr>
            </a:lvl2pPr>
            <a:lvl3pPr lvl="2" rtl="0">
              <a:lnSpc>
                <a:spcPct val="115000"/>
              </a:lnSpc>
              <a:spcBef>
                <a:spcPts val="0"/>
              </a:spcBef>
              <a:spcAft>
                <a:spcPts val="0"/>
              </a:spcAft>
              <a:buNone/>
              <a:defRPr sz="2600">
                <a:solidFill>
                  <a:schemeClr val="accent1"/>
                </a:solidFill>
                <a:latin typeface="Red Hat Text"/>
                <a:ea typeface="Red Hat Text"/>
                <a:cs typeface="Red Hat Text"/>
                <a:sym typeface="Red Hat Text"/>
              </a:defRPr>
            </a:lvl3pPr>
            <a:lvl4pPr lvl="3" rtl="0">
              <a:lnSpc>
                <a:spcPct val="115000"/>
              </a:lnSpc>
              <a:spcBef>
                <a:spcPts val="0"/>
              </a:spcBef>
              <a:spcAft>
                <a:spcPts val="0"/>
              </a:spcAft>
              <a:buNone/>
              <a:defRPr sz="2600">
                <a:solidFill>
                  <a:schemeClr val="accent1"/>
                </a:solidFill>
                <a:latin typeface="Red Hat Text"/>
                <a:ea typeface="Red Hat Text"/>
                <a:cs typeface="Red Hat Text"/>
                <a:sym typeface="Red Hat Text"/>
              </a:defRPr>
            </a:lvl4pPr>
            <a:lvl5pPr lvl="4" rtl="0">
              <a:lnSpc>
                <a:spcPct val="115000"/>
              </a:lnSpc>
              <a:spcBef>
                <a:spcPts val="0"/>
              </a:spcBef>
              <a:spcAft>
                <a:spcPts val="0"/>
              </a:spcAft>
              <a:buNone/>
              <a:defRPr sz="2600">
                <a:solidFill>
                  <a:schemeClr val="accent1"/>
                </a:solidFill>
                <a:latin typeface="Red Hat Text"/>
                <a:ea typeface="Red Hat Text"/>
                <a:cs typeface="Red Hat Text"/>
                <a:sym typeface="Red Hat Text"/>
              </a:defRPr>
            </a:lvl5pPr>
            <a:lvl6pPr lvl="5" rtl="0">
              <a:lnSpc>
                <a:spcPct val="115000"/>
              </a:lnSpc>
              <a:spcBef>
                <a:spcPts val="0"/>
              </a:spcBef>
              <a:spcAft>
                <a:spcPts val="0"/>
              </a:spcAft>
              <a:buNone/>
              <a:defRPr sz="2600">
                <a:solidFill>
                  <a:schemeClr val="accent1"/>
                </a:solidFill>
                <a:latin typeface="Red Hat Text"/>
                <a:ea typeface="Red Hat Text"/>
                <a:cs typeface="Red Hat Text"/>
                <a:sym typeface="Red Hat Text"/>
              </a:defRPr>
            </a:lvl6pPr>
            <a:lvl7pPr lvl="6" rtl="0">
              <a:lnSpc>
                <a:spcPct val="115000"/>
              </a:lnSpc>
              <a:spcBef>
                <a:spcPts val="0"/>
              </a:spcBef>
              <a:spcAft>
                <a:spcPts val="0"/>
              </a:spcAft>
              <a:buNone/>
              <a:defRPr sz="2600">
                <a:solidFill>
                  <a:schemeClr val="accent1"/>
                </a:solidFill>
                <a:latin typeface="Red Hat Text"/>
                <a:ea typeface="Red Hat Text"/>
                <a:cs typeface="Red Hat Text"/>
                <a:sym typeface="Red Hat Text"/>
              </a:defRPr>
            </a:lvl7pPr>
            <a:lvl8pPr lvl="7" rtl="0">
              <a:lnSpc>
                <a:spcPct val="115000"/>
              </a:lnSpc>
              <a:spcBef>
                <a:spcPts val="0"/>
              </a:spcBef>
              <a:spcAft>
                <a:spcPts val="0"/>
              </a:spcAft>
              <a:buNone/>
              <a:defRPr sz="2600">
                <a:solidFill>
                  <a:schemeClr val="accent1"/>
                </a:solidFill>
                <a:latin typeface="Red Hat Text"/>
                <a:ea typeface="Red Hat Text"/>
                <a:cs typeface="Red Hat Text"/>
                <a:sym typeface="Red Hat Text"/>
              </a:defRPr>
            </a:lvl8pPr>
            <a:lvl9pPr lvl="8" rtl="0">
              <a:lnSpc>
                <a:spcPct val="115000"/>
              </a:lnSpc>
              <a:spcBef>
                <a:spcPts val="0"/>
              </a:spcBef>
              <a:spcAft>
                <a:spcPts val="0"/>
              </a:spcAft>
              <a:buNone/>
              <a:defRPr sz="2600">
                <a:solidFill>
                  <a:schemeClr val="accent1"/>
                </a:solidFill>
                <a:latin typeface="Red Hat Text"/>
                <a:ea typeface="Red Hat Text"/>
                <a:cs typeface="Red Hat Text"/>
                <a:sym typeface="Red Hat Text"/>
              </a:defRPr>
            </a:lvl9pPr>
          </a:lstStyle>
          <a:p/>
        </p:txBody>
      </p:sp>
      <p:sp>
        <p:nvSpPr>
          <p:cNvPr id="1546" name="Google Shape;1546;p10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1547" name="Google Shape;1547;p10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548" name="Google Shape;1548;p104"/>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549" name="Google Shape;1549;p10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550" name="Google Shape;1550;p104"/>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551" name="Google Shape;1551;p104"/>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agenda dark">
  <p:cSld name="CUSTOM_4_1">
    <p:bg>
      <p:bgPr>
        <a:solidFill>
          <a:srgbClr val="292929"/>
        </a:solidFill>
      </p:bgPr>
    </p:bg>
    <p:spTree>
      <p:nvGrpSpPr>
        <p:cNvPr id="1552" name="Shape 1552"/>
        <p:cNvGrpSpPr/>
        <p:nvPr/>
      </p:nvGrpSpPr>
      <p:grpSpPr>
        <a:xfrm>
          <a:off x="0" y="0"/>
          <a:ext cx="0" cy="0"/>
          <a:chOff x="0" y="0"/>
          <a:chExt cx="0" cy="0"/>
        </a:xfrm>
      </p:grpSpPr>
      <p:sp>
        <p:nvSpPr>
          <p:cNvPr id="1553" name="Google Shape;1553;p105"/>
          <p:cNvSpPr txBox="1"/>
          <p:nvPr>
            <p:ph idx="1" type="body"/>
          </p:nvPr>
        </p:nvSpPr>
        <p:spPr>
          <a:xfrm>
            <a:off x="8669900" y="1849475"/>
            <a:ext cx="2131800" cy="3000000"/>
          </a:xfrm>
          <a:prstGeom prst="rect">
            <a:avLst/>
          </a:prstGeom>
        </p:spPr>
        <p:txBody>
          <a:bodyPr anchorCtr="0" anchor="t" bIns="0" lIns="0" spcFirstLastPara="1" rIns="0" wrap="square" tIns="0">
            <a:noAutofit/>
          </a:bodyPr>
          <a:lstStyle>
            <a:lvl1pPr indent="-342900" lvl="0" marL="457200" rtl="0">
              <a:lnSpc>
                <a:spcPct val="115000"/>
              </a:lnSpc>
              <a:spcBef>
                <a:spcPts val="0"/>
              </a:spcBef>
              <a:spcAft>
                <a:spcPts val="0"/>
              </a:spcAft>
              <a:buClr>
                <a:srgbClr val="FFFFFF"/>
              </a:buClr>
              <a:buSzPts val="1800"/>
              <a:buChar char="▸"/>
              <a:defRPr>
                <a:solidFill>
                  <a:srgbClr val="FFFFFF"/>
                </a:solidFill>
              </a:defRPr>
            </a:lvl1pPr>
            <a:lvl2pPr indent="-342900" lvl="1" marL="914400" rtl="0">
              <a:lnSpc>
                <a:spcPct val="115000"/>
              </a:lnSpc>
              <a:spcBef>
                <a:spcPts val="2000"/>
              </a:spcBef>
              <a:spcAft>
                <a:spcPts val="0"/>
              </a:spcAft>
              <a:buClr>
                <a:srgbClr val="FFFFFF"/>
              </a:buClr>
              <a:buSzPts val="1800"/>
              <a:buChar char="･"/>
              <a:defRPr>
                <a:solidFill>
                  <a:srgbClr val="FFFFFF"/>
                </a:solidFill>
              </a:defRPr>
            </a:lvl2pPr>
            <a:lvl3pPr indent="-342900" lvl="2" marL="1371600" rtl="0">
              <a:lnSpc>
                <a:spcPct val="115000"/>
              </a:lnSpc>
              <a:spcBef>
                <a:spcPts val="2000"/>
              </a:spcBef>
              <a:spcAft>
                <a:spcPts val="0"/>
              </a:spcAft>
              <a:buClr>
                <a:srgbClr val="FFFFFF"/>
              </a:buClr>
              <a:buSzPts val="1800"/>
              <a:buChar char="･"/>
              <a:defRPr>
                <a:solidFill>
                  <a:srgbClr val="FFFFFF"/>
                </a:solidFill>
              </a:defRPr>
            </a:lvl3pPr>
            <a:lvl4pPr indent="-342900" lvl="3" marL="1828800" rtl="0">
              <a:lnSpc>
                <a:spcPct val="115000"/>
              </a:lnSpc>
              <a:spcBef>
                <a:spcPts val="2000"/>
              </a:spcBef>
              <a:spcAft>
                <a:spcPts val="0"/>
              </a:spcAft>
              <a:buClr>
                <a:srgbClr val="FFFFFF"/>
              </a:buClr>
              <a:buSzPts val="1800"/>
              <a:buChar char="･"/>
              <a:defRPr>
                <a:solidFill>
                  <a:srgbClr val="FFFFFF"/>
                </a:solidFill>
              </a:defRPr>
            </a:lvl4pPr>
            <a:lvl5pPr indent="-342900" lvl="4" marL="2286000" rtl="0">
              <a:lnSpc>
                <a:spcPct val="115000"/>
              </a:lnSpc>
              <a:spcBef>
                <a:spcPts val="2000"/>
              </a:spcBef>
              <a:spcAft>
                <a:spcPts val="0"/>
              </a:spcAft>
              <a:buClr>
                <a:srgbClr val="FFFFFF"/>
              </a:buClr>
              <a:buSzPts val="1800"/>
              <a:buChar char="･"/>
              <a:defRPr>
                <a:solidFill>
                  <a:srgbClr val="FFFFFF"/>
                </a:solidFill>
              </a:defRPr>
            </a:lvl5pPr>
            <a:lvl6pPr indent="-342900" lvl="5" marL="2743200" rtl="0">
              <a:lnSpc>
                <a:spcPct val="115000"/>
              </a:lnSpc>
              <a:spcBef>
                <a:spcPts val="2000"/>
              </a:spcBef>
              <a:spcAft>
                <a:spcPts val="0"/>
              </a:spcAft>
              <a:buClr>
                <a:srgbClr val="FFFFFF"/>
              </a:buClr>
              <a:buSzPts val="1800"/>
              <a:buChar char="･"/>
              <a:defRPr>
                <a:solidFill>
                  <a:srgbClr val="FFFFFF"/>
                </a:solidFill>
              </a:defRPr>
            </a:lvl6pPr>
            <a:lvl7pPr indent="-342900" lvl="6" marL="3200400" rtl="0">
              <a:lnSpc>
                <a:spcPct val="115000"/>
              </a:lnSpc>
              <a:spcBef>
                <a:spcPts val="2000"/>
              </a:spcBef>
              <a:spcAft>
                <a:spcPts val="0"/>
              </a:spcAft>
              <a:buClr>
                <a:srgbClr val="FFFFFF"/>
              </a:buClr>
              <a:buSzPts val="1800"/>
              <a:buChar char="･"/>
              <a:defRPr>
                <a:solidFill>
                  <a:srgbClr val="FFFFFF"/>
                </a:solidFill>
              </a:defRPr>
            </a:lvl7pPr>
            <a:lvl8pPr indent="-342900" lvl="7" marL="3657600" rtl="0">
              <a:lnSpc>
                <a:spcPct val="115000"/>
              </a:lnSpc>
              <a:spcBef>
                <a:spcPts val="2000"/>
              </a:spcBef>
              <a:spcAft>
                <a:spcPts val="0"/>
              </a:spcAft>
              <a:buClr>
                <a:srgbClr val="FFFFFF"/>
              </a:buClr>
              <a:buSzPts val="1800"/>
              <a:buChar char="･"/>
              <a:defRPr>
                <a:solidFill>
                  <a:srgbClr val="FFFFFF"/>
                </a:solidFill>
              </a:defRPr>
            </a:lvl8pPr>
            <a:lvl9pPr indent="-342900" lvl="8" marL="4114800" rtl="0">
              <a:lnSpc>
                <a:spcPct val="115000"/>
              </a:lnSpc>
              <a:spcBef>
                <a:spcPts val="2000"/>
              </a:spcBef>
              <a:spcAft>
                <a:spcPts val="2000"/>
              </a:spcAft>
              <a:buClr>
                <a:srgbClr val="FFFFFF"/>
              </a:buClr>
              <a:buSzPts val="1800"/>
              <a:buChar char="･"/>
              <a:defRPr>
                <a:solidFill>
                  <a:srgbClr val="FFFFFF"/>
                </a:solidFill>
              </a:defRPr>
            </a:lvl9pPr>
          </a:lstStyle>
          <a:p/>
        </p:txBody>
      </p:sp>
      <p:sp>
        <p:nvSpPr>
          <p:cNvPr id="1554" name="Google Shape;1554;p105"/>
          <p:cNvSpPr txBox="1"/>
          <p:nvPr>
            <p:ph idx="2" type="body"/>
          </p:nvPr>
        </p:nvSpPr>
        <p:spPr>
          <a:xfrm>
            <a:off x="5708700" y="1849475"/>
            <a:ext cx="2131800" cy="3000000"/>
          </a:xfrm>
          <a:prstGeom prst="rect">
            <a:avLst/>
          </a:prstGeom>
        </p:spPr>
        <p:txBody>
          <a:bodyPr anchorCtr="0" anchor="t" bIns="0" lIns="0" spcFirstLastPara="1" rIns="0" wrap="square" tIns="0">
            <a:noAutofit/>
          </a:bodyPr>
          <a:lstStyle>
            <a:lvl1pPr indent="-342900" lvl="0" marL="457200">
              <a:lnSpc>
                <a:spcPct val="115000"/>
              </a:lnSpc>
              <a:spcBef>
                <a:spcPts val="0"/>
              </a:spcBef>
              <a:spcAft>
                <a:spcPts val="0"/>
              </a:spcAft>
              <a:buClr>
                <a:srgbClr val="FFFFFF"/>
              </a:buClr>
              <a:buSzPts val="1800"/>
              <a:buChar char="▸"/>
              <a:defRPr>
                <a:solidFill>
                  <a:srgbClr val="FFFFFF"/>
                </a:solidFill>
              </a:defRPr>
            </a:lvl1pPr>
            <a:lvl2pPr indent="-342900" lvl="1" marL="914400">
              <a:lnSpc>
                <a:spcPct val="115000"/>
              </a:lnSpc>
              <a:spcBef>
                <a:spcPts val="2000"/>
              </a:spcBef>
              <a:spcAft>
                <a:spcPts val="0"/>
              </a:spcAft>
              <a:buClr>
                <a:srgbClr val="FFFFFF"/>
              </a:buClr>
              <a:buSzPts val="1800"/>
              <a:buChar char="･"/>
              <a:defRPr>
                <a:solidFill>
                  <a:srgbClr val="FFFFFF"/>
                </a:solidFill>
              </a:defRPr>
            </a:lvl2pPr>
            <a:lvl3pPr indent="-342900" lvl="2" marL="1371600">
              <a:lnSpc>
                <a:spcPct val="115000"/>
              </a:lnSpc>
              <a:spcBef>
                <a:spcPts val="2000"/>
              </a:spcBef>
              <a:spcAft>
                <a:spcPts val="0"/>
              </a:spcAft>
              <a:buClr>
                <a:srgbClr val="FFFFFF"/>
              </a:buClr>
              <a:buSzPts val="1800"/>
              <a:buChar char="･"/>
              <a:defRPr>
                <a:solidFill>
                  <a:srgbClr val="FFFFFF"/>
                </a:solidFill>
              </a:defRPr>
            </a:lvl3pPr>
            <a:lvl4pPr indent="-342900" lvl="3" marL="1828800">
              <a:lnSpc>
                <a:spcPct val="115000"/>
              </a:lnSpc>
              <a:spcBef>
                <a:spcPts val="2000"/>
              </a:spcBef>
              <a:spcAft>
                <a:spcPts val="0"/>
              </a:spcAft>
              <a:buClr>
                <a:srgbClr val="FFFFFF"/>
              </a:buClr>
              <a:buSzPts val="1800"/>
              <a:buChar char="･"/>
              <a:defRPr>
                <a:solidFill>
                  <a:srgbClr val="FFFFFF"/>
                </a:solidFill>
              </a:defRPr>
            </a:lvl4pPr>
            <a:lvl5pPr indent="-342900" lvl="4" marL="2286000">
              <a:lnSpc>
                <a:spcPct val="115000"/>
              </a:lnSpc>
              <a:spcBef>
                <a:spcPts val="2000"/>
              </a:spcBef>
              <a:spcAft>
                <a:spcPts val="0"/>
              </a:spcAft>
              <a:buClr>
                <a:srgbClr val="FFFFFF"/>
              </a:buClr>
              <a:buSzPts val="1800"/>
              <a:buChar char="･"/>
              <a:defRPr>
                <a:solidFill>
                  <a:srgbClr val="FFFFFF"/>
                </a:solidFill>
              </a:defRPr>
            </a:lvl5pPr>
            <a:lvl6pPr indent="-342900" lvl="5" marL="2743200">
              <a:lnSpc>
                <a:spcPct val="115000"/>
              </a:lnSpc>
              <a:spcBef>
                <a:spcPts val="2000"/>
              </a:spcBef>
              <a:spcAft>
                <a:spcPts val="0"/>
              </a:spcAft>
              <a:buClr>
                <a:srgbClr val="FFFFFF"/>
              </a:buClr>
              <a:buSzPts val="1800"/>
              <a:buChar char="･"/>
              <a:defRPr>
                <a:solidFill>
                  <a:srgbClr val="FFFFFF"/>
                </a:solidFill>
              </a:defRPr>
            </a:lvl6pPr>
            <a:lvl7pPr indent="-342900" lvl="6" marL="3200400">
              <a:lnSpc>
                <a:spcPct val="115000"/>
              </a:lnSpc>
              <a:spcBef>
                <a:spcPts val="2000"/>
              </a:spcBef>
              <a:spcAft>
                <a:spcPts val="0"/>
              </a:spcAft>
              <a:buClr>
                <a:srgbClr val="FFFFFF"/>
              </a:buClr>
              <a:buSzPts val="1800"/>
              <a:buChar char="･"/>
              <a:defRPr>
                <a:solidFill>
                  <a:srgbClr val="FFFFFF"/>
                </a:solidFill>
              </a:defRPr>
            </a:lvl7pPr>
            <a:lvl8pPr indent="-342900" lvl="7" marL="3657600">
              <a:lnSpc>
                <a:spcPct val="115000"/>
              </a:lnSpc>
              <a:spcBef>
                <a:spcPts val="2000"/>
              </a:spcBef>
              <a:spcAft>
                <a:spcPts val="0"/>
              </a:spcAft>
              <a:buClr>
                <a:srgbClr val="FFFFFF"/>
              </a:buClr>
              <a:buSzPts val="1800"/>
              <a:buChar char="･"/>
              <a:defRPr>
                <a:solidFill>
                  <a:srgbClr val="FFFFFF"/>
                </a:solidFill>
              </a:defRPr>
            </a:lvl8pPr>
            <a:lvl9pPr indent="-342900" lvl="8" marL="4114800">
              <a:lnSpc>
                <a:spcPct val="115000"/>
              </a:lnSpc>
              <a:spcBef>
                <a:spcPts val="2000"/>
              </a:spcBef>
              <a:spcAft>
                <a:spcPts val="2000"/>
              </a:spcAft>
              <a:buClr>
                <a:srgbClr val="FFFFFF"/>
              </a:buClr>
              <a:buSzPts val="1800"/>
              <a:buChar char="･"/>
              <a:defRPr>
                <a:solidFill>
                  <a:srgbClr val="FFFFFF"/>
                </a:solidFill>
              </a:defRPr>
            </a:lvl9pPr>
          </a:lstStyle>
          <a:p/>
        </p:txBody>
      </p:sp>
      <p:sp>
        <p:nvSpPr>
          <p:cNvPr id="1555" name="Google Shape;1555;p105"/>
          <p:cNvSpPr txBox="1"/>
          <p:nvPr>
            <p:ph type="title"/>
          </p:nvPr>
        </p:nvSpPr>
        <p:spPr>
          <a:xfrm>
            <a:off x="900275" y="1736433"/>
            <a:ext cx="3885900" cy="26982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4800"/>
              <a:buNone/>
              <a:defRPr sz="4800">
                <a:solidFill>
                  <a:srgbClr val="FFFFFF"/>
                </a:solidFill>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cxnSp>
        <p:nvCxnSpPr>
          <p:cNvPr id="1556" name="Google Shape;1556;p105"/>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557" name="Google Shape;1557;p105"/>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cxnSp>
        <p:nvCxnSpPr>
          <p:cNvPr id="1558" name="Google Shape;1558;p105"/>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pic>
        <p:nvPicPr>
          <p:cNvPr id="1559" name="Google Shape;1559;p105"/>
          <p:cNvPicPr preferRelativeResize="0"/>
          <p:nvPr/>
        </p:nvPicPr>
        <p:blipFill>
          <a:blip r:embed="rId2">
            <a:alphaModFix/>
          </a:blip>
          <a:stretch>
            <a:fillRect/>
          </a:stretch>
        </p:blipFill>
        <p:spPr>
          <a:xfrm>
            <a:off x="10711279" y="6312505"/>
            <a:ext cx="975850" cy="229612"/>
          </a:xfrm>
          <a:prstGeom prst="rect">
            <a:avLst/>
          </a:prstGeom>
          <a:noFill/>
          <a:ln>
            <a:noFill/>
          </a:ln>
        </p:spPr>
      </p:pic>
      <p:sp>
        <p:nvSpPr>
          <p:cNvPr id="1560" name="Google Shape;1560;p10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chemeClr val="lt1"/>
                </a:solidFill>
                <a:latin typeface="Red Hat Text Medium"/>
                <a:ea typeface="Red Hat Text Medium"/>
                <a:cs typeface="Red Hat Text Medium"/>
                <a:sym typeface="Red Hat Text Medium"/>
              </a:defRPr>
            </a:lvl1pPr>
            <a:lvl2pPr lvl="1" rtl="0" algn="ctr">
              <a:buNone/>
              <a:defRPr sz="800">
                <a:solidFill>
                  <a:schemeClr val="lt1"/>
                </a:solidFill>
                <a:latin typeface="Red Hat Text Medium"/>
                <a:ea typeface="Red Hat Text Medium"/>
                <a:cs typeface="Red Hat Text Medium"/>
                <a:sym typeface="Red Hat Text Medium"/>
              </a:defRPr>
            </a:lvl2pPr>
            <a:lvl3pPr lvl="2" rtl="0" algn="ctr">
              <a:buNone/>
              <a:defRPr sz="800">
                <a:solidFill>
                  <a:schemeClr val="lt1"/>
                </a:solidFill>
                <a:latin typeface="Red Hat Text Medium"/>
                <a:ea typeface="Red Hat Text Medium"/>
                <a:cs typeface="Red Hat Text Medium"/>
                <a:sym typeface="Red Hat Text Medium"/>
              </a:defRPr>
            </a:lvl3pPr>
            <a:lvl4pPr lvl="3" rtl="0" algn="ctr">
              <a:buNone/>
              <a:defRPr sz="800">
                <a:solidFill>
                  <a:schemeClr val="lt1"/>
                </a:solidFill>
                <a:latin typeface="Red Hat Text Medium"/>
                <a:ea typeface="Red Hat Text Medium"/>
                <a:cs typeface="Red Hat Text Medium"/>
                <a:sym typeface="Red Hat Text Medium"/>
              </a:defRPr>
            </a:lvl4pPr>
            <a:lvl5pPr lvl="4" rtl="0" algn="ctr">
              <a:buNone/>
              <a:defRPr sz="800">
                <a:solidFill>
                  <a:schemeClr val="lt1"/>
                </a:solidFill>
                <a:latin typeface="Red Hat Text Medium"/>
                <a:ea typeface="Red Hat Text Medium"/>
                <a:cs typeface="Red Hat Text Medium"/>
                <a:sym typeface="Red Hat Text Medium"/>
              </a:defRPr>
            </a:lvl5pPr>
            <a:lvl6pPr lvl="5" rtl="0" algn="ctr">
              <a:buNone/>
              <a:defRPr sz="800">
                <a:solidFill>
                  <a:schemeClr val="lt1"/>
                </a:solidFill>
                <a:latin typeface="Red Hat Text Medium"/>
                <a:ea typeface="Red Hat Text Medium"/>
                <a:cs typeface="Red Hat Text Medium"/>
                <a:sym typeface="Red Hat Text Medium"/>
              </a:defRPr>
            </a:lvl6pPr>
            <a:lvl7pPr lvl="6" rtl="0" algn="ctr">
              <a:buNone/>
              <a:defRPr sz="800">
                <a:solidFill>
                  <a:schemeClr val="lt1"/>
                </a:solidFill>
                <a:latin typeface="Red Hat Text Medium"/>
                <a:ea typeface="Red Hat Text Medium"/>
                <a:cs typeface="Red Hat Text Medium"/>
                <a:sym typeface="Red Hat Text Medium"/>
              </a:defRPr>
            </a:lvl7pPr>
            <a:lvl8pPr lvl="7" rtl="0" algn="ctr">
              <a:buNone/>
              <a:defRPr sz="800">
                <a:solidFill>
                  <a:schemeClr val="lt1"/>
                </a:solidFill>
                <a:latin typeface="Red Hat Text Medium"/>
                <a:ea typeface="Red Hat Text Medium"/>
                <a:cs typeface="Red Hat Text Medium"/>
                <a:sym typeface="Red Hat Text Medium"/>
              </a:defRPr>
            </a:lvl8pPr>
            <a:lvl9pPr lvl="8" rtl="0" algn="ctr">
              <a:buNone/>
              <a:defRPr sz="800">
                <a:solidFill>
                  <a:schemeClr val="lt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
        <p:nvSpPr>
          <p:cNvPr id="1561" name="Google Shape;1561;p105"/>
          <p:cNvSpPr txBox="1"/>
          <p:nvPr>
            <p:ph idx="4"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lt1"/>
                </a:solidFill>
              </a:defRPr>
            </a:lvl1pPr>
            <a:lvl2pPr lvl="1" rtl="0">
              <a:lnSpc>
                <a:spcPct val="115000"/>
              </a:lnSpc>
              <a:spcBef>
                <a:spcPts val="0"/>
              </a:spcBef>
              <a:spcAft>
                <a:spcPts val="0"/>
              </a:spcAft>
              <a:buNone/>
              <a:defRPr sz="800">
                <a:solidFill>
                  <a:schemeClr val="lt1"/>
                </a:solidFill>
              </a:defRPr>
            </a:lvl2pPr>
            <a:lvl3pPr lvl="2" rtl="0">
              <a:lnSpc>
                <a:spcPct val="115000"/>
              </a:lnSpc>
              <a:spcBef>
                <a:spcPts val="0"/>
              </a:spcBef>
              <a:spcAft>
                <a:spcPts val="0"/>
              </a:spcAft>
              <a:buNone/>
              <a:defRPr sz="800">
                <a:solidFill>
                  <a:schemeClr val="lt1"/>
                </a:solidFill>
              </a:defRPr>
            </a:lvl3pPr>
            <a:lvl4pPr lvl="3" rtl="0">
              <a:lnSpc>
                <a:spcPct val="115000"/>
              </a:lnSpc>
              <a:spcBef>
                <a:spcPts val="0"/>
              </a:spcBef>
              <a:spcAft>
                <a:spcPts val="0"/>
              </a:spcAft>
              <a:buNone/>
              <a:defRPr sz="800">
                <a:solidFill>
                  <a:schemeClr val="lt1"/>
                </a:solidFill>
              </a:defRPr>
            </a:lvl4pPr>
            <a:lvl5pPr lvl="4" rtl="0">
              <a:lnSpc>
                <a:spcPct val="115000"/>
              </a:lnSpc>
              <a:spcBef>
                <a:spcPts val="0"/>
              </a:spcBef>
              <a:spcAft>
                <a:spcPts val="0"/>
              </a:spcAft>
              <a:buNone/>
              <a:defRPr sz="800">
                <a:solidFill>
                  <a:schemeClr val="lt1"/>
                </a:solidFill>
              </a:defRPr>
            </a:lvl5pPr>
            <a:lvl6pPr lvl="5" rtl="0">
              <a:lnSpc>
                <a:spcPct val="115000"/>
              </a:lnSpc>
              <a:spcBef>
                <a:spcPts val="0"/>
              </a:spcBef>
              <a:spcAft>
                <a:spcPts val="0"/>
              </a:spcAft>
              <a:buNone/>
              <a:defRPr sz="800">
                <a:solidFill>
                  <a:schemeClr val="lt1"/>
                </a:solidFill>
              </a:defRPr>
            </a:lvl6pPr>
            <a:lvl7pPr lvl="6" rtl="0">
              <a:lnSpc>
                <a:spcPct val="115000"/>
              </a:lnSpc>
              <a:spcBef>
                <a:spcPts val="0"/>
              </a:spcBef>
              <a:spcAft>
                <a:spcPts val="0"/>
              </a:spcAft>
              <a:buNone/>
              <a:defRPr sz="800">
                <a:solidFill>
                  <a:schemeClr val="lt1"/>
                </a:solidFill>
              </a:defRPr>
            </a:lvl7pPr>
            <a:lvl8pPr lvl="7" rtl="0">
              <a:lnSpc>
                <a:spcPct val="115000"/>
              </a:lnSpc>
              <a:spcBef>
                <a:spcPts val="0"/>
              </a:spcBef>
              <a:spcAft>
                <a:spcPts val="0"/>
              </a:spcAft>
              <a:buNone/>
              <a:defRPr sz="800">
                <a:solidFill>
                  <a:schemeClr val="lt1"/>
                </a:solidFill>
              </a:defRPr>
            </a:lvl8pPr>
            <a:lvl9pPr lvl="8" rtl="0">
              <a:lnSpc>
                <a:spcPct val="115000"/>
              </a:lnSpc>
              <a:spcBef>
                <a:spcPts val="0"/>
              </a:spcBef>
              <a:spcAft>
                <a:spcPts val="0"/>
              </a:spcAft>
              <a:buNone/>
              <a:defRPr sz="800">
                <a:solidFill>
                  <a:schemeClr val="lt1"/>
                </a:solidFill>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agenda light">
  <p:cSld name="CUSTOM_4_1_1">
    <p:bg>
      <p:bgPr>
        <a:solidFill>
          <a:schemeClr val="lt1"/>
        </a:solidFill>
      </p:bgPr>
    </p:bg>
    <p:spTree>
      <p:nvGrpSpPr>
        <p:cNvPr id="1562" name="Shape 1562"/>
        <p:cNvGrpSpPr/>
        <p:nvPr/>
      </p:nvGrpSpPr>
      <p:grpSpPr>
        <a:xfrm>
          <a:off x="0" y="0"/>
          <a:ext cx="0" cy="0"/>
          <a:chOff x="0" y="0"/>
          <a:chExt cx="0" cy="0"/>
        </a:xfrm>
      </p:grpSpPr>
      <p:cxnSp>
        <p:nvCxnSpPr>
          <p:cNvPr id="1563" name="Google Shape;1563;p106"/>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564" name="Google Shape;1564;p10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2pPr>
            <a:lvl3pPr lvl="2"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3pPr>
            <a:lvl4pPr lvl="3"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4pPr>
            <a:lvl5pPr lvl="4"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5pPr>
            <a:lvl6pPr lvl="5"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6pPr>
            <a:lvl7pPr lvl="6"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7pPr>
            <a:lvl8pPr lvl="7"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8pPr>
            <a:lvl9pPr lvl="8"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9pPr>
          </a:lstStyle>
          <a:p/>
        </p:txBody>
      </p:sp>
      <p:cxnSp>
        <p:nvCxnSpPr>
          <p:cNvPr id="1565" name="Google Shape;1565;p106"/>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1566" name="Google Shape;1566;p10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chemeClr val="dk1"/>
                </a:solidFill>
                <a:latin typeface="Red Hat Text Medium"/>
                <a:ea typeface="Red Hat Text Medium"/>
                <a:cs typeface="Red Hat Text Medium"/>
                <a:sym typeface="Red Hat Text Medium"/>
              </a:defRPr>
            </a:lvl1pPr>
            <a:lvl2pPr lvl="1" rtl="0" algn="ctr">
              <a:buNone/>
              <a:defRPr sz="800">
                <a:solidFill>
                  <a:schemeClr val="dk1"/>
                </a:solidFill>
                <a:latin typeface="Red Hat Text Medium"/>
                <a:ea typeface="Red Hat Text Medium"/>
                <a:cs typeface="Red Hat Text Medium"/>
                <a:sym typeface="Red Hat Text Medium"/>
              </a:defRPr>
            </a:lvl2pPr>
            <a:lvl3pPr lvl="2" rtl="0" algn="ctr">
              <a:buNone/>
              <a:defRPr sz="800">
                <a:solidFill>
                  <a:schemeClr val="dk1"/>
                </a:solidFill>
                <a:latin typeface="Red Hat Text Medium"/>
                <a:ea typeface="Red Hat Text Medium"/>
                <a:cs typeface="Red Hat Text Medium"/>
                <a:sym typeface="Red Hat Text Medium"/>
              </a:defRPr>
            </a:lvl3pPr>
            <a:lvl4pPr lvl="3" rtl="0" algn="ctr">
              <a:buNone/>
              <a:defRPr sz="800">
                <a:solidFill>
                  <a:schemeClr val="dk1"/>
                </a:solidFill>
                <a:latin typeface="Red Hat Text Medium"/>
                <a:ea typeface="Red Hat Text Medium"/>
                <a:cs typeface="Red Hat Text Medium"/>
                <a:sym typeface="Red Hat Text Medium"/>
              </a:defRPr>
            </a:lvl4pPr>
            <a:lvl5pPr lvl="4" rtl="0" algn="ctr">
              <a:buNone/>
              <a:defRPr sz="800">
                <a:solidFill>
                  <a:schemeClr val="dk1"/>
                </a:solidFill>
                <a:latin typeface="Red Hat Text Medium"/>
                <a:ea typeface="Red Hat Text Medium"/>
                <a:cs typeface="Red Hat Text Medium"/>
                <a:sym typeface="Red Hat Text Medium"/>
              </a:defRPr>
            </a:lvl5pPr>
            <a:lvl6pPr lvl="5" rtl="0" algn="ctr">
              <a:buNone/>
              <a:defRPr sz="800">
                <a:solidFill>
                  <a:schemeClr val="dk1"/>
                </a:solidFill>
                <a:latin typeface="Red Hat Text Medium"/>
                <a:ea typeface="Red Hat Text Medium"/>
                <a:cs typeface="Red Hat Text Medium"/>
                <a:sym typeface="Red Hat Text Medium"/>
              </a:defRPr>
            </a:lvl6pPr>
            <a:lvl7pPr lvl="6" rtl="0" algn="ctr">
              <a:buNone/>
              <a:defRPr sz="800">
                <a:solidFill>
                  <a:schemeClr val="dk1"/>
                </a:solidFill>
                <a:latin typeface="Red Hat Text Medium"/>
                <a:ea typeface="Red Hat Text Medium"/>
                <a:cs typeface="Red Hat Text Medium"/>
                <a:sym typeface="Red Hat Text Medium"/>
              </a:defRPr>
            </a:lvl7pPr>
            <a:lvl8pPr lvl="7" rtl="0" algn="ctr">
              <a:buNone/>
              <a:defRPr sz="800">
                <a:solidFill>
                  <a:schemeClr val="dk1"/>
                </a:solidFill>
                <a:latin typeface="Red Hat Text Medium"/>
                <a:ea typeface="Red Hat Text Medium"/>
                <a:cs typeface="Red Hat Text Medium"/>
                <a:sym typeface="Red Hat Text Medium"/>
              </a:defRPr>
            </a:lvl8pPr>
            <a:lvl9pPr lvl="8" rtl="0" algn="ctr">
              <a:buNone/>
              <a:defRPr sz="800">
                <a:solidFill>
                  <a:schemeClr val="dk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567" name="Google Shape;1567;p106"/>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568" name="Google Shape;1568;p106"/>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569" name="Google Shape;1569;p106"/>
          <p:cNvSpPr txBox="1"/>
          <p:nvPr>
            <p:ph idx="3" type="body"/>
          </p:nvPr>
        </p:nvSpPr>
        <p:spPr>
          <a:xfrm>
            <a:off x="8669900" y="1849475"/>
            <a:ext cx="2131800" cy="3000000"/>
          </a:xfrm>
          <a:prstGeom prst="rect">
            <a:avLst/>
          </a:prstGeom>
        </p:spPr>
        <p:txBody>
          <a:bodyPr anchorCtr="0" anchor="t" bIns="0" lIns="0" spcFirstLastPara="1" rIns="0" wrap="square" tIns="0">
            <a:noAutofit/>
          </a:bodyPr>
          <a:lstStyle>
            <a:lvl1pPr indent="-342900" lvl="0" marL="457200" rtl="0">
              <a:lnSpc>
                <a:spcPct val="115000"/>
              </a:lnSpc>
              <a:spcBef>
                <a:spcPts val="0"/>
              </a:spcBef>
              <a:spcAft>
                <a:spcPts val="0"/>
              </a:spcAft>
              <a:buSzPts val="1800"/>
              <a:buChar char="▸"/>
              <a:defRPr/>
            </a:lvl1pPr>
            <a:lvl2pPr indent="-342900" lvl="1" marL="914400" rtl="0">
              <a:lnSpc>
                <a:spcPct val="115000"/>
              </a:lnSpc>
              <a:spcBef>
                <a:spcPts val="2000"/>
              </a:spcBef>
              <a:spcAft>
                <a:spcPts val="0"/>
              </a:spcAft>
              <a:buSzPts val="1800"/>
              <a:buChar char="･"/>
              <a:defRPr/>
            </a:lvl2pPr>
            <a:lvl3pPr indent="-342900" lvl="2" marL="1371600" rtl="0">
              <a:lnSpc>
                <a:spcPct val="115000"/>
              </a:lnSpc>
              <a:spcBef>
                <a:spcPts val="2000"/>
              </a:spcBef>
              <a:spcAft>
                <a:spcPts val="0"/>
              </a:spcAft>
              <a:buSzPts val="1800"/>
              <a:buChar char="･"/>
              <a:defRPr/>
            </a:lvl3pPr>
            <a:lvl4pPr indent="-342900" lvl="3" marL="1828800" rtl="0">
              <a:lnSpc>
                <a:spcPct val="115000"/>
              </a:lnSpc>
              <a:spcBef>
                <a:spcPts val="2000"/>
              </a:spcBef>
              <a:spcAft>
                <a:spcPts val="0"/>
              </a:spcAft>
              <a:buSzPts val="1800"/>
              <a:buChar char="･"/>
              <a:defRPr/>
            </a:lvl4pPr>
            <a:lvl5pPr indent="-342900" lvl="4" marL="2286000" rtl="0">
              <a:lnSpc>
                <a:spcPct val="115000"/>
              </a:lnSpc>
              <a:spcBef>
                <a:spcPts val="2000"/>
              </a:spcBef>
              <a:spcAft>
                <a:spcPts val="0"/>
              </a:spcAft>
              <a:buSzPts val="1800"/>
              <a:buChar char="･"/>
              <a:defRPr/>
            </a:lvl5pPr>
            <a:lvl6pPr indent="-342900" lvl="5" marL="2743200" rtl="0">
              <a:lnSpc>
                <a:spcPct val="115000"/>
              </a:lnSpc>
              <a:spcBef>
                <a:spcPts val="2000"/>
              </a:spcBef>
              <a:spcAft>
                <a:spcPts val="0"/>
              </a:spcAft>
              <a:buSzPts val="1800"/>
              <a:buChar char="･"/>
              <a:defRPr/>
            </a:lvl6pPr>
            <a:lvl7pPr indent="-342900" lvl="6" marL="3200400" rtl="0">
              <a:lnSpc>
                <a:spcPct val="115000"/>
              </a:lnSpc>
              <a:spcBef>
                <a:spcPts val="2000"/>
              </a:spcBef>
              <a:spcAft>
                <a:spcPts val="0"/>
              </a:spcAft>
              <a:buSzPts val="1800"/>
              <a:buChar char="･"/>
              <a:defRPr/>
            </a:lvl7pPr>
            <a:lvl8pPr indent="-342900" lvl="7" marL="3657600" rtl="0">
              <a:lnSpc>
                <a:spcPct val="115000"/>
              </a:lnSpc>
              <a:spcBef>
                <a:spcPts val="2000"/>
              </a:spcBef>
              <a:spcAft>
                <a:spcPts val="0"/>
              </a:spcAft>
              <a:buSzPts val="1800"/>
              <a:buChar char="･"/>
              <a:defRPr/>
            </a:lvl8pPr>
            <a:lvl9pPr indent="-342900" lvl="8" marL="4114800" rtl="0">
              <a:lnSpc>
                <a:spcPct val="115000"/>
              </a:lnSpc>
              <a:spcBef>
                <a:spcPts val="2000"/>
              </a:spcBef>
              <a:spcAft>
                <a:spcPts val="2000"/>
              </a:spcAft>
              <a:buSzPts val="1800"/>
              <a:buChar char="･"/>
              <a:defRPr/>
            </a:lvl9pPr>
          </a:lstStyle>
          <a:p/>
        </p:txBody>
      </p:sp>
      <p:sp>
        <p:nvSpPr>
          <p:cNvPr id="1570" name="Google Shape;1570;p106"/>
          <p:cNvSpPr txBox="1"/>
          <p:nvPr>
            <p:ph idx="4" type="body"/>
          </p:nvPr>
        </p:nvSpPr>
        <p:spPr>
          <a:xfrm>
            <a:off x="5708700" y="1849475"/>
            <a:ext cx="2131800" cy="3000000"/>
          </a:xfrm>
          <a:prstGeom prst="rect">
            <a:avLst/>
          </a:prstGeom>
        </p:spPr>
        <p:txBody>
          <a:bodyPr anchorCtr="0" anchor="t" bIns="0" lIns="0" spcFirstLastPara="1" rIns="0" wrap="square" tIns="0">
            <a:noAutofit/>
          </a:bodyPr>
          <a:lstStyle>
            <a:lvl1pPr indent="-342900" lvl="0" marL="457200" rtl="0">
              <a:lnSpc>
                <a:spcPct val="115000"/>
              </a:lnSpc>
              <a:spcBef>
                <a:spcPts val="0"/>
              </a:spcBef>
              <a:spcAft>
                <a:spcPts val="0"/>
              </a:spcAft>
              <a:buSzPts val="1800"/>
              <a:buChar char="▸"/>
              <a:defRPr/>
            </a:lvl1pPr>
            <a:lvl2pPr indent="-342900" lvl="1" marL="914400" rtl="0">
              <a:lnSpc>
                <a:spcPct val="115000"/>
              </a:lnSpc>
              <a:spcBef>
                <a:spcPts val="2000"/>
              </a:spcBef>
              <a:spcAft>
                <a:spcPts val="0"/>
              </a:spcAft>
              <a:buSzPts val="1800"/>
              <a:buChar char="･"/>
              <a:defRPr/>
            </a:lvl2pPr>
            <a:lvl3pPr indent="-342900" lvl="2" marL="1371600" rtl="0">
              <a:lnSpc>
                <a:spcPct val="115000"/>
              </a:lnSpc>
              <a:spcBef>
                <a:spcPts val="2000"/>
              </a:spcBef>
              <a:spcAft>
                <a:spcPts val="0"/>
              </a:spcAft>
              <a:buSzPts val="1800"/>
              <a:buChar char="･"/>
              <a:defRPr/>
            </a:lvl3pPr>
            <a:lvl4pPr indent="-342900" lvl="3" marL="1828800" rtl="0">
              <a:lnSpc>
                <a:spcPct val="115000"/>
              </a:lnSpc>
              <a:spcBef>
                <a:spcPts val="2000"/>
              </a:spcBef>
              <a:spcAft>
                <a:spcPts val="0"/>
              </a:spcAft>
              <a:buSzPts val="1800"/>
              <a:buChar char="･"/>
              <a:defRPr/>
            </a:lvl4pPr>
            <a:lvl5pPr indent="-342900" lvl="4" marL="2286000" rtl="0">
              <a:lnSpc>
                <a:spcPct val="115000"/>
              </a:lnSpc>
              <a:spcBef>
                <a:spcPts val="2000"/>
              </a:spcBef>
              <a:spcAft>
                <a:spcPts val="0"/>
              </a:spcAft>
              <a:buSzPts val="1800"/>
              <a:buChar char="･"/>
              <a:defRPr/>
            </a:lvl5pPr>
            <a:lvl6pPr indent="-342900" lvl="5" marL="2743200" rtl="0">
              <a:lnSpc>
                <a:spcPct val="115000"/>
              </a:lnSpc>
              <a:spcBef>
                <a:spcPts val="2000"/>
              </a:spcBef>
              <a:spcAft>
                <a:spcPts val="0"/>
              </a:spcAft>
              <a:buSzPts val="1800"/>
              <a:buChar char="･"/>
              <a:defRPr/>
            </a:lvl6pPr>
            <a:lvl7pPr indent="-342900" lvl="6" marL="3200400" rtl="0">
              <a:lnSpc>
                <a:spcPct val="115000"/>
              </a:lnSpc>
              <a:spcBef>
                <a:spcPts val="2000"/>
              </a:spcBef>
              <a:spcAft>
                <a:spcPts val="0"/>
              </a:spcAft>
              <a:buSzPts val="1800"/>
              <a:buChar char="･"/>
              <a:defRPr/>
            </a:lvl7pPr>
            <a:lvl8pPr indent="-342900" lvl="7" marL="3657600" rtl="0">
              <a:lnSpc>
                <a:spcPct val="115000"/>
              </a:lnSpc>
              <a:spcBef>
                <a:spcPts val="2000"/>
              </a:spcBef>
              <a:spcAft>
                <a:spcPts val="0"/>
              </a:spcAft>
              <a:buSzPts val="1800"/>
              <a:buChar char="･"/>
              <a:defRPr/>
            </a:lvl8pPr>
            <a:lvl9pPr indent="-342900" lvl="8" marL="4114800" rtl="0">
              <a:lnSpc>
                <a:spcPct val="115000"/>
              </a:lnSpc>
              <a:spcBef>
                <a:spcPts val="2000"/>
              </a:spcBef>
              <a:spcAft>
                <a:spcPts val="2000"/>
              </a:spcAft>
              <a:buSzPts val="1800"/>
              <a:buChar char="･"/>
              <a:defRPr/>
            </a:lvl9pPr>
          </a:lstStyle>
          <a:p/>
        </p:txBody>
      </p:sp>
      <p:sp>
        <p:nvSpPr>
          <p:cNvPr id="1571" name="Google Shape;1571;p106"/>
          <p:cNvSpPr txBox="1"/>
          <p:nvPr>
            <p:ph type="title"/>
          </p:nvPr>
        </p:nvSpPr>
        <p:spPr>
          <a:xfrm>
            <a:off x="900275" y="1736433"/>
            <a:ext cx="3885900" cy="2698200"/>
          </a:xfrm>
          <a:prstGeom prst="rect">
            <a:avLst/>
          </a:prstGeom>
        </p:spPr>
        <p:txBody>
          <a:bodyPr anchorCtr="0" anchor="t" bIns="0" lIns="0" spcFirstLastPara="1" rIns="0" wrap="square" tIns="0">
            <a:noAutofit/>
          </a:bodyPr>
          <a:lstStyle>
            <a:lvl1pPr lvl="0" rtl="0">
              <a:spcBef>
                <a:spcPts val="0"/>
              </a:spcBef>
              <a:spcAft>
                <a:spcPts val="0"/>
              </a:spcAft>
              <a:buClr>
                <a:schemeClr val="accent1"/>
              </a:buClr>
              <a:buSzPts val="4800"/>
              <a:buNone/>
              <a:defRPr sz="4800">
                <a:solidFill>
                  <a:schemeClr val="accent1"/>
                </a:solidFill>
              </a:defRPr>
            </a:lvl1pPr>
            <a:lvl2pPr lvl="1" rtl="0">
              <a:spcBef>
                <a:spcPts val="0"/>
              </a:spcBef>
              <a:spcAft>
                <a:spcPts val="0"/>
              </a:spcAft>
              <a:buClr>
                <a:schemeClr val="accent1"/>
              </a:buClr>
              <a:buSzPts val="4800"/>
              <a:buNone/>
              <a:defRPr sz="4800">
                <a:solidFill>
                  <a:schemeClr val="accent1"/>
                </a:solidFill>
              </a:defRPr>
            </a:lvl2pPr>
            <a:lvl3pPr lvl="2" rtl="0">
              <a:spcBef>
                <a:spcPts val="0"/>
              </a:spcBef>
              <a:spcAft>
                <a:spcPts val="0"/>
              </a:spcAft>
              <a:buClr>
                <a:schemeClr val="accent1"/>
              </a:buClr>
              <a:buSzPts val="4800"/>
              <a:buNone/>
              <a:defRPr sz="4800">
                <a:solidFill>
                  <a:schemeClr val="accent1"/>
                </a:solidFill>
              </a:defRPr>
            </a:lvl3pPr>
            <a:lvl4pPr lvl="3" rtl="0">
              <a:spcBef>
                <a:spcPts val="0"/>
              </a:spcBef>
              <a:spcAft>
                <a:spcPts val="0"/>
              </a:spcAft>
              <a:buClr>
                <a:schemeClr val="accent1"/>
              </a:buClr>
              <a:buSzPts val="4800"/>
              <a:buNone/>
              <a:defRPr sz="4800">
                <a:solidFill>
                  <a:schemeClr val="accent1"/>
                </a:solidFill>
              </a:defRPr>
            </a:lvl4pPr>
            <a:lvl5pPr lvl="4" rtl="0">
              <a:spcBef>
                <a:spcPts val="0"/>
              </a:spcBef>
              <a:spcAft>
                <a:spcPts val="0"/>
              </a:spcAft>
              <a:buClr>
                <a:schemeClr val="accent1"/>
              </a:buClr>
              <a:buSzPts val="4800"/>
              <a:buNone/>
              <a:defRPr sz="4800">
                <a:solidFill>
                  <a:schemeClr val="accent1"/>
                </a:solidFill>
              </a:defRPr>
            </a:lvl5pPr>
            <a:lvl6pPr lvl="5" rtl="0">
              <a:spcBef>
                <a:spcPts val="0"/>
              </a:spcBef>
              <a:spcAft>
                <a:spcPts val="0"/>
              </a:spcAft>
              <a:buClr>
                <a:schemeClr val="accent1"/>
              </a:buClr>
              <a:buSzPts val="4800"/>
              <a:buNone/>
              <a:defRPr sz="4800">
                <a:solidFill>
                  <a:schemeClr val="accent1"/>
                </a:solidFill>
              </a:defRPr>
            </a:lvl6pPr>
            <a:lvl7pPr lvl="6" rtl="0">
              <a:spcBef>
                <a:spcPts val="0"/>
              </a:spcBef>
              <a:spcAft>
                <a:spcPts val="0"/>
              </a:spcAft>
              <a:buClr>
                <a:schemeClr val="accent1"/>
              </a:buClr>
              <a:buSzPts val="4800"/>
              <a:buNone/>
              <a:defRPr sz="4800">
                <a:solidFill>
                  <a:schemeClr val="accent1"/>
                </a:solidFill>
              </a:defRPr>
            </a:lvl7pPr>
            <a:lvl8pPr lvl="7" rtl="0">
              <a:spcBef>
                <a:spcPts val="0"/>
              </a:spcBef>
              <a:spcAft>
                <a:spcPts val="0"/>
              </a:spcAft>
              <a:buClr>
                <a:schemeClr val="accent1"/>
              </a:buClr>
              <a:buSzPts val="4800"/>
              <a:buNone/>
              <a:defRPr sz="4800">
                <a:solidFill>
                  <a:schemeClr val="accent1"/>
                </a:solidFill>
              </a:defRPr>
            </a:lvl8pPr>
            <a:lvl9pPr lvl="8" rtl="0">
              <a:spcBef>
                <a:spcPts val="0"/>
              </a:spcBef>
              <a:spcAft>
                <a:spcPts val="0"/>
              </a:spcAft>
              <a:buClr>
                <a:schemeClr val="accent1"/>
              </a:buClr>
              <a:buSzPts val="4800"/>
              <a:buNone/>
              <a:defRPr sz="4800">
                <a:solidFill>
                  <a:schemeClr val="accent1"/>
                </a:solidFill>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overview">
  <p:cSld name="CUSTOM_4_1_1_1">
    <p:bg>
      <p:bgPr>
        <a:solidFill>
          <a:schemeClr val="lt1"/>
        </a:solidFill>
      </p:bgPr>
    </p:bg>
    <p:spTree>
      <p:nvGrpSpPr>
        <p:cNvPr id="1572" name="Shape 1572"/>
        <p:cNvGrpSpPr/>
        <p:nvPr/>
      </p:nvGrpSpPr>
      <p:grpSpPr>
        <a:xfrm>
          <a:off x="0" y="0"/>
          <a:ext cx="0" cy="0"/>
          <a:chOff x="0" y="0"/>
          <a:chExt cx="0" cy="0"/>
        </a:xfrm>
      </p:grpSpPr>
      <p:cxnSp>
        <p:nvCxnSpPr>
          <p:cNvPr id="1573" name="Google Shape;1573;p107"/>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574" name="Google Shape;1574;p10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2pPr>
            <a:lvl3pPr lvl="2"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3pPr>
            <a:lvl4pPr lvl="3"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4pPr>
            <a:lvl5pPr lvl="4"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5pPr>
            <a:lvl6pPr lvl="5"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6pPr>
            <a:lvl7pPr lvl="6"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7pPr>
            <a:lvl8pPr lvl="7"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8pPr>
            <a:lvl9pPr lvl="8"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9pPr>
          </a:lstStyle>
          <a:p/>
        </p:txBody>
      </p:sp>
      <p:cxnSp>
        <p:nvCxnSpPr>
          <p:cNvPr id="1575" name="Google Shape;1575;p107"/>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1576" name="Google Shape;1576;p10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chemeClr val="dk1"/>
                </a:solidFill>
                <a:latin typeface="Red Hat Text Medium"/>
                <a:ea typeface="Red Hat Text Medium"/>
                <a:cs typeface="Red Hat Text Medium"/>
                <a:sym typeface="Red Hat Text Medium"/>
              </a:defRPr>
            </a:lvl1pPr>
            <a:lvl2pPr lvl="1" rtl="0" algn="ctr">
              <a:buNone/>
              <a:defRPr sz="800">
                <a:solidFill>
                  <a:schemeClr val="dk1"/>
                </a:solidFill>
                <a:latin typeface="Red Hat Text Medium"/>
                <a:ea typeface="Red Hat Text Medium"/>
                <a:cs typeface="Red Hat Text Medium"/>
                <a:sym typeface="Red Hat Text Medium"/>
              </a:defRPr>
            </a:lvl2pPr>
            <a:lvl3pPr lvl="2" rtl="0" algn="ctr">
              <a:buNone/>
              <a:defRPr sz="800">
                <a:solidFill>
                  <a:schemeClr val="dk1"/>
                </a:solidFill>
                <a:latin typeface="Red Hat Text Medium"/>
                <a:ea typeface="Red Hat Text Medium"/>
                <a:cs typeface="Red Hat Text Medium"/>
                <a:sym typeface="Red Hat Text Medium"/>
              </a:defRPr>
            </a:lvl3pPr>
            <a:lvl4pPr lvl="3" rtl="0" algn="ctr">
              <a:buNone/>
              <a:defRPr sz="800">
                <a:solidFill>
                  <a:schemeClr val="dk1"/>
                </a:solidFill>
                <a:latin typeface="Red Hat Text Medium"/>
                <a:ea typeface="Red Hat Text Medium"/>
                <a:cs typeface="Red Hat Text Medium"/>
                <a:sym typeface="Red Hat Text Medium"/>
              </a:defRPr>
            </a:lvl4pPr>
            <a:lvl5pPr lvl="4" rtl="0" algn="ctr">
              <a:buNone/>
              <a:defRPr sz="800">
                <a:solidFill>
                  <a:schemeClr val="dk1"/>
                </a:solidFill>
                <a:latin typeface="Red Hat Text Medium"/>
                <a:ea typeface="Red Hat Text Medium"/>
                <a:cs typeface="Red Hat Text Medium"/>
                <a:sym typeface="Red Hat Text Medium"/>
              </a:defRPr>
            </a:lvl5pPr>
            <a:lvl6pPr lvl="5" rtl="0" algn="ctr">
              <a:buNone/>
              <a:defRPr sz="800">
                <a:solidFill>
                  <a:schemeClr val="dk1"/>
                </a:solidFill>
                <a:latin typeface="Red Hat Text Medium"/>
                <a:ea typeface="Red Hat Text Medium"/>
                <a:cs typeface="Red Hat Text Medium"/>
                <a:sym typeface="Red Hat Text Medium"/>
              </a:defRPr>
            </a:lvl6pPr>
            <a:lvl7pPr lvl="6" rtl="0" algn="ctr">
              <a:buNone/>
              <a:defRPr sz="800">
                <a:solidFill>
                  <a:schemeClr val="dk1"/>
                </a:solidFill>
                <a:latin typeface="Red Hat Text Medium"/>
                <a:ea typeface="Red Hat Text Medium"/>
                <a:cs typeface="Red Hat Text Medium"/>
                <a:sym typeface="Red Hat Text Medium"/>
              </a:defRPr>
            </a:lvl7pPr>
            <a:lvl8pPr lvl="7" rtl="0" algn="ctr">
              <a:buNone/>
              <a:defRPr sz="800">
                <a:solidFill>
                  <a:schemeClr val="dk1"/>
                </a:solidFill>
                <a:latin typeface="Red Hat Text Medium"/>
                <a:ea typeface="Red Hat Text Medium"/>
                <a:cs typeface="Red Hat Text Medium"/>
                <a:sym typeface="Red Hat Text Medium"/>
              </a:defRPr>
            </a:lvl8pPr>
            <a:lvl9pPr lvl="8" rtl="0" algn="ctr">
              <a:buNone/>
              <a:defRPr sz="800">
                <a:solidFill>
                  <a:schemeClr val="dk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577" name="Google Shape;1577;p107"/>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578" name="Google Shape;1578;p107"/>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579" name="Google Shape;1579;p107"/>
          <p:cNvSpPr txBox="1"/>
          <p:nvPr>
            <p:ph idx="3" type="body"/>
          </p:nvPr>
        </p:nvSpPr>
        <p:spPr>
          <a:xfrm>
            <a:off x="900275" y="3109300"/>
            <a:ext cx="5043900" cy="3000000"/>
          </a:xfrm>
          <a:prstGeom prst="rect">
            <a:avLst/>
          </a:prstGeom>
        </p:spPr>
        <p:txBody>
          <a:bodyPr anchorCtr="0" anchor="t" bIns="91425" lIns="914400" spcFirstLastPara="1" rIns="91425" wrap="square" tIns="91425">
            <a:noAutofit/>
          </a:bodyPr>
          <a:lstStyle>
            <a:lvl1pPr indent="-342900" lvl="0" marL="457200" rtl="0">
              <a:lnSpc>
                <a:spcPct val="115000"/>
              </a:lnSpc>
              <a:spcBef>
                <a:spcPts val="0"/>
              </a:spcBef>
              <a:spcAft>
                <a:spcPts val="0"/>
              </a:spcAft>
              <a:buSzPts val="1800"/>
              <a:buChar char="▸"/>
              <a:defRPr/>
            </a:lvl1pPr>
            <a:lvl2pPr indent="-342900" lvl="1" marL="914400" rtl="0">
              <a:lnSpc>
                <a:spcPct val="115000"/>
              </a:lnSpc>
              <a:spcBef>
                <a:spcPts val="2000"/>
              </a:spcBef>
              <a:spcAft>
                <a:spcPts val="0"/>
              </a:spcAft>
              <a:buSzPts val="1800"/>
              <a:buChar char="･"/>
              <a:defRPr/>
            </a:lvl2pPr>
            <a:lvl3pPr indent="-342900" lvl="2" marL="1371600" rtl="0">
              <a:lnSpc>
                <a:spcPct val="115000"/>
              </a:lnSpc>
              <a:spcBef>
                <a:spcPts val="2000"/>
              </a:spcBef>
              <a:spcAft>
                <a:spcPts val="0"/>
              </a:spcAft>
              <a:buSzPts val="1800"/>
              <a:buChar char="･"/>
              <a:defRPr/>
            </a:lvl3pPr>
            <a:lvl4pPr indent="-342900" lvl="3" marL="1828800" rtl="0">
              <a:lnSpc>
                <a:spcPct val="115000"/>
              </a:lnSpc>
              <a:spcBef>
                <a:spcPts val="2000"/>
              </a:spcBef>
              <a:spcAft>
                <a:spcPts val="0"/>
              </a:spcAft>
              <a:buSzPts val="1800"/>
              <a:buChar char="･"/>
              <a:defRPr/>
            </a:lvl4pPr>
            <a:lvl5pPr indent="-342900" lvl="4" marL="2286000" rtl="0">
              <a:lnSpc>
                <a:spcPct val="115000"/>
              </a:lnSpc>
              <a:spcBef>
                <a:spcPts val="2000"/>
              </a:spcBef>
              <a:spcAft>
                <a:spcPts val="0"/>
              </a:spcAft>
              <a:buSzPts val="1800"/>
              <a:buChar char="･"/>
              <a:defRPr/>
            </a:lvl5pPr>
            <a:lvl6pPr indent="-342900" lvl="5" marL="2743200" rtl="0">
              <a:lnSpc>
                <a:spcPct val="115000"/>
              </a:lnSpc>
              <a:spcBef>
                <a:spcPts val="2000"/>
              </a:spcBef>
              <a:spcAft>
                <a:spcPts val="0"/>
              </a:spcAft>
              <a:buSzPts val="1800"/>
              <a:buChar char="･"/>
              <a:defRPr/>
            </a:lvl6pPr>
            <a:lvl7pPr indent="-342900" lvl="6" marL="3200400" rtl="0">
              <a:lnSpc>
                <a:spcPct val="115000"/>
              </a:lnSpc>
              <a:spcBef>
                <a:spcPts val="2000"/>
              </a:spcBef>
              <a:spcAft>
                <a:spcPts val="0"/>
              </a:spcAft>
              <a:buSzPts val="1800"/>
              <a:buChar char="･"/>
              <a:defRPr/>
            </a:lvl7pPr>
            <a:lvl8pPr indent="-342900" lvl="7" marL="3657600" rtl="0">
              <a:lnSpc>
                <a:spcPct val="115000"/>
              </a:lnSpc>
              <a:spcBef>
                <a:spcPts val="2000"/>
              </a:spcBef>
              <a:spcAft>
                <a:spcPts val="0"/>
              </a:spcAft>
              <a:buSzPts val="1800"/>
              <a:buChar char="･"/>
              <a:defRPr/>
            </a:lvl8pPr>
            <a:lvl9pPr indent="-342900" lvl="8" marL="4114800" rtl="0">
              <a:lnSpc>
                <a:spcPct val="115000"/>
              </a:lnSpc>
              <a:spcBef>
                <a:spcPts val="2000"/>
              </a:spcBef>
              <a:spcAft>
                <a:spcPts val="2000"/>
              </a:spcAft>
              <a:buSzPts val="1800"/>
              <a:buChar char="･"/>
              <a:defRPr/>
            </a:lvl9pPr>
          </a:lstStyle>
          <a:p/>
        </p:txBody>
      </p:sp>
      <p:sp>
        <p:nvSpPr>
          <p:cNvPr id="1580" name="Google Shape;1580;p107"/>
          <p:cNvSpPr txBox="1"/>
          <p:nvPr>
            <p:ph type="title"/>
          </p:nvPr>
        </p:nvSpPr>
        <p:spPr>
          <a:xfrm>
            <a:off x="900275" y="1190987"/>
            <a:ext cx="3885900" cy="1461300"/>
          </a:xfrm>
          <a:prstGeom prst="rect">
            <a:avLst/>
          </a:prstGeom>
        </p:spPr>
        <p:txBody>
          <a:bodyPr anchorCtr="0" anchor="b" bIns="0" lIns="0" spcFirstLastPara="1" rIns="0" wrap="square" tIns="0">
            <a:noAutofit/>
          </a:bodyPr>
          <a:lstStyle>
            <a:lvl1pPr lvl="0" rtl="0">
              <a:spcBef>
                <a:spcPts val="0"/>
              </a:spcBef>
              <a:spcAft>
                <a:spcPts val="0"/>
              </a:spcAft>
              <a:buClr>
                <a:schemeClr val="accent1"/>
              </a:buClr>
              <a:buSzPts val="4800"/>
              <a:buNone/>
              <a:defRPr sz="4800">
                <a:solidFill>
                  <a:schemeClr val="accent1"/>
                </a:solidFill>
              </a:defRPr>
            </a:lvl1pPr>
            <a:lvl2pPr lvl="1" rtl="0">
              <a:spcBef>
                <a:spcPts val="0"/>
              </a:spcBef>
              <a:spcAft>
                <a:spcPts val="0"/>
              </a:spcAft>
              <a:buClr>
                <a:schemeClr val="accent1"/>
              </a:buClr>
              <a:buSzPts val="4800"/>
              <a:buNone/>
              <a:defRPr sz="4800">
                <a:solidFill>
                  <a:schemeClr val="accent1"/>
                </a:solidFill>
              </a:defRPr>
            </a:lvl2pPr>
            <a:lvl3pPr lvl="2" rtl="0">
              <a:spcBef>
                <a:spcPts val="0"/>
              </a:spcBef>
              <a:spcAft>
                <a:spcPts val="0"/>
              </a:spcAft>
              <a:buClr>
                <a:schemeClr val="accent1"/>
              </a:buClr>
              <a:buSzPts val="4800"/>
              <a:buNone/>
              <a:defRPr sz="4800">
                <a:solidFill>
                  <a:schemeClr val="accent1"/>
                </a:solidFill>
              </a:defRPr>
            </a:lvl3pPr>
            <a:lvl4pPr lvl="3" rtl="0">
              <a:spcBef>
                <a:spcPts val="0"/>
              </a:spcBef>
              <a:spcAft>
                <a:spcPts val="0"/>
              </a:spcAft>
              <a:buClr>
                <a:schemeClr val="accent1"/>
              </a:buClr>
              <a:buSzPts val="4800"/>
              <a:buNone/>
              <a:defRPr sz="4800">
                <a:solidFill>
                  <a:schemeClr val="accent1"/>
                </a:solidFill>
              </a:defRPr>
            </a:lvl4pPr>
            <a:lvl5pPr lvl="4" rtl="0">
              <a:spcBef>
                <a:spcPts val="0"/>
              </a:spcBef>
              <a:spcAft>
                <a:spcPts val="0"/>
              </a:spcAft>
              <a:buClr>
                <a:schemeClr val="accent1"/>
              </a:buClr>
              <a:buSzPts val="4800"/>
              <a:buNone/>
              <a:defRPr sz="4800">
                <a:solidFill>
                  <a:schemeClr val="accent1"/>
                </a:solidFill>
              </a:defRPr>
            </a:lvl5pPr>
            <a:lvl6pPr lvl="5" rtl="0">
              <a:spcBef>
                <a:spcPts val="0"/>
              </a:spcBef>
              <a:spcAft>
                <a:spcPts val="0"/>
              </a:spcAft>
              <a:buClr>
                <a:schemeClr val="accent1"/>
              </a:buClr>
              <a:buSzPts val="4800"/>
              <a:buNone/>
              <a:defRPr sz="4800">
                <a:solidFill>
                  <a:schemeClr val="accent1"/>
                </a:solidFill>
              </a:defRPr>
            </a:lvl6pPr>
            <a:lvl7pPr lvl="6" rtl="0">
              <a:spcBef>
                <a:spcPts val="0"/>
              </a:spcBef>
              <a:spcAft>
                <a:spcPts val="0"/>
              </a:spcAft>
              <a:buClr>
                <a:schemeClr val="accent1"/>
              </a:buClr>
              <a:buSzPts val="4800"/>
              <a:buNone/>
              <a:defRPr sz="4800">
                <a:solidFill>
                  <a:schemeClr val="accent1"/>
                </a:solidFill>
              </a:defRPr>
            </a:lvl7pPr>
            <a:lvl8pPr lvl="7" rtl="0">
              <a:spcBef>
                <a:spcPts val="0"/>
              </a:spcBef>
              <a:spcAft>
                <a:spcPts val="0"/>
              </a:spcAft>
              <a:buClr>
                <a:schemeClr val="accent1"/>
              </a:buClr>
              <a:buSzPts val="4800"/>
              <a:buNone/>
              <a:defRPr sz="4800">
                <a:solidFill>
                  <a:schemeClr val="accent1"/>
                </a:solidFill>
              </a:defRPr>
            </a:lvl8pPr>
            <a:lvl9pPr lvl="8" rtl="0">
              <a:spcBef>
                <a:spcPts val="0"/>
              </a:spcBef>
              <a:spcAft>
                <a:spcPts val="0"/>
              </a:spcAft>
              <a:buClr>
                <a:schemeClr val="accent1"/>
              </a:buClr>
              <a:buSzPts val="4800"/>
              <a:buNone/>
              <a:defRPr sz="4800">
                <a:solidFill>
                  <a:schemeClr val="accent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theme" Target="../theme/theme3.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96.xml"/><Relationship Id="rId42" Type="http://schemas.openxmlformats.org/officeDocument/2006/relationships/slideLayout" Target="../slideLayouts/slideLayout98.xml"/><Relationship Id="rId41" Type="http://schemas.openxmlformats.org/officeDocument/2006/relationships/slideLayout" Target="../slideLayouts/slideLayout97.xml"/><Relationship Id="rId44" Type="http://schemas.openxmlformats.org/officeDocument/2006/relationships/slideLayout" Target="../slideLayouts/slideLayout100.xml"/><Relationship Id="rId43" Type="http://schemas.openxmlformats.org/officeDocument/2006/relationships/slideLayout" Target="../slideLayouts/slideLayout99.xml"/><Relationship Id="rId46" Type="http://schemas.openxmlformats.org/officeDocument/2006/relationships/slideLayout" Target="../slideLayouts/slideLayout102.xml"/><Relationship Id="rId45" Type="http://schemas.openxmlformats.org/officeDocument/2006/relationships/slideLayout" Target="../slideLayouts/slideLayout101.xml"/><Relationship Id="rId1" Type="http://schemas.openxmlformats.org/officeDocument/2006/relationships/slideLayout" Target="../slideLayouts/slideLayout57.xml"/><Relationship Id="rId2" Type="http://schemas.openxmlformats.org/officeDocument/2006/relationships/slideLayout" Target="../slideLayouts/slideLayout58.xml"/><Relationship Id="rId3" Type="http://schemas.openxmlformats.org/officeDocument/2006/relationships/slideLayout" Target="../slideLayouts/slideLayout59.xml"/><Relationship Id="rId4" Type="http://schemas.openxmlformats.org/officeDocument/2006/relationships/slideLayout" Target="../slideLayouts/slideLayout60.xml"/><Relationship Id="rId9" Type="http://schemas.openxmlformats.org/officeDocument/2006/relationships/slideLayout" Target="../slideLayouts/slideLayout65.xml"/><Relationship Id="rId48" Type="http://schemas.openxmlformats.org/officeDocument/2006/relationships/slideLayout" Target="../slideLayouts/slideLayout104.xml"/><Relationship Id="rId47" Type="http://schemas.openxmlformats.org/officeDocument/2006/relationships/slideLayout" Target="../slideLayouts/slideLayout103.xml"/><Relationship Id="rId49" Type="http://schemas.openxmlformats.org/officeDocument/2006/relationships/slideLayout" Target="../slideLayouts/slideLayout105.xml"/><Relationship Id="rId5" Type="http://schemas.openxmlformats.org/officeDocument/2006/relationships/slideLayout" Target="../slideLayouts/slideLayout61.xml"/><Relationship Id="rId6" Type="http://schemas.openxmlformats.org/officeDocument/2006/relationships/slideLayout" Target="../slideLayouts/slideLayout62.xml"/><Relationship Id="rId7" Type="http://schemas.openxmlformats.org/officeDocument/2006/relationships/slideLayout" Target="../slideLayouts/slideLayout63.xml"/><Relationship Id="rId8" Type="http://schemas.openxmlformats.org/officeDocument/2006/relationships/slideLayout" Target="../slideLayouts/slideLayout64.xml"/><Relationship Id="rId31" Type="http://schemas.openxmlformats.org/officeDocument/2006/relationships/slideLayout" Target="../slideLayouts/slideLayout87.xml"/><Relationship Id="rId30" Type="http://schemas.openxmlformats.org/officeDocument/2006/relationships/slideLayout" Target="../slideLayouts/slideLayout86.xml"/><Relationship Id="rId33" Type="http://schemas.openxmlformats.org/officeDocument/2006/relationships/slideLayout" Target="../slideLayouts/slideLayout89.xml"/><Relationship Id="rId32" Type="http://schemas.openxmlformats.org/officeDocument/2006/relationships/slideLayout" Target="../slideLayouts/slideLayout88.xml"/><Relationship Id="rId35" Type="http://schemas.openxmlformats.org/officeDocument/2006/relationships/slideLayout" Target="../slideLayouts/slideLayout91.xml"/><Relationship Id="rId34" Type="http://schemas.openxmlformats.org/officeDocument/2006/relationships/slideLayout" Target="../slideLayouts/slideLayout90.xml"/><Relationship Id="rId37" Type="http://schemas.openxmlformats.org/officeDocument/2006/relationships/slideLayout" Target="../slideLayouts/slideLayout93.xml"/><Relationship Id="rId36" Type="http://schemas.openxmlformats.org/officeDocument/2006/relationships/slideLayout" Target="../slideLayouts/slideLayout92.xml"/><Relationship Id="rId39" Type="http://schemas.openxmlformats.org/officeDocument/2006/relationships/slideLayout" Target="../slideLayouts/slideLayout95.xml"/><Relationship Id="rId38" Type="http://schemas.openxmlformats.org/officeDocument/2006/relationships/slideLayout" Target="../slideLayouts/slideLayout94.xml"/><Relationship Id="rId20" Type="http://schemas.openxmlformats.org/officeDocument/2006/relationships/slideLayout" Target="../slideLayouts/slideLayout76.xml"/><Relationship Id="rId22" Type="http://schemas.openxmlformats.org/officeDocument/2006/relationships/slideLayout" Target="../slideLayouts/slideLayout78.xml"/><Relationship Id="rId21" Type="http://schemas.openxmlformats.org/officeDocument/2006/relationships/slideLayout" Target="../slideLayouts/slideLayout77.xml"/><Relationship Id="rId24" Type="http://schemas.openxmlformats.org/officeDocument/2006/relationships/slideLayout" Target="../slideLayouts/slideLayout80.xml"/><Relationship Id="rId23" Type="http://schemas.openxmlformats.org/officeDocument/2006/relationships/slideLayout" Target="../slideLayouts/slideLayout79.xml"/><Relationship Id="rId26" Type="http://schemas.openxmlformats.org/officeDocument/2006/relationships/slideLayout" Target="../slideLayouts/slideLayout82.xml"/><Relationship Id="rId25" Type="http://schemas.openxmlformats.org/officeDocument/2006/relationships/slideLayout" Target="../slideLayouts/slideLayout81.xml"/><Relationship Id="rId28" Type="http://schemas.openxmlformats.org/officeDocument/2006/relationships/slideLayout" Target="../slideLayouts/slideLayout84.xml"/><Relationship Id="rId27" Type="http://schemas.openxmlformats.org/officeDocument/2006/relationships/slideLayout" Target="../slideLayouts/slideLayout83.xml"/><Relationship Id="rId29" Type="http://schemas.openxmlformats.org/officeDocument/2006/relationships/slideLayout" Target="../slideLayouts/slideLayout85.xml"/><Relationship Id="rId50" Type="http://schemas.openxmlformats.org/officeDocument/2006/relationships/theme" Target="../theme/theme2.xml"/><Relationship Id="rId11" Type="http://schemas.openxmlformats.org/officeDocument/2006/relationships/slideLayout" Target="../slideLayouts/slideLayout67.xml"/><Relationship Id="rId10" Type="http://schemas.openxmlformats.org/officeDocument/2006/relationships/slideLayout" Target="../slideLayouts/slideLayout66.xml"/><Relationship Id="rId13" Type="http://schemas.openxmlformats.org/officeDocument/2006/relationships/slideLayout" Target="../slideLayouts/slideLayout69.xml"/><Relationship Id="rId12" Type="http://schemas.openxmlformats.org/officeDocument/2006/relationships/slideLayout" Target="../slideLayouts/slideLayout68.xml"/><Relationship Id="rId15" Type="http://schemas.openxmlformats.org/officeDocument/2006/relationships/slideLayout" Target="../slideLayouts/slideLayout71.xml"/><Relationship Id="rId14" Type="http://schemas.openxmlformats.org/officeDocument/2006/relationships/slideLayout" Target="../slideLayouts/slideLayout70.xml"/><Relationship Id="rId17" Type="http://schemas.openxmlformats.org/officeDocument/2006/relationships/slideLayout" Target="../slideLayouts/slideLayout73.xml"/><Relationship Id="rId16" Type="http://schemas.openxmlformats.org/officeDocument/2006/relationships/slideLayout" Target="../slideLayouts/slideLayout72.xml"/><Relationship Id="rId19" Type="http://schemas.openxmlformats.org/officeDocument/2006/relationships/slideLayout" Target="../slideLayouts/slideLayout75.xml"/><Relationship Id="rId18" Type="http://schemas.openxmlformats.org/officeDocument/2006/relationships/slideLayout" Target="../slideLayouts/slideLayout7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15600" y="593367"/>
            <a:ext cx="11360700" cy="763800"/>
          </a:xfrm>
          <a:prstGeom prst="rect">
            <a:avLst/>
          </a:prstGeom>
          <a:noFill/>
          <a:ln>
            <a:noFill/>
          </a:ln>
        </p:spPr>
        <p:txBody>
          <a:bodyPr anchorCtr="0" anchor="t" bIns="0" lIns="0" spcFirstLastPara="1" rIns="0" wrap="square" tIns="0">
            <a:noAutofit/>
          </a:bodyPr>
          <a:lstStyle>
            <a:lvl1pPr lvl="0"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1pPr>
            <a:lvl2pPr lvl="1"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2pPr>
            <a:lvl3pPr lvl="2"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3pPr>
            <a:lvl4pPr lvl="3"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4pPr>
            <a:lvl5pPr lvl="4"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5pPr>
            <a:lvl6pPr lvl="5"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6pPr>
            <a:lvl7pPr lvl="6"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7pPr>
            <a:lvl8pPr lvl="7"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8pPr>
            <a:lvl9pPr lvl="8"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9pPr>
          </a:lstStyle>
          <a:p/>
        </p:txBody>
      </p:sp>
      <p:sp>
        <p:nvSpPr>
          <p:cNvPr id="7" name="Google Shape;7;p1"/>
          <p:cNvSpPr txBox="1"/>
          <p:nvPr>
            <p:ph idx="1" type="body"/>
          </p:nvPr>
        </p:nvSpPr>
        <p:spPr>
          <a:xfrm>
            <a:off x="415600" y="1536633"/>
            <a:ext cx="11360700" cy="4555200"/>
          </a:xfrm>
          <a:prstGeom prst="rect">
            <a:avLst/>
          </a:prstGeom>
          <a:noFill/>
          <a:ln>
            <a:noFill/>
          </a:ln>
        </p:spPr>
        <p:txBody>
          <a:bodyPr anchorCtr="0" anchor="t" bIns="0" lIns="0" spcFirstLastPara="1" rIns="0" wrap="square" tIns="0">
            <a:noAutofit/>
          </a:bodyPr>
          <a:lstStyle>
            <a:lvl1pPr indent="-342900" lvl="0" marL="457200" rtl="0">
              <a:lnSpc>
                <a:spcPct val="140000"/>
              </a:lnSpc>
              <a:spcBef>
                <a:spcPts val="0"/>
              </a:spcBef>
              <a:spcAft>
                <a:spcPts val="0"/>
              </a:spcAft>
              <a:buClr>
                <a:schemeClr val="accent1"/>
              </a:buClr>
              <a:buSzPts val="1800"/>
              <a:buFont typeface="Red Hat Display"/>
              <a:buChar char="▸"/>
              <a:defRPr sz="1800">
                <a:latin typeface="Red Hat Display"/>
                <a:ea typeface="Red Hat Display"/>
                <a:cs typeface="Red Hat Display"/>
                <a:sym typeface="Red Hat Display"/>
              </a:defRPr>
            </a:lvl1pPr>
            <a:lvl2pPr indent="-342900" lvl="1" marL="914400" rtl="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2pPr>
            <a:lvl3pPr indent="-342900" lvl="2" marL="1371600" rtl="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3pPr>
            <a:lvl4pPr indent="-342900" lvl="3" marL="1828800" rtl="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4pPr>
            <a:lvl5pPr indent="-342900" lvl="4" marL="2286000" rtl="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5pPr>
            <a:lvl6pPr indent="-342900" lvl="5" marL="2743200" rtl="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6pPr>
            <a:lvl7pPr indent="-342900" lvl="6" marL="3200400" rtl="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7pPr>
            <a:lvl8pPr indent="-342900" lvl="7" marL="3657600" rtl="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8pPr>
            <a:lvl9pPr indent="-342900" lvl="8" marL="4114800" rtl="0">
              <a:lnSpc>
                <a:spcPct val="140000"/>
              </a:lnSpc>
              <a:spcBef>
                <a:spcPts val="500"/>
              </a:spcBef>
              <a:spcAft>
                <a:spcPts val="500"/>
              </a:spcAft>
              <a:buSzPts val="1800"/>
              <a:buFont typeface="Red Hat Display"/>
              <a:buChar char="･"/>
              <a:defRPr sz="1800">
                <a:latin typeface="Red Hat Display"/>
                <a:ea typeface="Red Hat Display"/>
                <a:cs typeface="Red Hat Display"/>
                <a:sym typeface="Red Hat Display"/>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97" name="Shape 797"/>
        <p:cNvGrpSpPr/>
        <p:nvPr/>
      </p:nvGrpSpPr>
      <p:grpSpPr>
        <a:xfrm>
          <a:off x="0" y="0"/>
          <a:ext cx="0" cy="0"/>
          <a:chOff x="0" y="0"/>
          <a:chExt cx="0" cy="0"/>
        </a:xfrm>
      </p:grpSpPr>
      <p:sp>
        <p:nvSpPr>
          <p:cNvPr id="798" name="Google Shape;798;p58"/>
          <p:cNvSpPr txBox="1"/>
          <p:nvPr>
            <p:ph type="title"/>
          </p:nvPr>
        </p:nvSpPr>
        <p:spPr>
          <a:xfrm>
            <a:off x="415600" y="593367"/>
            <a:ext cx="11360700" cy="763800"/>
          </a:xfrm>
          <a:prstGeom prst="rect">
            <a:avLst/>
          </a:prstGeom>
          <a:noFill/>
          <a:ln>
            <a:noFill/>
          </a:ln>
        </p:spPr>
        <p:txBody>
          <a:bodyPr anchorCtr="0" anchor="t" bIns="0" lIns="0" spcFirstLastPara="1" rIns="0" wrap="square" tIns="0">
            <a:noAutofit/>
          </a:bodyPr>
          <a:lstStyle>
            <a:lvl1pPr lvl="0"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1pPr>
            <a:lvl2pPr lvl="1"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2pPr>
            <a:lvl3pPr lvl="2"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3pPr>
            <a:lvl4pPr lvl="3"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4pPr>
            <a:lvl5pPr lvl="4"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5pPr>
            <a:lvl6pPr lvl="5"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6pPr>
            <a:lvl7pPr lvl="6"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7pPr>
            <a:lvl8pPr lvl="7"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8pPr>
            <a:lvl9pPr lvl="8"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9pPr>
          </a:lstStyle>
          <a:p/>
        </p:txBody>
      </p:sp>
      <p:sp>
        <p:nvSpPr>
          <p:cNvPr id="799" name="Google Shape;799;p58"/>
          <p:cNvSpPr txBox="1"/>
          <p:nvPr>
            <p:ph idx="1" type="body"/>
          </p:nvPr>
        </p:nvSpPr>
        <p:spPr>
          <a:xfrm>
            <a:off x="415600" y="1536633"/>
            <a:ext cx="11360700" cy="4555200"/>
          </a:xfrm>
          <a:prstGeom prst="rect">
            <a:avLst/>
          </a:prstGeom>
          <a:noFill/>
          <a:ln>
            <a:noFill/>
          </a:ln>
        </p:spPr>
        <p:txBody>
          <a:bodyPr anchorCtr="0" anchor="t" bIns="0" lIns="0" spcFirstLastPara="1" rIns="0" wrap="square" tIns="0">
            <a:noAutofit/>
          </a:bodyPr>
          <a:lstStyle>
            <a:lvl1pPr indent="-342900" lvl="0" marL="457200" rtl="0">
              <a:lnSpc>
                <a:spcPct val="140000"/>
              </a:lnSpc>
              <a:spcBef>
                <a:spcPts val="0"/>
              </a:spcBef>
              <a:spcAft>
                <a:spcPts val="0"/>
              </a:spcAft>
              <a:buClr>
                <a:schemeClr val="accent1"/>
              </a:buClr>
              <a:buSzPts val="1800"/>
              <a:buFont typeface="Red Hat Display"/>
              <a:buChar char="▸"/>
              <a:defRPr sz="1800">
                <a:latin typeface="Red Hat Display"/>
                <a:ea typeface="Red Hat Display"/>
                <a:cs typeface="Red Hat Display"/>
                <a:sym typeface="Red Hat Display"/>
              </a:defRPr>
            </a:lvl1pPr>
            <a:lvl2pPr indent="-342900" lvl="1" marL="914400" rtl="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2pPr>
            <a:lvl3pPr indent="-342900" lvl="2" marL="1371600" rtl="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3pPr>
            <a:lvl4pPr indent="-342900" lvl="3" marL="1828800" rtl="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4pPr>
            <a:lvl5pPr indent="-342900" lvl="4" marL="2286000" rtl="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5pPr>
            <a:lvl6pPr indent="-342900" lvl="5" marL="2743200" rtl="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6pPr>
            <a:lvl7pPr indent="-342900" lvl="6" marL="3200400" rtl="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7pPr>
            <a:lvl8pPr indent="-342900" lvl="7" marL="3657600" rtl="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8pPr>
            <a:lvl9pPr indent="-342900" lvl="8" marL="4114800" rtl="0">
              <a:lnSpc>
                <a:spcPct val="140000"/>
              </a:lnSpc>
              <a:spcBef>
                <a:spcPts val="500"/>
              </a:spcBef>
              <a:spcAft>
                <a:spcPts val="500"/>
              </a:spcAft>
              <a:buSzPts val="1800"/>
              <a:buFont typeface="Red Hat Display"/>
              <a:buChar char="･"/>
              <a:defRPr sz="1800">
                <a:latin typeface="Red Hat Display"/>
                <a:ea typeface="Red Hat Display"/>
                <a:cs typeface="Red Hat Display"/>
                <a:sym typeface="Red Hat Display"/>
              </a:defRPr>
            </a:lvl9pPr>
          </a:lstStyle>
          <a:p/>
        </p:txBody>
      </p:sp>
      <p:sp>
        <p:nvSpPr>
          <p:cNvPr id="800" name="Google Shape;800;p58"/>
          <p:cNvSpPr txBox="1"/>
          <p:nvPr/>
        </p:nvSpPr>
        <p:spPr>
          <a:xfrm>
            <a:off x="9677749" y="269825"/>
            <a:ext cx="2009400" cy="298800"/>
          </a:xfrm>
          <a:prstGeom prst="rect">
            <a:avLst/>
          </a:prstGeom>
          <a:noFill/>
          <a:ln>
            <a:noFill/>
          </a:ln>
        </p:spPr>
        <p:txBody>
          <a:bodyPr anchorCtr="0" anchor="b" bIns="0" lIns="0" spcFirstLastPara="1" rIns="0" wrap="square" tIns="0">
            <a:noAutofit/>
          </a:bodyPr>
          <a:lstStyle/>
          <a:p>
            <a:pPr indent="0" lvl="0" marL="0" rtl="0" algn="r">
              <a:lnSpc>
                <a:spcPct val="150000"/>
              </a:lnSpc>
              <a:spcBef>
                <a:spcPts val="0"/>
              </a:spcBef>
              <a:spcAft>
                <a:spcPts val="0"/>
              </a:spcAft>
              <a:buNone/>
            </a:pPr>
            <a:r>
              <a:rPr lang="en" sz="700">
                <a:latin typeface="Red Hat Text Medium"/>
                <a:ea typeface="Red Hat Text Medium"/>
                <a:cs typeface="Red Hat Text Medium"/>
                <a:sym typeface="Red Hat Text Medium"/>
              </a:rPr>
              <a:t>Confidential</a:t>
            </a:r>
            <a:endParaRPr sz="700">
              <a:latin typeface="Red Hat Text Medium"/>
              <a:ea typeface="Red Hat Text Medium"/>
              <a:cs typeface="Red Hat Text Medium"/>
              <a:sym typeface="Red Hat Text Medium"/>
            </a:endParaRPr>
          </a:p>
        </p:txBody>
      </p:sp>
      <p:sp>
        <p:nvSpPr>
          <p:cNvPr id="801" name="Google Shape;801;p58"/>
          <p:cNvSpPr txBox="1"/>
          <p:nvPr/>
        </p:nvSpPr>
        <p:spPr>
          <a:xfrm>
            <a:off x="8014400" y="6313250"/>
            <a:ext cx="2468400" cy="228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800">
                <a:solidFill>
                  <a:schemeClr val="dk1"/>
                </a:solidFill>
                <a:latin typeface="Red Hat Text"/>
                <a:ea typeface="Red Hat Text"/>
                <a:cs typeface="Red Hat Text"/>
                <a:sym typeface="Red Hat Text"/>
              </a:rPr>
              <a:t>V00001</a:t>
            </a:r>
            <a:endParaRPr sz="800">
              <a:solidFill>
                <a:schemeClr val="dk1"/>
              </a:solidFill>
              <a:latin typeface="Red Hat Text"/>
              <a:ea typeface="Red Hat Text"/>
              <a:cs typeface="Red Hat Text"/>
              <a:sym typeface="Red Hat Text"/>
            </a:endParaRPr>
          </a:p>
        </p:txBody>
      </p:sp>
    </p:spTree>
  </p:cSld>
  <p:clrMap accent1="accent1" accent2="accent2" accent3="accent3" accent4="accent4" accent5="accent5" accent6="accent6" bg1="lt1" bg2="dk2" tx1="dk1" tx2="lt2" folHlink="folHlink" hlink="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19" r:id="rId16"/>
    <p:sldLayoutId id="2147483720" r:id="rId17"/>
    <p:sldLayoutId id="2147483721" r:id="rId18"/>
    <p:sldLayoutId id="2147483722" r:id="rId19"/>
    <p:sldLayoutId id="2147483723" r:id="rId20"/>
    <p:sldLayoutId id="2147483724" r:id="rId21"/>
    <p:sldLayoutId id="2147483725" r:id="rId22"/>
    <p:sldLayoutId id="2147483726" r:id="rId23"/>
    <p:sldLayoutId id="2147483727" r:id="rId24"/>
    <p:sldLayoutId id="2147483728" r:id="rId25"/>
    <p:sldLayoutId id="2147483729" r:id="rId26"/>
    <p:sldLayoutId id="2147483730" r:id="rId27"/>
    <p:sldLayoutId id="2147483731" r:id="rId28"/>
    <p:sldLayoutId id="2147483732" r:id="rId29"/>
    <p:sldLayoutId id="2147483733" r:id="rId30"/>
    <p:sldLayoutId id="2147483734" r:id="rId31"/>
    <p:sldLayoutId id="2147483735" r:id="rId32"/>
    <p:sldLayoutId id="2147483736" r:id="rId33"/>
    <p:sldLayoutId id="2147483737" r:id="rId34"/>
    <p:sldLayoutId id="2147483738" r:id="rId35"/>
    <p:sldLayoutId id="2147483739" r:id="rId36"/>
    <p:sldLayoutId id="2147483740" r:id="rId37"/>
    <p:sldLayoutId id="2147483741" r:id="rId38"/>
    <p:sldLayoutId id="2147483742" r:id="rId39"/>
    <p:sldLayoutId id="2147483743" r:id="rId40"/>
    <p:sldLayoutId id="2147483744" r:id="rId41"/>
    <p:sldLayoutId id="2147483745" r:id="rId42"/>
    <p:sldLayoutId id="2147483746" r:id="rId43"/>
    <p:sldLayoutId id="2147483747" r:id="rId44"/>
    <p:sldLayoutId id="2147483748" r:id="rId45"/>
    <p:sldLayoutId id="2147483749" r:id="rId46"/>
    <p:sldLayoutId id="2147483750" r:id="rId47"/>
    <p:sldLayoutId id="2147483751" r:id="rId48"/>
    <p:sldLayoutId id="2147483752" r:id="rId4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hyperlink" Target="mailto:parmstro@redhat.com" TargetMode="External"/><Relationship Id="rId5" Type="http://schemas.openxmlformats.org/officeDocument/2006/relationships/hyperlink" Target="https://docs.google.com/presentation/d/1DRT4G3i2f1xFbZZzWbuzJAiOm3vy38g02lXYk2zpCvc/edit#slide=id.g13ad3cdd9cf_1_767"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7.xml"/><Relationship Id="rId3" Type="http://schemas.openxmlformats.org/officeDocument/2006/relationships/image" Target="../media/image5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8.xml"/><Relationship Id="rId3" Type="http://schemas.openxmlformats.org/officeDocument/2006/relationships/image" Target="../media/image5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10.xml"/><Relationship Id="rId3" Type="http://schemas.openxmlformats.org/officeDocument/2006/relationships/hyperlink" Target="https://lucid.app/lucidchart/adacac8f-1b30-41b7-906b-76212f009a3f/edit?page=8&amp;v=2668&amp;s=280.8916956683782" TargetMode="External"/><Relationship Id="rId4" Type="http://schemas.openxmlformats.org/officeDocument/2006/relationships/image" Target="../media/image6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6.xml"/><Relationship Id="rId2" Type="http://schemas.openxmlformats.org/officeDocument/2006/relationships/notesSlide" Target="../notesSlides/notesSlide12.xml"/><Relationship Id="rId3" Type="http://schemas.openxmlformats.org/officeDocument/2006/relationships/image" Target="../media/image5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3.xml"/><Relationship Id="rId3" Type="http://schemas.openxmlformats.org/officeDocument/2006/relationships/image" Target="../media/image68.png"/><Relationship Id="rId4" Type="http://schemas.openxmlformats.org/officeDocument/2006/relationships/image" Target="../media/image57.png"/><Relationship Id="rId9" Type="http://schemas.openxmlformats.org/officeDocument/2006/relationships/image" Target="../media/image62.jpg"/><Relationship Id="rId5" Type="http://schemas.openxmlformats.org/officeDocument/2006/relationships/image" Target="../media/image63.png"/><Relationship Id="rId6" Type="http://schemas.openxmlformats.org/officeDocument/2006/relationships/image" Target="../media/image72.png"/><Relationship Id="rId7" Type="http://schemas.openxmlformats.org/officeDocument/2006/relationships/image" Target="../media/image347.png"/><Relationship Id="rId8" Type="http://schemas.openxmlformats.org/officeDocument/2006/relationships/image" Target="../media/image61.jpg"/><Relationship Id="rId10" Type="http://schemas.openxmlformats.org/officeDocument/2006/relationships/image" Target="../media/image6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4.xml"/><Relationship Id="rId3" Type="http://schemas.openxmlformats.org/officeDocument/2006/relationships/image" Target="../media/image66.png"/><Relationship Id="rId4" Type="http://schemas.openxmlformats.org/officeDocument/2006/relationships/image" Target="../media/image67.png"/><Relationship Id="rId9" Type="http://schemas.openxmlformats.org/officeDocument/2006/relationships/image" Target="../media/image75.png"/><Relationship Id="rId5" Type="http://schemas.openxmlformats.org/officeDocument/2006/relationships/image" Target="../media/image69.png"/><Relationship Id="rId6" Type="http://schemas.openxmlformats.org/officeDocument/2006/relationships/image" Target="../media/image70.png"/><Relationship Id="rId7" Type="http://schemas.openxmlformats.org/officeDocument/2006/relationships/image" Target="../media/image77.png"/><Relationship Id="rId8" Type="http://schemas.openxmlformats.org/officeDocument/2006/relationships/image" Target="../media/image73.png"/><Relationship Id="rId11" Type="http://schemas.openxmlformats.org/officeDocument/2006/relationships/image" Target="../media/image81.png"/><Relationship Id="rId10" Type="http://schemas.openxmlformats.org/officeDocument/2006/relationships/image" Target="../media/image74.png"/><Relationship Id="rId13" Type="http://schemas.openxmlformats.org/officeDocument/2006/relationships/image" Target="../media/image78.png"/><Relationship Id="rId12" Type="http://schemas.openxmlformats.org/officeDocument/2006/relationships/image" Target="../media/image80.png"/><Relationship Id="rId14" Type="http://schemas.openxmlformats.org/officeDocument/2006/relationships/image" Target="../media/image7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5.xml"/><Relationship Id="rId3" Type="http://schemas.openxmlformats.org/officeDocument/2006/relationships/image" Target="../media/image81.png"/><Relationship Id="rId4" Type="http://schemas.openxmlformats.org/officeDocument/2006/relationships/image" Target="../media/image80.png"/><Relationship Id="rId5" Type="http://schemas.openxmlformats.org/officeDocument/2006/relationships/image" Target="../media/image67.png"/><Relationship Id="rId6" Type="http://schemas.openxmlformats.org/officeDocument/2006/relationships/image" Target="../media/image8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7.xml"/><Relationship Id="rId3" Type="http://schemas.openxmlformats.org/officeDocument/2006/relationships/hyperlink" Target="https://docs.google.com/presentation/d/1BLjWcsU27puWhfGr5aukmedHSU9STcFLTQm1-m4qgAw/edit?usp=sharing" TargetMode="External"/><Relationship Id="rId4" Type="http://schemas.openxmlformats.org/officeDocument/2006/relationships/hyperlink" Target="https://docs.google.com/presentation/d/1BLjWcsU27puWhfGr5aukmedHSU9STcFLTQm1-m4qgAw/edit?usp=sharing" TargetMode="External"/><Relationship Id="rId9" Type="http://schemas.openxmlformats.org/officeDocument/2006/relationships/hyperlink" Target="https://docs.google.com/presentation/d/1aE3kpGtChUJApTZTjg_Cg_pZcw4mUAeJnJVLwSkDYWc/edit?usp=sharing" TargetMode="External"/><Relationship Id="rId5" Type="http://schemas.openxmlformats.org/officeDocument/2006/relationships/hyperlink" Target="https://drive.google.com/open?id=1k2--k8ds3Xl0_F_x4bkzB4Iw2eh5fqci" TargetMode="External"/><Relationship Id="rId6" Type="http://schemas.openxmlformats.org/officeDocument/2006/relationships/hyperlink" Target="https://drive.google.com/open?id=1k2--k8ds3Xl0_F_x4bkzB4Iw2eh5fqci" TargetMode="External"/><Relationship Id="rId7" Type="http://schemas.openxmlformats.org/officeDocument/2006/relationships/hyperlink" Target="https://mojo.redhat.com/docs/DOC-1196971" TargetMode="External"/><Relationship Id="rId8" Type="http://schemas.openxmlformats.org/officeDocument/2006/relationships/hyperlink" Target="https://docs.google.com/presentation/d/1aE3kpGtChUJApTZTjg_Cg_pZcw4mUAeJnJVLwSkDYWc/edit?usp=sharing" TargetMode="External"/><Relationship Id="rId11" Type="http://schemas.openxmlformats.org/officeDocument/2006/relationships/hyperlink" Target="https://drive.google.com/open?id=1PlxQwE6ehndj9NBII0ezyCH9KnjpJGCNLaWN-B5vCUw" TargetMode="External"/><Relationship Id="rId10" Type="http://schemas.openxmlformats.org/officeDocument/2006/relationships/hyperlink" Target="https://docs.google.com/presentation/d/1-7LlOTv_APc_-N29YZmYtaAszfCfTsie1H7SpKF7D80/edit#slide=id.g7eedd54ec7_0_0" TargetMode="External"/><Relationship Id="rId13" Type="http://schemas.openxmlformats.org/officeDocument/2006/relationships/hyperlink" Target="https://docs.google.com/presentation/d/1RzQ-FWGn_r_Eirge4aquzMFYzkyytm49t81A0mXKR5M/edit#slide=id.g7f39a0c766_0_722" TargetMode="External"/><Relationship Id="rId12" Type="http://schemas.openxmlformats.org/officeDocument/2006/relationships/hyperlink" Target="https://mojo.redhat.com/docs/DOC-1187030" TargetMode="External"/><Relationship Id="rId14" Type="http://schemas.openxmlformats.org/officeDocument/2006/relationships/hyperlink" Target="https://mojo.redhat.com/docs/DOC-1187030"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8.xml"/><Relationship Id="rId3" Type="http://schemas.openxmlformats.org/officeDocument/2006/relationships/hyperlink" Target="https://docs.google.com/presentation/d/1BLjWcsU27puWhfGr5aukmedHSU9STcFLTQm1-m4qgAw/edit?usp=sharing" TargetMode="External"/><Relationship Id="rId4" Type="http://schemas.openxmlformats.org/officeDocument/2006/relationships/hyperlink" Target="https://docs.google.com/presentation/d/1BLjWcsU27puWhfGr5aukmedHSU9STcFLTQm1-m4qgAw/edit?usp=sharing" TargetMode="External"/><Relationship Id="rId9" Type="http://schemas.openxmlformats.org/officeDocument/2006/relationships/hyperlink" Target="https://docs.google.com/presentation/d/1aE3kpGtChUJApTZTjg_Cg_pZcw4mUAeJnJVLwSkDYWc/edit?usp=sharing" TargetMode="External"/><Relationship Id="rId5" Type="http://schemas.openxmlformats.org/officeDocument/2006/relationships/hyperlink" Target="https://drive.google.com/open?id=1k2--k8ds3Xl0_F_x4bkzB4Iw2eh5fqci" TargetMode="External"/><Relationship Id="rId6" Type="http://schemas.openxmlformats.org/officeDocument/2006/relationships/hyperlink" Target="https://drive.google.com/open?id=1k2--k8ds3Xl0_F_x4bkzB4Iw2eh5fqci" TargetMode="External"/><Relationship Id="rId7" Type="http://schemas.openxmlformats.org/officeDocument/2006/relationships/hyperlink" Target="https://mojo.redhat.com/docs/DOC-1196971" TargetMode="External"/><Relationship Id="rId8" Type="http://schemas.openxmlformats.org/officeDocument/2006/relationships/hyperlink" Target="https://docs.google.com/presentation/d/1aE3kpGtChUJApTZTjg_Cg_pZcw4mUAeJnJVLwSkDYWc/edit?usp=sharing" TargetMode="External"/><Relationship Id="rId11" Type="http://schemas.openxmlformats.org/officeDocument/2006/relationships/hyperlink" Target="https://drive.google.com/open?id=1PlxQwE6ehndj9NBII0ezyCH9KnjpJGCNLaWN-B5vCUw" TargetMode="External"/><Relationship Id="rId10" Type="http://schemas.openxmlformats.org/officeDocument/2006/relationships/hyperlink" Target="https://docs.google.com/presentation/d/1-7LlOTv_APc_-N29YZmYtaAszfCfTsie1H7SpKF7D80/edit#slide=id.g7eedd54ec7_0_0" TargetMode="External"/><Relationship Id="rId13" Type="http://schemas.openxmlformats.org/officeDocument/2006/relationships/hyperlink" Target="https://docs.google.com/presentation/d/1RzQ-FWGn_r_Eirge4aquzMFYzkyytm49t81A0mXKR5M/edit#slide=id.g7f39a0c766_0_722" TargetMode="External"/><Relationship Id="rId12" Type="http://schemas.openxmlformats.org/officeDocument/2006/relationships/hyperlink" Target="https://mojo.redhat.com/docs/DOC-1187030" TargetMode="External"/><Relationship Id="rId14" Type="http://schemas.openxmlformats.org/officeDocument/2006/relationships/hyperlink" Target="https://mojo.redhat.com/docs/DOC-1187030"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9.xml"/><Relationship Id="rId3" Type="http://schemas.openxmlformats.org/officeDocument/2006/relationships/hyperlink" Target="https://docs.google.com/presentation/d/1BLjWcsU27puWhfGr5aukmedHSU9STcFLTQm1-m4qgAw/edit?usp=sharing" TargetMode="External"/><Relationship Id="rId4" Type="http://schemas.openxmlformats.org/officeDocument/2006/relationships/hyperlink" Target="https://docs.google.com/presentation/d/1BLjWcsU27puWhfGr5aukmedHSU9STcFLTQm1-m4qgAw/edit?usp=sharing" TargetMode="External"/><Relationship Id="rId9" Type="http://schemas.openxmlformats.org/officeDocument/2006/relationships/hyperlink" Target="https://docs.google.com/presentation/d/1aE3kpGtChUJApTZTjg_Cg_pZcw4mUAeJnJVLwSkDYWc/edit?usp=sharing" TargetMode="External"/><Relationship Id="rId5" Type="http://schemas.openxmlformats.org/officeDocument/2006/relationships/hyperlink" Target="https://drive.google.com/open?id=1k2--k8ds3Xl0_F_x4bkzB4Iw2eh5fqci" TargetMode="External"/><Relationship Id="rId6" Type="http://schemas.openxmlformats.org/officeDocument/2006/relationships/hyperlink" Target="https://drive.google.com/open?id=1k2--k8ds3Xl0_F_x4bkzB4Iw2eh5fqci" TargetMode="External"/><Relationship Id="rId7" Type="http://schemas.openxmlformats.org/officeDocument/2006/relationships/hyperlink" Target="https://mojo.redhat.com/docs/DOC-1196971" TargetMode="External"/><Relationship Id="rId8" Type="http://schemas.openxmlformats.org/officeDocument/2006/relationships/hyperlink" Target="https://docs.google.com/presentation/d/1aE3kpGtChUJApTZTjg_Cg_pZcw4mUAeJnJVLwSkDYWc/edit?usp=sharing" TargetMode="External"/><Relationship Id="rId11" Type="http://schemas.openxmlformats.org/officeDocument/2006/relationships/hyperlink" Target="https://drive.google.com/open?id=1PlxQwE6ehndj9NBII0ezyCH9KnjpJGCNLaWN-B5vCUw" TargetMode="External"/><Relationship Id="rId10" Type="http://schemas.openxmlformats.org/officeDocument/2006/relationships/hyperlink" Target="https://docs.google.com/presentation/d/1-7LlOTv_APc_-N29YZmYtaAszfCfTsie1H7SpKF7D80/edit#slide=id.g7eedd54ec7_0_0" TargetMode="External"/><Relationship Id="rId13" Type="http://schemas.openxmlformats.org/officeDocument/2006/relationships/hyperlink" Target="https://docs.google.com/presentation/d/1RzQ-FWGn_r_Eirge4aquzMFYzkyytm49t81A0mXKR5M/edit#slide=id.g7f39a0c766_0_722" TargetMode="External"/><Relationship Id="rId12" Type="http://schemas.openxmlformats.org/officeDocument/2006/relationships/hyperlink" Target="https://mojo.redhat.com/docs/DOC-1187030" TargetMode="External"/><Relationship Id="rId14" Type="http://schemas.openxmlformats.org/officeDocument/2006/relationships/hyperlink" Target="https://mojo.redhat.com/docs/DOC-1187030"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1.xml"/><Relationship Id="rId3" Type="http://schemas.openxmlformats.org/officeDocument/2006/relationships/image" Target="../media/image86.png"/><Relationship Id="rId4" Type="http://schemas.openxmlformats.org/officeDocument/2006/relationships/image" Target="../media/image92.png"/><Relationship Id="rId9" Type="http://schemas.openxmlformats.org/officeDocument/2006/relationships/image" Target="../media/image88.png"/><Relationship Id="rId5" Type="http://schemas.openxmlformats.org/officeDocument/2006/relationships/image" Target="../media/image82.png"/><Relationship Id="rId6" Type="http://schemas.openxmlformats.org/officeDocument/2006/relationships/image" Target="../media/image87.png"/><Relationship Id="rId7" Type="http://schemas.openxmlformats.org/officeDocument/2006/relationships/image" Target="../media/image89.png"/><Relationship Id="rId8" Type="http://schemas.openxmlformats.org/officeDocument/2006/relationships/image" Target="../media/image83.png"/><Relationship Id="rId20" Type="http://schemas.openxmlformats.org/officeDocument/2006/relationships/image" Target="../media/image113.png"/><Relationship Id="rId22" Type="http://schemas.openxmlformats.org/officeDocument/2006/relationships/image" Target="../media/image102.png"/><Relationship Id="rId21" Type="http://schemas.openxmlformats.org/officeDocument/2006/relationships/image" Target="../media/image108.png"/><Relationship Id="rId23" Type="http://schemas.openxmlformats.org/officeDocument/2006/relationships/image" Target="../media/image103.png"/><Relationship Id="rId11" Type="http://schemas.openxmlformats.org/officeDocument/2006/relationships/image" Target="../media/image93.png"/><Relationship Id="rId10" Type="http://schemas.openxmlformats.org/officeDocument/2006/relationships/image" Target="../media/image85.png"/><Relationship Id="rId13" Type="http://schemas.openxmlformats.org/officeDocument/2006/relationships/image" Target="../media/image95.png"/><Relationship Id="rId12" Type="http://schemas.openxmlformats.org/officeDocument/2006/relationships/image" Target="../media/image91.jpg"/><Relationship Id="rId15" Type="http://schemas.openxmlformats.org/officeDocument/2006/relationships/image" Target="../media/image98.png"/><Relationship Id="rId14" Type="http://schemas.openxmlformats.org/officeDocument/2006/relationships/image" Target="../media/image96.png"/><Relationship Id="rId17" Type="http://schemas.openxmlformats.org/officeDocument/2006/relationships/image" Target="../media/image106.png"/><Relationship Id="rId16" Type="http://schemas.openxmlformats.org/officeDocument/2006/relationships/image" Target="../media/image117.png"/><Relationship Id="rId19" Type="http://schemas.openxmlformats.org/officeDocument/2006/relationships/image" Target="../media/image99.png"/><Relationship Id="rId18" Type="http://schemas.openxmlformats.org/officeDocument/2006/relationships/image" Target="../media/image9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 Id="rId3" Type="http://schemas.openxmlformats.org/officeDocument/2006/relationships/image" Target="../media/image10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30.xml"/><Relationship Id="rId3" Type="http://schemas.openxmlformats.org/officeDocument/2006/relationships/image" Target="../media/image116.png"/><Relationship Id="rId4" Type="http://schemas.openxmlformats.org/officeDocument/2006/relationships/image" Target="../media/image120.png"/><Relationship Id="rId5" Type="http://schemas.openxmlformats.org/officeDocument/2006/relationships/image" Target="../media/image13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 Id="rId3" Type="http://schemas.openxmlformats.org/officeDocument/2006/relationships/image" Target="../media/image126.png"/><Relationship Id="rId4" Type="http://schemas.openxmlformats.org/officeDocument/2006/relationships/image" Target="../media/image107.png"/><Relationship Id="rId5" Type="http://schemas.openxmlformats.org/officeDocument/2006/relationships/image" Target="../media/image105.png"/><Relationship Id="rId6" Type="http://schemas.openxmlformats.org/officeDocument/2006/relationships/image" Target="../media/image1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3.xml"/><Relationship Id="rId3" Type="http://schemas.openxmlformats.org/officeDocument/2006/relationships/image" Target="../media/image1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4.xml"/><Relationship Id="rId3" Type="http://schemas.openxmlformats.org/officeDocument/2006/relationships/image" Target="../media/image1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Relationship Id="rId3" Type="http://schemas.openxmlformats.org/officeDocument/2006/relationships/image" Target="../media/image10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9.xml"/><Relationship Id="rId3" Type="http://schemas.openxmlformats.org/officeDocument/2006/relationships/hyperlink" Target="https://docs.google.com/presentation/d/1BLjWcsU27puWhfGr5aukmedHSU9STcFLTQm1-m4qgAw/edit?usp=sharing" TargetMode="External"/><Relationship Id="rId4" Type="http://schemas.openxmlformats.org/officeDocument/2006/relationships/hyperlink" Target="https://docs.google.com/presentation/d/1BLjWcsU27puWhfGr5aukmedHSU9STcFLTQm1-m4qgAw/edit?usp=sharing" TargetMode="External"/><Relationship Id="rId9" Type="http://schemas.openxmlformats.org/officeDocument/2006/relationships/hyperlink" Target="https://docs.google.com/presentation/d/1aE3kpGtChUJApTZTjg_Cg_pZcw4mUAeJnJVLwSkDYWc/edit?usp=sharing" TargetMode="External"/><Relationship Id="rId5" Type="http://schemas.openxmlformats.org/officeDocument/2006/relationships/hyperlink" Target="https://drive.google.com/open?id=1k2--k8ds3Xl0_F_x4bkzB4Iw2eh5fqci" TargetMode="External"/><Relationship Id="rId6" Type="http://schemas.openxmlformats.org/officeDocument/2006/relationships/hyperlink" Target="https://drive.google.com/open?id=1k2--k8ds3Xl0_F_x4bkzB4Iw2eh5fqci" TargetMode="External"/><Relationship Id="rId7" Type="http://schemas.openxmlformats.org/officeDocument/2006/relationships/hyperlink" Target="https://mojo.redhat.com/docs/DOC-1196971" TargetMode="External"/><Relationship Id="rId8" Type="http://schemas.openxmlformats.org/officeDocument/2006/relationships/hyperlink" Target="https://docs.google.com/presentation/d/1aE3kpGtChUJApTZTjg_Cg_pZcw4mUAeJnJVLwSkDYWc/edit?usp=sharing" TargetMode="External"/><Relationship Id="rId11" Type="http://schemas.openxmlformats.org/officeDocument/2006/relationships/hyperlink" Target="https://drive.google.com/open?id=1PlxQwE6ehndj9NBII0ezyCH9KnjpJGCNLaWN-B5vCUw" TargetMode="External"/><Relationship Id="rId10" Type="http://schemas.openxmlformats.org/officeDocument/2006/relationships/hyperlink" Target="https://docs.google.com/presentation/d/1-7LlOTv_APc_-N29YZmYtaAszfCfTsie1H7SpKF7D80/edit#slide=id.g7eedd54ec7_0_0" TargetMode="External"/><Relationship Id="rId13" Type="http://schemas.openxmlformats.org/officeDocument/2006/relationships/hyperlink" Target="https://docs.google.com/presentation/d/1RzQ-FWGn_r_Eirge4aquzMFYzkyytm49t81A0mXKR5M/edit#slide=id.g7f39a0c766_0_722" TargetMode="External"/><Relationship Id="rId12" Type="http://schemas.openxmlformats.org/officeDocument/2006/relationships/hyperlink" Target="https://mojo.redhat.com/docs/DOC-1187030" TargetMode="External"/><Relationship Id="rId14" Type="http://schemas.openxmlformats.org/officeDocument/2006/relationships/hyperlink" Target="https://mojo.redhat.com/docs/DOC-1187030"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1.xml"/><Relationship Id="rId3" Type="http://schemas.openxmlformats.org/officeDocument/2006/relationships/image" Target="../media/image86.png"/><Relationship Id="rId4" Type="http://schemas.openxmlformats.org/officeDocument/2006/relationships/image" Target="../media/image92.png"/><Relationship Id="rId9" Type="http://schemas.openxmlformats.org/officeDocument/2006/relationships/image" Target="../media/image88.png"/><Relationship Id="rId5" Type="http://schemas.openxmlformats.org/officeDocument/2006/relationships/image" Target="../media/image82.png"/><Relationship Id="rId6" Type="http://schemas.openxmlformats.org/officeDocument/2006/relationships/image" Target="../media/image87.png"/><Relationship Id="rId7" Type="http://schemas.openxmlformats.org/officeDocument/2006/relationships/image" Target="../media/image89.png"/><Relationship Id="rId8" Type="http://schemas.openxmlformats.org/officeDocument/2006/relationships/image" Target="../media/image83.png"/><Relationship Id="rId20" Type="http://schemas.openxmlformats.org/officeDocument/2006/relationships/image" Target="../media/image113.png"/><Relationship Id="rId22" Type="http://schemas.openxmlformats.org/officeDocument/2006/relationships/image" Target="../media/image102.png"/><Relationship Id="rId21" Type="http://schemas.openxmlformats.org/officeDocument/2006/relationships/image" Target="../media/image108.png"/><Relationship Id="rId23" Type="http://schemas.openxmlformats.org/officeDocument/2006/relationships/image" Target="../media/image103.png"/><Relationship Id="rId11" Type="http://schemas.openxmlformats.org/officeDocument/2006/relationships/image" Target="../media/image93.png"/><Relationship Id="rId10" Type="http://schemas.openxmlformats.org/officeDocument/2006/relationships/image" Target="../media/image85.png"/><Relationship Id="rId13" Type="http://schemas.openxmlformats.org/officeDocument/2006/relationships/image" Target="../media/image95.png"/><Relationship Id="rId12" Type="http://schemas.openxmlformats.org/officeDocument/2006/relationships/image" Target="../media/image91.jpg"/><Relationship Id="rId15" Type="http://schemas.openxmlformats.org/officeDocument/2006/relationships/image" Target="../media/image98.png"/><Relationship Id="rId14" Type="http://schemas.openxmlformats.org/officeDocument/2006/relationships/image" Target="../media/image96.png"/><Relationship Id="rId17" Type="http://schemas.openxmlformats.org/officeDocument/2006/relationships/image" Target="../media/image106.png"/><Relationship Id="rId16" Type="http://schemas.openxmlformats.org/officeDocument/2006/relationships/image" Target="../media/image117.png"/><Relationship Id="rId19" Type="http://schemas.openxmlformats.org/officeDocument/2006/relationships/image" Target="../media/image99.png"/><Relationship Id="rId18" Type="http://schemas.openxmlformats.org/officeDocument/2006/relationships/image" Target="../media/image9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42.xml"/><Relationship Id="rId3" Type="http://schemas.openxmlformats.org/officeDocument/2006/relationships/hyperlink" Target="https://docs.google.com/presentation/d/1N9fRdOvvB0eaa9O7gB1i3_qqbRUFjrFVDq9QN1Wq518"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4.xml"/><Relationship Id="rId3" Type="http://schemas.openxmlformats.org/officeDocument/2006/relationships/image" Target="../media/image155.png"/><Relationship Id="rId4" Type="http://schemas.openxmlformats.org/officeDocument/2006/relationships/image" Target="../media/image86.png"/><Relationship Id="rId9" Type="http://schemas.openxmlformats.org/officeDocument/2006/relationships/image" Target="../media/image149.png"/><Relationship Id="rId5" Type="http://schemas.openxmlformats.org/officeDocument/2006/relationships/image" Target="../media/image92.png"/><Relationship Id="rId6" Type="http://schemas.openxmlformats.org/officeDocument/2006/relationships/image" Target="../media/image176.png"/><Relationship Id="rId7" Type="http://schemas.openxmlformats.org/officeDocument/2006/relationships/image" Target="../media/image98.png"/><Relationship Id="rId8" Type="http://schemas.openxmlformats.org/officeDocument/2006/relationships/image" Target="../media/image82.png"/><Relationship Id="rId10" Type="http://schemas.openxmlformats.org/officeDocument/2006/relationships/image" Target="../media/image14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5.xml"/><Relationship Id="rId3" Type="http://schemas.openxmlformats.org/officeDocument/2006/relationships/image" Target="../media/image86.png"/><Relationship Id="rId4" Type="http://schemas.openxmlformats.org/officeDocument/2006/relationships/image" Target="../media/image92.png"/><Relationship Id="rId9" Type="http://schemas.openxmlformats.org/officeDocument/2006/relationships/image" Target="../media/image88.png"/><Relationship Id="rId5" Type="http://schemas.openxmlformats.org/officeDocument/2006/relationships/image" Target="../media/image82.png"/><Relationship Id="rId6" Type="http://schemas.openxmlformats.org/officeDocument/2006/relationships/image" Target="../media/image87.png"/><Relationship Id="rId7" Type="http://schemas.openxmlformats.org/officeDocument/2006/relationships/image" Target="../media/image89.png"/><Relationship Id="rId8" Type="http://schemas.openxmlformats.org/officeDocument/2006/relationships/image" Target="../media/image83.png"/><Relationship Id="rId20" Type="http://schemas.openxmlformats.org/officeDocument/2006/relationships/image" Target="../media/image113.png"/><Relationship Id="rId22" Type="http://schemas.openxmlformats.org/officeDocument/2006/relationships/image" Target="../media/image102.png"/><Relationship Id="rId21" Type="http://schemas.openxmlformats.org/officeDocument/2006/relationships/image" Target="../media/image108.png"/><Relationship Id="rId23" Type="http://schemas.openxmlformats.org/officeDocument/2006/relationships/image" Target="../media/image103.png"/><Relationship Id="rId11" Type="http://schemas.openxmlformats.org/officeDocument/2006/relationships/image" Target="../media/image93.png"/><Relationship Id="rId10" Type="http://schemas.openxmlformats.org/officeDocument/2006/relationships/image" Target="../media/image85.png"/><Relationship Id="rId13" Type="http://schemas.openxmlformats.org/officeDocument/2006/relationships/image" Target="../media/image95.png"/><Relationship Id="rId12" Type="http://schemas.openxmlformats.org/officeDocument/2006/relationships/image" Target="../media/image91.jpg"/><Relationship Id="rId15" Type="http://schemas.openxmlformats.org/officeDocument/2006/relationships/image" Target="../media/image98.png"/><Relationship Id="rId14" Type="http://schemas.openxmlformats.org/officeDocument/2006/relationships/image" Target="../media/image96.png"/><Relationship Id="rId17" Type="http://schemas.openxmlformats.org/officeDocument/2006/relationships/image" Target="../media/image106.png"/><Relationship Id="rId16" Type="http://schemas.openxmlformats.org/officeDocument/2006/relationships/image" Target="../media/image117.png"/><Relationship Id="rId19" Type="http://schemas.openxmlformats.org/officeDocument/2006/relationships/image" Target="../media/image99.png"/><Relationship Id="rId18" Type="http://schemas.openxmlformats.org/officeDocument/2006/relationships/image" Target="../media/image9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2.xml"/><Relationship Id="rId3" Type="http://schemas.openxmlformats.org/officeDocument/2006/relationships/image" Target="../media/image17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3.xml"/><Relationship Id="rId3" Type="http://schemas.openxmlformats.org/officeDocument/2006/relationships/image" Target="../media/image170.png"/><Relationship Id="rId4" Type="http://schemas.openxmlformats.org/officeDocument/2006/relationships/image" Target="../media/image172.png"/><Relationship Id="rId5" Type="http://schemas.openxmlformats.org/officeDocument/2006/relationships/image" Target="../media/image174.png"/><Relationship Id="rId6" Type="http://schemas.openxmlformats.org/officeDocument/2006/relationships/image" Target="../media/image179.png"/><Relationship Id="rId7" Type="http://schemas.openxmlformats.org/officeDocument/2006/relationships/image" Target="../media/image177.png"/><Relationship Id="rId8" Type="http://schemas.openxmlformats.org/officeDocument/2006/relationships/image" Target="../media/image18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4.xml"/><Relationship Id="rId3" Type="http://schemas.openxmlformats.org/officeDocument/2006/relationships/image" Target="../media/image170.png"/><Relationship Id="rId4" Type="http://schemas.openxmlformats.org/officeDocument/2006/relationships/image" Target="../media/image172.png"/><Relationship Id="rId9" Type="http://schemas.openxmlformats.org/officeDocument/2006/relationships/image" Target="../media/image180.png"/><Relationship Id="rId5" Type="http://schemas.openxmlformats.org/officeDocument/2006/relationships/image" Target="../media/image174.png"/><Relationship Id="rId6" Type="http://schemas.openxmlformats.org/officeDocument/2006/relationships/image" Target="../media/image183.png"/><Relationship Id="rId7" Type="http://schemas.openxmlformats.org/officeDocument/2006/relationships/image" Target="../media/image179.png"/><Relationship Id="rId8" Type="http://schemas.openxmlformats.org/officeDocument/2006/relationships/image" Target="../media/image177.png"/><Relationship Id="rId11" Type="http://schemas.openxmlformats.org/officeDocument/2006/relationships/image" Target="../media/image92.png"/><Relationship Id="rId10" Type="http://schemas.openxmlformats.org/officeDocument/2006/relationships/image" Target="../media/image195.png"/><Relationship Id="rId13" Type="http://schemas.openxmlformats.org/officeDocument/2006/relationships/image" Target="../media/image98.png"/><Relationship Id="rId12" Type="http://schemas.openxmlformats.org/officeDocument/2006/relationships/image" Target="../media/image8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56.xml"/><Relationship Id="rId3" Type="http://schemas.openxmlformats.org/officeDocument/2006/relationships/image" Target="../media/image195.png"/><Relationship Id="rId4" Type="http://schemas.openxmlformats.org/officeDocument/2006/relationships/image" Target="../media/image92.png"/><Relationship Id="rId5" Type="http://schemas.openxmlformats.org/officeDocument/2006/relationships/image" Target="../media/image86.png"/><Relationship Id="rId6" Type="http://schemas.openxmlformats.org/officeDocument/2006/relationships/image" Target="../media/image9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57.xml"/><Relationship Id="rId3" Type="http://schemas.openxmlformats.org/officeDocument/2006/relationships/image" Target="../media/image195.png"/><Relationship Id="rId4" Type="http://schemas.openxmlformats.org/officeDocument/2006/relationships/image" Target="../media/image86.png"/><Relationship Id="rId9" Type="http://schemas.openxmlformats.org/officeDocument/2006/relationships/image" Target="../media/image192.png"/><Relationship Id="rId5" Type="http://schemas.openxmlformats.org/officeDocument/2006/relationships/image" Target="../media/image181.png"/><Relationship Id="rId6" Type="http://schemas.openxmlformats.org/officeDocument/2006/relationships/image" Target="../media/image184.png"/><Relationship Id="rId7" Type="http://schemas.openxmlformats.org/officeDocument/2006/relationships/image" Target="../media/image201.png"/><Relationship Id="rId8" Type="http://schemas.openxmlformats.org/officeDocument/2006/relationships/image" Target="../media/image170.png"/><Relationship Id="rId11" Type="http://schemas.openxmlformats.org/officeDocument/2006/relationships/image" Target="../media/image187.png"/><Relationship Id="rId10" Type="http://schemas.openxmlformats.org/officeDocument/2006/relationships/image" Target="../media/image190.png"/><Relationship Id="rId12" Type="http://schemas.openxmlformats.org/officeDocument/2006/relationships/image" Target="../media/image18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58.xml"/><Relationship Id="rId3" Type="http://schemas.openxmlformats.org/officeDocument/2006/relationships/image" Target="../media/image195.png"/><Relationship Id="rId4" Type="http://schemas.openxmlformats.org/officeDocument/2006/relationships/image" Target="../media/image92.png"/><Relationship Id="rId9" Type="http://schemas.openxmlformats.org/officeDocument/2006/relationships/image" Target="../media/image177.png"/><Relationship Id="rId5" Type="http://schemas.openxmlformats.org/officeDocument/2006/relationships/image" Target="../media/image170.png"/><Relationship Id="rId6" Type="http://schemas.openxmlformats.org/officeDocument/2006/relationships/image" Target="../media/image172.png"/><Relationship Id="rId7" Type="http://schemas.openxmlformats.org/officeDocument/2006/relationships/image" Target="../media/image174.png"/><Relationship Id="rId8" Type="http://schemas.openxmlformats.org/officeDocument/2006/relationships/image" Target="../media/image179.png"/><Relationship Id="rId10" Type="http://schemas.openxmlformats.org/officeDocument/2006/relationships/image" Target="../media/image18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59.xml"/><Relationship Id="rId3" Type="http://schemas.openxmlformats.org/officeDocument/2006/relationships/image" Target="../media/image195.png"/><Relationship Id="rId4" Type="http://schemas.openxmlformats.org/officeDocument/2006/relationships/image" Target="../media/image193.png"/><Relationship Id="rId9" Type="http://schemas.openxmlformats.org/officeDocument/2006/relationships/image" Target="../media/image189.png"/><Relationship Id="rId5" Type="http://schemas.openxmlformats.org/officeDocument/2006/relationships/image" Target="../media/image197.png"/><Relationship Id="rId6" Type="http://schemas.openxmlformats.org/officeDocument/2006/relationships/image" Target="../media/image196.png"/><Relationship Id="rId7" Type="http://schemas.openxmlformats.org/officeDocument/2006/relationships/image" Target="../media/image96.png"/><Relationship Id="rId8" Type="http://schemas.openxmlformats.org/officeDocument/2006/relationships/image" Target="../media/image191.png"/><Relationship Id="rId10" Type="http://schemas.openxmlformats.org/officeDocument/2006/relationships/image" Target="../media/image9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60.xml"/><Relationship Id="rId3" Type="http://schemas.openxmlformats.org/officeDocument/2006/relationships/hyperlink" Target="https://github.com/redhat-cop/rhis-builder"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2.xml"/><Relationship Id="rId3" Type="http://schemas.openxmlformats.org/officeDocument/2006/relationships/image" Target="../media/image202.png"/><Relationship Id="rId4" Type="http://schemas.openxmlformats.org/officeDocument/2006/relationships/image" Target="../media/image105.png"/><Relationship Id="rId5" Type="http://schemas.openxmlformats.org/officeDocument/2006/relationships/image" Target="../media/image192.png"/><Relationship Id="rId6" Type="http://schemas.openxmlformats.org/officeDocument/2006/relationships/image" Target="../media/image198.png"/><Relationship Id="rId7" Type="http://schemas.openxmlformats.org/officeDocument/2006/relationships/image" Target="../media/image20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3.xml"/><Relationship Id="rId3" Type="http://schemas.openxmlformats.org/officeDocument/2006/relationships/image" Target="../media/image202.png"/><Relationship Id="rId4" Type="http://schemas.openxmlformats.org/officeDocument/2006/relationships/image" Target="../media/image105.png"/><Relationship Id="rId5" Type="http://schemas.openxmlformats.org/officeDocument/2006/relationships/image" Target="../media/image192.png"/><Relationship Id="rId6" Type="http://schemas.openxmlformats.org/officeDocument/2006/relationships/image" Target="../media/image198.png"/><Relationship Id="rId7" Type="http://schemas.openxmlformats.org/officeDocument/2006/relationships/image" Target="../media/image20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4.xml"/><Relationship Id="rId3" Type="http://schemas.openxmlformats.org/officeDocument/2006/relationships/image" Target="../media/image202.png"/><Relationship Id="rId4" Type="http://schemas.openxmlformats.org/officeDocument/2006/relationships/image" Target="../media/image105.png"/><Relationship Id="rId5" Type="http://schemas.openxmlformats.org/officeDocument/2006/relationships/image" Target="../media/image192.png"/><Relationship Id="rId6" Type="http://schemas.openxmlformats.org/officeDocument/2006/relationships/image" Target="../media/image198.png"/><Relationship Id="rId7" Type="http://schemas.openxmlformats.org/officeDocument/2006/relationships/image" Target="../media/image20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5.xml"/><Relationship Id="rId3" Type="http://schemas.openxmlformats.org/officeDocument/2006/relationships/image" Target="../media/image202.png"/><Relationship Id="rId4" Type="http://schemas.openxmlformats.org/officeDocument/2006/relationships/image" Target="../media/image105.png"/><Relationship Id="rId5" Type="http://schemas.openxmlformats.org/officeDocument/2006/relationships/image" Target="../media/image192.png"/><Relationship Id="rId6" Type="http://schemas.openxmlformats.org/officeDocument/2006/relationships/image" Target="../media/image198.png"/><Relationship Id="rId7" Type="http://schemas.openxmlformats.org/officeDocument/2006/relationships/image" Target="../media/image20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7.xml"/><Relationship Id="rId3" Type="http://schemas.openxmlformats.org/officeDocument/2006/relationships/image" Target="../media/image17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68.xml"/><Relationship Id="rId3" Type="http://schemas.openxmlformats.org/officeDocument/2006/relationships/image" Target="../media/image135.png"/><Relationship Id="rId4" Type="http://schemas.openxmlformats.org/officeDocument/2006/relationships/image" Target="../media/image207.png"/><Relationship Id="rId5" Type="http://schemas.openxmlformats.org/officeDocument/2006/relationships/image" Target="../media/image198.png"/><Relationship Id="rId6" Type="http://schemas.openxmlformats.org/officeDocument/2006/relationships/image" Target="../media/image20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69.xml"/><Relationship Id="rId3" Type="http://schemas.openxmlformats.org/officeDocument/2006/relationships/image" Target="../media/image135.png"/><Relationship Id="rId4" Type="http://schemas.openxmlformats.org/officeDocument/2006/relationships/image" Target="../media/image207.png"/><Relationship Id="rId5" Type="http://schemas.openxmlformats.org/officeDocument/2006/relationships/image" Target="../media/image198.png"/><Relationship Id="rId6" Type="http://schemas.openxmlformats.org/officeDocument/2006/relationships/image" Target="../media/image20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70.xml"/><Relationship Id="rId3" Type="http://schemas.openxmlformats.org/officeDocument/2006/relationships/image" Target="../media/image198.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72.xml"/><Relationship Id="rId3" Type="http://schemas.openxmlformats.org/officeDocument/2006/relationships/image" Target="../media/image209.jpg"/><Relationship Id="rId4" Type="http://schemas.openxmlformats.org/officeDocument/2006/relationships/image" Target="../media/image211.png"/><Relationship Id="rId5" Type="http://schemas.openxmlformats.org/officeDocument/2006/relationships/image" Target="../media/image210.png"/><Relationship Id="rId6" Type="http://schemas.openxmlformats.org/officeDocument/2006/relationships/image" Target="../media/image21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73.xml"/><Relationship Id="rId3" Type="http://schemas.openxmlformats.org/officeDocument/2006/relationships/image" Target="../media/image209.jpg"/><Relationship Id="rId4" Type="http://schemas.openxmlformats.org/officeDocument/2006/relationships/image" Target="../media/image211.png"/><Relationship Id="rId5" Type="http://schemas.openxmlformats.org/officeDocument/2006/relationships/image" Target="../media/image210.png"/><Relationship Id="rId6" Type="http://schemas.openxmlformats.org/officeDocument/2006/relationships/image" Target="../media/image21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74.xml"/><Relationship Id="rId3" Type="http://schemas.openxmlformats.org/officeDocument/2006/relationships/image" Target="../media/image209.jpg"/><Relationship Id="rId4" Type="http://schemas.openxmlformats.org/officeDocument/2006/relationships/image" Target="../media/image211.png"/><Relationship Id="rId5" Type="http://schemas.openxmlformats.org/officeDocument/2006/relationships/image" Target="../media/image210.png"/><Relationship Id="rId6" Type="http://schemas.openxmlformats.org/officeDocument/2006/relationships/image" Target="../media/image21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75.xml"/><Relationship Id="rId3" Type="http://schemas.openxmlformats.org/officeDocument/2006/relationships/image" Target="../media/image209.jpg"/><Relationship Id="rId4" Type="http://schemas.openxmlformats.org/officeDocument/2006/relationships/image" Target="../media/image211.png"/><Relationship Id="rId5" Type="http://schemas.openxmlformats.org/officeDocument/2006/relationships/image" Target="../media/image210.png"/><Relationship Id="rId6" Type="http://schemas.openxmlformats.org/officeDocument/2006/relationships/image" Target="../media/image21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76.xml"/><Relationship Id="rId3" Type="http://schemas.openxmlformats.org/officeDocument/2006/relationships/image" Target="../media/image209.jpg"/><Relationship Id="rId4" Type="http://schemas.openxmlformats.org/officeDocument/2006/relationships/image" Target="../media/image211.png"/><Relationship Id="rId5" Type="http://schemas.openxmlformats.org/officeDocument/2006/relationships/image" Target="../media/image210.png"/><Relationship Id="rId6" Type="http://schemas.openxmlformats.org/officeDocument/2006/relationships/image" Target="../media/image21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77.xml"/><Relationship Id="rId3" Type="http://schemas.openxmlformats.org/officeDocument/2006/relationships/image" Target="../media/image216.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78.xml"/><Relationship Id="rId3" Type="http://schemas.openxmlformats.org/officeDocument/2006/relationships/image" Target="../media/image216.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79.xml"/><Relationship Id="rId3" Type="http://schemas.openxmlformats.org/officeDocument/2006/relationships/image" Target="../media/image216.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80.xml"/><Relationship Id="rId3" Type="http://schemas.openxmlformats.org/officeDocument/2006/relationships/image" Target="../media/image216.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81.xml"/><Relationship Id="rId3" Type="http://schemas.openxmlformats.org/officeDocument/2006/relationships/image" Target="../media/image216.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82.xml"/><Relationship Id="rId3" Type="http://schemas.openxmlformats.org/officeDocument/2006/relationships/image" Target="../media/image216.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2.xml"/><Relationship Id="rId3" Type="http://schemas.openxmlformats.org/officeDocument/2006/relationships/image" Target="../media/image178.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93.xml"/><Relationship Id="rId3" Type="http://schemas.openxmlformats.org/officeDocument/2006/relationships/image" Target="../media/image192.png"/><Relationship Id="rId4" Type="http://schemas.openxmlformats.org/officeDocument/2006/relationships/image" Target="../media/image198.png"/><Relationship Id="rId5" Type="http://schemas.openxmlformats.org/officeDocument/2006/relationships/image" Target="../media/image135.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4.xml"/><Relationship Id="rId3" Type="http://schemas.openxmlformats.org/officeDocument/2006/relationships/image" Target="../media/image225.png"/><Relationship Id="rId4" Type="http://schemas.openxmlformats.org/officeDocument/2006/relationships/image" Target="../media/image233.png"/><Relationship Id="rId5" Type="http://schemas.openxmlformats.org/officeDocument/2006/relationships/image" Target="../media/image135.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5.xml"/><Relationship Id="rId3" Type="http://schemas.openxmlformats.org/officeDocument/2006/relationships/image" Target="../media/image228.png"/><Relationship Id="rId4" Type="http://schemas.openxmlformats.org/officeDocument/2006/relationships/image" Target="../media/image233.png"/><Relationship Id="rId5" Type="http://schemas.openxmlformats.org/officeDocument/2006/relationships/image" Target="../media/image135.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6.xml"/><Relationship Id="rId3" Type="http://schemas.openxmlformats.org/officeDocument/2006/relationships/image" Target="../media/image226.png"/><Relationship Id="rId4" Type="http://schemas.openxmlformats.org/officeDocument/2006/relationships/image" Target="../media/image233.png"/><Relationship Id="rId5" Type="http://schemas.openxmlformats.org/officeDocument/2006/relationships/image" Target="../media/image135.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97.xml"/><Relationship Id="rId3" Type="http://schemas.openxmlformats.org/officeDocument/2006/relationships/image" Target="../media/image198.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8.xml"/><Relationship Id="rId3" Type="http://schemas.openxmlformats.org/officeDocument/2006/relationships/image" Target="../media/image198.png"/><Relationship Id="rId4" Type="http://schemas.openxmlformats.org/officeDocument/2006/relationships/image" Target="../media/image218.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9.xml"/><Relationship Id="rId3" Type="http://schemas.openxmlformats.org/officeDocument/2006/relationships/image" Target="../media/image233.png"/><Relationship Id="rId4" Type="http://schemas.openxmlformats.org/officeDocument/2006/relationships/image" Target="../media/image120.png"/><Relationship Id="rId5" Type="http://schemas.openxmlformats.org/officeDocument/2006/relationships/image" Target="../media/image198.png"/><Relationship Id="rId6" Type="http://schemas.openxmlformats.org/officeDocument/2006/relationships/image" Target="../media/image218.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1.xml"/><Relationship Id="rId3" Type="http://schemas.openxmlformats.org/officeDocument/2006/relationships/image" Target="../media/image219.png"/><Relationship Id="rId4" Type="http://schemas.openxmlformats.org/officeDocument/2006/relationships/image" Target="../media/image220.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2.xml"/><Relationship Id="rId3" Type="http://schemas.openxmlformats.org/officeDocument/2006/relationships/image" Target="../media/image229.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3.xml"/><Relationship Id="rId3" Type="http://schemas.openxmlformats.org/officeDocument/2006/relationships/image" Target="../media/image219.png"/><Relationship Id="rId4" Type="http://schemas.openxmlformats.org/officeDocument/2006/relationships/image" Target="../media/image229.png"/><Relationship Id="rId5" Type="http://schemas.openxmlformats.org/officeDocument/2006/relationships/image" Target="../media/image224.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4.xml"/><Relationship Id="rId3" Type="http://schemas.openxmlformats.org/officeDocument/2006/relationships/image" Target="../media/image229.png"/><Relationship Id="rId4" Type="http://schemas.openxmlformats.org/officeDocument/2006/relationships/image" Target="../media/image224.png"/><Relationship Id="rId5" Type="http://schemas.openxmlformats.org/officeDocument/2006/relationships/image" Target="../media/image221.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05.xml"/><Relationship Id="rId3" Type="http://schemas.openxmlformats.org/officeDocument/2006/relationships/image" Target="../media/image227.png"/><Relationship Id="rId4" Type="http://schemas.openxmlformats.org/officeDocument/2006/relationships/image" Target="../media/image219.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07.xml"/><Relationship Id="rId3" Type="http://schemas.openxmlformats.org/officeDocument/2006/relationships/image" Target="../media/image238.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09.xml"/><Relationship Id="rId3" Type="http://schemas.openxmlformats.org/officeDocument/2006/relationships/image" Target="../media/image176.png"/><Relationship Id="rId4" Type="http://schemas.openxmlformats.org/officeDocument/2006/relationships/image" Target="../media/image240.png"/><Relationship Id="rId9" Type="http://schemas.openxmlformats.org/officeDocument/2006/relationships/image" Target="../media/image92.png"/><Relationship Id="rId5" Type="http://schemas.openxmlformats.org/officeDocument/2006/relationships/image" Target="../media/image232.png"/><Relationship Id="rId6" Type="http://schemas.openxmlformats.org/officeDocument/2006/relationships/image" Target="../media/image155.png"/><Relationship Id="rId7" Type="http://schemas.openxmlformats.org/officeDocument/2006/relationships/image" Target="../media/image82.png"/><Relationship Id="rId8" Type="http://schemas.openxmlformats.org/officeDocument/2006/relationships/image" Target="../media/image86.png"/><Relationship Id="rId10" Type="http://schemas.openxmlformats.org/officeDocument/2006/relationships/image" Target="../media/image98.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10.xml"/><Relationship Id="rId3" Type="http://schemas.openxmlformats.org/officeDocument/2006/relationships/image" Target="../media/image235.png"/><Relationship Id="rId4" Type="http://schemas.openxmlformats.org/officeDocument/2006/relationships/image" Target="../media/image239.png"/><Relationship Id="rId9" Type="http://schemas.openxmlformats.org/officeDocument/2006/relationships/image" Target="../media/image93.png"/><Relationship Id="rId5" Type="http://schemas.openxmlformats.org/officeDocument/2006/relationships/image" Target="../media/image89.png"/><Relationship Id="rId6" Type="http://schemas.openxmlformats.org/officeDocument/2006/relationships/image" Target="../media/image83.png"/><Relationship Id="rId7" Type="http://schemas.openxmlformats.org/officeDocument/2006/relationships/image" Target="../media/image88.png"/><Relationship Id="rId8" Type="http://schemas.openxmlformats.org/officeDocument/2006/relationships/image" Target="../media/image85.png"/><Relationship Id="rId31" Type="http://schemas.openxmlformats.org/officeDocument/2006/relationships/image" Target="../media/image257.png"/><Relationship Id="rId30" Type="http://schemas.openxmlformats.org/officeDocument/2006/relationships/image" Target="../media/image268.png"/><Relationship Id="rId20" Type="http://schemas.openxmlformats.org/officeDocument/2006/relationships/image" Target="../media/image256.png"/><Relationship Id="rId22" Type="http://schemas.openxmlformats.org/officeDocument/2006/relationships/image" Target="../media/image254.png"/><Relationship Id="rId21" Type="http://schemas.openxmlformats.org/officeDocument/2006/relationships/image" Target="../media/image251.png"/><Relationship Id="rId24" Type="http://schemas.openxmlformats.org/officeDocument/2006/relationships/image" Target="../media/image95.png"/><Relationship Id="rId23" Type="http://schemas.openxmlformats.org/officeDocument/2006/relationships/image" Target="../media/image266.png"/><Relationship Id="rId26" Type="http://schemas.openxmlformats.org/officeDocument/2006/relationships/image" Target="../media/image260.png"/><Relationship Id="rId25" Type="http://schemas.openxmlformats.org/officeDocument/2006/relationships/image" Target="../media/image96.png"/><Relationship Id="rId28" Type="http://schemas.openxmlformats.org/officeDocument/2006/relationships/image" Target="../media/image255.png"/><Relationship Id="rId27" Type="http://schemas.openxmlformats.org/officeDocument/2006/relationships/image" Target="../media/image267.png"/><Relationship Id="rId29" Type="http://schemas.openxmlformats.org/officeDocument/2006/relationships/image" Target="../media/image265.png"/><Relationship Id="rId11" Type="http://schemas.openxmlformats.org/officeDocument/2006/relationships/image" Target="../media/image86.png"/><Relationship Id="rId10" Type="http://schemas.openxmlformats.org/officeDocument/2006/relationships/image" Target="../media/image82.png"/><Relationship Id="rId13" Type="http://schemas.openxmlformats.org/officeDocument/2006/relationships/image" Target="../media/image98.png"/><Relationship Id="rId12" Type="http://schemas.openxmlformats.org/officeDocument/2006/relationships/image" Target="../media/image92.png"/><Relationship Id="rId15" Type="http://schemas.openxmlformats.org/officeDocument/2006/relationships/image" Target="../media/image113.png"/><Relationship Id="rId14" Type="http://schemas.openxmlformats.org/officeDocument/2006/relationships/image" Target="../media/image99.png"/><Relationship Id="rId17" Type="http://schemas.openxmlformats.org/officeDocument/2006/relationships/image" Target="../media/image102.png"/><Relationship Id="rId16" Type="http://schemas.openxmlformats.org/officeDocument/2006/relationships/image" Target="../media/image108.png"/><Relationship Id="rId19" Type="http://schemas.openxmlformats.org/officeDocument/2006/relationships/image" Target="../media/image262.png"/><Relationship Id="rId18" Type="http://schemas.openxmlformats.org/officeDocument/2006/relationships/image" Target="../media/image103.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11.xml"/><Relationship Id="rId3" Type="http://schemas.openxmlformats.org/officeDocument/2006/relationships/image" Target="../media/image195.png"/><Relationship Id="rId4" Type="http://schemas.openxmlformats.org/officeDocument/2006/relationships/image" Target="../media/image92.png"/><Relationship Id="rId5" Type="http://schemas.openxmlformats.org/officeDocument/2006/relationships/image" Target="../media/image86.png"/><Relationship Id="rId6" Type="http://schemas.openxmlformats.org/officeDocument/2006/relationships/image" Target="../media/image98.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13.xml"/><Relationship Id="rId3" Type="http://schemas.openxmlformats.org/officeDocument/2006/relationships/hyperlink" Target="https://docs.google.com/presentation/d/1BLjWcsU27puWhfGr5aukmedHSU9STcFLTQm1-m4qgAw/edit?usp=sharing" TargetMode="External"/><Relationship Id="rId4" Type="http://schemas.openxmlformats.org/officeDocument/2006/relationships/hyperlink" Target="https://docs.google.com/presentation/d/1BLjWcsU27puWhfGr5aukmedHSU9STcFLTQm1-m4qgAw/edit?usp=sharing" TargetMode="External"/><Relationship Id="rId9" Type="http://schemas.openxmlformats.org/officeDocument/2006/relationships/hyperlink" Target="https://docs.google.com/presentation/d/1aE3kpGtChUJApTZTjg_Cg_pZcw4mUAeJnJVLwSkDYWc/edit?usp=sharing" TargetMode="External"/><Relationship Id="rId5" Type="http://schemas.openxmlformats.org/officeDocument/2006/relationships/hyperlink" Target="https://drive.google.com/open?id=1k2--k8ds3Xl0_F_x4bkzB4Iw2eh5fqci" TargetMode="External"/><Relationship Id="rId6" Type="http://schemas.openxmlformats.org/officeDocument/2006/relationships/hyperlink" Target="https://drive.google.com/open?id=1k2--k8ds3Xl0_F_x4bkzB4Iw2eh5fqci" TargetMode="External"/><Relationship Id="rId7" Type="http://schemas.openxmlformats.org/officeDocument/2006/relationships/hyperlink" Target="https://mojo.redhat.com/docs/DOC-1196971" TargetMode="External"/><Relationship Id="rId8" Type="http://schemas.openxmlformats.org/officeDocument/2006/relationships/hyperlink" Target="https://docs.google.com/presentation/d/1aE3kpGtChUJApTZTjg_Cg_pZcw4mUAeJnJVLwSkDYWc/edit?usp=sharing" TargetMode="External"/><Relationship Id="rId11" Type="http://schemas.openxmlformats.org/officeDocument/2006/relationships/hyperlink" Target="https://drive.google.com/open?id=1PlxQwE6ehndj9NBII0ezyCH9KnjpJGCNLaWN-B5vCUw" TargetMode="External"/><Relationship Id="rId10" Type="http://schemas.openxmlformats.org/officeDocument/2006/relationships/hyperlink" Target="https://docs.google.com/presentation/d/1-7LlOTv_APc_-N29YZmYtaAszfCfTsie1H7SpKF7D80/edit#slide=id.g7eedd54ec7_0_0" TargetMode="External"/><Relationship Id="rId13" Type="http://schemas.openxmlformats.org/officeDocument/2006/relationships/hyperlink" Target="https://docs.google.com/presentation/d/1RzQ-FWGn_r_Eirge4aquzMFYzkyytm49t81A0mXKR5M/edit#slide=id.g7f39a0c766_0_722" TargetMode="External"/><Relationship Id="rId12" Type="http://schemas.openxmlformats.org/officeDocument/2006/relationships/hyperlink" Target="https://mojo.redhat.com/docs/DOC-1187030" TargetMode="External"/><Relationship Id="rId14" Type="http://schemas.openxmlformats.org/officeDocument/2006/relationships/hyperlink" Target="https://mojo.redhat.com/docs/DOC-1187030" TargetMode="Externa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14.xml"/><Relationship Id="rId3" Type="http://schemas.openxmlformats.org/officeDocument/2006/relationships/hyperlink" Target="https://docs.google.com/presentation/d/1BLjWcsU27puWhfGr5aukmedHSU9STcFLTQm1-m4qgAw/edit?usp=sharing" TargetMode="External"/><Relationship Id="rId4" Type="http://schemas.openxmlformats.org/officeDocument/2006/relationships/hyperlink" Target="https://docs.google.com/presentation/d/1BLjWcsU27puWhfGr5aukmedHSU9STcFLTQm1-m4qgAw/edit?usp=sharing" TargetMode="External"/><Relationship Id="rId9" Type="http://schemas.openxmlformats.org/officeDocument/2006/relationships/hyperlink" Target="https://docs.google.com/presentation/d/1aE3kpGtChUJApTZTjg_Cg_pZcw4mUAeJnJVLwSkDYWc/edit?usp=sharing" TargetMode="External"/><Relationship Id="rId5" Type="http://schemas.openxmlformats.org/officeDocument/2006/relationships/hyperlink" Target="https://drive.google.com/open?id=1k2--k8ds3Xl0_F_x4bkzB4Iw2eh5fqci" TargetMode="External"/><Relationship Id="rId6" Type="http://schemas.openxmlformats.org/officeDocument/2006/relationships/hyperlink" Target="https://drive.google.com/open?id=1k2--k8ds3Xl0_F_x4bkzB4Iw2eh5fqci" TargetMode="External"/><Relationship Id="rId7" Type="http://schemas.openxmlformats.org/officeDocument/2006/relationships/hyperlink" Target="https://mojo.redhat.com/docs/DOC-1196971" TargetMode="External"/><Relationship Id="rId8" Type="http://schemas.openxmlformats.org/officeDocument/2006/relationships/hyperlink" Target="https://docs.google.com/presentation/d/1aE3kpGtChUJApTZTjg_Cg_pZcw4mUAeJnJVLwSkDYWc/edit?usp=sharing" TargetMode="External"/><Relationship Id="rId11" Type="http://schemas.openxmlformats.org/officeDocument/2006/relationships/hyperlink" Target="https://drive.google.com/open?id=1PlxQwE6ehndj9NBII0ezyCH9KnjpJGCNLaWN-B5vCUw" TargetMode="External"/><Relationship Id="rId10" Type="http://schemas.openxmlformats.org/officeDocument/2006/relationships/hyperlink" Target="https://docs.google.com/presentation/d/1-7LlOTv_APc_-N29YZmYtaAszfCfTsie1H7SpKF7D80/edit#slide=id.g7eedd54ec7_0_0" TargetMode="External"/><Relationship Id="rId13" Type="http://schemas.openxmlformats.org/officeDocument/2006/relationships/hyperlink" Target="https://docs.google.com/presentation/d/1RzQ-FWGn_r_Eirge4aquzMFYzkyytm49t81A0mXKR5M/edit#slide=id.g7f39a0c766_0_722" TargetMode="External"/><Relationship Id="rId12" Type="http://schemas.openxmlformats.org/officeDocument/2006/relationships/hyperlink" Target="https://mojo.redhat.com/docs/DOC-1187030" TargetMode="External"/><Relationship Id="rId14" Type="http://schemas.openxmlformats.org/officeDocument/2006/relationships/hyperlink" Target="https://mojo.redhat.com/docs/DOC-1187030" TargetMode="Externa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28.xml"/><Relationship Id="rId3" Type="http://schemas.openxmlformats.org/officeDocument/2006/relationships/image" Target="../media/image170.png"/><Relationship Id="rId4" Type="http://schemas.openxmlformats.org/officeDocument/2006/relationships/image" Target="../media/image172.png"/><Relationship Id="rId9" Type="http://schemas.openxmlformats.org/officeDocument/2006/relationships/image" Target="../media/image180.png"/><Relationship Id="rId5" Type="http://schemas.openxmlformats.org/officeDocument/2006/relationships/image" Target="../media/image174.png"/><Relationship Id="rId6" Type="http://schemas.openxmlformats.org/officeDocument/2006/relationships/image" Target="../media/image183.png"/><Relationship Id="rId7" Type="http://schemas.openxmlformats.org/officeDocument/2006/relationships/image" Target="../media/image179.png"/><Relationship Id="rId8" Type="http://schemas.openxmlformats.org/officeDocument/2006/relationships/image" Target="../media/image177.png"/><Relationship Id="rId11" Type="http://schemas.openxmlformats.org/officeDocument/2006/relationships/image" Target="../media/image92.png"/><Relationship Id="rId10" Type="http://schemas.openxmlformats.org/officeDocument/2006/relationships/image" Target="../media/image195.png"/><Relationship Id="rId13" Type="http://schemas.openxmlformats.org/officeDocument/2006/relationships/image" Target="../media/image98.png"/><Relationship Id="rId12" Type="http://schemas.openxmlformats.org/officeDocument/2006/relationships/image" Target="../media/image86.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33.xml"/><Relationship Id="rId3" Type="http://schemas.openxmlformats.org/officeDocument/2006/relationships/image" Target="../media/image343.png"/><Relationship Id="rId4" Type="http://schemas.openxmlformats.org/officeDocument/2006/relationships/image" Target="../media/image273.png"/><Relationship Id="rId5" Type="http://schemas.openxmlformats.org/officeDocument/2006/relationships/image" Target="../media/image276.png"/><Relationship Id="rId6" Type="http://schemas.openxmlformats.org/officeDocument/2006/relationships/image" Target="../media/image277.png"/><Relationship Id="rId7" Type="http://schemas.openxmlformats.org/officeDocument/2006/relationships/image" Target="../media/image279.png"/><Relationship Id="rId8" Type="http://schemas.openxmlformats.org/officeDocument/2006/relationships/image" Target="../media/image280.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34.xml"/><Relationship Id="rId3" Type="http://schemas.openxmlformats.org/officeDocument/2006/relationships/image" Target="../media/image343.png"/><Relationship Id="rId4" Type="http://schemas.openxmlformats.org/officeDocument/2006/relationships/image" Target="../media/image275.png"/><Relationship Id="rId5" Type="http://schemas.openxmlformats.org/officeDocument/2006/relationships/image" Target="../media/image271.png"/><Relationship Id="rId6" Type="http://schemas.openxmlformats.org/officeDocument/2006/relationships/image" Target="../media/image272.png"/><Relationship Id="rId7" Type="http://schemas.openxmlformats.org/officeDocument/2006/relationships/image" Target="../media/image282.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35.xml"/><Relationship Id="rId3" Type="http://schemas.openxmlformats.org/officeDocument/2006/relationships/image" Target="../media/image343.png"/><Relationship Id="rId4" Type="http://schemas.openxmlformats.org/officeDocument/2006/relationships/image" Target="../media/image286.png"/><Relationship Id="rId5" Type="http://schemas.openxmlformats.org/officeDocument/2006/relationships/image" Target="../media/image290.png"/><Relationship Id="rId6" Type="http://schemas.openxmlformats.org/officeDocument/2006/relationships/image" Target="../media/image283.png"/><Relationship Id="rId7" Type="http://schemas.openxmlformats.org/officeDocument/2006/relationships/image" Target="../media/image279.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36.xml"/><Relationship Id="rId3" Type="http://schemas.openxmlformats.org/officeDocument/2006/relationships/image" Target="../media/image343.png"/><Relationship Id="rId4" Type="http://schemas.openxmlformats.org/officeDocument/2006/relationships/image" Target="../media/image284.png"/><Relationship Id="rId5" Type="http://schemas.openxmlformats.org/officeDocument/2006/relationships/image" Target="../media/image276.png"/><Relationship Id="rId6" Type="http://schemas.openxmlformats.org/officeDocument/2006/relationships/image" Target="../media/image286.png"/><Relationship Id="rId7" Type="http://schemas.openxmlformats.org/officeDocument/2006/relationships/image" Target="../media/image285.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37.xml"/><Relationship Id="rId3" Type="http://schemas.openxmlformats.org/officeDocument/2006/relationships/image" Target="../media/image343.png"/><Relationship Id="rId4" Type="http://schemas.openxmlformats.org/officeDocument/2006/relationships/image" Target="../media/image288.png"/><Relationship Id="rId5" Type="http://schemas.openxmlformats.org/officeDocument/2006/relationships/image" Target="../media/image294.png"/><Relationship Id="rId6" Type="http://schemas.openxmlformats.org/officeDocument/2006/relationships/image" Target="../media/image280.png"/><Relationship Id="rId7" Type="http://schemas.openxmlformats.org/officeDocument/2006/relationships/image" Target="../media/image295.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38.xml"/><Relationship Id="rId3" Type="http://schemas.openxmlformats.org/officeDocument/2006/relationships/image" Target="../media/image343.png"/><Relationship Id="rId4" Type="http://schemas.openxmlformats.org/officeDocument/2006/relationships/image" Target="../media/image273.png"/><Relationship Id="rId5" Type="http://schemas.openxmlformats.org/officeDocument/2006/relationships/image" Target="../media/image276.png"/><Relationship Id="rId6" Type="http://schemas.openxmlformats.org/officeDocument/2006/relationships/image" Target="../media/image277.png"/><Relationship Id="rId7" Type="http://schemas.openxmlformats.org/officeDocument/2006/relationships/image" Target="../media/image279.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39.xml"/><Relationship Id="rId3" Type="http://schemas.openxmlformats.org/officeDocument/2006/relationships/image" Target="../media/image343.png"/><Relationship Id="rId4" Type="http://schemas.openxmlformats.org/officeDocument/2006/relationships/image" Target="../media/image273.png"/><Relationship Id="rId5" Type="http://schemas.openxmlformats.org/officeDocument/2006/relationships/image" Target="../media/image276.png"/><Relationship Id="rId6" Type="http://schemas.openxmlformats.org/officeDocument/2006/relationships/image" Target="../media/image277.png"/><Relationship Id="rId7" Type="http://schemas.openxmlformats.org/officeDocument/2006/relationships/image" Target="../media/image279.png"/><Relationship Id="rId8" Type="http://schemas.openxmlformats.org/officeDocument/2006/relationships/image" Target="../media/image280.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40.xml"/><Relationship Id="rId3" Type="http://schemas.openxmlformats.org/officeDocument/2006/relationships/image" Target="../media/image287.png"/><Relationship Id="rId4" Type="http://schemas.openxmlformats.org/officeDocument/2006/relationships/image" Target="../media/image292.png"/><Relationship Id="rId9" Type="http://schemas.openxmlformats.org/officeDocument/2006/relationships/image" Target="../media/image98.png"/><Relationship Id="rId5" Type="http://schemas.openxmlformats.org/officeDocument/2006/relationships/image" Target="../media/image289.png"/><Relationship Id="rId6" Type="http://schemas.openxmlformats.org/officeDocument/2006/relationships/image" Target="../media/image195.png"/><Relationship Id="rId7" Type="http://schemas.openxmlformats.org/officeDocument/2006/relationships/image" Target="../media/image92.png"/><Relationship Id="rId8" Type="http://schemas.openxmlformats.org/officeDocument/2006/relationships/image" Target="../media/image86.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41.xml"/><Relationship Id="rId3" Type="http://schemas.openxmlformats.org/officeDocument/2006/relationships/image" Target="../media/image296.png"/><Relationship Id="rId4" Type="http://schemas.openxmlformats.org/officeDocument/2006/relationships/image" Target="../media/image289.png"/><Relationship Id="rId5" Type="http://schemas.openxmlformats.org/officeDocument/2006/relationships/image" Target="../media/image292.png"/><Relationship Id="rId6" Type="http://schemas.openxmlformats.org/officeDocument/2006/relationships/image" Target="../media/image297.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42.xml"/><Relationship Id="rId3" Type="http://schemas.openxmlformats.org/officeDocument/2006/relationships/image" Target="../media/image296.png"/><Relationship Id="rId4" Type="http://schemas.openxmlformats.org/officeDocument/2006/relationships/image" Target="../media/image289.png"/><Relationship Id="rId5" Type="http://schemas.openxmlformats.org/officeDocument/2006/relationships/image" Target="../media/image292.png"/><Relationship Id="rId6" Type="http://schemas.openxmlformats.org/officeDocument/2006/relationships/image" Target="../media/image297.png"/><Relationship Id="rId7" Type="http://schemas.openxmlformats.org/officeDocument/2006/relationships/image" Target="../media/image299.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43.xml"/><Relationship Id="rId3" Type="http://schemas.openxmlformats.org/officeDocument/2006/relationships/image" Target="../media/image296.png"/><Relationship Id="rId4" Type="http://schemas.openxmlformats.org/officeDocument/2006/relationships/image" Target="../media/image289.png"/><Relationship Id="rId5" Type="http://schemas.openxmlformats.org/officeDocument/2006/relationships/image" Target="../media/image292.png"/><Relationship Id="rId6" Type="http://schemas.openxmlformats.org/officeDocument/2006/relationships/image" Target="../media/image297.png"/><Relationship Id="rId7" Type="http://schemas.openxmlformats.org/officeDocument/2006/relationships/image" Target="../media/image299.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44.xml"/><Relationship Id="rId3" Type="http://schemas.openxmlformats.org/officeDocument/2006/relationships/image" Target="../media/image301.png"/><Relationship Id="rId4" Type="http://schemas.openxmlformats.org/officeDocument/2006/relationships/image" Target="../media/image292.png"/><Relationship Id="rId9" Type="http://schemas.openxmlformats.org/officeDocument/2006/relationships/image" Target="../media/image303.png"/><Relationship Id="rId5" Type="http://schemas.openxmlformats.org/officeDocument/2006/relationships/image" Target="../media/image287.png"/><Relationship Id="rId6" Type="http://schemas.openxmlformats.org/officeDocument/2006/relationships/image" Target="../media/image289.png"/><Relationship Id="rId7" Type="http://schemas.openxmlformats.org/officeDocument/2006/relationships/image" Target="../media/image297.png"/><Relationship Id="rId8" Type="http://schemas.openxmlformats.org/officeDocument/2006/relationships/image" Target="../media/image300.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45.xml"/><Relationship Id="rId3" Type="http://schemas.openxmlformats.org/officeDocument/2006/relationships/image" Target="../media/image314.png"/><Relationship Id="rId4" Type="http://schemas.openxmlformats.org/officeDocument/2006/relationships/image" Target="../media/image348.png"/><Relationship Id="rId5" Type="http://schemas.openxmlformats.org/officeDocument/2006/relationships/image" Target="../media/image289.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9.xml"/><Relationship Id="rId3" Type="http://schemas.openxmlformats.org/officeDocument/2006/relationships/image" Target="../media/image315.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1.xml"/><Relationship Id="rId3" Type="http://schemas.openxmlformats.org/officeDocument/2006/relationships/image" Target="../media/image308.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2.xml"/><Relationship Id="rId3" Type="http://schemas.openxmlformats.org/officeDocument/2006/relationships/image" Target="../media/image312.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3.xml"/><Relationship Id="rId3" Type="http://schemas.openxmlformats.org/officeDocument/2006/relationships/image" Target="../media/image307.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4.xml"/><Relationship Id="rId3" Type="http://schemas.openxmlformats.org/officeDocument/2006/relationships/image" Target="../media/image307.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56.xml"/><Relationship Id="rId3" Type="http://schemas.openxmlformats.org/officeDocument/2006/relationships/image" Target="../media/image306.png"/><Relationship Id="rId4" Type="http://schemas.openxmlformats.org/officeDocument/2006/relationships/image" Target="../media/image305.png"/><Relationship Id="rId5" Type="http://schemas.openxmlformats.org/officeDocument/2006/relationships/image" Target="../media/image304.png"/><Relationship Id="rId6" Type="http://schemas.openxmlformats.org/officeDocument/2006/relationships/image" Target="../media/image309.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57.xml"/><Relationship Id="rId3" Type="http://schemas.openxmlformats.org/officeDocument/2006/relationships/image" Target="../media/image321.png"/><Relationship Id="rId4" Type="http://schemas.openxmlformats.org/officeDocument/2006/relationships/image" Target="../media/image320.png"/><Relationship Id="rId9" Type="http://schemas.openxmlformats.org/officeDocument/2006/relationships/hyperlink" Target="https://lab.redhat.com/ansible-idm" TargetMode="External"/><Relationship Id="rId5" Type="http://schemas.openxmlformats.org/officeDocument/2006/relationships/image" Target="../media/image309.png"/><Relationship Id="rId6" Type="http://schemas.openxmlformats.org/officeDocument/2006/relationships/image" Target="../media/image318.png"/><Relationship Id="rId7" Type="http://schemas.openxmlformats.org/officeDocument/2006/relationships/image" Target="../media/image311.png"/><Relationship Id="rId8" Type="http://schemas.openxmlformats.org/officeDocument/2006/relationships/image" Target="../media/image310.png"/><Relationship Id="rId11" Type="http://schemas.openxmlformats.org/officeDocument/2006/relationships/image" Target="../media/image313.png"/><Relationship Id="rId10" Type="http://schemas.openxmlformats.org/officeDocument/2006/relationships/image" Target="../media/image181.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58.xml"/><Relationship Id="rId3" Type="http://schemas.openxmlformats.org/officeDocument/2006/relationships/image" Target="../media/image322.png"/><Relationship Id="rId4" Type="http://schemas.openxmlformats.org/officeDocument/2006/relationships/image" Target="../media/image317.png"/><Relationship Id="rId5" Type="http://schemas.openxmlformats.org/officeDocument/2006/relationships/image" Target="../media/image319.png"/><Relationship Id="rId6" Type="http://schemas.openxmlformats.org/officeDocument/2006/relationships/image" Target="../media/image330.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59.xml"/><Relationship Id="rId3" Type="http://schemas.openxmlformats.org/officeDocument/2006/relationships/hyperlink" Target="https://docs.google.com/presentation/d/17DqwUC3HEQtK0jzWmJsxnTcAKFC2nGfy7C9qAPCMowY" TargetMode="External"/><Relationship Id="rId4" Type="http://schemas.openxmlformats.org/officeDocument/2006/relationships/hyperlink" Target="https://docs.google.com/presentation/d/17DqwUC3HEQtK0jzWmJsxnTcAKFC2nGfy7C9qAPCMowY" TargetMode="Externa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61.xml"/><Relationship Id="rId3" Type="http://schemas.openxmlformats.org/officeDocument/2006/relationships/image" Target="../media/image324.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62.xml"/><Relationship Id="rId3" Type="http://schemas.openxmlformats.org/officeDocument/2006/relationships/image" Target="../media/image324.png"/><Relationship Id="rId4" Type="http://schemas.openxmlformats.org/officeDocument/2006/relationships/image" Target="../media/image325.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63.xml"/><Relationship Id="rId3" Type="http://schemas.openxmlformats.org/officeDocument/2006/relationships/image" Target="../media/image324.png"/><Relationship Id="rId4" Type="http://schemas.openxmlformats.org/officeDocument/2006/relationships/image" Target="../media/image325.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64.xml"/><Relationship Id="rId3" Type="http://schemas.openxmlformats.org/officeDocument/2006/relationships/image" Target="../media/image324.png"/><Relationship Id="rId4" Type="http://schemas.openxmlformats.org/officeDocument/2006/relationships/image" Target="../media/image325.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65.xml"/><Relationship Id="rId3" Type="http://schemas.openxmlformats.org/officeDocument/2006/relationships/image" Target="../media/image324.png"/><Relationship Id="rId4" Type="http://schemas.openxmlformats.org/officeDocument/2006/relationships/image" Target="../media/image325.png"/><Relationship Id="rId5" Type="http://schemas.openxmlformats.org/officeDocument/2006/relationships/image" Target="../media/image329.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68.xml"/><Relationship Id="rId3" Type="http://schemas.openxmlformats.org/officeDocument/2006/relationships/image" Target="../media/image301.png"/><Relationship Id="rId4" Type="http://schemas.openxmlformats.org/officeDocument/2006/relationships/image" Target="../media/image292.png"/><Relationship Id="rId9" Type="http://schemas.openxmlformats.org/officeDocument/2006/relationships/image" Target="../media/image303.png"/><Relationship Id="rId5" Type="http://schemas.openxmlformats.org/officeDocument/2006/relationships/image" Target="../media/image287.png"/><Relationship Id="rId6" Type="http://schemas.openxmlformats.org/officeDocument/2006/relationships/image" Target="../media/image289.png"/><Relationship Id="rId7" Type="http://schemas.openxmlformats.org/officeDocument/2006/relationships/image" Target="../media/image297.png"/><Relationship Id="rId8" Type="http://schemas.openxmlformats.org/officeDocument/2006/relationships/image" Target="../media/image300.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69.xml"/><Relationship Id="rId3" Type="http://schemas.openxmlformats.org/officeDocument/2006/relationships/image" Target="../media/image337.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70.xml"/><Relationship Id="rId3" Type="http://schemas.openxmlformats.org/officeDocument/2006/relationships/image" Target="../media/image135.png"/><Relationship Id="rId4" Type="http://schemas.openxmlformats.org/officeDocument/2006/relationships/image" Target="../media/image341.png"/><Relationship Id="rId5" Type="http://schemas.openxmlformats.org/officeDocument/2006/relationships/image" Target="../media/image333.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71.xml"/><Relationship Id="rId3" Type="http://schemas.openxmlformats.org/officeDocument/2006/relationships/image" Target="../media/image116.png"/><Relationship Id="rId4" Type="http://schemas.openxmlformats.org/officeDocument/2006/relationships/image" Target="../media/image120.png"/><Relationship Id="rId5" Type="http://schemas.openxmlformats.org/officeDocument/2006/relationships/image" Target="../media/image135.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72.xml"/><Relationship Id="rId3" Type="http://schemas.openxmlformats.org/officeDocument/2006/relationships/image" Target="../media/image339.png"/><Relationship Id="rId4" Type="http://schemas.openxmlformats.org/officeDocument/2006/relationships/image" Target="../media/image335.png"/><Relationship Id="rId9" Type="http://schemas.openxmlformats.org/officeDocument/2006/relationships/image" Target="../media/image334.png"/><Relationship Id="rId5" Type="http://schemas.openxmlformats.org/officeDocument/2006/relationships/image" Target="../media/image336.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11" Type="http://schemas.openxmlformats.org/officeDocument/2006/relationships/image" Target="../media/image332.png"/><Relationship Id="rId10" Type="http://schemas.openxmlformats.org/officeDocument/2006/relationships/image" Target="../media/image331.png"/><Relationship Id="rId13" Type="http://schemas.openxmlformats.org/officeDocument/2006/relationships/image" Target="../media/image340.png"/><Relationship Id="rId12" Type="http://schemas.openxmlformats.org/officeDocument/2006/relationships/image" Target="../media/image338.png"/><Relationship Id="rId15" Type="http://schemas.openxmlformats.org/officeDocument/2006/relationships/image" Target="../media/image345.png"/><Relationship Id="rId14" Type="http://schemas.openxmlformats.org/officeDocument/2006/relationships/image" Target="../media/image346.png"/><Relationship Id="rId17" Type="http://schemas.openxmlformats.org/officeDocument/2006/relationships/image" Target="../media/image344.png"/><Relationship Id="rId16" Type="http://schemas.openxmlformats.org/officeDocument/2006/relationships/image" Target="../media/image342.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5.xml"/><Relationship Id="rId3" Type="http://schemas.openxmlformats.org/officeDocument/2006/relationships/hyperlink" Target="https://docs.google.com/presentation/d/1HGPE-Wod7XO9WRCCnnga3Qy3mcoifyusVlRaRAu_Pak" TargetMode="Externa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7.xml"/><Relationship Id="rId3" Type="http://schemas.openxmlformats.org/officeDocument/2006/relationships/hyperlink" Target="mailto:parmstro@redhat.com" TargetMode="External"/><Relationship Id="rId4" Type="http://schemas.openxmlformats.org/officeDocument/2006/relationships/hyperlink" Target="mailto:krhendri@redhat.com" TargetMode="External"/><Relationship Id="rId5" Type="http://schemas.openxmlformats.org/officeDocument/2006/relationships/hyperlink" Target="mailto:msavage@redhat.com" TargetMode="External"/><Relationship Id="rId6" Type="http://schemas.openxmlformats.org/officeDocument/2006/relationships/hyperlink" Target="mailto:jyoung@redhat.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4" name="Shape 1584"/>
        <p:cNvGrpSpPr/>
        <p:nvPr/>
      </p:nvGrpSpPr>
      <p:grpSpPr>
        <a:xfrm>
          <a:off x="0" y="0"/>
          <a:ext cx="0" cy="0"/>
          <a:chOff x="0" y="0"/>
          <a:chExt cx="0" cy="0"/>
        </a:xfrm>
      </p:grpSpPr>
      <p:sp>
        <p:nvSpPr>
          <p:cNvPr id="1585" name="Google Shape;1585;p108"/>
          <p:cNvSpPr txBox="1"/>
          <p:nvPr>
            <p:ph idx="12" type="sldNum"/>
          </p:nvPr>
        </p:nvSpPr>
        <p:spPr>
          <a:xfrm>
            <a:off x="109300" y="8226075"/>
            <a:ext cx="975600" cy="191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1586" name="Google Shape;1586;p108"/>
          <p:cNvPicPr preferRelativeResize="0"/>
          <p:nvPr/>
        </p:nvPicPr>
        <p:blipFill>
          <a:blip r:embed="rId3">
            <a:alphaModFix/>
          </a:blip>
          <a:stretch>
            <a:fillRect/>
          </a:stretch>
        </p:blipFill>
        <p:spPr>
          <a:xfrm>
            <a:off x="3783530" y="3724564"/>
            <a:ext cx="4624999" cy="1094000"/>
          </a:xfrm>
          <a:prstGeom prst="rect">
            <a:avLst/>
          </a:prstGeom>
          <a:noFill/>
          <a:ln>
            <a:noFill/>
          </a:ln>
        </p:spPr>
      </p:pic>
      <p:sp>
        <p:nvSpPr>
          <p:cNvPr id="1587" name="Google Shape;1587;p108"/>
          <p:cNvSpPr txBox="1"/>
          <p:nvPr/>
        </p:nvSpPr>
        <p:spPr>
          <a:xfrm>
            <a:off x="1194983" y="253067"/>
            <a:ext cx="9801900" cy="2311500"/>
          </a:xfrm>
          <a:prstGeom prst="rect">
            <a:avLst/>
          </a:prstGeom>
          <a:solidFill>
            <a:schemeClr val="lt2"/>
          </a:solidFill>
          <a:ln>
            <a:noFill/>
          </a:ln>
        </p:spPr>
        <p:txBody>
          <a:bodyPr anchorCtr="0" anchor="t" bIns="121900" lIns="121900" spcFirstLastPara="1" rIns="121900" wrap="square" tIns="121900">
            <a:spAutoFit/>
          </a:bodyPr>
          <a:lstStyle/>
          <a:p>
            <a:pPr indent="0" lvl="0" marL="0" rtl="0" algn="l">
              <a:spcBef>
                <a:spcPts val="0"/>
              </a:spcBef>
              <a:spcAft>
                <a:spcPts val="0"/>
              </a:spcAft>
              <a:buClr>
                <a:schemeClr val="dk1"/>
              </a:buClr>
              <a:buSzPts val="1500"/>
              <a:buFont typeface="Arial"/>
              <a:buNone/>
            </a:pPr>
            <a:r>
              <a:rPr lang="en" sz="1600">
                <a:solidFill>
                  <a:schemeClr val="dk1"/>
                </a:solidFill>
                <a:latin typeface="Red Hat Display"/>
                <a:ea typeface="Red Hat Display"/>
                <a:cs typeface="Red Hat Display"/>
                <a:sym typeface="Red Hat Display"/>
              </a:rPr>
              <a:t>Document version: </a:t>
            </a:r>
            <a:r>
              <a:rPr b="1" lang="en" sz="1600">
                <a:solidFill>
                  <a:schemeClr val="dk1"/>
                </a:solidFill>
                <a:latin typeface="Red Hat Display"/>
                <a:ea typeface="Red Hat Display"/>
                <a:cs typeface="Red Hat Display"/>
                <a:sym typeface="Red Hat Display"/>
              </a:rPr>
              <a:t>CURRENT</a:t>
            </a:r>
            <a:endParaRPr b="1" sz="1600">
              <a:solidFill>
                <a:schemeClr val="dk1"/>
              </a:solidFill>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rPr lang="en" sz="1600">
                <a:solidFill>
                  <a:schemeClr val="dk1"/>
                </a:solidFill>
                <a:latin typeface="Red Hat Display"/>
                <a:ea typeface="Red Hat Display"/>
                <a:cs typeface="Red Hat Display"/>
                <a:sym typeface="Red Hat Display"/>
              </a:rPr>
              <a:t>Document Owner: Paul Armstrong &lt;</a:t>
            </a:r>
            <a:r>
              <a:rPr lang="en" sz="1600" u="sng">
                <a:solidFill>
                  <a:schemeClr val="hlink"/>
                </a:solidFill>
                <a:latin typeface="Red Hat Display"/>
                <a:ea typeface="Red Hat Display"/>
                <a:cs typeface="Red Hat Display"/>
                <a:sym typeface="Red Hat Display"/>
                <a:hlinkClick r:id="rId4"/>
              </a:rPr>
              <a:t>parmstro@redhat.com</a:t>
            </a:r>
            <a:r>
              <a:rPr lang="en" sz="1600">
                <a:solidFill>
                  <a:schemeClr val="dk1"/>
                </a:solidFill>
                <a:latin typeface="Red Hat Display"/>
                <a:ea typeface="Red Hat Display"/>
                <a:cs typeface="Red Hat Display"/>
                <a:sym typeface="Red Hat Display"/>
              </a:rPr>
              <a:t>&gt;</a:t>
            </a:r>
            <a:endParaRPr sz="1600">
              <a:solidFill>
                <a:schemeClr val="dk1"/>
              </a:solidFill>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rPr lang="en" sz="1600">
                <a:solidFill>
                  <a:schemeClr val="dk1"/>
                </a:solidFill>
                <a:latin typeface="Red Hat Display"/>
                <a:ea typeface="Red Hat Display"/>
                <a:cs typeface="Red Hat Display"/>
                <a:sym typeface="Red Hat Display"/>
              </a:rPr>
              <a:t>Document Confidentiality: Public</a:t>
            </a:r>
            <a:endParaRPr sz="16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b="1" lang="en" sz="1600">
                <a:latin typeface="Red Hat Display"/>
                <a:ea typeface="Red Hat Display"/>
                <a:cs typeface="Red Hat Display"/>
                <a:sym typeface="Red Hat Display"/>
              </a:rPr>
              <a:t>Current Recommended Version</a:t>
            </a:r>
            <a:r>
              <a:rPr lang="en" sz="1600">
                <a:latin typeface="Red Hat Display"/>
                <a:ea typeface="Red Hat Display"/>
                <a:cs typeface="Red Hat Display"/>
                <a:sym typeface="Red Hat Display"/>
              </a:rPr>
              <a:t>:</a:t>
            </a:r>
            <a:r>
              <a:rPr lang="en" sz="1600">
                <a:solidFill>
                  <a:schemeClr val="dk1"/>
                </a:solidFill>
                <a:latin typeface="Red Hat Display"/>
                <a:ea typeface="Red Hat Display"/>
                <a:cs typeface="Red Hat Display"/>
                <a:sym typeface="Red Hat Display"/>
              </a:rPr>
              <a:t> This document</a:t>
            </a:r>
            <a:endParaRPr sz="1600">
              <a:latin typeface="Red Hat Display"/>
              <a:ea typeface="Red Hat Display"/>
              <a:cs typeface="Red Hat Display"/>
              <a:sym typeface="Red Hat Display"/>
            </a:endParaRPr>
          </a:p>
          <a:p>
            <a:pPr indent="0" lvl="0" marL="0" rtl="0" algn="l">
              <a:spcBef>
                <a:spcPts val="0"/>
              </a:spcBef>
              <a:spcAft>
                <a:spcPts val="0"/>
              </a:spcAft>
              <a:buNone/>
            </a:pPr>
            <a:r>
              <a:rPr lang="en" sz="1600">
                <a:latin typeface="Red Hat Display"/>
                <a:ea typeface="Red Hat Display"/>
                <a:cs typeface="Red Hat Display"/>
                <a:sym typeface="Red Hat Display"/>
              </a:rPr>
              <a:t>Content Owner: The user responsible for each slide’s content is marked in the speaker notes</a:t>
            </a:r>
            <a:endParaRPr sz="1600">
              <a:latin typeface="Red Hat Display"/>
              <a:ea typeface="Red Hat Display"/>
              <a:cs typeface="Red Hat Display"/>
              <a:sym typeface="Red Hat Display"/>
            </a:endParaRPr>
          </a:p>
          <a:p>
            <a:pPr indent="0" lvl="0" marL="0" rtl="0" algn="l">
              <a:spcBef>
                <a:spcPts val="0"/>
              </a:spcBef>
              <a:spcAft>
                <a:spcPts val="0"/>
              </a:spcAft>
              <a:buNone/>
            </a:pPr>
            <a:r>
              <a:rPr lang="en" sz="1600">
                <a:latin typeface="Red Hat Display"/>
                <a:ea typeface="Red Hat Display"/>
                <a:cs typeface="Red Hat Display"/>
                <a:sym typeface="Red Hat Display"/>
              </a:rPr>
              <a:t>See: </a:t>
            </a:r>
            <a:r>
              <a:rPr lang="en" sz="1600" u="sng">
                <a:solidFill>
                  <a:schemeClr val="hlink"/>
                </a:solidFill>
                <a:latin typeface="Red Hat Display"/>
                <a:ea typeface="Red Hat Display"/>
                <a:cs typeface="Red Hat Display"/>
                <a:sym typeface="Red Hat Display"/>
                <a:hlinkClick/>
              </a:rPr>
              <a:t>Contributors page</a:t>
            </a:r>
            <a:endParaRPr sz="1600">
              <a:latin typeface="Red Hat Display"/>
              <a:ea typeface="Red Hat Display"/>
              <a:cs typeface="Red Hat Display"/>
              <a:sym typeface="Red Hat Display"/>
            </a:endParaRPr>
          </a:p>
          <a:p>
            <a:pPr indent="0" lvl="0" marL="0" rtl="0" algn="l">
              <a:spcBef>
                <a:spcPts val="0"/>
              </a:spcBef>
              <a:spcAft>
                <a:spcPts val="0"/>
              </a:spcAft>
              <a:buNone/>
            </a:pPr>
            <a:r>
              <a:t/>
            </a:r>
            <a:endParaRPr sz="1600">
              <a:latin typeface="Red Hat Display"/>
              <a:ea typeface="Red Hat Display"/>
              <a:cs typeface="Red Hat Display"/>
              <a:sym typeface="Red Hat Display"/>
            </a:endParaRPr>
          </a:p>
          <a:p>
            <a:pPr indent="0" lvl="0" marL="0" rtl="0" algn="l">
              <a:lnSpc>
                <a:spcPct val="135000"/>
              </a:lnSpc>
              <a:spcBef>
                <a:spcPts val="1100"/>
              </a:spcBef>
              <a:spcAft>
                <a:spcPts val="1100"/>
              </a:spcAft>
              <a:buClr>
                <a:schemeClr val="dk1"/>
              </a:buClr>
              <a:buSzPts val="1500"/>
              <a:buFont typeface="Arial"/>
              <a:buNone/>
            </a:pPr>
            <a:r>
              <a:rPr i="1" lang="en" sz="1300">
                <a:latin typeface="Red Hat Display"/>
                <a:ea typeface="Red Hat Display"/>
                <a:cs typeface="Red Hat Display"/>
                <a:sym typeface="Red Hat Display"/>
              </a:rPr>
              <a:t>This document follows the </a:t>
            </a:r>
            <a:r>
              <a:rPr i="1" lang="en" sz="1300" u="sng">
                <a:solidFill>
                  <a:schemeClr val="accent1"/>
                </a:solidFill>
                <a:latin typeface="Red Hat Display"/>
                <a:ea typeface="Red Hat Display"/>
                <a:cs typeface="Red Hat Display"/>
                <a:sym typeface="Red Hat Display"/>
                <a:hlinkClick r:id="rId5">
                  <a:extLst>
                    <a:ext uri="{A12FA001-AC4F-418D-AE19-62706E023703}">
                      <ahyp:hlinkClr val="tx"/>
                    </a:ext>
                  </a:extLst>
                </a:hlinkClick>
              </a:rPr>
              <a:t>ABCD Versioning Notation Lifecycle</a:t>
            </a:r>
            <a:endParaRPr i="1" sz="1300">
              <a:latin typeface="Red Hat Display"/>
              <a:ea typeface="Red Hat Display"/>
              <a:cs typeface="Red Hat Display"/>
              <a:sym typeface="Red Hat Displa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1" name="Shape 1591"/>
        <p:cNvGrpSpPr/>
        <p:nvPr/>
      </p:nvGrpSpPr>
      <p:grpSpPr>
        <a:xfrm>
          <a:off x="0" y="0"/>
          <a:ext cx="0" cy="0"/>
          <a:chOff x="0" y="0"/>
          <a:chExt cx="0" cy="0"/>
        </a:xfrm>
      </p:grpSpPr>
      <p:sp>
        <p:nvSpPr>
          <p:cNvPr id="1592" name="Google Shape;1592;p109"/>
          <p:cNvSpPr txBox="1"/>
          <p:nvPr>
            <p:ph idx="1" type="subTitle"/>
          </p:nvPr>
        </p:nvSpPr>
        <p:spPr>
          <a:xfrm>
            <a:off x="1169325" y="2074025"/>
            <a:ext cx="10726500" cy="423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2000"/>
              <a:t>This is the MAIN DECK</a:t>
            </a:r>
            <a:r>
              <a:rPr lang="en" sz="2000"/>
              <a:t>: we are trying to ensure that the other decks link into this deck for their content. </a:t>
            </a:r>
            <a:endParaRPr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If you have an idea we want to see it! </a:t>
            </a:r>
            <a:endParaRPr b="1" sz="2000"/>
          </a:p>
          <a:p>
            <a:pPr indent="0" lvl="0" marL="0" rtl="0" algn="l">
              <a:spcBef>
                <a:spcPts val="0"/>
              </a:spcBef>
              <a:spcAft>
                <a:spcPts val="0"/>
              </a:spcAft>
              <a:buNone/>
            </a:pPr>
            <a:r>
              <a:rPr lang="en" sz="2000"/>
              <a:t>P</a:t>
            </a:r>
            <a:r>
              <a:rPr lang="en" sz="2000"/>
              <a:t>lease add slides that you would like to see into </a:t>
            </a:r>
            <a:r>
              <a:rPr b="1" lang="en" sz="2000"/>
              <a:t>this</a:t>
            </a:r>
            <a:r>
              <a:rPr lang="en" sz="2000"/>
              <a:t> deck. If they need a section, add the section separator slide. Tag your slide in the content notes section with:</a:t>
            </a:r>
            <a:endParaRPr sz="2000"/>
          </a:p>
          <a:p>
            <a:pPr indent="0" lvl="0" marL="0" rtl="0" algn="l">
              <a:spcBef>
                <a:spcPts val="0"/>
              </a:spcBef>
              <a:spcAft>
                <a:spcPts val="0"/>
              </a:spcAft>
              <a:buNone/>
            </a:pPr>
            <a:r>
              <a:rPr lang="en" sz="2000"/>
              <a:t>[Content Owner]: &lt;Your Name&gt;</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This helps in collaborating with others. There are lots of editors :-)</a:t>
            </a:r>
            <a:endParaRPr sz="2000"/>
          </a:p>
          <a:p>
            <a:pPr indent="0" lvl="0" marL="0" rtl="0" algn="l">
              <a:spcBef>
                <a:spcPts val="0"/>
              </a:spcBef>
              <a:spcAft>
                <a:spcPts val="0"/>
              </a:spcAft>
              <a:buNone/>
            </a:pPr>
            <a:r>
              <a:rPr lang="en" sz="2000"/>
              <a:t>You are responsible for maintaining your content in this deck. </a:t>
            </a:r>
            <a:r>
              <a:rPr b="1" lang="en" sz="2000"/>
              <a:t>Please only edit your own content.</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If you need to make changes for a customer presentation, please make a copy to your own drive. </a:t>
            </a:r>
            <a:endParaRPr sz="2600"/>
          </a:p>
        </p:txBody>
      </p:sp>
      <p:sp>
        <p:nvSpPr>
          <p:cNvPr id="1593" name="Google Shape;1593;p109"/>
          <p:cNvSpPr txBox="1"/>
          <p:nvPr>
            <p:ph type="title"/>
          </p:nvPr>
        </p:nvSpPr>
        <p:spPr>
          <a:xfrm>
            <a:off x="1169475" y="1419750"/>
            <a:ext cx="9871800" cy="552600"/>
          </a:xfrm>
          <a:prstGeom prst="rect">
            <a:avLst/>
          </a:prstGeom>
        </p:spPr>
        <p:txBody>
          <a:bodyPr anchorCtr="0" anchor="b" bIns="0" lIns="0" spcFirstLastPara="1" rIns="0" wrap="square" tIns="0">
            <a:noAutofit/>
          </a:bodyPr>
          <a:lstStyle/>
          <a:p>
            <a:pPr indent="0" lvl="0" marL="0" rtl="0" algn="l">
              <a:lnSpc>
                <a:spcPct val="105000"/>
              </a:lnSpc>
              <a:spcBef>
                <a:spcPts val="0"/>
              </a:spcBef>
              <a:spcAft>
                <a:spcPts val="0"/>
              </a:spcAft>
              <a:buClr>
                <a:schemeClr val="dk1"/>
              </a:buClr>
              <a:buSzPts val="1100"/>
              <a:buFont typeface="Arial"/>
              <a:buNone/>
            </a:pPr>
            <a:r>
              <a:rPr lang="en" sz="3500"/>
              <a:t>Contributing:</a:t>
            </a:r>
            <a:endParaRPr sz="3500"/>
          </a:p>
        </p:txBody>
      </p:sp>
      <p:sp>
        <p:nvSpPr>
          <p:cNvPr id="1594" name="Google Shape;1594;p10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8" name="Shape 1598"/>
        <p:cNvGrpSpPr/>
        <p:nvPr/>
      </p:nvGrpSpPr>
      <p:grpSpPr>
        <a:xfrm>
          <a:off x="0" y="0"/>
          <a:ext cx="0" cy="0"/>
          <a:chOff x="0" y="0"/>
          <a:chExt cx="0" cy="0"/>
        </a:xfrm>
      </p:grpSpPr>
      <p:sp>
        <p:nvSpPr>
          <p:cNvPr id="1599" name="Google Shape;1599;p110"/>
          <p:cNvSpPr txBox="1"/>
          <p:nvPr>
            <p:ph idx="1" type="subTitle"/>
          </p:nvPr>
        </p:nvSpPr>
        <p:spPr>
          <a:xfrm>
            <a:off x="1169325" y="2074025"/>
            <a:ext cx="10726500" cy="423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2000"/>
              <a:t>This Deck is not intended to be presented to customers as is. It functions more as a library of slides. </a:t>
            </a:r>
            <a:r>
              <a:rPr lang="en" sz="2000"/>
              <a:t>There are </a:t>
            </a:r>
            <a:r>
              <a:rPr b="1" lang="en" sz="2000"/>
              <a:t>many pre-assembled decks</a:t>
            </a:r>
            <a:r>
              <a:rPr lang="en" sz="2000"/>
              <a:t> in this folder that are targeted at particular audience. Please take a look at them. You are encouraged to </a:t>
            </a:r>
            <a:r>
              <a:rPr b="1" lang="en" sz="2000"/>
              <a:t>make a copy</a:t>
            </a:r>
            <a:r>
              <a:rPr lang="en" sz="2000"/>
              <a:t> to your own drive so that you can </a:t>
            </a:r>
            <a:r>
              <a:rPr b="1" lang="en" sz="2000"/>
              <a:t>modify presenter info</a:t>
            </a:r>
            <a:r>
              <a:rPr lang="en" sz="2000"/>
              <a:t> and </a:t>
            </a:r>
            <a:r>
              <a:rPr b="1" lang="en" sz="2000"/>
              <a:t>add slides</a:t>
            </a:r>
            <a:r>
              <a:rPr lang="en" sz="2000"/>
              <a:t> from this deck or from other topics to meet your needs. </a:t>
            </a:r>
            <a:br>
              <a:rPr lang="en" sz="2000"/>
            </a:br>
            <a:endParaRPr sz="2000"/>
          </a:p>
          <a:p>
            <a:pPr indent="0" lvl="0" marL="0" rtl="0" algn="l">
              <a:spcBef>
                <a:spcPts val="0"/>
              </a:spcBef>
              <a:spcAft>
                <a:spcPts val="0"/>
              </a:spcAft>
              <a:buNone/>
            </a:pPr>
            <a:r>
              <a:rPr b="1" lang="en" sz="2000"/>
              <a:t>If you link the slides in this deck to your presentation, you will see the updates when we make changes. Saves some work on your part, and keeps our message consistent.</a:t>
            </a:r>
            <a:endParaRPr b="1" sz="2000"/>
          </a:p>
          <a:p>
            <a:pPr indent="0" lvl="0" marL="0" rtl="0" algn="l">
              <a:spcBef>
                <a:spcPts val="0"/>
              </a:spcBef>
              <a:spcAft>
                <a:spcPts val="0"/>
              </a:spcAft>
              <a:buNone/>
            </a:pPr>
            <a:r>
              <a:t/>
            </a:r>
            <a:endParaRPr b="1" sz="2000"/>
          </a:p>
          <a:p>
            <a:pPr indent="-355600" lvl="0" marL="457200" rtl="0" algn="l">
              <a:spcBef>
                <a:spcPts val="0"/>
              </a:spcBef>
              <a:spcAft>
                <a:spcPts val="0"/>
              </a:spcAft>
              <a:buSzPts val="2000"/>
              <a:buChar char="-"/>
            </a:pPr>
            <a:r>
              <a:rPr b="1" lang="en" sz="2000"/>
              <a:t>the RH-ISAM Team</a:t>
            </a:r>
            <a:br>
              <a:rPr b="1" lang="en" sz="2000"/>
            </a:br>
            <a:endParaRPr sz="2600"/>
          </a:p>
        </p:txBody>
      </p:sp>
      <p:sp>
        <p:nvSpPr>
          <p:cNvPr id="1600" name="Google Shape;1600;p110"/>
          <p:cNvSpPr txBox="1"/>
          <p:nvPr>
            <p:ph type="title"/>
          </p:nvPr>
        </p:nvSpPr>
        <p:spPr>
          <a:xfrm>
            <a:off x="1169475" y="1419750"/>
            <a:ext cx="9871800" cy="552600"/>
          </a:xfrm>
          <a:prstGeom prst="rect">
            <a:avLst/>
          </a:prstGeom>
        </p:spPr>
        <p:txBody>
          <a:bodyPr anchorCtr="0" anchor="b" bIns="0" lIns="0" spcFirstLastPara="1" rIns="0" wrap="square" tIns="0">
            <a:noAutofit/>
          </a:bodyPr>
          <a:lstStyle/>
          <a:p>
            <a:pPr indent="0" lvl="0" marL="0" rtl="0" algn="l">
              <a:lnSpc>
                <a:spcPct val="105000"/>
              </a:lnSpc>
              <a:spcBef>
                <a:spcPts val="0"/>
              </a:spcBef>
              <a:spcAft>
                <a:spcPts val="0"/>
              </a:spcAft>
              <a:buClr>
                <a:schemeClr val="dk1"/>
              </a:buClr>
              <a:buSzPts val="1100"/>
              <a:buFont typeface="Arial"/>
              <a:buNone/>
            </a:pPr>
            <a:r>
              <a:rPr lang="en" sz="3500"/>
              <a:t>Using this Deck</a:t>
            </a:r>
            <a:r>
              <a:rPr lang="en" sz="3500"/>
              <a:t>:</a:t>
            </a:r>
            <a:endParaRPr sz="3500"/>
          </a:p>
        </p:txBody>
      </p:sp>
      <p:sp>
        <p:nvSpPr>
          <p:cNvPr id="1601" name="Google Shape;1601;p11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5" name="Shape 1605"/>
        <p:cNvGrpSpPr/>
        <p:nvPr/>
      </p:nvGrpSpPr>
      <p:grpSpPr>
        <a:xfrm>
          <a:off x="0" y="0"/>
          <a:ext cx="0" cy="0"/>
          <a:chOff x="0" y="0"/>
          <a:chExt cx="0" cy="0"/>
        </a:xfrm>
      </p:grpSpPr>
      <p:sp>
        <p:nvSpPr>
          <p:cNvPr id="1606" name="Google Shape;1606;p111"/>
          <p:cNvSpPr txBox="1"/>
          <p:nvPr>
            <p:ph idx="1" type="subTitle"/>
          </p:nvPr>
        </p:nvSpPr>
        <p:spPr>
          <a:xfrm>
            <a:off x="2083725" y="3521825"/>
            <a:ext cx="7533300" cy="91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Main Deck</a:t>
            </a:r>
            <a:endParaRPr/>
          </a:p>
        </p:txBody>
      </p:sp>
      <p:sp>
        <p:nvSpPr>
          <p:cNvPr id="1607" name="Google Shape;1607;p111"/>
          <p:cNvSpPr txBox="1"/>
          <p:nvPr>
            <p:ph type="title"/>
          </p:nvPr>
        </p:nvSpPr>
        <p:spPr>
          <a:xfrm>
            <a:off x="2083875" y="1743625"/>
            <a:ext cx="7533300" cy="1600200"/>
          </a:xfrm>
          <a:prstGeom prst="rect">
            <a:avLst/>
          </a:prstGeom>
        </p:spPr>
        <p:txBody>
          <a:bodyPr anchorCtr="0" anchor="b" bIns="0" lIns="0" spcFirstLastPara="1" rIns="0" wrap="square" tIns="0">
            <a:noAutofit/>
          </a:bodyPr>
          <a:lstStyle/>
          <a:p>
            <a:pPr indent="0" lvl="0" marL="0" rtl="0" algn="l">
              <a:lnSpc>
                <a:spcPct val="105000"/>
              </a:lnSpc>
              <a:spcBef>
                <a:spcPts val="0"/>
              </a:spcBef>
              <a:spcAft>
                <a:spcPts val="0"/>
              </a:spcAft>
              <a:buClr>
                <a:schemeClr val="dk1"/>
              </a:buClr>
              <a:buSzPts val="1100"/>
              <a:buFont typeface="Arial"/>
              <a:buNone/>
            </a:pPr>
            <a:r>
              <a:rPr b="0" lang="en" sz="3700">
                <a:latin typeface="Red Hat Display Medium"/>
                <a:ea typeface="Red Hat Display Medium"/>
                <a:cs typeface="Red Hat Display Medium"/>
                <a:sym typeface="Red Hat Display Medium"/>
              </a:rPr>
              <a:t>The Red Hat Infrastructure Standard Adoption Model </a:t>
            </a:r>
            <a:endParaRPr b="0" sz="3700">
              <a:latin typeface="Red Hat Display Medium"/>
              <a:ea typeface="Red Hat Display Medium"/>
              <a:cs typeface="Red Hat Display Medium"/>
              <a:sym typeface="Red Hat Display Medium"/>
            </a:endParaRPr>
          </a:p>
          <a:p>
            <a:pPr indent="0" lvl="0" marL="0" rtl="0" algn="l">
              <a:lnSpc>
                <a:spcPct val="105000"/>
              </a:lnSpc>
              <a:spcBef>
                <a:spcPts val="0"/>
              </a:spcBef>
              <a:spcAft>
                <a:spcPts val="0"/>
              </a:spcAft>
              <a:buClr>
                <a:schemeClr val="dk1"/>
              </a:buClr>
              <a:buSzPts val="1100"/>
              <a:buFont typeface="Arial"/>
              <a:buNone/>
            </a:pPr>
            <a:r>
              <a:t/>
            </a:r>
            <a:endParaRPr sz="1400"/>
          </a:p>
          <a:p>
            <a:pPr indent="0" lvl="0" marL="0" rtl="0" algn="l">
              <a:lnSpc>
                <a:spcPct val="105000"/>
              </a:lnSpc>
              <a:spcBef>
                <a:spcPts val="0"/>
              </a:spcBef>
              <a:spcAft>
                <a:spcPts val="0"/>
              </a:spcAft>
              <a:buClr>
                <a:schemeClr val="dk1"/>
              </a:buClr>
              <a:buSzPts val="1100"/>
              <a:buFont typeface="Arial"/>
              <a:buNone/>
            </a:pPr>
            <a:r>
              <a:rPr lang="en" sz="1400"/>
              <a:t>[v1.2 Current]</a:t>
            </a:r>
            <a:endParaRPr sz="3500"/>
          </a:p>
        </p:txBody>
      </p:sp>
      <p:sp>
        <p:nvSpPr>
          <p:cNvPr id="1608" name="Google Shape;1608;p111"/>
          <p:cNvSpPr txBox="1"/>
          <p:nvPr>
            <p:ph idx="2" type="subTitle"/>
          </p:nvPr>
        </p:nvSpPr>
        <p:spPr>
          <a:xfrm>
            <a:off x="2083725" y="4605500"/>
            <a:ext cx="2040300" cy="6057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300"/>
              <a:t>Presenter1</a:t>
            </a:r>
            <a:endParaRPr b="1" sz="1300">
              <a:latin typeface="Red Hat Display"/>
              <a:ea typeface="Red Hat Display"/>
              <a:cs typeface="Red Hat Display"/>
              <a:sym typeface="Red Hat Display"/>
            </a:endParaRPr>
          </a:p>
          <a:p>
            <a:pPr indent="0" lvl="0" marL="0" rtl="0" algn="l">
              <a:lnSpc>
                <a:spcPct val="115000"/>
              </a:lnSpc>
              <a:spcBef>
                <a:spcPts val="0"/>
              </a:spcBef>
              <a:spcAft>
                <a:spcPts val="0"/>
              </a:spcAft>
              <a:buNone/>
            </a:pPr>
            <a:r>
              <a:rPr lang="en" sz="1300">
                <a:latin typeface="Red Hat Display SemiBold"/>
                <a:ea typeface="Red Hat Display SemiBold"/>
                <a:cs typeface="Red Hat Display SemiBold"/>
                <a:sym typeface="Red Hat Display SemiBold"/>
              </a:rPr>
              <a:t>Presenter1_Title</a:t>
            </a:r>
            <a:endParaRPr sz="1300">
              <a:latin typeface="Red Hat Display SemiBold"/>
              <a:ea typeface="Red Hat Display SemiBold"/>
              <a:cs typeface="Red Hat Display SemiBold"/>
              <a:sym typeface="Red Hat Display SemiBold"/>
            </a:endParaRPr>
          </a:p>
        </p:txBody>
      </p:sp>
      <p:sp>
        <p:nvSpPr>
          <p:cNvPr id="1609" name="Google Shape;1609;p111"/>
          <p:cNvSpPr txBox="1"/>
          <p:nvPr>
            <p:ph idx="2" type="subTitle"/>
          </p:nvPr>
        </p:nvSpPr>
        <p:spPr>
          <a:xfrm>
            <a:off x="4140072" y="4603410"/>
            <a:ext cx="2247600" cy="6057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300"/>
              <a:t>Presenter2</a:t>
            </a:r>
            <a:endParaRPr b="1" sz="1300">
              <a:latin typeface="Red Hat Display"/>
              <a:ea typeface="Red Hat Display"/>
              <a:cs typeface="Red Hat Display"/>
              <a:sym typeface="Red Hat Display"/>
            </a:endParaRPr>
          </a:p>
          <a:p>
            <a:pPr indent="0" lvl="0" marL="0" rtl="0" algn="l">
              <a:spcBef>
                <a:spcPts val="0"/>
              </a:spcBef>
              <a:spcAft>
                <a:spcPts val="0"/>
              </a:spcAft>
              <a:buClr>
                <a:schemeClr val="dk1"/>
              </a:buClr>
              <a:buSzPts val="1100"/>
              <a:buFont typeface="Arial"/>
              <a:buNone/>
            </a:pPr>
            <a:r>
              <a:rPr lang="en" sz="1300">
                <a:latin typeface="Red Hat Display SemiBold"/>
                <a:ea typeface="Red Hat Display SemiBold"/>
                <a:cs typeface="Red Hat Display SemiBold"/>
                <a:sym typeface="Red Hat Display SemiBold"/>
              </a:rPr>
              <a:t>Presenter2_Title</a:t>
            </a:r>
            <a:endParaRPr sz="1300">
              <a:latin typeface="Red Hat Display SemiBold"/>
              <a:ea typeface="Red Hat Display SemiBold"/>
              <a:cs typeface="Red Hat Display SemiBold"/>
              <a:sym typeface="Red Hat Display SemiBold"/>
            </a:endParaRPr>
          </a:p>
          <a:p>
            <a:pPr indent="0" lvl="0" marL="0" rtl="0" algn="l">
              <a:lnSpc>
                <a:spcPct val="115000"/>
              </a:lnSpc>
              <a:spcBef>
                <a:spcPts val="0"/>
              </a:spcBef>
              <a:spcAft>
                <a:spcPts val="0"/>
              </a:spcAft>
              <a:buNone/>
            </a:pPr>
            <a:r>
              <a:t/>
            </a:r>
            <a:endParaRPr sz="1300">
              <a:latin typeface="Red Hat Display SemiBold"/>
              <a:ea typeface="Red Hat Display SemiBold"/>
              <a:cs typeface="Red Hat Display SemiBold"/>
              <a:sym typeface="Red Hat Display SemiBold"/>
            </a:endParaRPr>
          </a:p>
          <a:p>
            <a:pPr indent="0" lvl="0" marL="0" rtl="0" algn="l">
              <a:lnSpc>
                <a:spcPct val="115000"/>
              </a:lnSpc>
              <a:spcBef>
                <a:spcPts val="0"/>
              </a:spcBef>
              <a:spcAft>
                <a:spcPts val="0"/>
              </a:spcAft>
              <a:buNone/>
            </a:pPr>
            <a:r>
              <a:t/>
            </a:r>
            <a:endParaRPr sz="1300">
              <a:latin typeface="Red Hat Display SemiBold"/>
              <a:ea typeface="Red Hat Display SemiBold"/>
              <a:cs typeface="Red Hat Display SemiBold"/>
              <a:sym typeface="Red Hat Display SemiBold"/>
            </a:endParaRPr>
          </a:p>
        </p:txBody>
      </p:sp>
      <p:sp>
        <p:nvSpPr>
          <p:cNvPr id="1610" name="Google Shape;1610;p11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4" name="Shape 1614"/>
        <p:cNvGrpSpPr/>
        <p:nvPr/>
      </p:nvGrpSpPr>
      <p:grpSpPr>
        <a:xfrm>
          <a:off x="0" y="0"/>
          <a:ext cx="0" cy="0"/>
          <a:chOff x="0" y="0"/>
          <a:chExt cx="0" cy="0"/>
        </a:xfrm>
      </p:grpSpPr>
      <p:sp>
        <p:nvSpPr>
          <p:cNvPr id="1615" name="Google Shape;1615;p112"/>
          <p:cNvSpPr txBox="1"/>
          <p:nvPr>
            <p:ph idx="1" type="subTitle"/>
          </p:nvPr>
        </p:nvSpPr>
        <p:spPr>
          <a:xfrm>
            <a:off x="2083725" y="3521825"/>
            <a:ext cx="7533300" cy="91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 Framework of managing Red Hat Enterprise Linux infrastructure at Scale</a:t>
            </a:r>
            <a:endParaRPr/>
          </a:p>
        </p:txBody>
      </p:sp>
      <p:sp>
        <p:nvSpPr>
          <p:cNvPr id="1616" name="Google Shape;1616;p112"/>
          <p:cNvSpPr txBox="1"/>
          <p:nvPr>
            <p:ph type="title"/>
          </p:nvPr>
        </p:nvSpPr>
        <p:spPr>
          <a:xfrm>
            <a:off x="2083875" y="1743625"/>
            <a:ext cx="7533300" cy="16002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Red Hat Infrastructure Standard Adoption Model</a:t>
            </a:r>
            <a:endParaRPr/>
          </a:p>
        </p:txBody>
      </p:sp>
      <p:sp>
        <p:nvSpPr>
          <p:cNvPr id="1617" name="Google Shape;1617;p112"/>
          <p:cNvSpPr txBox="1"/>
          <p:nvPr>
            <p:ph idx="2" type="subTitle"/>
          </p:nvPr>
        </p:nvSpPr>
        <p:spPr>
          <a:xfrm>
            <a:off x="2083875" y="4564250"/>
            <a:ext cx="3388500" cy="605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Presenters:</a:t>
            </a:r>
            <a:endParaRPr/>
          </a:p>
          <a:p>
            <a:pPr indent="0" lvl="0" marL="0" rtl="0" algn="l">
              <a:spcBef>
                <a:spcPts val="0"/>
              </a:spcBef>
              <a:spcAft>
                <a:spcPts val="0"/>
              </a:spcAft>
              <a:buClr>
                <a:schemeClr val="dk1"/>
              </a:buClr>
              <a:buSzPts val="1100"/>
              <a:buFont typeface="Arial"/>
              <a:buNone/>
            </a:pPr>
            <a:r>
              <a:rPr lang="en"/>
              <a:t>[Presenter1]</a:t>
            </a:r>
            <a:endParaRPr/>
          </a:p>
          <a:p>
            <a:pPr indent="0" lvl="0" marL="0" rtl="0" algn="l">
              <a:spcBef>
                <a:spcPts val="0"/>
              </a:spcBef>
              <a:spcAft>
                <a:spcPts val="0"/>
              </a:spcAft>
              <a:buClr>
                <a:schemeClr val="dk1"/>
              </a:buClr>
              <a:buSzPts val="1100"/>
              <a:buFont typeface="Arial"/>
              <a:buNone/>
            </a:pPr>
            <a:r>
              <a:rPr lang="en"/>
              <a:t>[Presenter2]</a:t>
            </a:r>
            <a:endParaRPr/>
          </a:p>
        </p:txBody>
      </p:sp>
      <p:sp>
        <p:nvSpPr>
          <p:cNvPr id="1618" name="Google Shape;1618;p11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2" name="Shape 1622"/>
        <p:cNvGrpSpPr/>
        <p:nvPr/>
      </p:nvGrpSpPr>
      <p:grpSpPr>
        <a:xfrm>
          <a:off x="0" y="0"/>
          <a:ext cx="0" cy="0"/>
          <a:chOff x="0" y="0"/>
          <a:chExt cx="0" cy="0"/>
        </a:xfrm>
      </p:grpSpPr>
      <p:sp>
        <p:nvSpPr>
          <p:cNvPr id="1623" name="Google Shape;1623;p11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1624" name="Google Shape;1624;p113"/>
          <p:cNvSpPr txBox="1"/>
          <p:nvPr>
            <p:ph type="title"/>
          </p:nvPr>
        </p:nvSpPr>
        <p:spPr>
          <a:xfrm>
            <a:off x="2076025" y="1883250"/>
            <a:ext cx="7992000" cy="307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Why are we doing this?</a:t>
            </a:r>
            <a:endParaRPr>
              <a:latin typeface="Red Hat Display"/>
              <a:ea typeface="Red Hat Display"/>
              <a:cs typeface="Red Hat Display"/>
              <a:sym typeface="Red Hat Display"/>
            </a:endParaRPr>
          </a:p>
        </p:txBody>
      </p:sp>
      <p:sp>
        <p:nvSpPr>
          <p:cNvPr id="1625" name="Google Shape;1625;p11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626" name="Google Shape;1626;p113"/>
          <p:cNvSpPr txBox="1"/>
          <p:nvPr>
            <p:ph idx="4294967295" type="subTitle"/>
          </p:nvPr>
        </p:nvSpPr>
        <p:spPr>
          <a:xfrm>
            <a:off x="2155325" y="3666850"/>
            <a:ext cx="4446300" cy="914400"/>
          </a:xfrm>
          <a:prstGeom prst="rect">
            <a:avLst/>
          </a:prstGeom>
        </p:spPr>
        <p:txBody>
          <a:bodyPr anchorCtr="0" anchor="t" bIns="0" lIns="0" spcFirstLastPara="1" rIns="0" wrap="square" tIns="0">
            <a:noAutofit/>
          </a:bodyPr>
          <a:lstStyle/>
          <a:p>
            <a:pPr indent="0" lvl="0" marL="0" rtl="0" algn="l">
              <a:spcBef>
                <a:spcPts val="0"/>
              </a:spcBef>
              <a:spcAft>
                <a:spcPts val="500"/>
              </a:spcAft>
              <a:buNone/>
            </a:pPr>
            <a:r>
              <a:t/>
            </a:r>
            <a:endParaRPr>
              <a:solidFill>
                <a:schemeClr val="lt1"/>
              </a:solidFill>
              <a:latin typeface="Red Hat Display"/>
              <a:ea typeface="Red Hat Display"/>
              <a:cs typeface="Red Hat Display"/>
              <a:sym typeface="Red Hat Display"/>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0" name="Shape 1630"/>
        <p:cNvGrpSpPr/>
        <p:nvPr/>
      </p:nvGrpSpPr>
      <p:grpSpPr>
        <a:xfrm>
          <a:off x="0" y="0"/>
          <a:ext cx="0" cy="0"/>
          <a:chOff x="0" y="0"/>
          <a:chExt cx="0" cy="0"/>
        </a:xfrm>
      </p:grpSpPr>
      <p:sp>
        <p:nvSpPr>
          <p:cNvPr id="1631" name="Google Shape;1631;p114"/>
          <p:cNvSpPr txBox="1"/>
          <p:nvPr>
            <p:ph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Red Hat Infrastructure Standard Adoption Model</a:t>
            </a:r>
            <a:endParaRPr>
              <a:latin typeface="Red Hat Display Medium"/>
              <a:ea typeface="Red Hat Display Medium"/>
              <a:cs typeface="Red Hat Display Medium"/>
              <a:sym typeface="Red Hat Display Medium"/>
            </a:endParaRPr>
          </a:p>
        </p:txBody>
      </p:sp>
      <p:sp>
        <p:nvSpPr>
          <p:cNvPr id="1632" name="Google Shape;1632;p11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1633" name="Google Shape;1633;p114"/>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1634" name="Google Shape;1634;p114"/>
          <p:cNvSpPr txBox="1"/>
          <p:nvPr/>
        </p:nvSpPr>
        <p:spPr>
          <a:xfrm>
            <a:off x="885067" y="6169567"/>
            <a:ext cx="9055500" cy="3516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t/>
            </a:r>
            <a:endParaRPr sz="1100"/>
          </a:p>
        </p:txBody>
      </p:sp>
      <p:pic>
        <p:nvPicPr>
          <p:cNvPr descr="Icon_RH_Objects_LightBulb-Meritocracy_RGB_COLORED_RED.png" id="1635" name="Google Shape;1635;p114"/>
          <p:cNvPicPr preferRelativeResize="0"/>
          <p:nvPr/>
        </p:nvPicPr>
        <p:blipFill>
          <a:blip r:embed="rId3">
            <a:alphaModFix/>
          </a:blip>
          <a:stretch>
            <a:fillRect/>
          </a:stretch>
        </p:blipFill>
        <p:spPr>
          <a:xfrm>
            <a:off x="1017933" y="1838412"/>
            <a:ext cx="1658867" cy="1593367"/>
          </a:xfrm>
          <a:prstGeom prst="rect">
            <a:avLst/>
          </a:prstGeom>
          <a:noFill/>
          <a:ln>
            <a:noFill/>
          </a:ln>
        </p:spPr>
      </p:pic>
      <p:sp>
        <p:nvSpPr>
          <p:cNvPr id="1636" name="Google Shape;1636;p114"/>
          <p:cNvSpPr txBox="1"/>
          <p:nvPr/>
        </p:nvSpPr>
        <p:spPr>
          <a:xfrm>
            <a:off x="2792500" y="1393225"/>
            <a:ext cx="8686800" cy="4396200"/>
          </a:xfrm>
          <a:prstGeom prst="rect">
            <a:avLst/>
          </a:prstGeom>
          <a:noFill/>
          <a:ln>
            <a:noFill/>
          </a:ln>
        </p:spPr>
        <p:txBody>
          <a:bodyPr anchorCtr="0" anchor="t" bIns="121900" lIns="0" spcFirstLastPara="1" rIns="121900" wrap="square" tIns="121900">
            <a:noAutofit/>
          </a:bodyPr>
          <a:lstStyle/>
          <a:p>
            <a:pPr indent="-533400" lvl="0" marL="533400" marR="0" rtl="0" algn="l">
              <a:lnSpc>
                <a:spcPct val="120000"/>
              </a:lnSpc>
              <a:spcBef>
                <a:spcPts val="1300"/>
              </a:spcBef>
              <a:spcAft>
                <a:spcPts val="0"/>
              </a:spcAft>
              <a:buNone/>
            </a:pPr>
            <a:r>
              <a:rPr b="1" lang="en" sz="1900">
                <a:solidFill>
                  <a:srgbClr val="EE0000"/>
                </a:solidFill>
                <a:latin typeface="Red Hat Display"/>
                <a:ea typeface="Red Hat Display"/>
                <a:cs typeface="Red Hat Display"/>
                <a:sym typeface="Red Hat Display"/>
              </a:rPr>
              <a:t>WHAT ARE WE TRYING TO ACHIEVE?</a:t>
            </a:r>
            <a:endParaRPr b="1" sz="1900">
              <a:solidFill>
                <a:srgbClr val="EE0000"/>
              </a:solidFill>
              <a:latin typeface="Red Hat Display"/>
              <a:ea typeface="Red Hat Display"/>
              <a:cs typeface="Red Hat Display"/>
              <a:sym typeface="Red Hat Display"/>
            </a:endParaRPr>
          </a:p>
          <a:p>
            <a:pPr indent="0" lvl="0" marL="0" marR="0" rtl="0" algn="l">
              <a:lnSpc>
                <a:spcPct val="120000"/>
              </a:lnSpc>
              <a:spcBef>
                <a:spcPts val="1300"/>
              </a:spcBef>
              <a:spcAft>
                <a:spcPts val="0"/>
              </a:spcAft>
              <a:buNone/>
            </a:pPr>
            <a:r>
              <a:rPr lang="en" sz="1500">
                <a:latin typeface="Red Hat Display"/>
                <a:ea typeface="Red Hat Display"/>
                <a:cs typeface="Red Hat Display"/>
                <a:sym typeface="Red Hat Display"/>
              </a:rPr>
              <a:t>Aging and end-of-life operating system platforms present serious operational and security challenges to our customers. </a:t>
            </a:r>
            <a:br>
              <a:rPr lang="en" sz="1500">
                <a:latin typeface="Red Hat Display"/>
                <a:ea typeface="Red Hat Display"/>
                <a:cs typeface="Red Hat Display"/>
                <a:sym typeface="Red Hat Display"/>
              </a:rPr>
            </a:br>
            <a:r>
              <a:rPr lang="en" sz="1500">
                <a:latin typeface="Red Hat Display"/>
                <a:ea typeface="Red Hat Display"/>
                <a:cs typeface="Red Hat Display"/>
                <a:sym typeface="Red Hat Display"/>
              </a:rPr>
              <a:t>This approach assists customers in their need to modernise their platforms without disrupting critical business while adopting recommended practices and workflows.</a:t>
            </a:r>
            <a:endParaRPr sz="1500">
              <a:latin typeface="Red Hat Display"/>
              <a:ea typeface="Red Hat Display"/>
              <a:cs typeface="Red Hat Display"/>
              <a:sym typeface="Red Hat Display"/>
            </a:endParaRPr>
          </a:p>
          <a:p>
            <a:pPr indent="-533400" lvl="0" marL="533400" marR="0" rtl="0" algn="l">
              <a:lnSpc>
                <a:spcPct val="120000"/>
              </a:lnSpc>
              <a:spcBef>
                <a:spcPts val="1300"/>
              </a:spcBef>
              <a:spcAft>
                <a:spcPts val="0"/>
              </a:spcAft>
              <a:buNone/>
            </a:pPr>
            <a:r>
              <a:rPr b="1" lang="en" sz="1900">
                <a:solidFill>
                  <a:srgbClr val="EE0000"/>
                </a:solidFill>
                <a:latin typeface="Red Hat Display"/>
                <a:ea typeface="Red Hat Display"/>
                <a:cs typeface="Red Hat Display"/>
                <a:sym typeface="Red Hat Display"/>
              </a:rPr>
              <a:t>WHAT IS THE RED HAT INFRASTRUCTURE STANDARD?</a:t>
            </a:r>
            <a:endParaRPr b="1" sz="1500">
              <a:solidFill>
                <a:srgbClr val="EE0000"/>
              </a:solidFill>
              <a:latin typeface="Red Hat Display"/>
              <a:ea typeface="Red Hat Display"/>
              <a:cs typeface="Red Hat Display"/>
              <a:sym typeface="Red Hat Display"/>
            </a:endParaRPr>
          </a:p>
          <a:p>
            <a:pPr indent="-533400" lvl="0" marL="533400" marR="0" rtl="0" algn="l">
              <a:lnSpc>
                <a:spcPct val="120000"/>
              </a:lnSpc>
              <a:spcBef>
                <a:spcPts val="1300"/>
              </a:spcBef>
              <a:spcAft>
                <a:spcPts val="0"/>
              </a:spcAft>
              <a:buNone/>
            </a:pPr>
            <a:r>
              <a:rPr lang="en" sz="1500">
                <a:latin typeface="Red Hat Display"/>
                <a:ea typeface="Red Hat Display"/>
                <a:cs typeface="Red Hat Display"/>
                <a:sym typeface="Red Hat Display"/>
              </a:rPr>
              <a:t>This workload centric approach is to assist customers with the following:</a:t>
            </a:r>
            <a:endParaRPr sz="1500">
              <a:latin typeface="Red Hat Display"/>
              <a:ea typeface="Red Hat Display"/>
              <a:cs typeface="Red Hat Display"/>
              <a:sym typeface="Red Hat Display"/>
            </a:endParaRPr>
          </a:p>
          <a:p>
            <a:pPr indent="-247650" lvl="0" marL="304800" marR="0" rtl="0" algn="l">
              <a:lnSpc>
                <a:spcPct val="120000"/>
              </a:lnSpc>
              <a:spcBef>
                <a:spcPts val="1300"/>
              </a:spcBef>
              <a:spcAft>
                <a:spcPts val="0"/>
              </a:spcAft>
              <a:buSzPts val="1500"/>
              <a:buFont typeface="Red Hat Display"/>
              <a:buChar char="●"/>
            </a:pPr>
            <a:r>
              <a:rPr lang="en" sz="1500">
                <a:latin typeface="Red Hat Display"/>
                <a:ea typeface="Red Hat Display"/>
                <a:cs typeface="Red Hat Display"/>
                <a:sym typeface="Red Hat Display"/>
              </a:rPr>
              <a:t>Run workloads on Red Hat Enterprise Linux at scale in a hybrid multi-cloud environment.</a:t>
            </a:r>
            <a:endParaRPr sz="1500">
              <a:latin typeface="Red Hat Display"/>
              <a:ea typeface="Red Hat Display"/>
              <a:cs typeface="Red Hat Display"/>
              <a:sym typeface="Red Hat Display"/>
            </a:endParaRPr>
          </a:p>
          <a:p>
            <a:pPr indent="-247650" lvl="0" marL="304800" marR="0" rtl="0" algn="l">
              <a:lnSpc>
                <a:spcPct val="120000"/>
              </a:lnSpc>
              <a:spcBef>
                <a:spcPts val="0"/>
              </a:spcBef>
              <a:spcAft>
                <a:spcPts val="0"/>
              </a:spcAft>
              <a:buSzPts val="1500"/>
              <a:buFont typeface="Red Hat Display"/>
              <a:buChar char="●"/>
            </a:pPr>
            <a:r>
              <a:rPr lang="en" sz="1500">
                <a:latin typeface="Red Hat Display"/>
                <a:ea typeface="Red Hat Display"/>
                <a:cs typeface="Red Hat Display"/>
                <a:sym typeface="Red Hat Display"/>
              </a:rPr>
              <a:t>Adopting Red Hat recommended practices and workflows.</a:t>
            </a:r>
            <a:endParaRPr sz="1500">
              <a:latin typeface="Red Hat Display"/>
              <a:ea typeface="Red Hat Display"/>
              <a:cs typeface="Red Hat Display"/>
              <a:sym typeface="Red Hat Display"/>
            </a:endParaRPr>
          </a:p>
          <a:p>
            <a:pPr indent="-247650" lvl="0" marL="304800" marR="0" rtl="0" algn="l">
              <a:lnSpc>
                <a:spcPct val="120000"/>
              </a:lnSpc>
              <a:spcBef>
                <a:spcPts val="0"/>
              </a:spcBef>
              <a:spcAft>
                <a:spcPts val="0"/>
              </a:spcAft>
              <a:buSzPts val="1500"/>
              <a:buFont typeface="Red Hat Display"/>
              <a:buChar char="●"/>
            </a:pPr>
            <a:r>
              <a:rPr lang="en" sz="1500">
                <a:latin typeface="Red Hat Display"/>
                <a:ea typeface="Red Hat Display"/>
                <a:cs typeface="Red Hat Display"/>
                <a:sym typeface="Red Hat Display"/>
              </a:rPr>
              <a:t>Streamline Operations by standardising on workloads on Red Hat Enterprise Linux.</a:t>
            </a:r>
            <a:endParaRPr sz="1500">
              <a:latin typeface="Red Hat Display"/>
              <a:ea typeface="Red Hat Display"/>
              <a:cs typeface="Red Hat Display"/>
              <a:sym typeface="Red Hat Display"/>
            </a:endParaRPr>
          </a:p>
          <a:p>
            <a:pPr indent="-247650" lvl="0" marL="304800" marR="0" rtl="0" algn="l">
              <a:lnSpc>
                <a:spcPct val="120000"/>
              </a:lnSpc>
              <a:spcBef>
                <a:spcPts val="0"/>
              </a:spcBef>
              <a:spcAft>
                <a:spcPts val="0"/>
              </a:spcAft>
              <a:buSzPts val="1500"/>
              <a:buFont typeface="Red Hat Display"/>
              <a:buChar char="●"/>
            </a:pPr>
            <a:r>
              <a:rPr lang="en" sz="1500">
                <a:latin typeface="Red Hat Display"/>
                <a:ea typeface="Red Hat Display"/>
                <a:cs typeface="Red Hat Display"/>
                <a:sym typeface="Red Hat Display"/>
              </a:rPr>
              <a:t>Allow for modernization of workloads by converting workloads to RHEL and upgrading in-place.</a:t>
            </a:r>
            <a:endParaRPr sz="1500">
              <a:latin typeface="Red Hat Display"/>
              <a:ea typeface="Red Hat Display"/>
              <a:cs typeface="Red Hat Display"/>
              <a:sym typeface="Red Hat Display"/>
            </a:endParaRPr>
          </a:p>
          <a:p>
            <a:pPr indent="-247650" lvl="0" marL="304800" marR="0" rtl="0" algn="l">
              <a:lnSpc>
                <a:spcPct val="120000"/>
              </a:lnSpc>
              <a:spcBef>
                <a:spcPts val="0"/>
              </a:spcBef>
              <a:spcAft>
                <a:spcPts val="0"/>
              </a:spcAft>
              <a:buSzPts val="1500"/>
              <a:buFont typeface="Red Hat Display"/>
              <a:buChar char="●"/>
            </a:pPr>
            <a:r>
              <a:rPr lang="en" sz="1500">
                <a:latin typeface="Red Hat Display"/>
                <a:ea typeface="Red Hat Display"/>
                <a:cs typeface="Red Hat Display"/>
                <a:sym typeface="Red Hat Display"/>
              </a:rPr>
              <a:t>Reduce Technical Debt, Operationalise Security and Compliance, Automate delivery and maintenance.</a:t>
            </a:r>
            <a:endParaRPr sz="1500">
              <a:latin typeface="Red Hat Display"/>
              <a:ea typeface="Red Hat Display"/>
              <a:cs typeface="Red Hat Display"/>
              <a:sym typeface="Red Hat Display"/>
            </a:endParaRPr>
          </a:p>
        </p:txBody>
      </p:sp>
      <p:sp>
        <p:nvSpPr>
          <p:cNvPr id="1637" name="Google Shape;1637;p11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1" name="Shape 1641"/>
        <p:cNvGrpSpPr/>
        <p:nvPr/>
      </p:nvGrpSpPr>
      <p:grpSpPr>
        <a:xfrm>
          <a:off x="0" y="0"/>
          <a:ext cx="0" cy="0"/>
          <a:chOff x="0" y="0"/>
          <a:chExt cx="0" cy="0"/>
        </a:xfrm>
      </p:grpSpPr>
      <p:sp>
        <p:nvSpPr>
          <p:cNvPr id="1642" name="Google Shape;1642;p115"/>
          <p:cNvSpPr txBox="1"/>
          <p:nvPr>
            <p:ph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Framing the State of our Systems</a:t>
            </a:r>
            <a:endParaRPr>
              <a:latin typeface="Red Hat Display Medium"/>
              <a:ea typeface="Red Hat Display Medium"/>
              <a:cs typeface="Red Hat Display Medium"/>
              <a:sym typeface="Red Hat Display Medium"/>
            </a:endParaRPr>
          </a:p>
        </p:txBody>
      </p:sp>
      <p:sp>
        <p:nvSpPr>
          <p:cNvPr id="1643" name="Google Shape;1643;p11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1644" name="Google Shape;1644;p115"/>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1645" name="Google Shape;1645;p115"/>
          <p:cNvSpPr txBox="1"/>
          <p:nvPr/>
        </p:nvSpPr>
        <p:spPr>
          <a:xfrm>
            <a:off x="885067" y="6169567"/>
            <a:ext cx="9055500" cy="3516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t/>
            </a:r>
            <a:endParaRPr sz="1100"/>
          </a:p>
        </p:txBody>
      </p:sp>
      <p:pic>
        <p:nvPicPr>
          <p:cNvPr descr="Icon_RH_Objects_LightBulb-Meritocracy_RGB_COLORED_RED.png" id="1646" name="Google Shape;1646;p115"/>
          <p:cNvPicPr preferRelativeResize="0"/>
          <p:nvPr/>
        </p:nvPicPr>
        <p:blipFill>
          <a:blip r:embed="rId3">
            <a:alphaModFix/>
          </a:blip>
          <a:stretch>
            <a:fillRect/>
          </a:stretch>
        </p:blipFill>
        <p:spPr>
          <a:xfrm>
            <a:off x="484533" y="1838412"/>
            <a:ext cx="1658867" cy="1593367"/>
          </a:xfrm>
          <a:prstGeom prst="rect">
            <a:avLst/>
          </a:prstGeom>
          <a:noFill/>
          <a:ln>
            <a:noFill/>
          </a:ln>
        </p:spPr>
      </p:pic>
      <p:sp>
        <p:nvSpPr>
          <p:cNvPr id="1647" name="Google Shape;1647;p115"/>
          <p:cNvSpPr txBox="1"/>
          <p:nvPr/>
        </p:nvSpPr>
        <p:spPr>
          <a:xfrm>
            <a:off x="2411500" y="1621825"/>
            <a:ext cx="9417300" cy="3820800"/>
          </a:xfrm>
          <a:prstGeom prst="rect">
            <a:avLst/>
          </a:prstGeom>
          <a:noFill/>
          <a:ln>
            <a:noFill/>
          </a:ln>
        </p:spPr>
        <p:txBody>
          <a:bodyPr anchorCtr="0" anchor="t" bIns="121900" lIns="0" spcFirstLastPara="1" rIns="1197875" wrap="square" tIns="121900">
            <a:noAutofit/>
          </a:bodyPr>
          <a:lstStyle/>
          <a:p>
            <a:pPr indent="-533400" lvl="0" marL="533400" marR="0" rtl="0" algn="l">
              <a:lnSpc>
                <a:spcPct val="120000"/>
              </a:lnSpc>
              <a:spcBef>
                <a:spcPts val="1300"/>
              </a:spcBef>
              <a:spcAft>
                <a:spcPts val="0"/>
              </a:spcAft>
              <a:buClr>
                <a:schemeClr val="dk1"/>
              </a:buClr>
              <a:buSzPts val="1100"/>
              <a:buFont typeface="Arial"/>
              <a:buNone/>
            </a:pPr>
            <a:r>
              <a:rPr lang="en" sz="1800">
                <a:solidFill>
                  <a:schemeClr val="dk1"/>
                </a:solidFill>
                <a:latin typeface="Red Hat Display SemiBold"/>
                <a:ea typeface="Red Hat Display SemiBold"/>
                <a:cs typeface="Red Hat Display SemiBold"/>
                <a:sym typeface="Red Hat Display SemiBold"/>
              </a:rPr>
              <a:t>Software</a:t>
            </a:r>
            <a:r>
              <a:rPr b="1" lang="en" sz="1800">
                <a:solidFill>
                  <a:schemeClr val="dk1"/>
                </a:solidFill>
                <a:latin typeface="Red Hat Display"/>
                <a:ea typeface="Red Hat Display"/>
                <a:cs typeface="Red Hat Display"/>
                <a:sym typeface="Red Hat Display"/>
              </a:rPr>
              <a:t> </a:t>
            </a:r>
            <a:r>
              <a:rPr b="1" lang="en" sz="1800">
                <a:solidFill>
                  <a:srgbClr val="C00000"/>
                </a:solidFill>
                <a:latin typeface="Red Hat Display"/>
                <a:ea typeface="Red Hat Display"/>
                <a:cs typeface="Red Hat Display"/>
                <a:sym typeface="Red Hat Display"/>
              </a:rPr>
              <a:t>END OF LIFE EVENTS</a:t>
            </a:r>
            <a:r>
              <a:rPr b="1" lang="en" sz="1800">
                <a:solidFill>
                  <a:schemeClr val="dk1"/>
                </a:solidFill>
                <a:latin typeface="Red Hat Display"/>
                <a:ea typeface="Red Hat Display"/>
                <a:cs typeface="Red Hat Display"/>
                <a:sym typeface="Red Hat Display"/>
              </a:rPr>
              <a:t> </a:t>
            </a:r>
            <a:r>
              <a:rPr lang="en" sz="1800">
                <a:solidFill>
                  <a:schemeClr val="dk1"/>
                </a:solidFill>
                <a:latin typeface="Red Hat Display SemiBold"/>
                <a:ea typeface="Red Hat Display SemiBold"/>
                <a:cs typeface="Red Hat Display SemiBold"/>
                <a:sym typeface="Red Hat Display SemiBold"/>
              </a:rPr>
              <a:t>will always occur, generating technical debt</a:t>
            </a:r>
            <a:endParaRPr sz="1800">
              <a:solidFill>
                <a:schemeClr val="dk1"/>
              </a:solidFill>
              <a:latin typeface="Red Hat Display SemiBold"/>
              <a:ea typeface="Red Hat Display SemiBold"/>
              <a:cs typeface="Red Hat Display SemiBold"/>
              <a:sym typeface="Red Hat Display SemiBold"/>
            </a:endParaRPr>
          </a:p>
          <a:p>
            <a:pPr indent="-533400" lvl="0" marL="533400" marR="0" rtl="0" algn="l">
              <a:lnSpc>
                <a:spcPct val="120000"/>
              </a:lnSpc>
              <a:spcBef>
                <a:spcPts val="1300"/>
              </a:spcBef>
              <a:spcAft>
                <a:spcPts val="0"/>
              </a:spcAft>
              <a:buClr>
                <a:schemeClr val="dk1"/>
              </a:buClr>
              <a:buSzPts val="1100"/>
              <a:buFont typeface="Arial"/>
              <a:buNone/>
            </a:pPr>
            <a:r>
              <a:rPr lang="en" sz="1800">
                <a:solidFill>
                  <a:schemeClr val="dk1"/>
                </a:solidFill>
                <a:latin typeface="Red Hat Display SemiBold"/>
                <a:ea typeface="Red Hat Display SemiBold"/>
                <a:cs typeface="Red Hat Display SemiBold"/>
                <a:sym typeface="Red Hat Display SemiBold"/>
              </a:rPr>
              <a:t>SO… How do we solve the problem of</a:t>
            </a:r>
            <a:r>
              <a:rPr b="1" lang="en" sz="1800">
                <a:solidFill>
                  <a:schemeClr val="dk1"/>
                </a:solidFill>
                <a:latin typeface="Red Hat Display"/>
                <a:ea typeface="Red Hat Display"/>
                <a:cs typeface="Red Hat Display"/>
                <a:sym typeface="Red Hat Display"/>
              </a:rPr>
              <a:t> </a:t>
            </a:r>
            <a:r>
              <a:rPr b="1" lang="en" sz="1800">
                <a:solidFill>
                  <a:schemeClr val="accent3"/>
                </a:solidFill>
                <a:latin typeface="Red Hat Display"/>
                <a:ea typeface="Red Hat Display"/>
                <a:cs typeface="Red Hat Display"/>
                <a:sym typeface="Red Hat Display"/>
              </a:rPr>
              <a:t>TECHNICAL DEBT</a:t>
            </a:r>
            <a:r>
              <a:rPr lang="en" sz="1800">
                <a:solidFill>
                  <a:schemeClr val="dk1"/>
                </a:solidFill>
                <a:latin typeface="Red Hat Display SemiBold"/>
                <a:ea typeface="Red Hat Display SemiBold"/>
                <a:cs typeface="Red Hat Display SemiBold"/>
                <a:sym typeface="Red Hat Display SemiBold"/>
              </a:rPr>
              <a:t>?</a:t>
            </a:r>
            <a:endParaRPr sz="1800">
              <a:solidFill>
                <a:schemeClr val="dk1"/>
              </a:solidFill>
              <a:latin typeface="Red Hat Display SemiBold"/>
              <a:ea typeface="Red Hat Display SemiBold"/>
              <a:cs typeface="Red Hat Display SemiBold"/>
              <a:sym typeface="Red Hat Display SemiBold"/>
            </a:endParaRPr>
          </a:p>
          <a:p>
            <a:pPr indent="0" lvl="0" marL="0" marR="0" rtl="0" algn="l">
              <a:lnSpc>
                <a:spcPct val="120000"/>
              </a:lnSpc>
              <a:spcBef>
                <a:spcPts val="1300"/>
              </a:spcBef>
              <a:spcAft>
                <a:spcPts val="0"/>
              </a:spcAft>
              <a:buClr>
                <a:schemeClr val="dk1"/>
              </a:buClr>
              <a:buSzPts val="1100"/>
              <a:buFont typeface="Arial"/>
              <a:buNone/>
            </a:pPr>
            <a:r>
              <a:rPr lang="en" sz="1800">
                <a:solidFill>
                  <a:schemeClr val="dk1"/>
                </a:solidFill>
                <a:latin typeface="Red Hat Display SemiBold"/>
                <a:ea typeface="Red Hat Display SemiBold"/>
                <a:cs typeface="Red Hat Display SemiBold"/>
                <a:sym typeface="Red Hat Display SemiBold"/>
              </a:rPr>
              <a:t>Technical debt is not a </a:t>
            </a:r>
            <a:r>
              <a:rPr b="1" lang="en" sz="1800">
                <a:solidFill>
                  <a:schemeClr val="accent3"/>
                </a:solidFill>
                <a:latin typeface="Red Hat Display"/>
                <a:ea typeface="Red Hat Display"/>
                <a:cs typeface="Red Hat Display"/>
                <a:sym typeface="Red Hat Display"/>
              </a:rPr>
              <a:t>PROBLEM</a:t>
            </a:r>
            <a:r>
              <a:rPr b="1" lang="en" sz="1800">
                <a:solidFill>
                  <a:schemeClr val="dk1"/>
                </a:solidFill>
                <a:latin typeface="Red Hat Display"/>
                <a:ea typeface="Red Hat Display"/>
                <a:cs typeface="Red Hat Display"/>
                <a:sym typeface="Red Hat Display"/>
              </a:rPr>
              <a:t> </a:t>
            </a:r>
            <a:r>
              <a:rPr lang="en" sz="1800">
                <a:solidFill>
                  <a:schemeClr val="dk1"/>
                </a:solidFill>
                <a:latin typeface="Red Hat Display SemiBold"/>
                <a:ea typeface="Red Hat Display SemiBold"/>
                <a:cs typeface="Red Hat Display SemiBold"/>
                <a:sym typeface="Red Hat Display SemiBold"/>
              </a:rPr>
              <a:t>to solve, it is a</a:t>
            </a:r>
            <a:r>
              <a:rPr b="1" lang="en" sz="1800">
                <a:solidFill>
                  <a:schemeClr val="dk1"/>
                </a:solidFill>
                <a:latin typeface="Red Hat Display"/>
                <a:ea typeface="Red Hat Display"/>
                <a:cs typeface="Red Hat Display"/>
                <a:sym typeface="Red Hat Display"/>
              </a:rPr>
              <a:t> </a:t>
            </a:r>
            <a:r>
              <a:rPr b="1" lang="en" sz="1800">
                <a:solidFill>
                  <a:schemeClr val="accent3"/>
                </a:solidFill>
                <a:latin typeface="Red Hat Display"/>
                <a:ea typeface="Red Hat Display"/>
                <a:cs typeface="Red Hat Display"/>
                <a:sym typeface="Red Hat Display"/>
              </a:rPr>
              <a:t>STATE</a:t>
            </a:r>
            <a:r>
              <a:rPr b="1" lang="en" sz="1800">
                <a:solidFill>
                  <a:schemeClr val="dk1"/>
                </a:solidFill>
                <a:latin typeface="Red Hat Display"/>
                <a:ea typeface="Red Hat Display"/>
                <a:cs typeface="Red Hat Display"/>
                <a:sym typeface="Red Hat Display"/>
              </a:rPr>
              <a:t> </a:t>
            </a:r>
            <a:r>
              <a:rPr lang="en" sz="1800">
                <a:solidFill>
                  <a:schemeClr val="dk1"/>
                </a:solidFill>
                <a:latin typeface="Red Hat Display SemiBold"/>
                <a:ea typeface="Red Hat Display SemiBold"/>
                <a:cs typeface="Red Hat Display SemiBold"/>
                <a:sym typeface="Red Hat Display SemiBold"/>
              </a:rPr>
              <a:t>to manage…</a:t>
            </a:r>
            <a:endParaRPr sz="1800">
              <a:solidFill>
                <a:schemeClr val="dk1"/>
              </a:solidFill>
              <a:latin typeface="Red Hat Display SemiBold"/>
              <a:ea typeface="Red Hat Display SemiBold"/>
              <a:cs typeface="Red Hat Display SemiBold"/>
              <a:sym typeface="Red Hat Display SemiBold"/>
            </a:endParaRPr>
          </a:p>
          <a:p>
            <a:pPr indent="0" lvl="0" marL="0" marR="0" rtl="0" algn="l">
              <a:lnSpc>
                <a:spcPct val="120000"/>
              </a:lnSpc>
              <a:spcBef>
                <a:spcPts val="1300"/>
              </a:spcBef>
              <a:spcAft>
                <a:spcPts val="0"/>
              </a:spcAft>
              <a:buClr>
                <a:schemeClr val="dk1"/>
              </a:buClr>
              <a:buSzPts val="1100"/>
              <a:buFont typeface="Arial"/>
              <a:buNone/>
            </a:pPr>
            <a:r>
              <a:rPr lang="en" sz="1800">
                <a:solidFill>
                  <a:schemeClr val="dk1"/>
                </a:solidFill>
                <a:latin typeface="Red Hat Display SemiBold"/>
                <a:ea typeface="Red Hat Display SemiBold"/>
                <a:cs typeface="Red Hat Display SemiBold"/>
                <a:sym typeface="Red Hat Display SemiBold"/>
              </a:rPr>
              <a:t>SO … Make the software lifecycle easier to </a:t>
            </a:r>
            <a:r>
              <a:rPr b="1" lang="en" sz="1800">
                <a:solidFill>
                  <a:schemeClr val="accent3"/>
                </a:solidFill>
                <a:latin typeface="Red Hat Display"/>
                <a:ea typeface="Red Hat Display"/>
                <a:cs typeface="Red Hat Display"/>
                <a:sym typeface="Red Hat Display"/>
              </a:rPr>
              <a:t>MANAGE</a:t>
            </a:r>
            <a:r>
              <a:rPr lang="en" sz="1800">
                <a:solidFill>
                  <a:schemeClr val="dk1"/>
                </a:solidFill>
                <a:latin typeface="Red Hat Display SemiBold"/>
                <a:ea typeface="Red Hat Display SemiBold"/>
                <a:cs typeface="Red Hat Display SemiBold"/>
                <a:sym typeface="Red Hat Display SemiBold"/>
              </a:rPr>
              <a:t>. Is it that easy?</a:t>
            </a:r>
            <a:endParaRPr sz="1800">
              <a:solidFill>
                <a:schemeClr val="dk1"/>
              </a:solidFill>
              <a:latin typeface="Red Hat Display SemiBold"/>
              <a:ea typeface="Red Hat Display SemiBold"/>
              <a:cs typeface="Red Hat Display SemiBold"/>
              <a:sym typeface="Red Hat Display SemiBold"/>
            </a:endParaRPr>
          </a:p>
          <a:p>
            <a:pPr indent="0" lvl="0" marL="0" marR="0" rtl="0" algn="l">
              <a:lnSpc>
                <a:spcPct val="120000"/>
              </a:lnSpc>
              <a:spcBef>
                <a:spcPts val="1300"/>
              </a:spcBef>
              <a:spcAft>
                <a:spcPts val="0"/>
              </a:spcAft>
              <a:buClr>
                <a:schemeClr val="dk1"/>
              </a:buClr>
              <a:buSzPts val="1100"/>
              <a:buFont typeface="Arial"/>
              <a:buNone/>
            </a:pPr>
            <a:r>
              <a:rPr lang="en" sz="1800">
                <a:solidFill>
                  <a:schemeClr val="dk1"/>
                </a:solidFill>
                <a:latin typeface="Red Hat Display SemiBold"/>
                <a:ea typeface="Red Hat Display SemiBold"/>
                <a:cs typeface="Red Hat Display SemiBold"/>
                <a:sym typeface="Red Hat Display SemiBold"/>
              </a:rPr>
              <a:t>Systems have generally been hard to change and manage due to their </a:t>
            </a:r>
            <a:r>
              <a:rPr b="1" lang="en" sz="1800">
                <a:solidFill>
                  <a:schemeClr val="accent3"/>
                </a:solidFill>
                <a:latin typeface="Red Hat Display"/>
                <a:ea typeface="Red Hat Display"/>
                <a:cs typeface="Red Hat Display"/>
                <a:sym typeface="Red Hat Display"/>
              </a:rPr>
              <a:t>BESPOKE</a:t>
            </a:r>
            <a:r>
              <a:rPr b="1" lang="en" sz="1800">
                <a:solidFill>
                  <a:schemeClr val="dk1"/>
                </a:solidFill>
                <a:latin typeface="Red Hat Display"/>
                <a:ea typeface="Red Hat Display"/>
                <a:cs typeface="Red Hat Display"/>
                <a:sym typeface="Red Hat Display"/>
              </a:rPr>
              <a:t> </a:t>
            </a:r>
            <a:r>
              <a:rPr lang="en" sz="1800">
                <a:solidFill>
                  <a:schemeClr val="dk1"/>
                </a:solidFill>
                <a:latin typeface="Red Hat Display SemiBold"/>
                <a:ea typeface="Red Hat Display SemiBold"/>
                <a:cs typeface="Red Hat Display SemiBold"/>
                <a:sym typeface="Red Hat Display SemiBold"/>
              </a:rPr>
              <a:t>nature and the </a:t>
            </a:r>
            <a:r>
              <a:rPr b="1" lang="en" sz="1800">
                <a:solidFill>
                  <a:schemeClr val="accent3"/>
                </a:solidFill>
                <a:latin typeface="Red Hat Display"/>
                <a:ea typeface="Red Hat Display"/>
                <a:cs typeface="Red Hat Display"/>
                <a:sym typeface="Red Hat Display"/>
              </a:rPr>
              <a:t>MANUAL PROCESSES</a:t>
            </a:r>
            <a:r>
              <a:rPr lang="en" sz="1800">
                <a:solidFill>
                  <a:schemeClr val="dk1"/>
                </a:solidFill>
                <a:latin typeface="Red Hat Display SemiBold"/>
                <a:ea typeface="Red Hat Display SemiBold"/>
                <a:cs typeface="Red Hat Display SemiBold"/>
                <a:sym typeface="Red Hat Display SemiBold"/>
              </a:rPr>
              <a:t> necessary to build and maintain them. </a:t>
            </a:r>
            <a:endParaRPr sz="1800">
              <a:solidFill>
                <a:schemeClr val="dk1"/>
              </a:solidFill>
              <a:latin typeface="Red Hat Display SemiBold"/>
              <a:ea typeface="Red Hat Display SemiBold"/>
              <a:cs typeface="Red Hat Display SemiBold"/>
              <a:sym typeface="Red Hat Display SemiBold"/>
            </a:endParaRPr>
          </a:p>
          <a:p>
            <a:pPr indent="0" lvl="0" marL="0" marR="0" rtl="0" algn="l">
              <a:lnSpc>
                <a:spcPct val="120000"/>
              </a:lnSpc>
              <a:spcBef>
                <a:spcPts val="1300"/>
              </a:spcBef>
              <a:spcAft>
                <a:spcPts val="0"/>
              </a:spcAft>
              <a:buClr>
                <a:schemeClr val="dk1"/>
              </a:buClr>
              <a:buSzPts val="1100"/>
              <a:buFont typeface="Arial"/>
              <a:buNone/>
            </a:pPr>
            <a:r>
              <a:rPr lang="en" sz="1800">
                <a:solidFill>
                  <a:schemeClr val="dk1"/>
                </a:solidFill>
                <a:latin typeface="Red Hat Display SemiBold"/>
                <a:ea typeface="Red Hat Display SemiBold"/>
                <a:cs typeface="Red Hat Display SemiBold"/>
                <a:sym typeface="Red Hat Display SemiBold"/>
              </a:rPr>
              <a:t>FINALLY, today it is possible to</a:t>
            </a:r>
            <a:r>
              <a:rPr b="1" lang="en" sz="1800">
                <a:solidFill>
                  <a:schemeClr val="dk1"/>
                </a:solidFill>
                <a:latin typeface="Red Hat Display"/>
                <a:ea typeface="Red Hat Display"/>
                <a:cs typeface="Red Hat Display"/>
                <a:sym typeface="Red Hat Display"/>
              </a:rPr>
              <a:t> </a:t>
            </a:r>
            <a:r>
              <a:rPr b="1" lang="en" sz="1800">
                <a:solidFill>
                  <a:srgbClr val="800000"/>
                </a:solidFill>
                <a:latin typeface="Red Hat Display"/>
                <a:ea typeface="Red Hat Display"/>
                <a:cs typeface="Red Hat Display"/>
                <a:sym typeface="Red Hat Display"/>
              </a:rPr>
              <a:t>AUTOMATE</a:t>
            </a:r>
            <a:r>
              <a:rPr lang="en" sz="1800">
                <a:solidFill>
                  <a:schemeClr val="dk1"/>
                </a:solidFill>
                <a:latin typeface="Red Hat Display SemiBold"/>
                <a:ea typeface="Red Hat Display SemiBold"/>
                <a:cs typeface="Red Hat Display SemiBold"/>
                <a:sym typeface="Red Hat Display SemiBold"/>
              </a:rPr>
              <a:t> complex builds and processes. However, to make this </a:t>
            </a:r>
            <a:r>
              <a:rPr b="1" lang="en" sz="1800">
                <a:solidFill>
                  <a:srgbClr val="800000"/>
                </a:solidFill>
                <a:latin typeface="Red Hat Display"/>
                <a:ea typeface="Red Hat Display"/>
                <a:cs typeface="Red Hat Display"/>
                <a:sym typeface="Red Hat Display"/>
              </a:rPr>
              <a:t>COST EFFECTIVE</a:t>
            </a:r>
            <a:r>
              <a:rPr b="1" lang="en" sz="1800">
                <a:solidFill>
                  <a:schemeClr val="dk1"/>
                </a:solidFill>
                <a:latin typeface="Red Hat Display"/>
                <a:ea typeface="Red Hat Display"/>
                <a:cs typeface="Red Hat Display"/>
                <a:sym typeface="Red Hat Display"/>
              </a:rPr>
              <a:t> </a:t>
            </a:r>
            <a:r>
              <a:rPr lang="en" sz="1800">
                <a:solidFill>
                  <a:schemeClr val="dk1"/>
                </a:solidFill>
                <a:latin typeface="Red Hat Display SemiBold"/>
                <a:ea typeface="Red Hat Display SemiBold"/>
                <a:cs typeface="Red Hat Display SemiBold"/>
                <a:sym typeface="Red Hat Display SemiBold"/>
              </a:rPr>
              <a:t>and</a:t>
            </a:r>
            <a:r>
              <a:rPr b="1" lang="en" sz="1800">
                <a:solidFill>
                  <a:srgbClr val="800000"/>
                </a:solidFill>
                <a:latin typeface="Red Hat Display"/>
                <a:ea typeface="Red Hat Display"/>
                <a:cs typeface="Red Hat Display"/>
                <a:sym typeface="Red Hat Display"/>
              </a:rPr>
              <a:t> SCALE</a:t>
            </a:r>
            <a:r>
              <a:rPr b="1" lang="en" sz="1800">
                <a:solidFill>
                  <a:schemeClr val="dk1"/>
                </a:solidFill>
                <a:latin typeface="Red Hat Display"/>
                <a:ea typeface="Red Hat Display"/>
                <a:cs typeface="Red Hat Display"/>
                <a:sym typeface="Red Hat Display"/>
              </a:rPr>
              <a:t> </a:t>
            </a:r>
            <a:r>
              <a:rPr lang="en" sz="1800">
                <a:solidFill>
                  <a:schemeClr val="dk1"/>
                </a:solidFill>
                <a:latin typeface="Red Hat Display SemiBold"/>
                <a:ea typeface="Red Hat Display SemiBold"/>
                <a:cs typeface="Red Hat Display SemiBold"/>
                <a:sym typeface="Red Hat Display SemiBold"/>
              </a:rPr>
              <a:t>we must </a:t>
            </a:r>
            <a:r>
              <a:rPr b="1" lang="en" sz="1800">
                <a:solidFill>
                  <a:srgbClr val="800000"/>
                </a:solidFill>
                <a:latin typeface="Red Hat Display"/>
                <a:ea typeface="Red Hat Display"/>
                <a:cs typeface="Red Hat Display"/>
                <a:sym typeface="Red Hat Display"/>
              </a:rPr>
              <a:t>FIRST STANDARDIZE</a:t>
            </a:r>
            <a:r>
              <a:rPr b="1" lang="en" sz="1800">
                <a:solidFill>
                  <a:schemeClr val="dk1"/>
                </a:solidFill>
                <a:latin typeface="Red Hat Display"/>
                <a:ea typeface="Red Hat Display"/>
                <a:cs typeface="Red Hat Display"/>
                <a:sym typeface="Red Hat Display"/>
              </a:rPr>
              <a:t>. </a:t>
            </a:r>
            <a:endParaRPr sz="1800">
              <a:solidFill>
                <a:schemeClr val="dk1"/>
              </a:solidFill>
              <a:latin typeface="Red Hat Display SemiBold"/>
              <a:ea typeface="Red Hat Display SemiBold"/>
              <a:cs typeface="Red Hat Display SemiBold"/>
              <a:sym typeface="Red Hat Display SemiBold"/>
            </a:endParaRPr>
          </a:p>
        </p:txBody>
      </p:sp>
      <p:sp>
        <p:nvSpPr>
          <p:cNvPr id="1648" name="Google Shape;1648;p11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649" name="Google Shape;1649;p115"/>
          <p:cNvSpPr txBox="1"/>
          <p:nvPr/>
        </p:nvSpPr>
        <p:spPr>
          <a:xfrm>
            <a:off x="1570875" y="5599850"/>
            <a:ext cx="10232100" cy="515700"/>
          </a:xfrm>
          <a:prstGeom prst="rect">
            <a:avLst/>
          </a:prstGeom>
          <a:noFill/>
          <a:ln>
            <a:noFill/>
          </a:ln>
        </p:spPr>
        <p:txBody>
          <a:bodyPr anchorCtr="0" anchor="t" bIns="91425" lIns="91425" spcFirstLastPara="1" rIns="91425" wrap="square" tIns="91425">
            <a:noAutofit/>
          </a:bodyPr>
          <a:lstStyle/>
          <a:p>
            <a:pPr indent="0" lvl="0" marL="0" marR="0" rtl="0" algn="l">
              <a:lnSpc>
                <a:spcPct val="120000"/>
              </a:lnSpc>
              <a:spcBef>
                <a:spcPts val="1300"/>
              </a:spcBef>
              <a:spcAft>
                <a:spcPts val="0"/>
              </a:spcAft>
              <a:buNone/>
            </a:pPr>
            <a:r>
              <a:rPr lang="en" sz="2400">
                <a:solidFill>
                  <a:srgbClr val="800000"/>
                </a:solidFill>
                <a:latin typeface="Red Hat Display SemiBold"/>
                <a:ea typeface="Red Hat Display SemiBold"/>
                <a:cs typeface="Red Hat Display SemiBold"/>
                <a:sym typeface="Red Hat Display SemiBold"/>
              </a:rPr>
              <a:t>Automating snowflakes simply creates </a:t>
            </a:r>
            <a:r>
              <a:rPr b="1" lang="en" sz="2400">
                <a:solidFill>
                  <a:srgbClr val="800000"/>
                </a:solidFill>
                <a:latin typeface="Red Hat Display"/>
                <a:ea typeface="Red Hat Display"/>
                <a:cs typeface="Red Hat Display"/>
                <a:sym typeface="Red Hat Display"/>
              </a:rPr>
              <a:t>more </a:t>
            </a:r>
            <a:r>
              <a:rPr lang="en" sz="2400">
                <a:solidFill>
                  <a:srgbClr val="800000"/>
                </a:solidFill>
                <a:latin typeface="Red Hat Display SemiBold"/>
                <a:ea typeface="Red Hat Display SemiBold"/>
                <a:cs typeface="Red Hat Display SemiBold"/>
                <a:sym typeface="Red Hat Display SemiBold"/>
              </a:rPr>
              <a:t>expensive snowflakes faster.</a:t>
            </a:r>
            <a:endParaRPr sz="1800">
              <a:latin typeface="Red Hat Display SemiBold"/>
              <a:ea typeface="Red Hat Display SemiBold"/>
              <a:cs typeface="Red Hat Display SemiBold"/>
              <a:sym typeface="Red Hat Display SemiBo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3" name="Shape 1653"/>
        <p:cNvGrpSpPr/>
        <p:nvPr/>
      </p:nvGrpSpPr>
      <p:grpSpPr>
        <a:xfrm>
          <a:off x="0" y="0"/>
          <a:ext cx="0" cy="0"/>
          <a:chOff x="0" y="0"/>
          <a:chExt cx="0" cy="0"/>
        </a:xfrm>
      </p:grpSpPr>
      <p:sp>
        <p:nvSpPr>
          <p:cNvPr id="1654" name="Google Shape;1654;p11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655" name="Google Shape;1655;p116"/>
          <p:cNvSpPr txBox="1"/>
          <p:nvPr>
            <p:ph idx="4"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1656" name="Google Shape;1656;p116"/>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Why do Customers need this?</a:t>
            </a:r>
            <a:endParaRPr/>
          </a:p>
        </p:txBody>
      </p:sp>
      <p:sp>
        <p:nvSpPr>
          <p:cNvPr id="1657" name="Google Shape;1657;p116"/>
          <p:cNvSpPr txBox="1"/>
          <p:nvPr>
            <p:ph idx="2" type="body"/>
          </p:nvPr>
        </p:nvSpPr>
        <p:spPr>
          <a:xfrm>
            <a:off x="885125" y="1980475"/>
            <a:ext cx="3157500" cy="4189200"/>
          </a:xfrm>
          <a:prstGeom prst="rect">
            <a:avLst/>
          </a:prstGeom>
        </p:spPr>
        <p:txBody>
          <a:bodyPr anchorCtr="0" anchor="t" bIns="0" lIns="0" spcFirstLastPara="1" rIns="0" wrap="square" tIns="0">
            <a:noAutofit/>
          </a:bodyPr>
          <a:lstStyle/>
          <a:p>
            <a:pPr indent="0" lvl="0" marL="0" rtl="0" algn="l">
              <a:spcBef>
                <a:spcPts val="1000"/>
              </a:spcBef>
              <a:spcAft>
                <a:spcPts val="0"/>
              </a:spcAft>
              <a:buNone/>
            </a:pPr>
            <a:r>
              <a:rPr b="1" lang="en" sz="1300"/>
              <a:t>Strategic</a:t>
            </a:r>
            <a:endParaRPr b="1" sz="1300"/>
          </a:p>
          <a:p>
            <a:pPr indent="-311150" lvl="0" marL="457200" rtl="0" algn="l">
              <a:spcBef>
                <a:spcPts val="1000"/>
              </a:spcBef>
              <a:spcAft>
                <a:spcPts val="0"/>
              </a:spcAft>
              <a:buSzPts val="1300"/>
              <a:buChar char="●"/>
            </a:pPr>
            <a:r>
              <a:rPr lang="en" sz="1300"/>
              <a:t>We only run supported software</a:t>
            </a:r>
            <a:endParaRPr sz="1300"/>
          </a:p>
          <a:p>
            <a:pPr indent="-311150" lvl="0" marL="457200" rtl="0" algn="l">
              <a:spcBef>
                <a:spcPts val="0"/>
              </a:spcBef>
              <a:spcAft>
                <a:spcPts val="0"/>
              </a:spcAft>
              <a:buSzPts val="1300"/>
              <a:buChar char="●"/>
            </a:pPr>
            <a:r>
              <a:rPr lang="en" sz="1300"/>
              <a:t>Everything runs in the cloud/We moved to the cloud</a:t>
            </a:r>
            <a:endParaRPr sz="1300"/>
          </a:p>
          <a:p>
            <a:pPr indent="-311150" lvl="0" marL="457200" rtl="0" algn="l">
              <a:spcBef>
                <a:spcPts val="0"/>
              </a:spcBef>
              <a:spcAft>
                <a:spcPts val="0"/>
              </a:spcAft>
              <a:buSzPts val="1300"/>
              <a:buChar char="●"/>
            </a:pPr>
            <a:r>
              <a:rPr lang="en" sz="1300"/>
              <a:t>We have adopted modern application development methods</a:t>
            </a:r>
            <a:endParaRPr sz="1300"/>
          </a:p>
          <a:p>
            <a:pPr indent="-311150" lvl="0" marL="457200" rtl="0" algn="l">
              <a:spcBef>
                <a:spcPts val="0"/>
              </a:spcBef>
              <a:spcAft>
                <a:spcPts val="0"/>
              </a:spcAft>
              <a:buSzPts val="1300"/>
              <a:buChar char="●"/>
            </a:pPr>
            <a:r>
              <a:rPr lang="en" sz="1300"/>
              <a:t>We use secure platforms</a:t>
            </a:r>
            <a:endParaRPr sz="1300"/>
          </a:p>
          <a:p>
            <a:pPr indent="-311150" lvl="0" marL="457200" rtl="0" algn="l">
              <a:spcBef>
                <a:spcPts val="0"/>
              </a:spcBef>
              <a:spcAft>
                <a:spcPts val="0"/>
              </a:spcAft>
              <a:buSzPts val="1300"/>
              <a:buChar char="●"/>
            </a:pPr>
            <a:r>
              <a:rPr lang="en" sz="1300"/>
              <a:t>We need to ensure software on our platforms comes from trusted sources</a:t>
            </a:r>
            <a:endParaRPr sz="1300"/>
          </a:p>
          <a:p>
            <a:pPr indent="-311150" lvl="0" marL="457200" rtl="0" algn="l">
              <a:spcBef>
                <a:spcPts val="0"/>
              </a:spcBef>
              <a:spcAft>
                <a:spcPts val="0"/>
              </a:spcAft>
              <a:buSzPts val="1300"/>
              <a:buChar char="●"/>
            </a:pPr>
            <a:r>
              <a:rPr lang="en" sz="1300">
                <a:solidFill>
                  <a:schemeClr val="dk1"/>
                </a:solidFill>
              </a:rPr>
              <a:t>We use </a:t>
            </a:r>
            <a:r>
              <a:rPr lang="en" sz="1300">
                <a:solidFill>
                  <a:schemeClr val="dk1"/>
                </a:solidFill>
              </a:rPr>
              <a:t>Automation as standard to ensure consistency, efficiency, and scalability of our teams</a:t>
            </a:r>
            <a:endParaRPr sz="1300"/>
          </a:p>
        </p:txBody>
      </p:sp>
      <p:sp>
        <p:nvSpPr>
          <p:cNvPr id="1658" name="Google Shape;1658;p116"/>
          <p:cNvSpPr txBox="1"/>
          <p:nvPr>
            <p:ph idx="3" type="body"/>
          </p:nvPr>
        </p:nvSpPr>
        <p:spPr>
          <a:xfrm>
            <a:off x="8066400" y="1980475"/>
            <a:ext cx="3240600" cy="4332900"/>
          </a:xfrm>
          <a:prstGeom prst="rect">
            <a:avLst/>
          </a:prstGeom>
        </p:spPr>
        <p:txBody>
          <a:bodyPr anchorCtr="0" anchor="t" bIns="0" lIns="0" spcFirstLastPara="1" rIns="0" wrap="square" tIns="0">
            <a:noAutofit/>
          </a:bodyPr>
          <a:lstStyle/>
          <a:p>
            <a:pPr indent="0" lvl="0" marL="0" rtl="0" algn="l">
              <a:spcBef>
                <a:spcPts val="1000"/>
              </a:spcBef>
              <a:spcAft>
                <a:spcPts val="0"/>
              </a:spcAft>
              <a:buNone/>
            </a:pPr>
            <a:r>
              <a:rPr b="1" lang="en" sz="1300"/>
              <a:t>Operational</a:t>
            </a:r>
            <a:endParaRPr b="1" sz="1300"/>
          </a:p>
          <a:p>
            <a:pPr indent="-311150" lvl="0" marL="457200" rtl="0" algn="l">
              <a:spcBef>
                <a:spcPts val="1000"/>
              </a:spcBef>
              <a:spcAft>
                <a:spcPts val="0"/>
              </a:spcAft>
              <a:buSzPts val="1300"/>
              <a:buChar char="●"/>
            </a:pPr>
            <a:r>
              <a:rPr lang="en" sz="1300"/>
              <a:t>My systems ran out of support / I need to prolong the support lifecycle</a:t>
            </a:r>
            <a:endParaRPr sz="1300"/>
          </a:p>
          <a:p>
            <a:pPr indent="-311150" lvl="0" marL="457200" rtl="0" algn="l">
              <a:spcBef>
                <a:spcPts val="0"/>
              </a:spcBef>
              <a:spcAft>
                <a:spcPts val="0"/>
              </a:spcAft>
              <a:buSzPts val="1300"/>
              <a:buChar char="●"/>
            </a:pPr>
            <a:r>
              <a:rPr lang="en" sz="1300"/>
              <a:t>I need to migrate to a vendor supported solution</a:t>
            </a:r>
            <a:endParaRPr sz="1300"/>
          </a:p>
          <a:p>
            <a:pPr indent="-311150" lvl="0" marL="457200" rtl="0" algn="l">
              <a:spcBef>
                <a:spcPts val="0"/>
              </a:spcBef>
              <a:spcAft>
                <a:spcPts val="0"/>
              </a:spcAft>
              <a:buSzPts val="1300"/>
              <a:buChar char="●"/>
            </a:pPr>
            <a:r>
              <a:rPr lang="en" sz="1300"/>
              <a:t>The OS for critical application ‘X’ is out of support and needs to be upgraded</a:t>
            </a:r>
            <a:endParaRPr sz="1300"/>
          </a:p>
          <a:p>
            <a:pPr indent="-311150" lvl="0" marL="457200" rtl="0" algn="l">
              <a:spcBef>
                <a:spcPts val="0"/>
              </a:spcBef>
              <a:spcAft>
                <a:spcPts val="0"/>
              </a:spcAft>
              <a:buSzPts val="1300"/>
              <a:buChar char="●"/>
            </a:pPr>
            <a:r>
              <a:rPr lang="en" sz="1300"/>
              <a:t>My hardware is end of life</a:t>
            </a:r>
            <a:endParaRPr sz="1300"/>
          </a:p>
          <a:p>
            <a:pPr indent="-311150" lvl="0" marL="457200" rtl="0" algn="l">
              <a:spcBef>
                <a:spcPts val="0"/>
              </a:spcBef>
              <a:spcAft>
                <a:spcPts val="0"/>
              </a:spcAft>
              <a:buSzPts val="1300"/>
              <a:buChar char="●"/>
            </a:pPr>
            <a:r>
              <a:rPr lang="en" sz="1300"/>
              <a:t>I need to manage software lifecycle</a:t>
            </a:r>
            <a:endParaRPr sz="1300"/>
          </a:p>
          <a:p>
            <a:pPr indent="-311150" lvl="0" marL="457200" rtl="0" algn="l">
              <a:spcBef>
                <a:spcPts val="0"/>
              </a:spcBef>
              <a:spcAft>
                <a:spcPts val="0"/>
              </a:spcAft>
              <a:buSzPts val="1300"/>
              <a:buChar char="●"/>
            </a:pPr>
            <a:r>
              <a:rPr lang="en" sz="1300"/>
              <a:t>I need to modernize a monolithic application</a:t>
            </a:r>
            <a:endParaRPr sz="1300"/>
          </a:p>
          <a:p>
            <a:pPr indent="-311150" lvl="0" marL="457200" rtl="0" algn="l">
              <a:spcBef>
                <a:spcPts val="0"/>
              </a:spcBef>
              <a:spcAft>
                <a:spcPts val="0"/>
              </a:spcAft>
              <a:buSzPts val="1300"/>
              <a:buChar char="●"/>
            </a:pPr>
            <a:r>
              <a:rPr lang="en" sz="1300"/>
              <a:t>I want to do less firefighting and create value</a:t>
            </a:r>
            <a:endParaRPr sz="1300"/>
          </a:p>
        </p:txBody>
      </p:sp>
      <p:sp>
        <p:nvSpPr>
          <p:cNvPr id="1659" name="Google Shape;1659;p116"/>
          <p:cNvSpPr txBox="1"/>
          <p:nvPr>
            <p:ph idx="5" type="subTitle"/>
          </p:nvPr>
        </p:nvSpPr>
        <p:spPr>
          <a:xfrm>
            <a:off x="885125" y="1653550"/>
            <a:ext cx="10422000" cy="2919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Organisational reasons to implement RH ISAM</a:t>
            </a:r>
            <a:endParaRPr/>
          </a:p>
        </p:txBody>
      </p:sp>
      <p:sp>
        <p:nvSpPr>
          <p:cNvPr id="1660" name="Google Shape;1660;p116"/>
          <p:cNvSpPr txBox="1"/>
          <p:nvPr>
            <p:ph idx="3" type="body"/>
          </p:nvPr>
        </p:nvSpPr>
        <p:spPr>
          <a:xfrm>
            <a:off x="4444700" y="1980475"/>
            <a:ext cx="3240600" cy="4189200"/>
          </a:xfrm>
          <a:prstGeom prst="rect">
            <a:avLst/>
          </a:prstGeom>
        </p:spPr>
        <p:txBody>
          <a:bodyPr anchorCtr="0" anchor="t" bIns="0" lIns="0" spcFirstLastPara="1" rIns="0" wrap="square" tIns="0">
            <a:noAutofit/>
          </a:bodyPr>
          <a:lstStyle/>
          <a:p>
            <a:pPr indent="0" lvl="0" marL="0" rtl="0" algn="l">
              <a:spcBef>
                <a:spcPts val="1000"/>
              </a:spcBef>
              <a:spcAft>
                <a:spcPts val="0"/>
              </a:spcAft>
              <a:buNone/>
            </a:pPr>
            <a:r>
              <a:rPr b="1" lang="en" sz="1300"/>
              <a:t>Tactical</a:t>
            </a:r>
            <a:endParaRPr b="1" sz="1300"/>
          </a:p>
          <a:p>
            <a:pPr indent="-311150" lvl="0" marL="457200" marR="0" rtl="0" algn="l">
              <a:lnSpc>
                <a:spcPct val="135000"/>
              </a:lnSpc>
              <a:spcBef>
                <a:spcPts val="1000"/>
              </a:spcBef>
              <a:spcAft>
                <a:spcPts val="0"/>
              </a:spcAft>
              <a:buSzPts val="1300"/>
              <a:buChar char="●"/>
            </a:pPr>
            <a:r>
              <a:rPr lang="en" sz="1300">
                <a:solidFill>
                  <a:schemeClr val="dk1"/>
                </a:solidFill>
              </a:rPr>
              <a:t>All systems should have a vendor supporting them</a:t>
            </a:r>
            <a:endParaRPr sz="1300">
              <a:solidFill>
                <a:schemeClr val="dk1"/>
              </a:solidFill>
            </a:endParaRPr>
          </a:p>
          <a:p>
            <a:pPr indent="-311150" lvl="0" marL="457200" rtl="0" algn="l">
              <a:spcBef>
                <a:spcPts val="0"/>
              </a:spcBef>
              <a:spcAft>
                <a:spcPts val="0"/>
              </a:spcAft>
              <a:buSzPts val="1300"/>
              <a:buChar char="●"/>
            </a:pPr>
            <a:r>
              <a:rPr lang="en" sz="1300">
                <a:solidFill>
                  <a:schemeClr val="dk1"/>
                </a:solidFill>
              </a:rPr>
              <a:t>Applications need to be adapted to cloud deployment</a:t>
            </a:r>
            <a:endParaRPr sz="1300">
              <a:solidFill>
                <a:schemeClr val="dk1"/>
              </a:solidFill>
            </a:endParaRPr>
          </a:p>
          <a:p>
            <a:pPr indent="-311150" lvl="0" marL="457200" marR="0" rtl="0" algn="l">
              <a:lnSpc>
                <a:spcPct val="135000"/>
              </a:lnSpc>
              <a:spcBef>
                <a:spcPts val="0"/>
              </a:spcBef>
              <a:spcAft>
                <a:spcPts val="0"/>
              </a:spcAft>
              <a:buSzPts val="1300"/>
              <a:buChar char="●"/>
            </a:pPr>
            <a:r>
              <a:rPr lang="en" sz="1300">
                <a:solidFill>
                  <a:schemeClr val="dk1"/>
                </a:solidFill>
              </a:rPr>
              <a:t>Our monolithic applications need to be modernized</a:t>
            </a:r>
            <a:endParaRPr sz="1300">
              <a:solidFill>
                <a:schemeClr val="dk1"/>
              </a:solidFill>
            </a:endParaRPr>
          </a:p>
          <a:p>
            <a:pPr indent="-311150" lvl="0" marL="457200" rtl="0" algn="l">
              <a:spcBef>
                <a:spcPts val="0"/>
              </a:spcBef>
              <a:spcAft>
                <a:spcPts val="0"/>
              </a:spcAft>
              <a:buSzPts val="1300"/>
              <a:buChar char="●"/>
            </a:pPr>
            <a:r>
              <a:rPr lang="en" sz="1300">
                <a:solidFill>
                  <a:schemeClr val="dk1"/>
                </a:solidFill>
              </a:rPr>
              <a:t>We need to update our hardware / software frequently to stay secure</a:t>
            </a:r>
            <a:endParaRPr sz="1300">
              <a:solidFill>
                <a:schemeClr val="dk1"/>
              </a:solidFill>
            </a:endParaRPr>
          </a:p>
          <a:p>
            <a:pPr indent="-311150" lvl="0" marL="457200" rtl="0" algn="l">
              <a:spcBef>
                <a:spcPts val="0"/>
              </a:spcBef>
              <a:spcAft>
                <a:spcPts val="0"/>
              </a:spcAft>
              <a:buSzPts val="1300"/>
              <a:buChar char="●"/>
            </a:pPr>
            <a:r>
              <a:rPr lang="en" sz="1300">
                <a:solidFill>
                  <a:schemeClr val="dk1"/>
                </a:solidFill>
              </a:rPr>
              <a:t>Our systems and software must comply with our security and compliance standards</a:t>
            </a:r>
            <a:endParaRPr sz="1300">
              <a:solidFill>
                <a:schemeClr val="dk1"/>
              </a:solidFill>
            </a:endParaRPr>
          </a:p>
          <a:p>
            <a:pPr indent="-311150" lvl="0" marL="457200" marR="0" rtl="0" algn="l">
              <a:lnSpc>
                <a:spcPct val="135000"/>
              </a:lnSpc>
              <a:spcBef>
                <a:spcPts val="0"/>
              </a:spcBef>
              <a:spcAft>
                <a:spcPts val="0"/>
              </a:spcAft>
              <a:buSzPts val="1300"/>
              <a:buChar char="●"/>
            </a:pPr>
            <a:r>
              <a:rPr lang="en" sz="1300">
                <a:solidFill>
                  <a:schemeClr val="dk1"/>
                </a:solidFill>
              </a:rPr>
              <a:t>We need to free up administration time to focus on modernizing infrastructure</a:t>
            </a:r>
            <a:endParaRPr sz="13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4" name="Shape 1664"/>
        <p:cNvGrpSpPr/>
        <p:nvPr/>
      </p:nvGrpSpPr>
      <p:grpSpPr>
        <a:xfrm>
          <a:off x="0" y="0"/>
          <a:ext cx="0" cy="0"/>
          <a:chOff x="0" y="0"/>
          <a:chExt cx="0" cy="0"/>
        </a:xfrm>
      </p:grpSpPr>
      <p:sp>
        <p:nvSpPr>
          <p:cNvPr id="1665" name="Google Shape;1665;p117"/>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1666" name="Google Shape;1666;p11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667" name="Google Shape;1667;p117"/>
          <p:cNvSpPr txBox="1"/>
          <p:nvPr>
            <p:ph idx="3" type="body"/>
          </p:nvPr>
        </p:nvSpPr>
        <p:spPr>
          <a:xfrm>
            <a:off x="2438400" y="2286000"/>
            <a:ext cx="7315200" cy="3657600"/>
          </a:xfrm>
          <a:prstGeom prst="rect">
            <a:avLst/>
          </a:prstGeom>
        </p:spPr>
        <p:txBody>
          <a:bodyPr anchorCtr="0" anchor="t" bIns="0" lIns="0" spcFirstLastPara="1" rIns="0" wrap="square" tIns="0">
            <a:noAutofit/>
          </a:bodyPr>
          <a:lstStyle/>
          <a:p>
            <a:pPr indent="-342900" lvl="0" marL="457200" rtl="0" algn="l">
              <a:spcBef>
                <a:spcPts val="1000"/>
              </a:spcBef>
              <a:spcAft>
                <a:spcPts val="0"/>
              </a:spcAft>
              <a:buSzPts val="1800"/>
              <a:buChar char="●"/>
            </a:pPr>
            <a:r>
              <a:rPr lang="en"/>
              <a:t>Workloads continues to grow</a:t>
            </a:r>
            <a:endParaRPr/>
          </a:p>
          <a:p>
            <a:pPr indent="-342900" lvl="0" marL="457200" rtl="0" algn="l">
              <a:spcBef>
                <a:spcPts val="0"/>
              </a:spcBef>
              <a:spcAft>
                <a:spcPts val="0"/>
              </a:spcAft>
              <a:buSzPts val="1800"/>
              <a:buChar char="●"/>
            </a:pPr>
            <a:r>
              <a:rPr lang="en"/>
              <a:t>Workforce continues to decline</a:t>
            </a:r>
            <a:endParaRPr/>
          </a:p>
          <a:p>
            <a:pPr indent="-342900" lvl="0" marL="457200" rtl="0" algn="l">
              <a:spcBef>
                <a:spcPts val="0"/>
              </a:spcBef>
              <a:spcAft>
                <a:spcPts val="0"/>
              </a:spcAft>
              <a:buSzPts val="1800"/>
              <a:buChar char="●"/>
            </a:pPr>
            <a:r>
              <a:rPr lang="en"/>
              <a:t>Responsibilities become unclear</a:t>
            </a:r>
            <a:endParaRPr/>
          </a:p>
          <a:p>
            <a:pPr indent="-342900" lvl="0" marL="457200" rtl="0" algn="l">
              <a:spcBef>
                <a:spcPts val="0"/>
              </a:spcBef>
              <a:spcAft>
                <a:spcPts val="0"/>
              </a:spcAft>
              <a:buSzPts val="1800"/>
              <a:buChar char="●"/>
            </a:pPr>
            <a:r>
              <a:rPr lang="en"/>
              <a:t>Demand for accountability and auditability grows</a:t>
            </a:r>
            <a:endParaRPr/>
          </a:p>
          <a:p>
            <a:pPr indent="-342900" lvl="0" marL="457200" rtl="0" algn="l">
              <a:spcBef>
                <a:spcPts val="0"/>
              </a:spcBef>
              <a:spcAft>
                <a:spcPts val="0"/>
              </a:spcAft>
              <a:buSzPts val="1800"/>
              <a:buChar char="●"/>
            </a:pPr>
            <a:r>
              <a:rPr lang="en"/>
              <a:t>Quality becomes an issue</a:t>
            </a:r>
            <a:endParaRPr/>
          </a:p>
          <a:p>
            <a:pPr indent="-342900" lvl="0" marL="457200" rtl="0" algn="l">
              <a:spcBef>
                <a:spcPts val="0"/>
              </a:spcBef>
              <a:spcAft>
                <a:spcPts val="0"/>
              </a:spcAft>
              <a:buSzPts val="1800"/>
              <a:buChar char="●"/>
            </a:pPr>
            <a:r>
              <a:rPr lang="en"/>
              <a:t>As a consequence, customers start to leave, revenue declines</a:t>
            </a:r>
            <a:endParaRPr/>
          </a:p>
          <a:p>
            <a:pPr indent="-342900" lvl="0" marL="457200" rtl="0" algn="l">
              <a:spcBef>
                <a:spcPts val="0"/>
              </a:spcBef>
              <a:spcAft>
                <a:spcPts val="0"/>
              </a:spcAft>
              <a:buSzPts val="1800"/>
              <a:buChar char="●"/>
            </a:pPr>
            <a:r>
              <a:rPr lang="en"/>
              <a:t>Support is no longer a given</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668" name="Google Shape;1668;p117"/>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General</a:t>
            </a:r>
            <a:r>
              <a:rPr lang="en"/>
              <a:t> challenges</a:t>
            </a:r>
            <a:endParaRPr/>
          </a:p>
        </p:txBody>
      </p:sp>
      <p:pic>
        <p:nvPicPr>
          <p:cNvPr id="1669" name="Google Shape;1669;p117">
            <a:hlinkClick r:id="rId3"/>
          </p:cNvPr>
          <p:cNvPicPr preferRelativeResize="0"/>
          <p:nvPr/>
        </p:nvPicPr>
        <p:blipFill>
          <a:blip r:embed="rId4">
            <a:alphaModFix/>
          </a:blip>
          <a:stretch>
            <a:fillRect/>
          </a:stretch>
        </p:blipFill>
        <p:spPr>
          <a:xfrm>
            <a:off x="8447225" y="1782675"/>
            <a:ext cx="3567324" cy="2512523"/>
          </a:xfrm>
          <a:prstGeom prst="rect">
            <a:avLst/>
          </a:prstGeom>
          <a:noFill/>
          <a:ln>
            <a:noFill/>
          </a:ln>
        </p:spPr>
      </p:pic>
      <p:sp>
        <p:nvSpPr>
          <p:cNvPr id="1670" name="Google Shape;1670;p117"/>
          <p:cNvSpPr txBox="1"/>
          <p:nvPr/>
        </p:nvSpPr>
        <p:spPr>
          <a:xfrm>
            <a:off x="737475" y="5081575"/>
            <a:ext cx="10995300" cy="8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2"/>
                </a:solidFill>
                <a:latin typeface="Red Hat Display SemiBold"/>
                <a:ea typeface="Red Hat Display SemiBold"/>
                <a:cs typeface="Red Hat Display SemiBold"/>
                <a:sym typeface="Red Hat Display SemiBold"/>
              </a:rPr>
              <a:t>Staff and application workloads are buckling under the burden of technical debt. The migration to cloud is taking too long. There are skill and infrastructure gaps that are preventing container native adoption.</a:t>
            </a:r>
            <a:endParaRPr sz="1800">
              <a:solidFill>
                <a:schemeClr val="accent2"/>
              </a:solidFill>
              <a:latin typeface="Red Hat Display SemiBold"/>
              <a:ea typeface="Red Hat Display SemiBold"/>
              <a:cs typeface="Red Hat Display SemiBold"/>
              <a:sym typeface="Red Hat Display SemiBo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4" name="Shape 1674"/>
        <p:cNvGrpSpPr/>
        <p:nvPr/>
      </p:nvGrpSpPr>
      <p:grpSpPr>
        <a:xfrm>
          <a:off x="0" y="0"/>
          <a:ext cx="0" cy="0"/>
          <a:chOff x="0" y="0"/>
          <a:chExt cx="0" cy="0"/>
        </a:xfrm>
      </p:grpSpPr>
      <p:sp>
        <p:nvSpPr>
          <p:cNvPr id="1675" name="Google Shape;1675;p118"/>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1676" name="Google Shape;1676;p11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677" name="Google Shape;1677;p118"/>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Challenges </a:t>
            </a:r>
            <a:r>
              <a:rPr lang="en"/>
              <a:t>of managing technical debt</a:t>
            </a:r>
            <a:endParaRPr/>
          </a:p>
        </p:txBody>
      </p:sp>
      <p:sp>
        <p:nvSpPr>
          <p:cNvPr id="1678" name="Google Shape;1678;p118"/>
          <p:cNvSpPr txBox="1"/>
          <p:nvPr>
            <p:ph idx="4294967295" type="subTitle"/>
          </p:nvPr>
        </p:nvSpPr>
        <p:spPr>
          <a:xfrm>
            <a:off x="885125" y="1653550"/>
            <a:ext cx="10422000" cy="291900"/>
          </a:xfrm>
          <a:prstGeom prst="rect">
            <a:avLst/>
          </a:prstGeom>
        </p:spPr>
        <p:txBody>
          <a:bodyPr anchorCtr="0" anchor="t" bIns="0" lIns="0" spcFirstLastPara="1" rIns="0" wrap="square" tIns="0">
            <a:noAutofit/>
          </a:bodyPr>
          <a:lstStyle/>
          <a:p>
            <a:pPr indent="0" lvl="0" marL="0" rtl="0" algn="ctr">
              <a:spcBef>
                <a:spcPts val="0"/>
              </a:spcBef>
              <a:spcAft>
                <a:spcPts val="500"/>
              </a:spcAft>
              <a:buClr>
                <a:schemeClr val="dk1"/>
              </a:buClr>
              <a:buSzPts val="1100"/>
              <a:buFont typeface="Arial"/>
              <a:buNone/>
            </a:pPr>
            <a:r>
              <a:rPr lang="en">
                <a:solidFill>
                  <a:schemeClr val="accent1"/>
                </a:solidFill>
              </a:rPr>
              <a:t>Operating Systems from 2007 and earlier</a:t>
            </a:r>
            <a:endParaRPr>
              <a:solidFill>
                <a:schemeClr val="accent1"/>
              </a:solidFill>
            </a:endParaRPr>
          </a:p>
        </p:txBody>
      </p:sp>
      <p:sp>
        <p:nvSpPr>
          <p:cNvPr id="1679" name="Google Shape;1679;p118"/>
          <p:cNvSpPr txBox="1"/>
          <p:nvPr>
            <p:ph idx="3" type="body"/>
          </p:nvPr>
        </p:nvSpPr>
        <p:spPr>
          <a:xfrm>
            <a:off x="2438400" y="2286000"/>
            <a:ext cx="7315200" cy="3657600"/>
          </a:xfrm>
          <a:prstGeom prst="rect">
            <a:avLst/>
          </a:prstGeom>
        </p:spPr>
        <p:txBody>
          <a:bodyPr anchorCtr="0" anchor="t" bIns="0" lIns="0" spcFirstLastPara="1" rIns="0" wrap="square" tIns="0">
            <a:noAutofit/>
          </a:bodyPr>
          <a:lstStyle/>
          <a:p>
            <a:pPr indent="-330200" lvl="0" marL="457200" rtl="0" algn="l">
              <a:spcBef>
                <a:spcPts val="1000"/>
              </a:spcBef>
              <a:spcAft>
                <a:spcPts val="0"/>
              </a:spcAft>
              <a:buSzPts val="1600"/>
              <a:buChar char="●"/>
            </a:pPr>
            <a:r>
              <a:rPr lang="en" sz="1600"/>
              <a:t>Managed</a:t>
            </a:r>
            <a:r>
              <a:rPr lang="en" sz="1600"/>
              <a:t> system software is reaching / has reached end of life</a:t>
            </a:r>
            <a:r>
              <a:rPr lang="en" sz="1600"/>
              <a:t>:</a:t>
            </a:r>
            <a:endParaRPr sz="1600"/>
          </a:p>
          <a:p>
            <a:pPr indent="-330200" lvl="1" marL="914400" rtl="0" algn="l">
              <a:spcBef>
                <a:spcPts val="0"/>
              </a:spcBef>
              <a:spcAft>
                <a:spcPts val="0"/>
              </a:spcAft>
              <a:buSzPts val="1600"/>
              <a:buChar char="○"/>
            </a:pPr>
            <a:r>
              <a:rPr lang="en" sz="1600"/>
              <a:t>New hardware </a:t>
            </a:r>
            <a:r>
              <a:rPr lang="en" sz="1600"/>
              <a:t>is</a:t>
            </a:r>
            <a:r>
              <a:rPr lang="en" sz="1600"/>
              <a:t> not support</a:t>
            </a:r>
            <a:r>
              <a:rPr lang="en" sz="1600"/>
              <a:t>ed </a:t>
            </a:r>
            <a:endParaRPr sz="1600"/>
          </a:p>
          <a:p>
            <a:pPr indent="-330200" lvl="1" marL="914400" rtl="0" algn="l">
              <a:spcBef>
                <a:spcPts val="0"/>
              </a:spcBef>
              <a:spcAft>
                <a:spcPts val="0"/>
              </a:spcAft>
              <a:buSzPts val="1600"/>
              <a:buChar char="○"/>
            </a:pPr>
            <a:r>
              <a:rPr lang="en" sz="1600"/>
              <a:t>Application requirements surpass what </a:t>
            </a:r>
            <a:r>
              <a:rPr lang="en" sz="1600"/>
              <a:t>it</a:t>
            </a:r>
            <a:r>
              <a:rPr lang="en" sz="1600"/>
              <a:t> can </a:t>
            </a:r>
            <a:r>
              <a:rPr lang="en" sz="1600"/>
              <a:t>offer</a:t>
            </a:r>
            <a:endParaRPr sz="1600"/>
          </a:p>
          <a:p>
            <a:pPr indent="-330200" lvl="1" marL="914400" rtl="0" algn="l">
              <a:spcBef>
                <a:spcPts val="0"/>
              </a:spcBef>
              <a:spcAft>
                <a:spcPts val="0"/>
              </a:spcAft>
              <a:buSzPts val="1600"/>
              <a:buChar char="○"/>
            </a:pPr>
            <a:r>
              <a:rPr lang="en" sz="1600"/>
              <a:t>Customer needs to be in support for XX years to come</a:t>
            </a:r>
            <a:endParaRPr sz="1600"/>
          </a:p>
          <a:p>
            <a:pPr indent="-330200" lvl="0" marL="457200" rtl="0" algn="l">
              <a:spcBef>
                <a:spcPts val="0"/>
              </a:spcBef>
              <a:spcAft>
                <a:spcPts val="0"/>
              </a:spcAft>
              <a:buSzPts val="1600"/>
              <a:buChar char="●"/>
            </a:pPr>
            <a:r>
              <a:rPr lang="en" sz="1600"/>
              <a:t>The application provider demands new versions to be able to provide support</a:t>
            </a:r>
            <a:endParaRPr sz="1600"/>
          </a:p>
          <a:p>
            <a:pPr indent="-330200" lvl="0" marL="457200" rtl="0" algn="l">
              <a:spcBef>
                <a:spcPts val="0"/>
              </a:spcBef>
              <a:spcAft>
                <a:spcPts val="0"/>
              </a:spcAft>
              <a:buSzPts val="1600"/>
              <a:buChar char="●"/>
            </a:pPr>
            <a:r>
              <a:rPr lang="en" sz="1600"/>
              <a:t>Modernisation to containers is not ready, support still required</a:t>
            </a:r>
            <a:endParaRPr sz="1600"/>
          </a:p>
          <a:p>
            <a:pPr indent="-330200" lvl="0" marL="457200" rtl="0" algn="l">
              <a:spcBef>
                <a:spcPts val="0"/>
              </a:spcBef>
              <a:spcAft>
                <a:spcPts val="0"/>
              </a:spcAft>
              <a:buSzPts val="1600"/>
              <a:buChar char="●"/>
            </a:pPr>
            <a:r>
              <a:rPr lang="en" sz="1600"/>
              <a:t>Application have been installed without complying to standard over the years</a:t>
            </a:r>
            <a:endParaRPr sz="1600"/>
          </a:p>
          <a:p>
            <a:pPr indent="-330200" lvl="0" marL="457200" rtl="0" algn="l">
              <a:spcBef>
                <a:spcPts val="0"/>
              </a:spcBef>
              <a:spcAft>
                <a:spcPts val="0"/>
              </a:spcAft>
              <a:buSzPts val="1600"/>
              <a:buChar char="●"/>
            </a:pPr>
            <a:r>
              <a:rPr lang="en" sz="1600">
                <a:solidFill>
                  <a:schemeClr val="dk1"/>
                </a:solidFill>
              </a:rPr>
              <a:t>Snowflakes rule the data centre</a:t>
            </a:r>
            <a:endParaRPr sz="1600">
              <a:solidFill>
                <a:schemeClr val="dk1"/>
              </a:solidFill>
            </a:endParaRPr>
          </a:p>
          <a:p>
            <a:pPr indent="0" lvl="0" marL="0" rtl="0" algn="l">
              <a:spcBef>
                <a:spcPts val="1000"/>
              </a:spcBef>
              <a:spcAft>
                <a:spcPts val="1000"/>
              </a:spcAft>
              <a:buNone/>
            </a:pPr>
            <a:r>
              <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3" name="Shape 1683"/>
        <p:cNvGrpSpPr/>
        <p:nvPr/>
      </p:nvGrpSpPr>
      <p:grpSpPr>
        <a:xfrm>
          <a:off x="0" y="0"/>
          <a:ext cx="0" cy="0"/>
          <a:chOff x="0" y="0"/>
          <a:chExt cx="0" cy="0"/>
        </a:xfrm>
      </p:grpSpPr>
      <p:sp>
        <p:nvSpPr>
          <p:cNvPr id="1684" name="Google Shape;1684;p11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1685" name="Google Shape;1685;p11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1686" name="Google Shape;1686;p119"/>
          <p:cNvPicPr preferRelativeResize="0"/>
          <p:nvPr/>
        </p:nvPicPr>
        <p:blipFill>
          <a:blip r:embed="rId3">
            <a:alphaModFix/>
          </a:blip>
          <a:stretch>
            <a:fillRect/>
          </a:stretch>
        </p:blipFill>
        <p:spPr>
          <a:xfrm>
            <a:off x="3478150" y="1945450"/>
            <a:ext cx="5322700" cy="4544649"/>
          </a:xfrm>
          <a:prstGeom prst="rect">
            <a:avLst/>
          </a:prstGeom>
          <a:noFill/>
          <a:ln>
            <a:noFill/>
          </a:ln>
        </p:spPr>
      </p:pic>
      <p:sp>
        <p:nvSpPr>
          <p:cNvPr id="1687" name="Google Shape;1687;p119"/>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Red Hat Enterprise Linux Life-cycle dates</a:t>
            </a:r>
            <a:endParaRPr/>
          </a:p>
        </p:txBody>
      </p:sp>
      <p:sp>
        <p:nvSpPr>
          <p:cNvPr id="1688" name="Google Shape;1688;p119"/>
          <p:cNvSpPr txBox="1"/>
          <p:nvPr>
            <p:ph idx="3" type="subTitle"/>
          </p:nvPr>
        </p:nvSpPr>
        <p:spPr>
          <a:xfrm>
            <a:off x="885125" y="1653550"/>
            <a:ext cx="10422000" cy="2919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Range: Earliest GA to Latest ELS end date</a:t>
            </a:r>
            <a:endParaRPr/>
          </a:p>
        </p:txBody>
      </p:sp>
      <p:sp>
        <p:nvSpPr>
          <p:cNvPr id="1689" name="Google Shape;1689;p119"/>
          <p:cNvSpPr txBox="1"/>
          <p:nvPr/>
        </p:nvSpPr>
        <p:spPr>
          <a:xfrm>
            <a:off x="885125" y="3510250"/>
            <a:ext cx="2202600" cy="145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accent2"/>
                </a:solidFill>
                <a:latin typeface="Red Hat Display"/>
                <a:ea typeface="Red Hat Display"/>
                <a:cs typeface="Red Hat Display"/>
                <a:sym typeface="Red Hat Display"/>
              </a:rPr>
              <a:t>2010 to 2035</a:t>
            </a:r>
            <a:endParaRPr b="1" sz="2100">
              <a:solidFill>
                <a:schemeClr val="accent2"/>
              </a:solidFill>
              <a:latin typeface="Red Hat Display"/>
              <a:ea typeface="Red Hat Display"/>
              <a:cs typeface="Red Hat Display"/>
              <a:sym typeface="Red Hat Display"/>
            </a:endParaRPr>
          </a:p>
          <a:p>
            <a:pPr indent="0" lvl="0" marL="0" rtl="0" algn="l">
              <a:spcBef>
                <a:spcPts val="0"/>
              </a:spcBef>
              <a:spcAft>
                <a:spcPts val="0"/>
              </a:spcAft>
              <a:buNone/>
            </a:pPr>
            <a:r>
              <a:t/>
            </a:r>
            <a:endParaRPr b="1" sz="2100">
              <a:solidFill>
                <a:schemeClr val="accent2"/>
              </a:solidFill>
              <a:latin typeface="Red Hat Display"/>
              <a:ea typeface="Red Hat Display"/>
              <a:cs typeface="Red Hat Display"/>
              <a:sym typeface="Red Hat Display"/>
            </a:endParaRPr>
          </a:p>
          <a:p>
            <a:pPr indent="0" lvl="0" marL="0" rtl="0" algn="l">
              <a:spcBef>
                <a:spcPts val="0"/>
              </a:spcBef>
              <a:spcAft>
                <a:spcPts val="0"/>
              </a:spcAft>
              <a:buNone/>
            </a:pPr>
            <a:r>
              <a:rPr b="1" lang="en" sz="2100">
                <a:solidFill>
                  <a:schemeClr val="accent2"/>
                </a:solidFill>
                <a:latin typeface="Red Hat Display"/>
                <a:ea typeface="Red Hat Display"/>
                <a:cs typeface="Red Hat Display"/>
                <a:sym typeface="Red Hat Display"/>
              </a:rPr>
              <a:t>= 25 years</a:t>
            </a:r>
            <a:endParaRPr b="1" sz="2100">
              <a:solidFill>
                <a:schemeClr val="accent2"/>
              </a:solidFill>
              <a:latin typeface="Red Hat Display"/>
              <a:ea typeface="Red Hat Display"/>
              <a:cs typeface="Red Hat Display"/>
              <a:sym typeface="Red Hat Display"/>
            </a:endParaRPr>
          </a:p>
        </p:txBody>
      </p:sp>
      <p:sp>
        <p:nvSpPr>
          <p:cNvPr id="1690" name="Google Shape;1690;p119"/>
          <p:cNvSpPr txBox="1"/>
          <p:nvPr/>
        </p:nvSpPr>
        <p:spPr>
          <a:xfrm>
            <a:off x="9267125" y="3510250"/>
            <a:ext cx="2202600" cy="145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accent2"/>
                </a:solidFill>
                <a:latin typeface="Red Hat Display"/>
                <a:ea typeface="Red Hat Display"/>
                <a:cs typeface="Red Hat Display"/>
                <a:sym typeface="Red Hat Display"/>
              </a:rPr>
              <a:t>Customers and Red Hat want to shrink this gap</a:t>
            </a:r>
            <a:endParaRPr b="1" sz="2100">
              <a:solidFill>
                <a:schemeClr val="accent2"/>
              </a:solidFill>
              <a:latin typeface="Red Hat Display"/>
              <a:ea typeface="Red Hat Display"/>
              <a:cs typeface="Red Hat Display"/>
              <a:sym typeface="Red Hat Display"/>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4" name="Shape 1694"/>
        <p:cNvGrpSpPr/>
        <p:nvPr/>
      </p:nvGrpSpPr>
      <p:grpSpPr>
        <a:xfrm>
          <a:off x="0" y="0"/>
          <a:ext cx="0" cy="0"/>
          <a:chOff x="0" y="0"/>
          <a:chExt cx="0" cy="0"/>
        </a:xfrm>
      </p:grpSpPr>
      <p:sp>
        <p:nvSpPr>
          <p:cNvPr id="1695" name="Google Shape;1695;p12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696" name="Google Shape;1696;p120"/>
          <p:cNvSpPr txBox="1"/>
          <p:nvPr>
            <p:ph type="title"/>
          </p:nvPr>
        </p:nvSpPr>
        <p:spPr>
          <a:xfrm>
            <a:off x="1818275" y="787950"/>
            <a:ext cx="8009400" cy="341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Who is invested in ensuring success?</a:t>
            </a:r>
            <a:endParaRPr/>
          </a:p>
        </p:txBody>
      </p:sp>
      <p:sp>
        <p:nvSpPr>
          <p:cNvPr id="1697" name="Google Shape;1697;p120"/>
          <p:cNvSpPr txBox="1"/>
          <p:nvPr/>
        </p:nvSpPr>
        <p:spPr>
          <a:xfrm>
            <a:off x="1548550" y="3592922"/>
            <a:ext cx="1871400" cy="12150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None/>
            </a:pPr>
            <a:r>
              <a:rPr lang="en">
                <a:latin typeface="Red Hat Display"/>
                <a:ea typeface="Red Hat Display"/>
                <a:cs typeface="Red Hat Display"/>
                <a:sym typeface="Red Hat Display"/>
              </a:rPr>
              <a:t>We need to manage, maintain and automate my Linux platforms to improve my quality of services.</a:t>
            </a:r>
            <a:endParaRPr>
              <a:latin typeface="Red Hat Display"/>
              <a:ea typeface="Red Hat Display"/>
              <a:cs typeface="Red Hat Display"/>
              <a:sym typeface="Red Hat Display"/>
            </a:endParaRPr>
          </a:p>
        </p:txBody>
      </p:sp>
      <p:sp>
        <p:nvSpPr>
          <p:cNvPr id="1698" name="Google Shape;1698;p120"/>
          <p:cNvSpPr txBox="1"/>
          <p:nvPr/>
        </p:nvSpPr>
        <p:spPr>
          <a:xfrm>
            <a:off x="1548550" y="5393930"/>
            <a:ext cx="1811400" cy="837000"/>
          </a:xfrm>
          <a:prstGeom prst="rect">
            <a:avLst/>
          </a:prstGeom>
          <a:noFill/>
          <a:ln>
            <a:noFill/>
          </a:ln>
        </p:spPr>
        <p:txBody>
          <a:bodyPr anchorCtr="0" anchor="t" bIns="0" lIns="0" spcFirstLastPara="1" rIns="0" wrap="square" tIns="0">
            <a:noAutofit/>
          </a:bodyPr>
          <a:lstStyle/>
          <a:p>
            <a:pPr indent="0" lvl="0" marL="0" rtl="0" algn="l">
              <a:lnSpc>
                <a:spcPct val="135000"/>
              </a:lnSpc>
              <a:spcBef>
                <a:spcPts val="0"/>
              </a:spcBef>
              <a:spcAft>
                <a:spcPts val="0"/>
              </a:spcAft>
              <a:buNone/>
            </a:pPr>
            <a:r>
              <a:rPr lang="en" sz="1700">
                <a:latin typeface="Red Hat Display Medium"/>
                <a:ea typeface="Red Hat Display Medium"/>
                <a:cs typeface="Red Hat Display Medium"/>
                <a:sym typeface="Red Hat Display Medium"/>
              </a:rPr>
              <a:t>Linux Admin</a:t>
            </a:r>
            <a:endParaRPr sz="1700">
              <a:latin typeface="Red Hat Display Medium"/>
              <a:ea typeface="Red Hat Display Medium"/>
              <a:cs typeface="Red Hat Display Medium"/>
              <a:sym typeface="Red Hat Display Medium"/>
            </a:endParaRPr>
          </a:p>
        </p:txBody>
      </p:sp>
      <p:sp>
        <p:nvSpPr>
          <p:cNvPr id="1699" name="Google Shape;1699;p120"/>
          <p:cNvSpPr txBox="1"/>
          <p:nvPr/>
        </p:nvSpPr>
        <p:spPr>
          <a:xfrm>
            <a:off x="1548550" y="2983998"/>
            <a:ext cx="699300" cy="51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5300">
                <a:solidFill>
                  <a:srgbClr val="EE0000"/>
                </a:solidFill>
                <a:latin typeface="Overpass Light"/>
                <a:ea typeface="Overpass Light"/>
                <a:cs typeface="Overpass Light"/>
                <a:sym typeface="Overpass Light"/>
              </a:rPr>
              <a:t>“”</a:t>
            </a:r>
            <a:endParaRPr sz="5300">
              <a:solidFill>
                <a:srgbClr val="EE0000"/>
              </a:solidFill>
              <a:latin typeface="Overpass Light"/>
              <a:ea typeface="Overpass Light"/>
              <a:cs typeface="Overpass Light"/>
              <a:sym typeface="Overpass Light"/>
            </a:endParaRPr>
          </a:p>
        </p:txBody>
      </p:sp>
      <p:sp>
        <p:nvSpPr>
          <p:cNvPr id="1700" name="Google Shape;1700;p120"/>
          <p:cNvSpPr txBox="1"/>
          <p:nvPr/>
        </p:nvSpPr>
        <p:spPr>
          <a:xfrm>
            <a:off x="3820105" y="3592922"/>
            <a:ext cx="1964100" cy="12150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None/>
            </a:pPr>
            <a:r>
              <a:rPr lang="en">
                <a:latin typeface="Red Hat Display"/>
                <a:ea typeface="Red Hat Display"/>
                <a:cs typeface="Red Hat Display"/>
                <a:sym typeface="Red Hat Display"/>
              </a:rPr>
              <a:t>We have to be able to manage more systems and comply to complex standards. We need to standardize and automate to do so.</a:t>
            </a:r>
            <a:endParaRPr>
              <a:latin typeface="Red Hat Display"/>
              <a:ea typeface="Red Hat Display"/>
              <a:cs typeface="Red Hat Display"/>
              <a:sym typeface="Red Hat Display"/>
            </a:endParaRPr>
          </a:p>
        </p:txBody>
      </p:sp>
      <p:sp>
        <p:nvSpPr>
          <p:cNvPr id="1701" name="Google Shape;1701;p120"/>
          <p:cNvSpPr txBox="1"/>
          <p:nvPr/>
        </p:nvSpPr>
        <p:spPr>
          <a:xfrm>
            <a:off x="3820105" y="5393930"/>
            <a:ext cx="1811400" cy="837000"/>
          </a:xfrm>
          <a:prstGeom prst="rect">
            <a:avLst/>
          </a:prstGeom>
          <a:noFill/>
          <a:ln>
            <a:noFill/>
          </a:ln>
        </p:spPr>
        <p:txBody>
          <a:bodyPr anchorCtr="0" anchor="t" bIns="0" lIns="0" spcFirstLastPara="1" rIns="0" wrap="square" tIns="0">
            <a:noAutofit/>
          </a:bodyPr>
          <a:lstStyle/>
          <a:p>
            <a:pPr indent="0" lvl="0" marL="0" rtl="0" algn="l">
              <a:lnSpc>
                <a:spcPct val="135000"/>
              </a:lnSpc>
              <a:spcBef>
                <a:spcPts val="0"/>
              </a:spcBef>
              <a:spcAft>
                <a:spcPts val="0"/>
              </a:spcAft>
              <a:buNone/>
            </a:pPr>
            <a:r>
              <a:rPr lang="en" sz="1700">
                <a:latin typeface="Red Hat Display Medium"/>
                <a:ea typeface="Red Hat Display Medium"/>
                <a:cs typeface="Red Hat Display Medium"/>
                <a:sym typeface="Red Hat Display Medium"/>
              </a:rPr>
              <a:t>Linux Admin Manager</a:t>
            </a:r>
            <a:endParaRPr sz="1700">
              <a:latin typeface="Red Hat Display Medium"/>
              <a:ea typeface="Red Hat Display Medium"/>
              <a:cs typeface="Red Hat Display Medium"/>
              <a:sym typeface="Red Hat Display Medium"/>
            </a:endParaRPr>
          </a:p>
        </p:txBody>
      </p:sp>
      <p:sp>
        <p:nvSpPr>
          <p:cNvPr id="1702" name="Google Shape;1702;p120"/>
          <p:cNvSpPr txBox="1"/>
          <p:nvPr/>
        </p:nvSpPr>
        <p:spPr>
          <a:xfrm>
            <a:off x="3820105" y="2983998"/>
            <a:ext cx="699300" cy="51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5300">
                <a:solidFill>
                  <a:srgbClr val="EE0000"/>
                </a:solidFill>
                <a:latin typeface="Overpass Light"/>
                <a:ea typeface="Overpass Light"/>
                <a:cs typeface="Overpass Light"/>
                <a:sym typeface="Overpass Light"/>
              </a:rPr>
              <a:t>“”</a:t>
            </a:r>
            <a:endParaRPr sz="5300">
              <a:solidFill>
                <a:srgbClr val="EE0000"/>
              </a:solidFill>
              <a:latin typeface="Overpass Light"/>
              <a:ea typeface="Overpass Light"/>
              <a:cs typeface="Overpass Light"/>
              <a:sym typeface="Overpass Light"/>
            </a:endParaRPr>
          </a:p>
        </p:txBody>
      </p:sp>
      <p:sp>
        <p:nvSpPr>
          <p:cNvPr id="1703" name="Google Shape;1703;p120"/>
          <p:cNvSpPr txBox="1"/>
          <p:nvPr/>
        </p:nvSpPr>
        <p:spPr>
          <a:xfrm>
            <a:off x="6082911" y="3592922"/>
            <a:ext cx="1964100" cy="12150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None/>
            </a:pPr>
            <a:r>
              <a:rPr lang="en">
                <a:latin typeface="Red Hat Display"/>
                <a:ea typeface="Red Hat Display"/>
                <a:cs typeface="Red Hat Display"/>
                <a:sym typeface="Red Hat Display"/>
              </a:rPr>
              <a:t>We cannot risk to be exposed to security risks. Systems that are not supported are a big risk.</a:t>
            </a:r>
            <a:endParaRPr>
              <a:latin typeface="Red Hat Display"/>
              <a:ea typeface="Red Hat Display"/>
              <a:cs typeface="Red Hat Display"/>
              <a:sym typeface="Red Hat Display"/>
            </a:endParaRPr>
          </a:p>
        </p:txBody>
      </p:sp>
      <p:sp>
        <p:nvSpPr>
          <p:cNvPr id="1704" name="Google Shape;1704;p120"/>
          <p:cNvSpPr txBox="1"/>
          <p:nvPr/>
        </p:nvSpPr>
        <p:spPr>
          <a:xfrm>
            <a:off x="6082950" y="5393925"/>
            <a:ext cx="1964100" cy="837000"/>
          </a:xfrm>
          <a:prstGeom prst="rect">
            <a:avLst/>
          </a:prstGeom>
          <a:noFill/>
          <a:ln>
            <a:noFill/>
          </a:ln>
        </p:spPr>
        <p:txBody>
          <a:bodyPr anchorCtr="0" anchor="t" bIns="0" lIns="0" spcFirstLastPara="1" rIns="0" wrap="square" tIns="0">
            <a:noAutofit/>
          </a:bodyPr>
          <a:lstStyle/>
          <a:p>
            <a:pPr indent="0" lvl="0" marL="0" rtl="0" algn="l">
              <a:lnSpc>
                <a:spcPct val="135000"/>
              </a:lnSpc>
              <a:spcBef>
                <a:spcPts val="0"/>
              </a:spcBef>
              <a:spcAft>
                <a:spcPts val="0"/>
              </a:spcAft>
              <a:buNone/>
            </a:pPr>
            <a:r>
              <a:rPr lang="en" sz="1700">
                <a:latin typeface="Red Hat Display Medium"/>
                <a:ea typeface="Red Hat Display Medium"/>
                <a:cs typeface="Red Hat Display Medium"/>
                <a:sym typeface="Red Hat Display Medium"/>
              </a:rPr>
              <a:t>Chief Information Security Officer</a:t>
            </a:r>
            <a:endParaRPr sz="1700">
              <a:latin typeface="Red Hat Display Medium"/>
              <a:ea typeface="Red Hat Display Medium"/>
              <a:cs typeface="Red Hat Display Medium"/>
              <a:sym typeface="Red Hat Display Medium"/>
            </a:endParaRPr>
          </a:p>
        </p:txBody>
      </p:sp>
      <p:sp>
        <p:nvSpPr>
          <p:cNvPr id="1705" name="Google Shape;1705;p120"/>
          <p:cNvSpPr txBox="1"/>
          <p:nvPr/>
        </p:nvSpPr>
        <p:spPr>
          <a:xfrm>
            <a:off x="6082920" y="2983998"/>
            <a:ext cx="699300" cy="51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5300">
                <a:solidFill>
                  <a:srgbClr val="EE0000"/>
                </a:solidFill>
                <a:latin typeface="Overpass Light"/>
                <a:ea typeface="Overpass Light"/>
                <a:cs typeface="Overpass Light"/>
                <a:sym typeface="Overpass Light"/>
              </a:rPr>
              <a:t>“”</a:t>
            </a:r>
            <a:endParaRPr sz="5300">
              <a:solidFill>
                <a:srgbClr val="EE0000"/>
              </a:solidFill>
              <a:latin typeface="Overpass Light"/>
              <a:ea typeface="Overpass Light"/>
              <a:cs typeface="Overpass Light"/>
              <a:sym typeface="Overpass Light"/>
            </a:endParaRPr>
          </a:p>
        </p:txBody>
      </p:sp>
      <p:cxnSp>
        <p:nvCxnSpPr>
          <p:cNvPr id="1706" name="Google Shape;1706;p120"/>
          <p:cNvCxnSpPr/>
          <p:nvPr/>
        </p:nvCxnSpPr>
        <p:spPr>
          <a:xfrm>
            <a:off x="3521754" y="3454978"/>
            <a:ext cx="0" cy="1777200"/>
          </a:xfrm>
          <a:prstGeom prst="straightConnector1">
            <a:avLst/>
          </a:prstGeom>
          <a:noFill/>
          <a:ln cap="flat" cmpd="sng" w="9525">
            <a:solidFill>
              <a:srgbClr val="595959"/>
            </a:solidFill>
            <a:prstDash val="dot"/>
            <a:round/>
            <a:headEnd len="med" w="med" type="none"/>
            <a:tailEnd len="med" w="med" type="none"/>
          </a:ln>
        </p:spPr>
      </p:cxnSp>
      <p:cxnSp>
        <p:nvCxnSpPr>
          <p:cNvPr id="1707" name="Google Shape;1707;p120"/>
          <p:cNvCxnSpPr/>
          <p:nvPr/>
        </p:nvCxnSpPr>
        <p:spPr>
          <a:xfrm>
            <a:off x="5832623" y="3454978"/>
            <a:ext cx="0" cy="1777200"/>
          </a:xfrm>
          <a:prstGeom prst="straightConnector1">
            <a:avLst/>
          </a:prstGeom>
          <a:noFill/>
          <a:ln cap="flat" cmpd="sng" w="9525">
            <a:solidFill>
              <a:srgbClr val="595959"/>
            </a:solidFill>
            <a:prstDash val="dot"/>
            <a:round/>
            <a:headEnd len="med" w="med" type="none"/>
            <a:tailEnd len="med" w="med" type="none"/>
          </a:ln>
        </p:spPr>
      </p:cxnSp>
      <p:sp>
        <p:nvSpPr>
          <p:cNvPr id="1708" name="Google Shape;1708;p120"/>
          <p:cNvSpPr txBox="1"/>
          <p:nvPr/>
        </p:nvSpPr>
        <p:spPr>
          <a:xfrm>
            <a:off x="8446401" y="3592922"/>
            <a:ext cx="1964100" cy="12150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None/>
            </a:pPr>
            <a:r>
              <a:rPr lang="en">
                <a:solidFill>
                  <a:schemeClr val="dk1"/>
                </a:solidFill>
                <a:latin typeface="Red Hat Display"/>
                <a:ea typeface="Red Hat Display"/>
                <a:cs typeface="Red Hat Display"/>
                <a:sym typeface="Red Hat Display"/>
              </a:rPr>
              <a:t>We have requirements to at any time have a up-to-date, fully and commercially supported estate.</a:t>
            </a:r>
            <a:endParaRPr>
              <a:latin typeface="Red Hat Display"/>
              <a:ea typeface="Red Hat Display"/>
              <a:cs typeface="Red Hat Display"/>
              <a:sym typeface="Red Hat Display"/>
            </a:endParaRPr>
          </a:p>
        </p:txBody>
      </p:sp>
      <p:sp>
        <p:nvSpPr>
          <p:cNvPr id="1709" name="Google Shape;1709;p120"/>
          <p:cNvSpPr txBox="1"/>
          <p:nvPr/>
        </p:nvSpPr>
        <p:spPr>
          <a:xfrm>
            <a:off x="8446429" y="5393930"/>
            <a:ext cx="1811400" cy="837000"/>
          </a:xfrm>
          <a:prstGeom prst="rect">
            <a:avLst/>
          </a:prstGeom>
          <a:noFill/>
          <a:ln>
            <a:noFill/>
          </a:ln>
        </p:spPr>
        <p:txBody>
          <a:bodyPr anchorCtr="0" anchor="t" bIns="0" lIns="0" spcFirstLastPara="1" rIns="0" wrap="square" tIns="0">
            <a:noAutofit/>
          </a:bodyPr>
          <a:lstStyle/>
          <a:p>
            <a:pPr indent="0" lvl="0" marL="0" rtl="0" algn="l">
              <a:lnSpc>
                <a:spcPct val="135000"/>
              </a:lnSpc>
              <a:spcBef>
                <a:spcPts val="0"/>
              </a:spcBef>
              <a:spcAft>
                <a:spcPts val="0"/>
              </a:spcAft>
              <a:buNone/>
            </a:pPr>
            <a:r>
              <a:rPr lang="en" sz="1700">
                <a:latin typeface="Red Hat Display Medium"/>
                <a:ea typeface="Red Hat Display Medium"/>
                <a:cs typeface="Red Hat Display Medium"/>
                <a:sym typeface="Red Hat Display Medium"/>
              </a:rPr>
              <a:t>Chief Information Officer</a:t>
            </a:r>
            <a:endParaRPr sz="1700">
              <a:latin typeface="Red Hat Display Medium"/>
              <a:ea typeface="Red Hat Display Medium"/>
              <a:cs typeface="Red Hat Display Medium"/>
              <a:sym typeface="Red Hat Display Medium"/>
            </a:endParaRPr>
          </a:p>
        </p:txBody>
      </p:sp>
      <p:sp>
        <p:nvSpPr>
          <p:cNvPr id="1710" name="Google Shape;1710;p120"/>
          <p:cNvSpPr txBox="1"/>
          <p:nvPr/>
        </p:nvSpPr>
        <p:spPr>
          <a:xfrm>
            <a:off x="8446401" y="2983998"/>
            <a:ext cx="699300" cy="51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5300">
                <a:solidFill>
                  <a:srgbClr val="EE0000"/>
                </a:solidFill>
                <a:latin typeface="Overpass Light"/>
                <a:ea typeface="Overpass Light"/>
                <a:cs typeface="Overpass Light"/>
                <a:sym typeface="Overpass Light"/>
              </a:rPr>
              <a:t>“”</a:t>
            </a:r>
            <a:endParaRPr sz="5300">
              <a:solidFill>
                <a:srgbClr val="EE0000"/>
              </a:solidFill>
              <a:latin typeface="Overpass Light"/>
              <a:ea typeface="Overpass Light"/>
              <a:cs typeface="Overpass Light"/>
              <a:sym typeface="Overpass Light"/>
            </a:endParaRPr>
          </a:p>
        </p:txBody>
      </p:sp>
      <p:cxnSp>
        <p:nvCxnSpPr>
          <p:cNvPr id="1711" name="Google Shape;1711;p120"/>
          <p:cNvCxnSpPr/>
          <p:nvPr/>
        </p:nvCxnSpPr>
        <p:spPr>
          <a:xfrm>
            <a:off x="8144787" y="3454978"/>
            <a:ext cx="0" cy="1777200"/>
          </a:xfrm>
          <a:prstGeom prst="straightConnector1">
            <a:avLst/>
          </a:prstGeom>
          <a:noFill/>
          <a:ln cap="flat" cmpd="sng" w="9525">
            <a:solidFill>
              <a:srgbClr val="595959"/>
            </a:solidFill>
            <a:prstDash val="dot"/>
            <a:round/>
            <a:headEnd len="med" w="med" type="none"/>
            <a:tailEnd len="med" w="med" type="none"/>
          </a:ln>
        </p:spPr>
      </p:cxnSp>
      <p:pic>
        <p:nvPicPr>
          <p:cNvPr id="1712" name="Google Shape;1712;p120"/>
          <p:cNvPicPr preferRelativeResize="0"/>
          <p:nvPr/>
        </p:nvPicPr>
        <p:blipFill>
          <a:blip r:embed="rId3">
            <a:alphaModFix/>
          </a:blip>
          <a:stretch>
            <a:fillRect/>
          </a:stretch>
        </p:blipFill>
        <p:spPr>
          <a:xfrm>
            <a:off x="8642618" y="1520330"/>
            <a:ext cx="1265914" cy="1304839"/>
          </a:xfrm>
          <a:prstGeom prst="rect">
            <a:avLst/>
          </a:prstGeom>
          <a:noFill/>
          <a:ln>
            <a:noFill/>
          </a:ln>
        </p:spPr>
      </p:pic>
      <p:pic>
        <p:nvPicPr>
          <p:cNvPr id="1713" name="Google Shape;1713;p120"/>
          <p:cNvPicPr preferRelativeResize="0"/>
          <p:nvPr/>
        </p:nvPicPr>
        <p:blipFill>
          <a:blip r:embed="rId4">
            <a:alphaModFix/>
          </a:blip>
          <a:stretch>
            <a:fillRect/>
          </a:stretch>
        </p:blipFill>
        <p:spPr>
          <a:xfrm>
            <a:off x="6355707" y="1520330"/>
            <a:ext cx="1265914" cy="1304839"/>
          </a:xfrm>
          <a:prstGeom prst="rect">
            <a:avLst/>
          </a:prstGeom>
          <a:noFill/>
          <a:ln>
            <a:noFill/>
          </a:ln>
        </p:spPr>
      </p:pic>
      <p:pic>
        <p:nvPicPr>
          <p:cNvPr id="1714" name="Google Shape;1714;p120"/>
          <p:cNvPicPr preferRelativeResize="0"/>
          <p:nvPr/>
        </p:nvPicPr>
        <p:blipFill>
          <a:blip r:embed="rId5">
            <a:alphaModFix/>
          </a:blip>
          <a:stretch>
            <a:fillRect/>
          </a:stretch>
        </p:blipFill>
        <p:spPr>
          <a:xfrm>
            <a:off x="1851271" y="1520330"/>
            <a:ext cx="1265914" cy="1304839"/>
          </a:xfrm>
          <a:prstGeom prst="rect">
            <a:avLst/>
          </a:prstGeom>
          <a:noFill/>
          <a:ln>
            <a:noFill/>
          </a:ln>
        </p:spPr>
      </p:pic>
      <p:pic>
        <p:nvPicPr>
          <p:cNvPr id="1715" name="Google Shape;1715;p120"/>
          <p:cNvPicPr preferRelativeResize="0"/>
          <p:nvPr/>
        </p:nvPicPr>
        <p:blipFill>
          <a:blip r:embed="rId6">
            <a:alphaModFix/>
          </a:blip>
          <a:stretch>
            <a:fillRect/>
          </a:stretch>
        </p:blipFill>
        <p:spPr>
          <a:xfrm>
            <a:off x="4169431" y="1520330"/>
            <a:ext cx="1265914" cy="1304839"/>
          </a:xfrm>
          <a:prstGeom prst="rect">
            <a:avLst/>
          </a:prstGeom>
          <a:noFill/>
          <a:ln>
            <a:noFill/>
          </a:ln>
        </p:spPr>
      </p:pic>
      <p:sp>
        <p:nvSpPr>
          <p:cNvPr id="1716" name="Google Shape;1716;p120"/>
          <p:cNvSpPr txBox="1"/>
          <p:nvPr/>
        </p:nvSpPr>
        <p:spPr>
          <a:xfrm>
            <a:off x="10191044" y="3048048"/>
            <a:ext cx="699300" cy="51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sz="5300">
              <a:solidFill>
                <a:srgbClr val="EE0000"/>
              </a:solidFill>
              <a:latin typeface="Overpass Light"/>
              <a:ea typeface="Overpass Light"/>
              <a:cs typeface="Overpass Light"/>
              <a:sym typeface="Overpass Light"/>
            </a:endParaRPr>
          </a:p>
        </p:txBody>
      </p:sp>
      <p:cxnSp>
        <p:nvCxnSpPr>
          <p:cNvPr id="1717" name="Google Shape;1717;p120"/>
          <p:cNvCxnSpPr/>
          <p:nvPr/>
        </p:nvCxnSpPr>
        <p:spPr>
          <a:xfrm>
            <a:off x="10540702" y="3454978"/>
            <a:ext cx="0" cy="1777200"/>
          </a:xfrm>
          <a:prstGeom prst="straightConnector1">
            <a:avLst/>
          </a:prstGeom>
          <a:noFill/>
          <a:ln cap="flat" cmpd="sng" w="9525">
            <a:solidFill>
              <a:srgbClr val="595959"/>
            </a:solidFill>
            <a:prstDash val="dot"/>
            <a:round/>
            <a:headEnd len="med" w="med" type="none"/>
            <a:tailEnd len="med" w="med" type="none"/>
          </a:ln>
        </p:spPr>
      </p:cxnSp>
      <p:sp>
        <p:nvSpPr>
          <p:cNvPr id="1718" name="Google Shape;1718;p120"/>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pic>
        <p:nvPicPr>
          <p:cNvPr descr="A person wearing a suit and tie in front of a window&#10;&#10;Description automatically generated" id="1719" name="Google Shape;1719;p120"/>
          <p:cNvPicPr preferRelativeResize="0"/>
          <p:nvPr/>
        </p:nvPicPr>
        <p:blipFill rotWithShape="1">
          <a:blip r:embed="rId7">
            <a:alphaModFix/>
          </a:blip>
          <a:srcRect b="0" l="16647" r="16654" t="0"/>
          <a:stretch/>
        </p:blipFill>
        <p:spPr>
          <a:xfrm>
            <a:off x="8598675" y="1530525"/>
            <a:ext cx="1506900" cy="1506900"/>
          </a:xfrm>
          <a:prstGeom prst="ellipse">
            <a:avLst/>
          </a:prstGeom>
          <a:noFill/>
          <a:ln cap="flat" cmpd="sng" w="19050">
            <a:solidFill>
              <a:srgbClr val="EE0000"/>
            </a:solidFill>
            <a:prstDash val="solid"/>
            <a:round/>
            <a:headEnd len="sm" w="sm" type="none"/>
            <a:tailEnd len="sm" w="sm" type="none"/>
          </a:ln>
        </p:spPr>
      </p:pic>
      <p:pic>
        <p:nvPicPr>
          <p:cNvPr descr="A person wearing a suit and tie&#10;&#10;Description automatically generated" id="1720" name="Google Shape;1720;p120"/>
          <p:cNvPicPr preferRelativeResize="0"/>
          <p:nvPr/>
        </p:nvPicPr>
        <p:blipFill rotWithShape="1">
          <a:blip r:embed="rId8">
            <a:alphaModFix/>
          </a:blip>
          <a:srcRect b="0" l="0" r="-90" t="0"/>
          <a:stretch/>
        </p:blipFill>
        <p:spPr>
          <a:xfrm>
            <a:off x="6301289" y="1520334"/>
            <a:ext cx="1527300" cy="1527300"/>
          </a:xfrm>
          <a:prstGeom prst="ellipse">
            <a:avLst/>
          </a:prstGeom>
          <a:noFill/>
          <a:ln cap="flat" cmpd="sng" w="19050">
            <a:solidFill>
              <a:srgbClr val="EE0000"/>
            </a:solidFill>
            <a:prstDash val="solid"/>
            <a:round/>
            <a:headEnd len="sm" w="sm" type="none"/>
            <a:tailEnd len="sm" w="sm" type="none"/>
          </a:ln>
        </p:spPr>
      </p:pic>
      <p:pic>
        <p:nvPicPr>
          <p:cNvPr descr="A picture containing person, indoor, person, table&#10;&#10;Description automatically generated" id="1721" name="Google Shape;1721;p120"/>
          <p:cNvPicPr preferRelativeResize="0"/>
          <p:nvPr/>
        </p:nvPicPr>
        <p:blipFill rotWithShape="1">
          <a:blip r:embed="rId9">
            <a:alphaModFix/>
          </a:blip>
          <a:srcRect b="-512" l="0" r="0" t="0"/>
          <a:stretch/>
        </p:blipFill>
        <p:spPr>
          <a:xfrm>
            <a:off x="1690607" y="1520331"/>
            <a:ext cx="1527300" cy="1527300"/>
          </a:xfrm>
          <a:prstGeom prst="flowChartConnector">
            <a:avLst/>
          </a:prstGeom>
          <a:noFill/>
          <a:ln cap="flat" cmpd="sng" w="19050">
            <a:solidFill>
              <a:srgbClr val="EE0000"/>
            </a:solidFill>
            <a:prstDash val="solid"/>
            <a:round/>
            <a:headEnd len="sm" w="sm" type="none"/>
            <a:tailEnd len="sm" w="sm" type="none"/>
          </a:ln>
        </p:spPr>
      </p:pic>
      <p:pic>
        <p:nvPicPr>
          <p:cNvPr descr="A person standing in front of a window&#10;&#10;Description automatically generated" id="1722" name="Google Shape;1722;p120"/>
          <p:cNvPicPr preferRelativeResize="0"/>
          <p:nvPr/>
        </p:nvPicPr>
        <p:blipFill rotWithShape="1">
          <a:blip r:embed="rId10">
            <a:alphaModFix/>
          </a:blip>
          <a:srcRect b="0" l="0" r="0" t="0"/>
          <a:stretch/>
        </p:blipFill>
        <p:spPr>
          <a:xfrm flipH="1">
            <a:off x="4038501" y="1520334"/>
            <a:ext cx="1527300" cy="1527300"/>
          </a:xfrm>
          <a:prstGeom prst="flowChartConnector">
            <a:avLst/>
          </a:prstGeom>
          <a:noFill/>
          <a:ln cap="flat" cmpd="sng" w="19050">
            <a:solidFill>
              <a:srgbClr val="EE0000"/>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6" name="Shape 1726"/>
        <p:cNvGrpSpPr/>
        <p:nvPr/>
      </p:nvGrpSpPr>
      <p:grpSpPr>
        <a:xfrm>
          <a:off x="0" y="0"/>
          <a:ext cx="0" cy="0"/>
          <a:chOff x="0" y="0"/>
          <a:chExt cx="0" cy="0"/>
        </a:xfrm>
      </p:grpSpPr>
      <p:sp>
        <p:nvSpPr>
          <p:cNvPr id="1727" name="Google Shape;1727;p121"/>
          <p:cNvSpPr txBox="1"/>
          <p:nvPr>
            <p:ph type="title"/>
          </p:nvPr>
        </p:nvSpPr>
        <p:spPr>
          <a:xfrm>
            <a:off x="1752600" y="946000"/>
            <a:ext cx="8686800" cy="967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Adopt Red Hat Infrastructure the right way!</a:t>
            </a:r>
            <a:endParaRPr>
              <a:latin typeface="Red Hat Display Medium"/>
              <a:ea typeface="Red Hat Display Medium"/>
              <a:cs typeface="Red Hat Display Medium"/>
              <a:sym typeface="Red Hat Display Medium"/>
            </a:endParaRPr>
          </a:p>
        </p:txBody>
      </p:sp>
      <p:sp>
        <p:nvSpPr>
          <p:cNvPr id="1728" name="Google Shape;1728;p12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1729" name="Google Shape;1729;p121"/>
          <p:cNvSpPr txBox="1"/>
          <p:nvPr/>
        </p:nvSpPr>
        <p:spPr>
          <a:xfrm>
            <a:off x="603701" y="1364907"/>
            <a:ext cx="11035500" cy="438300"/>
          </a:xfrm>
          <a:prstGeom prst="rect">
            <a:avLst/>
          </a:prstGeom>
          <a:noFill/>
          <a:ln>
            <a:noFill/>
          </a:ln>
        </p:spPr>
        <p:txBody>
          <a:bodyPr anchorCtr="0" anchor="t" bIns="121900" lIns="121900" spcFirstLastPara="1" rIns="121900" wrap="square" tIns="121900">
            <a:noAutofit/>
          </a:bodyPr>
          <a:lstStyle/>
          <a:p>
            <a:pPr indent="0" lvl="0" marL="0" rtl="0" algn="ctr">
              <a:spcBef>
                <a:spcPts val="0"/>
              </a:spcBef>
              <a:spcAft>
                <a:spcPts val="0"/>
              </a:spcAft>
              <a:buClr>
                <a:schemeClr val="dk1"/>
              </a:buClr>
              <a:buSzPts val="1500"/>
              <a:buFont typeface="Arial"/>
              <a:buNone/>
            </a:pPr>
            <a:r>
              <a:rPr lang="en" sz="1900">
                <a:solidFill>
                  <a:schemeClr val="dk1"/>
                </a:solidFill>
                <a:latin typeface="Red Hat Display"/>
                <a:ea typeface="Red Hat Display"/>
                <a:cs typeface="Red Hat Display"/>
                <a:sym typeface="Red Hat Display"/>
              </a:rPr>
              <a:t>Standardise intelligently and automate to enable responsive IT</a:t>
            </a:r>
            <a:endParaRPr sz="1300">
              <a:latin typeface="Red Hat Display"/>
              <a:ea typeface="Red Hat Display"/>
              <a:cs typeface="Red Hat Display"/>
              <a:sym typeface="Red Hat Display"/>
            </a:endParaRPr>
          </a:p>
        </p:txBody>
      </p:sp>
      <p:sp>
        <p:nvSpPr>
          <p:cNvPr id="1730" name="Google Shape;1730;p121"/>
          <p:cNvSpPr/>
          <p:nvPr/>
        </p:nvSpPr>
        <p:spPr>
          <a:xfrm>
            <a:off x="3158872" y="2096325"/>
            <a:ext cx="284100" cy="875700"/>
          </a:xfrm>
          <a:prstGeom prst="leftBrace">
            <a:avLst>
              <a:gd fmla="val 8333" name="adj1"/>
              <a:gd fmla="val 50000" name="adj2"/>
            </a:avLst>
          </a:prstGeom>
          <a:noFill/>
          <a:ln cap="flat" cmpd="sng" w="38100">
            <a:solidFill>
              <a:schemeClr val="dk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id="1731" name="Google Shape;1731;p121"/>
          <p:cNvPicPr preferRelativeResize="0"/>
          <p:nvPr/>
        </p:nvPicPr>
        <p:blipFill rotWithShape="1">
          <a:blip r:embed="rId3">
            <a:alphaModFix/>
          </a:blip>
          <a:srcRect b="738" l="0" r="0" t="738"/>
          <a:stretch/>
        </p:blipFill>
        <p:spPr>
          <a:xfrm>
            <a:off x="7241173" y="4872253"/>
            <a:ext cx="920466" cy="920493"/>
          </a:xfrm>
          <a:prstGeom prst="rect">
            <a:avLst/>
          </a:prstGeom>
          <a:noFill/>
          <a:ln>
            <a:noFill/>
          </a:ln>
        </p:spPr>
      </p:pic>
      <p:graphicFrame>
        <p:nvGraphicFramePr>
          <p:cNvPr id="1732" name="Google Shape;1732;p121"/>
          <p:cNvGraphicFramePr/>
          <p:nvPr/>
        </p:nvGraphicFramePr>
        <p:xfrm>
          <a:off x="636334" y="2914633"/>
          <a:ext cx="3000000" cy="3000000"/>
        </p:xfrm>
        <a:graphic>
          <a:graphicData uri="http://schemas.openxmlformats.org/drawingml/2006/table">
            <a:tbl>
              <a:tblPr>
                <a:noFill/>
                <a:tableStyleId>{A5FF7F8D-138B-4539-A690-A636E2218571}</a:tableStyleId>
              </a:tblPr>
              <a:tblGrid>
                <a:gridCol w="2212725"/>
                <a:gridCol w="1096325"/>
                <a:gridCol w="2503800"/>
                <a:gridCol w="2503800"/>
                <a:gridCol w="2447275"/>
              </a:tblGrid>
              <a:tr h="713100">
                <a:tc>
                  <a:txBody>
                    <a:bodyPr/>
                    <a:lstStyle/>
                    <a:p>
                      <a:pPr indent="0" lvl="0" marL="0" rtl="0" algn="ctr">
                        <a:spcBef>
                          <a:spcPts val="0"/>
                        </a:spcBef>
                        <a:spcAft>
                          <a:spcPts val="0"/>
                        </a:spcAft>
                        <a:buClr>
                          <a:schemeClr val="dk1"/>
                        </a:buClr>
                        <a:buSzPts val="1500"/>
                        <a:buFont typeface="Arial"/>
                        <a:buNone/>
                      </a:pPr>
                      <a:r>
                        <a:rPr lang="en" sz="1500">
                          <a:solidFill>
                            <a:schemeClr val="dk1"/>
                          </a:solidFill>
                          <a:latin typeface="Red Hat Display"/>
                          <a:ea typeface="Red Hat Display"/>
                          <a:cs typeface="Red Hat Display"/>
                          <a:sym typeface="Red Hat Display"/>
                        </a:rPr>
                        <a:t>Fragmented </a:t>
                      </a:r>
                      <a:br>
                        <a:rPr lang="en" sz="1500">
                          <a:solidFill>
                            <a:schemeClr val="dk1"/>
                          </a:solidFill>
                          <a:latin typeface="Red Hat Display"/>
                          <a:ea typeface="Red Hat Display"/>
                          <a:cs typeface="Red Hat Display"/>
                          <a:sym typeface="Red Hat Display"/>
                        </a:rPr>
                      </a:br>
                      <a:r>
                        <a:rPr lang="en" sz="1500">
                          <a:solidFill>
                            <a:schemeClr val="dk1"/>
                          </a:solidFill>
                          <a:latin typeface="Red Hat Display"/>
                          <a:ea typeface="Red Hat Display"/>
                          <a:cs typeface="Red Hat Display"/>
                          <a:sym typeface="Red Hat Display"/>
                        </a:rPr>
                        <a:t>‘approach’</a:t>
                      </a:r>
                      <a:endParaRPr sz="1500">
                        <a:solidFill>
                          <a:schemeClr val="dk1"/>
                        </a:solidFill>
                        <a:latin typeface="Red Hat Display"/>
                        <a:ea typeface="Red Hat Display"/>
                        <a:cs typeface="Red Hat Display"/>
                        <a:sym typeface="Red Hat Display"/>
                      </a:endParaRPr>
                    </a:p>
                  </a:txBody>
                  <a:tcPr marT="121900" marB="121900" marR="121900" marL="12190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900"/>
                    </a:p>
                  </a:txBody>
                  <a:tcPr marT="121900" marB="121900" marR="121900" marL="12190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300">
                          <a:solidFill>
                            <a:schemeClr val="dk1"/>
                          </a:solidFill>
                          <a:latin typeface="Red Hat Display"/>
                          <a:ea typeface="Red Hat Display"/>
                          <a:cs typeface="Red Hat Display"/>
                          <a:sym typeface="Red Hat Display"/>
                        </a:rPr>
                        <a:t>Snowflakes</a:t>
                      </a:r>
                      <a:endParaRPr sz="1300">
                        <a:solidFill>
                          <a:schemeClr val="dk1"/>
                        </a:solidFill>
                        <a:latin typeface="Red Hat Display"/>
                        <a:ea typeface="Red Hat Display"/>
                        <a:cs typeface="Red Hat Display"/>
                        <a:sym typeface="Red Hat Display"/>
                      </a:endParaRPr>
                    </a:p>
                    <a:p>
                      <a:pPr indent="0" lvl="0" marL="0" rtl="0" algn="ctr">
                        <a:spcBef>
                          <a:spcPts val="0"/>
                        </a:spcBef>
                        <a:spcAft>
                          <a:spcPts val="0"/>
                        </a:spcAft>
                        <a:buNone/>
                      </a:pPr>
                      <a:r>
                        <a:rPr lang="en" sz="1300">
                          <a:solidFill>
                            <a:schemeClr val="dk1"/>
                          </a:solidFill>
                          <a:latin typeface="Red Hat Display"/>
                          <a:ea typeface="Red Hat Display"/>
                          <a:cs typeface="Red Hat Display"/>
                          <a:sym typeface="Red Hat Display"/>
                        </a:rPr>
                        <a:t>Tool-du-jour</a:t>
                      </a:r>
                      <a:endParaRPr sz="1300">
                        <a:solidFill>
                          <a:schemeClr val="dk1"/>
                        </a:solidFill>
                        <a:latin typeface="Red Hat Display"/>
                        <a:ea typeface="Red Hat Display"/>
                        <a:cs typeface="Red Hat Display"/>
                        <a:sym typeface="Red Hat Display"/>
                      </a:endParaRPr>
                    </a:p>
                    <a:p>
                      <a:pPr indent="0" lvl="0" marL="0" rtl="0" algn="ctr">
                        <a:spcBef>
                          <a:spcPts val="0"/>
                        </a:spcBef>
                        <a:spcAft>
                          <a:spcPts val="0"/>
                        </a:spcAft>
                        <a:buNone/>
                      </a:pPr>
                      <a:r>
                        <a:rPr lang="en" sz="1300">
                          <a:solidFill>
                            <a:schemeClr val="dk1"/>
                          </a:solidFill>
                          <a:latin typeface="Red Hat Display"/>
                          <a:ea typeface="Red Hat Display"/>
                          <a:cs typeface="Red Hat Display"/>
                          <a:sym typeface="Red Hat Display"/>
                        </a:rPr>
                        <a:t>Manual, error-prone</a:t>
                      </a:r>
                      <a:endParaRPr sz="1300">
                        <a:solidFill>
                          <a:schemeClr val="dk1"/>
                        </a:solidFill>
                        <a:latin typeface="Red Hat Display"/>
                        <a:ea typeface="Red Hat Display"/>
                        <a:cs typeface="Red Hat Display"/>
                        <a:sym typeface="Red Hat Display"/>
                      </a:endParaRPr>
                    </a:p>
                  </a:txBody>
                  <a:tcPr marT="121900" marB="121900" marR="121900" marL="12190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500"/>
                        <a:buFont typeface="Arial"/>
                        <a:buNone/>
                      </a:pPr>
                      <a:r>
                        <a:rPr lang="en" sz="1300">
                          <a:solidFill>
                            <a:schemeClr val="dk1"/>
                          </a:solidFill>
                          <a:latin typeface="Red Hat Display"/>
                          <a:ea typeface="Red Hat Display"/>
                          <a:cs typeface="Red Hat Display"/>
                          <a:sym typeface="Red Hat Display"/>
                        </a:rPr>
                        <a:t>Documentation gaps</a:t>
                      </a:r>
                      <a:endParaRPr sz="1300">
                        <a:solidFill>
                          <a:schemeClr val="dk1"/>
                        </a:solidFill>
                        <a:latin typeface="Red Hat Display"/>
                        <a:ea typeface="Red Hat Display"/>
                        <a:cs typeface="Red Hat Display"/>
                        <a:sym typeface="Red Hat Display"/>
                      </a:endParaRPr>
                    </a:p>
                    <a:p>
                      <a:pPr indent="0" lvl="0" marL="0" rtl="0" algn="ctr">
                        <a:spcBef>
                          <a:spcPts val="0"/>
                        </a:spcBef>
                        <a:spcAft>
                          <a:spcPts val="0"/>
                        </a:spcAft>
                        <a:buClr>
                          <a:schemeClr val="dk1"/>
                        </a:buClr>
                        <a:buSzPts val="1500"/>
                        <a:buFont typeface="Arial"/>
                        <a:buNone/>
                      </a:pPr>
                      <a:r>
                        <a:rPr lang="en" sz="1300">
                          <a:solidFill>
                            <a:schemeClr val="dk1"/>
                          </a:solidFill>
                          <a:latin typeface="Red Hat Display"/>
                          <a:ea typeface="Red Hat Display"/>
                          <a:cs typeface="Red Hat Display"/>
                          <a:sym typeface="Red Hat Display"/>
                        </a:rPr>
                        <a:t>Tribal knowledge</a:t>
                      </a:r>
                      <a:endParaRPr sz="1300">
                        <a:solidFill>
                          <a:schemeClr val="dk1"/>
                        </a:solidFill>
                        <a:latin typeface="Red Hat Display"/>
                        <a:ea typeface="Red Hat Display"/>
                        <a:cs typeface="Red Hat Display"/>
                        <a:sym typeface="Red Hat Display"/>
                      </a:endParaRPr>
                    </a:p>
                    <a:p>
                      <a:pPr indent="0" lvl="0" marL="0" rtl="0" algn="ctr">
                        <a:spcBef>
                          <a:spcPts val="0"/>
                        </a:spcBef>
                        <a:spcAft>
                          <a:spcPts val="0"/>
                        </a:spcAft>
                        <a:buClr>
                          <a:schemeClr val="dk1"/>
                        </a:buClr>
                        <a:buSzPts val="1500"/>
                        <a:buFont typeface="Arial"/>
                        <a:buNone/>
                      </a:pPr>
                      <a:r>
                        <a:rPr lang="en" sz="1300">
                          <a:solidFill>
                            <a:schemeClr val="dk1"/>
                          </a:solidFill>
                          <a:latin typeface="Red Hat Display"/>
                          <a:ea typeface="Red Hat Display"/>
                          <a:cs typeface="Red Hat Display"/>
                          <a:sym typeface="Red Hat Display"/>
                        </a:rPr>
                        <a:t>Silos of expertise</a:t>
                      </a:r>
                      <a:endParaRPr sz="1300">
                        <a:solidFill>
                          <a:schemeClr val="dk1"/>
                        </a:solidFill>
                        <a:latin typeface="Red Hat Display"/>
                        <a:ea typeface="Red Hat Display"/>
                        <a:cs typeface="Red Hat Display"/>
                        <a:sym typeface="Red Hat Display"/>
                      </a:endParaRPr>
                    </a:p>
                  </a:txBody>
                  <a:tcPr marT="121900" marB="121900" marR="121900" marL="12190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300">
                          <a:solidFill>
                            <a:schemeClr val="dk1"/>
                          </a:solidFill>
                          <a:latin typeface="Red Hat Display"/>
                          <a:ea typeface="Red Hat Display"/>
                          <a:cs typeface="Red Hat Display"/>
                          <a:sym typeface="Red Hat Display"/>
                        </a:rPr>
                        <a:t>Legacy deployments</a:t>
                      </a:r>
                      <a:endParaRPr sz="1300">
                        <a:solidFill>
                          <a:schemeClr val="dk1"/>
                        </a:solidFill>
                        <a:latin typeface="Red Hat Display"/>
                        <a:ea typeface="Red Hat Display"/>
                        <a:cs typeface="Red Hat Display"/>
                        <a:sym typeface="Red Hat Display"/>
                      </a:endParaRPr>
                    </a:p>
                    <a:p>
                      <a:pPr indent="0" lvl="0" marL="0" rtl="0" algn="ctr">
                        <a:spcBef>
                          <a:spcPts val="0"/>
                        </a:spcBef>
                        <a:spcAft>
                          <a:spcPts val="0"/>
                        </a:spcAft>
                        <a:buNone/>
                      </a:pPr>
                      <a:r>
                        <a:rPr lang="en" sz="1300">
                          <a:solidFill>
                            <a:schemeClr val="dk1"/>
                          </a:solidFill>
                          <a:latin typeface="Red Hat Display"/>
                          <a:ea typeface="Red Hat Display"/>
                          <a:cs typeface="Red Hat Display"/>
                          <a:sym typeface="Red Hat Display"/>
                        </a:rPr>
                        <a:t>Technical debt</a:t>
                      </a:r>
                      <a:endParaRPr sz="1300">
                        <a:solidFill>
                          <a:schemeClr val="dk1"/>
                        </a:solidFill>
                        <a:latin typeface="Red Hat Display"/>
                        <a:ea typeface="Red Hat Display"/>
                        <a:cs typeface="Red Hat Display"/>
                        <a:sym typeface="Red Hat Display"/>
                      </a:endParaRPr>
                    </a:p>
                    <a:p>
                      <a:pPr indent="0" lvl="0" marL="0" rtl="0" algn="ctr">
                        <a:spcBef>
                          <a:spcPts val="0"/>
                        </a:spcBef>
                        <a:spcAft>
                          <a:spcPts val="0"/>
                        </a:spcAft>
                        <a:buNone/>
                      </a:pPr>
                      <a:r>
                        <a:rPr lang="en" sz="1300">
                          <a:solidFill>
                            <a:schemeClr val="dk1"/>
                          </a:solidFill>
                          <a:latin typeface="Red Hat Display"/>
                          <a:ea typeface="Red Hat Display"/>
                          <a:cs typeface="Red Hat Display"/>
                          <a:sym typeface="Red Hat Display"/>
                        </a:rPr>
                        <a:t>Static images</a:t>
                      </a:r>
                      <a:endParaRPr sz="1300">
                        <a:solidFill>
                          <a:schemeClr val="dk1"/>
                        </a:solidFill>
                        <a:latin typeface="Red Hat Display"/>
                        <a:ea typeface="Red Hat Display"/>
                        <a:cs typeface="Red Hat Display"/>
                        <a:sym typeface="Red Hat Display"/>
                      </a:endParaRPr>
                    </a:p>
                  </a:txBody>
                  <a:tcPr marT="121900" marB="121900" marR="121900" marL="12190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1733" name="Google Shape;1733;p121"/>
          <p:cNvSpPr txBox="1"/>
          <p:nvPr/>
        </p:nvSpPr>
        <p:spPr>
          <a:xfrm>
            <a:off x="530926" y="3758575"/>
            <a:ext cx="2451900" cy="647700"/>
          </a:xfrm>
          <a:prstGeom prst="rect">
            <a:avLst/>
          </a:prstGeom>
          <a:noFill/>
          <a:ln>
            <a:noFill/>
          </a:ln>
        </p:spPr>
        <p:txBody>
          <a:bodyPr anchorCtr="0" anchor="t" bIns="121900" lIns="121900" spcFirstLastPara="1" rIns="121900" wrap="square" tIns="121900">
            <a:noAutofit/>
          </a:bodyPr>
          <a:lstStyle/>
          <a:p>
            <a:pPr indent="0" lvl="0" marL="0" rtl="0" algn="ctr">
              <a:spcBef>
                <a:spcPts val="0"/>
              </a:spcBef>
              <a:spcAft>
                <a:spcPts val="0"/>
              </a:spcAft>
              <a:buClr>
                <a:srgbClr val="000000"/>
              </a:buClr>
              <a:buSzPts val="1100"/>
              <a:buFont typeface="Arial"/>
              <a:buNone/>
            </a:pPr>
            <a:r>
              <a:rPr b="1" lang="en" sz="1600">
                <a:solidFill>
                  <a:schemeClr val="dk1"/>
                </a:solidFill>
                <a:latin typeface="Red Hat Display"/>
                <a:ea typeface="Red Hat Display"/>
                <a:cs typeface="Red Hat Display"/>
                <a:sym typeface="Red Hat Display"/>
              </a:rPr>
              <a:t>Standard Operating Environment</a:t>
            </a:r>
            <a:endParaRPr sz="1600"/>
          </a:p>
        </p:txBody>
      </p:sp>
      <p:grpSp>
        <p:nvGrpSpPr>
          <p:cNvPr id="1734" name="Google Shape;1734;p121"/>
          <p:cNvGrpSpPr/>
          <p:nvPr/>
        </p:nvGrpSpPr>
        <p:grpSpPr>
          <a:xfrm>
            <a:off x="4563304" y="3844537"/>
            <a:ext cx="1219170" cy="816380"/>
            <a:chOff x="3400425" y="2883475"/>
            <a:chExt cx="914400" cy="612300"/>
          </a:xfrm>
        </p:grpSpPr>
        <p:sp>
          <p:nvSpPr>
            <p:cNvPr id="1735" name="Google Shape;1735;p121"/>
            <p:cNvSpPr/>
            <p:nvPr/>
          </p:nvSpPr>
          <p:spPr>
            <a:xfrm>
              <a:off x="3400425" y="2883475"/>
              <a:ext cx="914400" cy="612300"/>
            </a:xfrm>
            <a:prstGeom prst="downArrow">
              <a:avLst>
                <a:gd fmla="val 100000" name="adj1"/>
                <a:gd fmla="val 49474" name="adj2"/>
              </a:avLst>
            </a:prstGeom>
            <a:solidFill>
              <a:schemeClr val="lt2"/>
            </a:solidFill>
            <a:ln>
              <a:noFill/>
            </a:ln>
          </p:spPr>
          <p:txBody>
            <a:bodyPr anchorCtr="0" anchor="ctr" bIns="121900" lIns="60925" spcFirstLastPara="1" rIns="60925" wrap="square" tIns="121900">
              <a:noAutofit/>
            </a:bodyPr>
            <a:lstStyle/>
            <a:p>
              <a:pPr indent="0" lvl="0" marL="0" rtl="0" algn="ctr">
                <a:spcBef>
                  <a:spcPts val="0"/>
                </a:spcBef>
                <a:spcAft>
                  <a:spcPts val="0"/>
                </a:spcAft>
                <a:buClr>
                  <a:schemeClr val="dk1"/>
                </a:buClr>
                <a:buSzPts val="1500"/>
                <a:buFont typeface="Arial"/>
                <a:buNone/>
              </a:pPr>
              <a:r>
                <a:rPr b="1" lang="en" sz="1500">
                  <a:solidFill>
                    <a:schemeClr val="dk1"/>
                  </a:solidFill>
                  <a:latin typeface="Red Hat Display"/>
                  <a:ea typeface="Red Hat Display"/>
                  <a:cs typeface="Red Hat Display"/>
                  <a:sym typeface="Red Hat Display"/>
                </a:rPr>
                <a:t>Standardize</a:t>
              </a:r>
              <a:endParaRPr sz="1900"/>
            </a:p>
          </p:txBody>
        </p:sp>
        <p:sp>
          <p:nvSpPr>
            <p:cNvPr id="1736" name="Google Shape;1736;p121"/>
            <p:cNvSpPr/>
            <p:nvPr/>
          </p:nvSpPr>
          <p:spPr>
            <a:xfrm rot="10800000">
              <a:off x="3616885" y="3292357"/>
              <a:ext cx="478800" cy="172200"/>
            </a:xfrm>
            <a:prstGeom prst="triangle">
              <a:avLst>
                <a:gd fmla="val 50000" name="adj"/>
              </a:avLst>
            </a:prstGeom>
            <a:solidFill>
              <a:srgbClr val="EE0000"/>
            </a:solidFill>
            <a:ln>
              <a:noFill/>
            </a:ln>
          </p:spPr>
          <p:txBody>
            <a:bodyPr anchorCtr="0" anchor="t" bIns="91425" lIns="91425" spcFirstLastPara="1" rIns="91425" wrap="square" tIns="121900">
              <a:noAutofit/>
            </a:bodyPr>
            <a:lstStyle/>
            <a:p>
              <a:pPr indent="0" lvl="0" marL="88900" marR="88900" rtl="0" algn="ctr">
                <a:lnSpc>
                  <a:spcPct val="115000"/>
                </a:lnSpc>
                <a:spcBef>
                  <a:spcPts val="0"/>
                </a:spcBef>
                <a:spcAft>
                  <a:spcPts val="0"/>
                </a:spcAft>
                <a:buNone/>
              </a:pPr>
              <a:r>
                <a:t/>
              </a:r>
              <a:endParaRPr sz="1500">
                <a:latin typeface="Red Hat Display Medium"/>
                <a:ea typeface="Red Hat Display Medium"/>
                <a:cs typeface="Red Hat Display Medium"/>
                <a:sym typeface="Red Hat Display Medium"/>
              </a:endParaRPr>
            </a:p>
          </p:txBody>
        </p:sp>
      </p:grpSp>
      <p:grpSp>
        <p:nvGrpSpPr>
          <p:cNvPr id="1737" name="Google Shape;1737;p121"/>
          <p:cNvGrpSpPr/>
          <p:nvPr/>
        </p:nvGrpSpPr>
        <p:grpSpPr>
          <a:xfrm>
            <a:off x="7091629" y="3844537"/>
            <a:ext cx="1219170" cy="816380"/>
            <a:chOff x="5311475" y="2883475"/>
            <a:chExt cx="914400" cy="612300"/>
          </a:xfrm>
        </p:grpSpPr>
        <p:sp>
          <p:nvSpPr>
            <p:cNvPr id="1738" name="Google Shape;1738;p121"/>
            <p:cNvSpPr/>
            <p:nvPr/>
          </p:nvSpPr>
          <p:spPr>
            <a:xfrm>
              <a:off x="5311475" y="2883475"/>
              <a:ext cx="914400" cy="612300"/>
            </a:xfrm>
            <a:prstGeom prst="downArrow">
              <a:avLst>
                <a:gd fmla="val 100000" name="adj1"/>
                <a:gd fmla="val 49474" name="adj2"/>
              </a:avLst>
            </a:prstGeom>
            <a:solidFill>
              <a:schemeClr val="lt2"/>
            </a:solidFill>
            <a:ln>
              <a:noFill/>
            </a:ln>
          </p:spPr>
          <p:txBody>
            <a:bodyPr anchorCtr="0" anchor="ctr" bIns="121900" lIns="60925" spcFirstLastPara="1" rIns="60925" wrap="square" tIns="121900">
              <a:noAutofit/>
            </a:bodyPr>
            <a:lstStyle/>
            <a:p>
              <a:pPr indent="0" lvl="0" marL="0" rtl="0" algn="ctr">
                <a:spcBef>
                  <a:spcPts val="0"/>
                </a:spcBef>
                <a:spcAft>
                  <a:spcPts val="0"/>
                </a:spcAft>
                <a:buNone/>
              </a:pPr>
              <a:r>
                <a:rPr b="1" lang="en" sz="1500">
                  <a:solidFill>
                    <a:schemeClr val="dk1"/>
                  </a:solidFill>
                  <a:latin typeface="Red Hat Display"/>
                  <a:ea typeface="Red Hat Display"/>
                  <a:cs typeface="Red Hat Display"/>
                  <a:sym typeface="Red Hat Display"/>
                </a:rPr>
                <a:t>Automate</a:t>
              </a:r>
              <a:endParaRPr sz="1900"/>
            </a:p>
          </p:txBody>
        </p:sp>
        <p:sp>
          <p:nvSpPr>
            <p:cNvPr id="1739" name="Google Shape;1739;p121"/>
            <p:cNvSpPr/>
            <p:nvPr/>
          </p:nvSpPr>
          <p:spPr>
            <a:xfrm rot="10800000">
              <a:off x="5521885" y="3297120"/>
              <a:ext cx="478800" cy="172200"/>
            </a:xfrm>
            <a:prstGeom prst="triangle">
              <a:avLst>
                <a:gd fmla="val 50000" name="adj"/>
              </a:avLst>
            </a:prstGeom>
            <a:solidFill>
              <a:srgbClr val="EE0000"/>
            </a:solidFill>
            <a:ln>
              <a:noFill/>
            </a:ln>
          </p:spPr>
          <p:txBody>
            <a:bodyPr anchorCtr="0" anchor="t" bIns="91425" lIns="91425" spcFirstLastPara="1" rIns="91425" wrap="square" tIns="121900">
              <a:noAutofit/>
            </a:bodyPr>
            <a:lstStyle/>
            <a:p>
              <a:pPr indent="0" lvl="0" marL="88900" marR="88900" rtl="0" algn="ctr">
                <a:lnSpc>
                  <a:spcPct val="115000"/>
                </a:lnSpc>
                <a:spcBef>
                  <a:spcPts val="0"/>
                </a:spcBef>
                <a:spcAft>
                  <a:spcPts val="0"/>
                </a:spcAft>
                <a:buNone/>
              </a:pPr>
              <a:r>
                <a:t/>
              </a:r>
              <a:endParaRPr sz="1500">
                <a:latin typeface="Red Hat Display Medium"/>
                <a:ea typeface="Red Hat Display Medium"/>
                <a:cs typeface="Red Hat Display Medium"/>
                <a:sym typeface="Red Hat Display Medium"/>
              </a:endParaRPr>
            </a:p>
          </p:txBody>
        </p:sp>
      </p:grpSp>
      <p:grpSp>
        <p:nvGrpSpPr>
          <p:cNvPr id="1740" name="Google Shape;1740;p121"/>
          <p:cNvGrpSpPr/>
          <p:nvPr/>
        </p:nvGrpSpPr>
        <p:grpSpPr>
          <a:xfrm>
            <a:off x="9567715" y="3844537"/>
            <a:ext cx="1219170" cy="816380"/>
            <a:chOff x="7190725" y="2883475"/>
            <a:chExt cx="914400" cy="612300"/>
          </a:xfrm>
        </p:grpSpPr>
        <p:sp>
          <p:nvSpPr>
            <p:cNvPr id="1741" name="Google Shape;1741;p121"/>
            <p:cNvSpPr/>
            <p:nvPr/>
          </p:nvSpPr>
          <p:spPr>
            <a:xfrm>
              <a:off x="7190725" y="2883475"/>
              <a:ext cx="914400" cy="612300"/>
            </a:xfrm>
            <a:prstGeom prst="downArrow">
              <a:avLst>
                <a:gd fmla="val 100000" name="adj1"/>
                <a:gd fmla="val 49474" name="adj2"/>
              </a:avLst>
            </a:prstGeom>
            <a:solidFill>
              <a:schemeClr val="lt2"/>
            </a:solidFill>
            <a:ln>
              <a:noFill/>
            </a:ln>
          </p:spPr>
          <p:txBody>
            <a:bodyPr anchorCtr="0" anchor="ctr" bIns="121900" lIns="60925" spcFirstLastPara="1" rIns="60925" wrap="square" tIns="121900">
              <a:noAutofit/>
            </a:bodyPr>
            <a:lstStyle/>
            <a:p>
              <a:pPr indent="0" lvl="0" marL="0" rtl="0" algn="ctr">
                <a:spcBef>
                  <a:spcPts val="0"/>
                </a:spcBef>
                <a:spcAft>
                  <a:spcPts val="0"/>
                </a:spcAft>
                <a:buNone/>
              </a:pPr>
              <a:r>
                <a:rPr b="1" lang="en" sz="1500">
                  <a:solidFill>
                    <a:schemeClr val="dk1"/>
                  </a:solidFill>
                  <a:latin typeface="Red Hat Display"/>
                  <a:ea typeface="Red Hat Display"/>
                  <a:cs typeface="Red Hat Display"/>
                  <a:sym typeface="Red Hat Display"/>
                </a:rPr>
                <a:t>Iterate</a:t>
              </a:r>
              <a:endParaRPr sz="1900"/>
            </a:p>
          </p:txBody>
        </p:sp>
        <p:sp>
          <p:nvSpPr>
            <p:cNvPr id="1742" name="Google Shape;1742;p121"/>
            <p:cNvSpPr/>
            <p:nvPr/>
          </p:nvSpPr>
          <p:spPr>
            <a:xfrm rot="10800000">
              <a:off x="7417360" y="3297120"/>
              <a:ext cx="478800" cy="172200"/>
            </a:xfrm>
            <a:prstGeom prst="triangle">
              <a:avLst>
                <a:gd fmla="val 50000" name="adj"/>
              </a:avLst>
            </a:prstGeom>
            <a:solidFill>
              <a:srgbClr val="EE0000"/>
            </a:solidFill>
            <a:ln>
              <a:noFill/>
            </a:ln>
          </p:spPr>
          <p:txBody>
            <a:bodyPr anchorCtr="0" anchor="t" bIns="91425" lIns="91425" spcFirstLastPara="1" rIns="91425" wrap="square" tIns="121900">
              <a:noAutofit/>
            </a:bodyPr>
            <a:lstStyle/>
            <a:p>
              <a:pPr indent="0" lvl="0" marL="88900" marR="88900" rtl="0" algn="ctr">
                <a:lnSpc>
                  <a:spcPct val="115000"/>
                </a:lnSpc>
                <a:spcBef>
                  <a:spcPts val="0"/>
                </a:spcBef>
                <a:spcAft>
                  <a:spcPts val="0"/>
                </a:spcAft>
                <a:buNone/>
              </a:pPr>
              <a:r>
                <a:t/>
              </a:r>
              <a:endParaRPr sz="1500">
                <a:latin typeface="Red Hat Display Medium"/>
                <a:ea typeface="Red Hat Display Medium"/>
                <a:cs typeface="Red Hat Display Medium"/>
                <a:sym typeface="Red Hat Display Medium"/>
              </a:endParaRPr>
            </a:p>
          </p:txBody>
        </p:sp>
      </p:grpSp>
      <p:sp>
        <p:nvSpPr>
          <p:cNvPr id="1743" name="Google Shape;1743;p12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744" name="Google Shape;1744;p121"/>
          <p:cNvSpPr txBox="1"/>
          <p:nvPr>
            <p:ph idx="2" type="subTitle"/>
          </p:nvPr>
        </p:nvSpPr>
        <p:spPr>
          <a:xfrm>
            <a:off x="885050" y="6169550"/>
            <a:ext cx="91830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1745" name="Google Shape;1745;p121"/>
          <p:cNvGrpSpPr/>
          <p:nvPr/>
        </p:nvGrpSpPr>
        <p:grpSpPr>
          <a:xfrm>
            <a:off x="1337146" y="2132660"/>
            <a:ext cx="810391" cy="805745"/>
            <a:chOff x="1299517" y="2010363"/>
            <a:chExt cx="810391" cy="805745"/>
          </a:xfrm>
        </p:grpSpPr>
        <p:pic>
          <p:nvPicPr>
            <p:cNvPr id="1746" name="Google Shape;1746;p121"/>
            <p:cNvPicPr preferRelativeResize="0"/>
            <p:nvPr/>
          </p:nvPicPr>
          <p:blipFill rotWithShape="1">
            <a:blip r:embed="rId4">
              <a:alphaModFix/>
            </a:blip>
            <a:srcRect b="9001" l="10213" r="8854" t="9392"/>
            <a:stretch/>
          </p:blipFill>
          <p:spPr>
            <a:xfrm>
              <a:off x="1881307" y="2010363"/>
              <a:ext cx="228600" cy="228600"/>
            </a:xfrm>
            <a:prstGeom prst="rect">
              <a:avLst/>
            </a:prstGeom>
            <a:noFill/>
            <a:ln cap="flat" cmpd="sng" w="19050">
              <a:solidFill>
                <a:schemeClr val="accent1"/>
              </a:solidFill>
              <a:prstDash val="solid"/>
              <a:round/>
              <a:headEnd len="sm" w="sm" type="none"/>
              <a:tailEnd len="sm" w="sm" type="none"/>
            </a:ln>
          </p:spPr>
        </p:pic>
        <p:pic>
          <p:nvPicPr>
            <p:cNvPr id="1747" name="Google Shape;1747;p121"/>
            <p:cNvPicPr preferRelativeResize="0"/>
            <p:nvPr/>
          </p:nvPicPr>
          <p:blipFill rotWithShape="1">
            <a:blip r:embed="rId5">
              <a:alphaModFix/>
            </a:blip>
            <a:srcRect b="9106" l="10266" r="10330" t="9513"/>
            <a:stretch/>
          </p:blipFill>
          <p:spPr>
            <a:xfrm>
              <a:off x="1594496" y="2010364"/>
              <a:ext cx="228600" cy="228600"/>
            </a:xfrm>
            <a:prstGeom prst="rect">
              <a:avLst/>
            </a:prstGeom>
            <a:noFill/>
            <a:ln cap="flat" cmpd="sng" w="19050">
              <a:solidFill>
                <a:schemeClr val="accent1"/>
              </a:solidFill>
              <a:prstDash val="solid"/>
              <a:round/>
              <a:headEnd len="sm" w="sm" type="none"/>
              <a:tailEnd len="sm" w="sm" type="none"/>
            </a:ln>
          </p:spPr>
        </p:pic>
        <p:pic>
          <p:nvPicPr>
            <p:cNvPr id="1748" name="Google Shape;1748;p121"/>
            <p:cNvPicPr preferRelativeResize="0"/>
            <p:nvPr/>
          </p:nvPicPr>
          <p:blipFill rotWithShape="1">
            <a:blip r:embed="rId6">
              <a:alphaModFix/>
            </a:blip>
            <a:srcRect b="10610" l="10325" r="10062" t="10325"/>
            <a:stretch/>
          </p:blipFill>
          <p:spPr>
            <a:xfrm>
              <a:off x="1299517" y="2010364"/>
              <a:ext cx="228600" cy="228600"/>
            </a:xfrm>
            <a:prstGeom prst="rect">
              <a:avLst/>
            </a:prstGeom>
            <a:noFill/>
            <a:ln cap="flat" cmpd="sng" w="19050">
              <a:solidFill>
                <a:schemeClr val="dk1"/>
              </a:solidFill>
              <a:prstDash val="solid"/>
              <a:round/>
              <a:headEnd len="sm" w="sm" type="none"/>
              <a:tailEnd len="sm" w="sm" type="none"/>
            </a:ln>
          </p:spPr>
        </p:pic>
        <p:pic>
          <p:nvPicPr>
            <p:cNvPr id="1749" name="Google Shape;1749;p121"/>
            <p:cNvPicPr preferRelativeResize="0"/>
            <p:nvPr/>
          </p:nvPicPr>
          <p:blipFill rotWithShape="1">
            <a:blip r:embed="rId4">
              <a:alphaModFix/>
            </a:blip>
            <a:srcRect b="9001" l="10213" r="8854" t="9392"/>
            <a:stretch/>
          </p:blipFill>
          <p:spPr>
            <a:xfrm>
              <a:off x="1881307" y="2297289"/>
              <a:ext cx="228600" cy="228600"/>
            </a:xfrm>
            <a:prstGeom prst="rect">
              <a:avLst/>
            </a:prstGeom>
            <a:noFill/>
            <a:ln cap="flat" cmpd="sng" w="19050">
              <a:solidFill>
                <a:schemeClr val="accent1"/>
              </a:solidFill>
              <a:prstDash val="solid"/>
              <a:round/>
              <a:headEnd len="sm" w="sm" type="none"/>
              <a:tailEnd len="sm" w="sm" type="none"/>
            </a:ln>
          </p:spPr>
        </p:pic>
        <p:pic>
          <p:nvPicPr>
            <p:cNvPr id="1750" name="Google Shape;1750;p121"/>
            <p:cNvPicPr preferRelativeResize="0"/>
            <p:nvPr/>
          </p:nvPicPr>
          <p:blipFill rotWithShape="1">
            <a:blip r:embed="rId5">
              <a:alphaModFix/>
            </a:blip>
            <a:srcRect b="9106" l="10266" r="10330" t="9513"/>
            <a:stretch/>
          </p:blipFill>
          <p:spPr>
            <a:xfrm>
              <a:off x="1299517" y="2297290"/>
              <a:ext cx="228600" cy="228600"/>
            </a:xfrm>
            <a:prstGeom prst="rect">
              <a:avLst/>
            </a:prstGeom>
            <a:noFill/>
            <a:ln cap="flat" cmpd="sng" w="19050">
              <a:solidFill>
                <a:schemeClr val="accent1"/>
              </a:solidFill>
              <a:prstDash val="solid"/>
              <a:round/>
              <a:headEnd len="sm" w="sm" type="none"/>
              <a:tailEnd len="sm" w="sm" type="none"/>
            </a:ln>
          </p:spPr>
        </p:pic>
        <p:pic>
          <p:nvPicPr>
            <p:cNvPr id="1751" name="Google Shape;1751;p121"/>
            <p:cNvPicPr preferRelativeResize="0"/>
            <p:nvPr/>
          </p:nvPicPr>
          <p:blipFill rotWithShape="1">
            <a:blip r:embed="rId6">
              <a:alphaModFix/>
            </a:blip>
            <a:srcRect b="10610" l="10325" r="10062" t="10325"/>
            <a:stretch/>
          </p:blipFill>
          <p:spPr>
            <a:xfrm>
              <a:off x="1594496" y="2297290"/>
              <a:ext cx="228600" cy="228600"/>
            </a:xfrm>
            <a:prstGeom prst="rect">
              <a:avLst/>
            </a:prstGeom>
            <a:noFill/>
            <a:ln cap="flat" cmpd="sng" w="19050">
              <a:solidFill>
                <a:schemeClr val="dk1"/>
              </a:solidFill>
              <a:prstDash val="solid"/>
              <a:round/>
              <a:headEnd len="sm" w="sm" type="none"/>
              <a:tailEnd len="sm" w="sm" type="none"/>
            </a:ln>
          </p:spPr>
        </p:pic>
        <p:pic>
          <p:nvPicPr>
            <p:cNvPr id="1752" name="Google Shape;1752;p121"/>
            <p:cNvPicPr preferRelativeResize="0"/>
            <p:nvPr/>
          </p:nvPicPr>
          <p:blipFill rotWithShape="1">
            <a:blip r:embed="rId4">
              <a:alphaModFix/>
            </a:blip>
            <a:srcRect b="9001" l="10213" r="8854" t="9392"/>
            <a:stretch/>
          </p:blipFill>
          <p:spPr>
            <a:xfrm>
              <a:off x="1299517" y="2587508"/>
              <a:ext cx="228600" cy="228600"/>
            </a:xfrm>
            <a:prstGeom prst="rect">
              <a:avLst/>
            </a:prstGeom>
            <a:noFill/>
            <a:ln cap="flat" cmpd="sng" w="19050">
              <a:solidFill>
                <a:schemeClr val="accent1"/>
              </a:solidFill>
              <a:prstDash val="solid"/>
              <a:round/>
              <a:headEnd len="sm" w="sm" type="none"/>
              <a:tailEnd len="sm" w="sm" type="none"/>
            </a:ln>
          </p:spPr>
        </p:pic>
        <p:pic>
          <p:nvPicPr>
            <p:cNvPr id="1753" name="Google Shape;1753;p121"/>
            <p:cNvPicPr preferRelativeResize="0"/>
            <p:nvPr/>
          </p:nvPicPr>
          <p:blipFill rotWithShape="1">
            <a:blip r:embed="rId5">
              <a:alphaModFix/>
            </a:blip>
            <a:srcRect b="9106" l="10266" r="10330" t="9513"/>
            <a:stretch/>
          </p:blipFill>
          <p:spPr>
            <a:xfrm>
              <a:off x="1881307" y="2587508"/>
              <a:ext cx="228600" cy="228600"/>
            </a:xfrm>
            <a:prstGeom prst="rect">
              <a:avLst/>
            </a:prstGeom>
            <a:noFill/>
            <a:ln cap="flat" cmpd="sng" w="19050">
              <a:solidFill>
                <a:schemeClr val="accent1"/>
              </a:solidFill>
              <a:prstDash val="solid"/>
              <a:round/>
              <a:headEnd len="sm" w="sm" type="none"/>
              <a:tailEnd len="sm" w="sm" type="none"/>
            </a:ln>
          </p:spPr>
        </p:pic>
        <p:pic>
          <p:nvPicPr>
            <p:cNvPr id="1754" name="Google Shape;1754;p121"/>
            <p:cNvPicPr preferRelativeResize="0"/>
            <p:nvPr/>
          </p:nvPicPr>
          <p:blipFill rotWithShape="1">
            <a:blip r:embed="rId6">
              <a:alphaModFix/>
            </a:blip>
            <a:srcRect b="10610" l="10325" r="10062" t="10325"/>
            <a:stretch/>
          </p:blipFill>
          <p:spPr>
            <a:xfrm>
              <a:off x="1594496" y="2587508"/>
              <a:ext cx="228600" cy="228600"/>
            </a:xfrm>
            <a:prstGeom prst="rect">
              <a:avLst/>
            </a:prstGeom>
            <a:noFill/>
            <a:ln cap="flat" cmpd="sng" w="19050">
              <a:solidFill>
                <a:schemeClr val="dk1"/>
              </a:solidFill>
              <a:prstDash val="solid"/>
              <a:round/>
              <a:headEnd len="sm" w="sm" type="none"/>
              <a:tailEnd len="sm" w="sm" type="none"/>
            </a:ln>
          </p:spPr>
        </p:pic>
      </p:grpSp>
      <p:sp>
        <p:nvSpPr>
          <p:cNvPr id="1755" name="Google Shape;1755;p121"/>
          <p:cNvSpPr/>
          <p:nvPr/>
        </p:nvSpPr>
        <p:spPr>
          <a:xfrm>
            <a:off x="3158872" y="4858340"/>
            <a:ext cx="284100" cy="875700"/>
          </a:xfrm>
          <a:prstGeom prst="leftBrace">
            <a:avLst>
              <a:gd fmla="val 8333" name="adj1"/>
              <a:gd fmla="val 50000" name="adj2"/>
            </a:avLst>
          </a:prstGeom>
          <a:noFill/>
          <a:ln cap="flat" cmpd="sng" w="38100">
            <a:solidFill>
              <a:schemeClr val="dk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756" name="Google Shape;1756;p121"/>
          <p:cNvGrpSpPr/>
          <p:nvPr/>
        </p:nvGrpSpPr>
        <p:grpSpPr>
          <a:xfrm>
            <a:off x="4510363" y="1993271"/>
            <a:ext cx="1458811" cy="1081303"/>
            <a:chOff x="4510363" y="2145671"/>
            <a:chExt cx="1458811" cy="1081303"/>
          </a:xfrm>
        </p:grpSpPr>
        <p:pic>
          <p:nvPicPr>
            <p:cNvPr id="1757" name="Google Shape;1757;p121"/>
            <p:cNvPicPr preferRelativeResize="0"/>
            <p:nvPr/>
          </p:nvPicPr>
          <p:blipFill>
            <a:blip r:embed="rId7">
              <a:alphaModFix/>
            </a:blip>
            <a:stretch>
              <a:fillRect/>
            </a:stretch>
          </p:blipFill>
          <p:spPr>
            <a:xfrm>
              <a:off x="4510363" y="2145671"/>
              <a:ext cx="437087" cy="438300"/>
            </a:xfrm>
            <a:prstGeom prst="rect">
              <a:avLst/>
            </a:prstGeom>
            <a:noFill/>
            <a:ln>
              <a:noFill/>
            </a:ln>
          </p:spPr>
        </p:pic>
        <p:pic>
          <p:nvPicPr>
            <p:cNvPr id="1758" name="Google Shape;1758;p121"/>
            <p:cNvPicPr preferRelativeResize="0"/>
            <p:nvPr/>
          </p:nvPicPr>
          <p:blipFill>
            <a:blip r:embed="rId7">
              <a:alphaModFix/>
            </a:blip>
            <a:stretch>
              <a:fillRect/>
            </a:stretch>
          </p:blipFill>
          <p:spPr>
            <a:xfrm rot="5400000">
              <a:off x="4815484" y="2145336"/>
              <a:ext cx="671850" cy="673725"/>
            </a:xfrm>
            <a:prstGeom prst="rect">
              <a:avLst/>
            </a:prstGeom>
            <a:noFill/>
            <a:ln>
              <a:noFill/>
            </a:ln>
          </p:spPr>
        </p:pic>
        <p:pic>
          <p:nvPicPr>
            <p:cNvPr id="1759" name="Google Shape;1759;p121"/>
            <p:cNvPicPr preferRelativeResize="0"/>
            <p:nvPr/>
          </p:nvPicPr>
          <p:blipFill>
            <a:blip r:embed="rId8">
              <a:alphaModFix/>
            </a:blip>
            <a:stretch>
              <a:fillRect/>
            </a:stretch>
          </p:blipFill>
          <p:spPr>
            <a:xfrm>
              <a:off x="4607300" y="2473700"/>
              <a:ext cx="498325" cy="498325"/>
            </a:xfrm>
            <a:prstGeom prst="rect">
              <a:avLst/>
            </a:prstGeom>
            <a:noFill/>
            <a:ln>
              <a:noFill/>
            </a:ln>
          </p:spPr>
        </p:pic>
        <p:pic>
          <p:nvPicPr>
            <p:cNvPr id="1760" name="Google Shape;1760;p121"/>
            <p:cNvPicPr preferRelativeResize="0"/>
            <p:nvPr/>
          </p:nvPicPr>
          <p:blipFill>
            <a:blip r:embed="rId8">
              <a:alphaModFix/>
            </a:blip>
            <a:stretch>
              <a:fillRect/>
            </a:stretch>
          </p:blipFill>
          <p:spPr>
            <a:xfrm rot="2217493">
              <a:off x="5160601" y="2418402"/>
              <a:ext cx="673724" cy="673724"/>
            </a:xfrm>
            <a:prstGeom prst="rect">
              <a:avLst/>
            </a:prstGeom>
            <a:noFill/>
            <a:ln>
              <a:noFill/>
            </a:ln>
          </p:spPr>
        </p:pic>
      </p:grpSp>
      <p:grpSp>
        <p:nvGrpSpPr>
          <p:cNvPr id="1761" name="Google Shape;1761;p121"/>
          <p:cNvGrpSpPr/>
          <p:nvPr/>
        </p:nvGrpSpPr>
        <p:grpSpPr>
          <a:xfrm>
            <a:off x="4477522" y="4601012"/>
            <a:ext cx="1434371" cy="1410161"/>
            <a:chOff x="5068473" y="4835102"/>
            <a:chExt cx="801952" cy="803099"/>
          </a:xfrm>
        </p:grpSpPr>
        <p:pic>
          <p:nvPicPr>
            <p:cNvPr id="1762" name="Google Shape;1762;p121"/>
            <p:cNvPicPr preferRelativeResize="0"/>
            <p:nvPr/>
          </p:nvPicPr>
          <p:blipFill>
            <a:blip r:embed="rId9">
              <a:alphaModFix/>
            </a:blip>
            <a:stretch>
              <a:fillRect/>
            </a:stretch>
          </p:blipFill>
          <p:spPr>
            <a:xfrm rot="-5400000">
              <a:off x="5095445" y="4835102"/>
              <a:ext cx="498325" cy="498325"/>
            </a:xfrm>
            <a:prstGeom prst="rect">
              <a:avLst/>
            </a:prstGeom>
            <a:noFill/>
            <a:ln>
              <a:noFill/>
            </a:ln>
          </p:spPr>
        </p:pic>
        <p:pic>
          <p:nvPicPr>
            <p:cNvPr id="1763" name="Google Shape;1763;p121"/>
            <p:cNvPicPr preferRelativeResize="0"/>
            <p:nvPr/>
          </p:nvPicPr>
          <p:blipFill>
            <a:blip r:embed="rId10">
              <a:alphaModFix/>
            </a:blip>
            <a:stretch>
              <a:fillRect/>
            </a:stretch>
          </p:blipFill>
          <p:spPr>
            <a:xfrm>
              <a:off x="5372100" y="4863516"/>
              <a:ext cx="498325" cy="498325"/>
            </a:xfrm>
            <a:prstGeom prst="rect">
              <a:avLst/>
            </a:prstGeom>
            <a:noFill/>
            <a:ln>
              <a:noFill/>
            </a:ln>
          </p:spPr>
        </p:pic>
        <p:pic>
          <p:nvPicPr>
            <p:cNvPr id="1764" name="Google Shape;1764;p121"/>
            <p:cNvPicPr preferRelativeResize="0"/>
            <p:nvPr/>
          </p:nvPicPr>
          <p:blipFill>
            <a:blip r:embed="rId10">
              <a:alphaModFix/>
            </a:blip>
            <a:stretch>
              <a:fillRect/>
            </a:stretch>
          </p:blipFill>
          <p:spPr>
            <a:xfrm rot="10800000">
              <a:off x="5068473" y="5112026"/>
              <a:ext cx="498325" cy="498325"/>
            </a:xfrm>
            <a:prstGeom prst="rect">
              <a:avLst/>
            </a:prstGeom>
            <a:noFill/>
            <a:ln>
              <a:noFill/>
            </a:ln>
          </p:spPr>
        </p:pic>
        <p:pic>
          <p:nvPicPr>
            <p:cNvPr id="1765" name="Google Shape;1765;p121"/>
            <p:cNvPicPr preferRelativeResize="0"/>
            <p:nvPr/>
          </p:nvPicPr>
          <p:blipFill>
            <a:blip r:embed="rId9">
              <a:alphaModFix/>
            </a:blip>
            <a:stretch>
              <a:fillRect/>
            </a:stretch>
          </p:blipFill>
          <p:spPr>
            <a:xfrm rot="5400000">
              <a:off x="5345128" y="5139876"/>
              <a:ext cx="498325" cy="498325"/>
            </a:xfrm>
            <a:prstGeom prst="rect">
              <a:avLst/>
            </a:prstGeom>
            <a:noFill/>
            <a:ln>
              <a:noFill/>
            </a:ln>
          </p:spPr>
        </p:pic>
      </p:grpSp>
      <p:pic>
        <p:nvPicPr>
          <p:cNvPr id="1766" name="Google Shape;1766;p121"/>
          <p:cNvPicPr preferRelativeResize="0"/>
          <p:nvPr/>
        </p:nvPicPr>
        <p:blipFill>
          <a:blip r:embed="rId11">
            <a:alphaModFix/>
          </a:blip>
          <a:stretch>
            <a:fillRect/>
          </a:stretch>
        </p:blipFill>
        <p:spPr>
          <a:xfrm>
            <a:off x="7096555" y="1838755"/>
            <a:ext cx="1219200" cy="1219200"/>
          </a:xfrm>
          <a:prstGeom prst="rect">
            <a:avLst/>
          </a:prstGeom>
          <a:noFill/>
          <a:ln>
            <a:noFill/>
          </a:ln>
        </p:spPr>
      </p:pic>
      <p:grpSp>
        <p:nvGrpSpPr>
          <p:cNvPr id="1767" name="Google Shape;1767;p121"/>
          <p:cNvGrpSpPr/>
          <p:nvPr/>
        </p:nvGrpSpPr>
        <p:grpSpPr>
          <a:xfrm>
            <a:off x="1104900" y="4690337"/>
            <a:ext cx="1215175" cy="1215175"/>
            <a:chOff x="1104900" y="4690337"/>
            <a:chExt cx="1215175" cy="1215175"/>
          </a:xfrm>
        </p:grpSpPr>
        <p:pic>
          <p:nvPicPr>
            <p:cNvPr id="1768" name="Google Shape;1768;p121"/>
            <p:cNvPicPr preferRelativeResize="0"/>
            <p:nvPr/>
          </p:nvPicPr>
          <p:blipFill>
            <a:blip r:embed="rId12">
              <a:alphaModFix/>
            </a:blip>
            <a:stretch>
              <a:fillRect/>
            </a:stretch>
          </p:blipFill>
          <p:spPr>
            <a:xfrm>
              <a:off x="1104900" y="4690337"/>
              <a:ext cx="1215175" cy="1215175"/>
            </a:xfrm>
            <a:prstGeom prst="rect">
              <a:avLst/>
            </a:prstGeom>
            <a:noFill/>
            <a:ln>
              <a:noFill/>
            </a:ln>
          </p:spPr>
        </p:pic>
        <p:pic>
          <p:nvPicPr>
            <p:cNvPr id="1769" name="Google Shape;1769;p121"/>
            <p:cNvPicPr preferRelativeResize="0"/>
            <p:nvPr/>
          </p:nvPicPr>
          <p:blipFill rotWithShape="1">
            <a:blip r:embed="rId4">
              <a:alphaModFix/>
            </a:blip>
            <a:srcRect b="9001" l="10213" r="8854" t="9392"/>
            <a:stretch/>
          </p:blipFill>
          <p:spPr>
            <a:xfrm>
              <a:off x="1290556" y="5382490"/>
              <a:ext cx="341850" cy="341825"/>
            </a:xfrm>
            <a:prstGeom prst="rect">
              <a:avLst/>
            </a:prstGeom>
            <a:noFill/>
            <a:ln cap="flat" cmpd="sng" w="19050">
              <a:solidFill>
                <a:schemeClr val="accent1"/>
              </a:solidFill>
              <a:prstDash val="solid"/>
              <a:round/>
              <a:headEnd len="sm" w="sm" type="none"/>
              <a:tailEnd len="sm" w="sm" type="none"/>
            </a:ln>
          </p:spPr>
        </p:pic>
      </p:grpSp>
      <p:grpSp>
        <p:nvGrpSpPr>
          <p:cNvPr id="1770" name="Google Shape;1770;p121"/>
          <p:cNvGrpSpPr/>
          <p:nvPr/>
        </p:nvGrpSpPr>
        <p:grpSpPr>
          <a:xfrm>
            <a:off x="9542805" y="4844865"/>
            <a:ext cx="1315011" cy="875697"/>
            <a:chOff x="9343347" y="4685690"/>
            <a:chExt cx="2034361" cy="1293688"/>
          </a:xfrm>
        </p:grpSpPr>
        <p:pic>
          <p:nvPicPr>
            <p:cNvPr id="1771" name="Google Shape;1771;p121"/>
            <p:cNvPicPr preferRelativeResize="0"/>
            <p:nvPr/>
          </p:nvPicPr>
          <p:blipFill rotWithShape="1">
            <a:blip r:embed="rId13">
              <a:alphaModFix/>
            </a:blip>
            <a:srcRect b="159" l="0" r="0" t="149"/>
            <a:stretch/>
          </p:blipFill>
          <p:spPr>
            <a:xfrm flipH="1" rot="-1410397">
              <a:off x="9488721" y="4872300"/>
              <a:ext cx="920467" cy="920467"/>
            </a:xfrm>
            <a:prstGeom prst="rect">
              <a:avLst/>
            </a:prstGeom>
            <a:noFill/>
            <a:ln>
              <a:noFill/>
            </a:ln>
          </p:spPr>
        </p:pic>
        <p:pic>
          <p:nvPicPr>
            <p:cNvPr id="1772" name="Google Shape;1772;p121"/>
            <p:cNvPicPr preferRelativeResize="0"/>
            <p:nvPr/>
          </p:nvPicPr>
          <p:blipFill rotWithShape="1">
            <a:blip r:embed="rId13">
              <a:alphaModFix/>
            </a:blip>
            <a:srcRect b="159" l="0" r="0" t="149"/>
            <a:stretch/>
          </p:blipFill>
          <p:spPr>
            <a:xfrm rot="8482481">
              <a:off x="10270631" y="4872301"/>
              <a:ext cx="920467" cy="920466"/>
            </a:xfrm>
            <a:prstGeom prst="rect">
              <a:avLst/>
            </a:prstGeom>
            <a:noFill/>
            <a:ln>
              <a:noFill/>
            </a:ln>
          </p:spPr>
        </p:pic>
      </p:grpSp>
      <p:grpSp>
        <p:nvGrpSpPr>
          <p:cNvPr id="1773" name="Google Shape;1773;p121"/>
          <p:cNvGrpSpPr/>
          <p:nvPr/>
        </p:nvGrpSpPr>
        <p:grpSpPr>
          <a:xfrm>
            <a:off x="9732433" y="1866900"/>
            <a:ext cx="861167" cy="1046728"/>
            <a:chOff x="9563100" y="1866900"/>
            <a:chExt cx="861167" cy="1046728"/>
          </a:xfrm>
        </p:grpSpPr>
        <p:pic>
          <p:nvPicPr>
            <p:cNvPr id="1774" name="Google Shape;1774;p121"/>
            <p:cNvPicPr preferRelativeResize="0"/>
            <p:nvPr/>
          </p:nvPicPr>
          <p:blipFill>
            <a:blip r:embed="rId14">
              <a:alphaModFix/>
            </a:blip>
            <a:stretch>
              <a:fillRect/>
            </a:stretch>
          </p:blipFill>
          <p:spPr>
            <a:xfrm>
              <a:off x="9563100" y="1866900"/>
              <a:ext cx="673725" cy="673725"/>
            </a:xfrm>
            <a:prstGeom prst="rect">
              <a:avLst/>
            </a:prstGeom>
            <a:noFill/>
            <a:ln>
              <a:noFill/>
            </a:ln>
          </p:spPr>
        </p:pic>
        <p:pic>
          <p:nvPicPr>
            <p:cNvPr id="1775" name="Google Shape;1775;p121"/>
            <p:cNvPicPr preferRelativeResize="0"/>
            <p:nvPr/>
          </p:nvPicPr>
          <p:blipFill>
            <a:blip r:embed="rId14">
              <a:alphaModFix/>
            </a:blip>
            <a:stretch>
              <a:fillRect/>
            </a:stretch>
          </p:blipFill>
          <p:spPr>
            <a:xfrm>
              <a:off x="9750543" y="2239904"/>
              <a:ext cx="673725" cy="673725"/>
            </a:xfrm>
            <a:prstGeom prst="rect">
              <a:avLst/>
            </a:prstGeom>
            <a:noFill/>
            <a:ln>
              <a:noFill/>
            </a:ln>
          </p:spPr>
        </p:pic>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9" name="Shape 1779"/>
        <p:cNvGrpSpPr/>
        <p:nvPr/>
      </p:nvGrpSpPr>
      <p:grpSpPr>
        <a:xfrm>
          <a:off x="0" y="0"/>
          <a:ext cx="0" cy="0"/>
          <a:chOff x="0" y="0"/>
          <a:chExt cx="0" cy="0"/>
        </a:xfrm>
      </p:grpSpPr>
      <p:sp>
        <p:nvSpPr>
          <p:cNvPr id="1780" name="Google Shape;1780;p122"/>
          <p:cNvSpPr txBox="1"/>
          <p:nvPr>
            <p:ph idx="1" type="subTitle"/>
          </p:nvPr>
        </p:nvSpPr>
        <p:spPr>
          <a:xfrm>
            <a:off x="1752600" y="1402600"/>
            <a:ext cx="8686800" cy="456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What, how, and why</a:t>
            </a:r>
            <a:endParaRPr/>
          </a:p>
        </p:txBody>
      </p:sp>
      <p:sp>
        <p:nvSpPr>
          <p:cNvPr id="1781" name="Google Shape;1781;p122"/>
          <p:cNvSpPr txBox="1"/>
          <p:nvPr>
            <p:ph type="title"/>
          </p:nvPr>
        </p:nvSpPr>
        <p:spPr>
          <a:xfrm>
            <a:off x="1752600" y="946000"/>
            <a:ext cx="8686800" cy="456600"/>
          </a:xfrm>
          <a:prstGeom prst="rect">
            <a:avLst/>
          </a:prstGeom>
        </p:spPr>
        <p:txBody>
          <a:bodyPr anchorCtr="0" anchor="t" bIns="0" lIns="0" spcFirstLastPara="1" rIns="0" wrap="square" tIns="0">
            <a:noAutofit/>
          </a:bodyPr>
          <a:lstStyle/>
          <a:p>
            <a:pPr indent="0" lvl="0" marL="0" rtl="0" algn="ctr">
              <a:spcBef>
                <a:spcPts val="0"/>
              </a:spcBef>
              <a:spcAft>
                <a:spcPts val="0"/>
              </a:spcAft>
              <a:buClr>
                <a:schemeClr val="dk1"/>
              </a:buClr>
              <a:buSzPts val="1100"/>
              <a:buFont typeface="Arial"/>
              <a:buNone/>
            </a:pPr>
            <a:r>
              <a:rPr lang="en" sz="2400">
                <a:latin typeface="Red Hat Display Medium"/>
                <a:ea typeface="Red Hat Display Medium"/>
                <a:cs typeface="Red Hat Display Medium"/>
                <a:sym typeface="Red Hat Display Medium"/>
              </a:rPr>
              <a:t>Standard Infrastructure Deployment</a:t>
            </a:r>
            <a:endParaRPr sz="2400">
              <a:latin typeface="Red Hat Display Medium"/>
              <a:ea typeface="Red Hat Display Medium"/>
              <a:cs typeface="Red Hat Display Medium"/>
              <a:sym typeface="Red Hat Display Medium"/>
            </a:endParaRPr>
          </a:p>
        </p:txBody>
      </p:sp>
      <p:sp>
        <p:nvSpPr>
          <p:cNvPr id="1782" name="Google Shape;1782;p122"/>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Red Hat Infrastructure Standard Adoption Model</a:t>
            </a:r>
            <a:endParaRPr/>
          </a:p>
        </p:txBody>
      </p:sp>
      <p:sp>
        <p:nvSpPr>
          <p:cNvPr id="1783" name="Google Shape;1783;p12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784" name="Google Shape;1784;p122"/>
          <p:cNvSpPr txBox="1"/>
          <p:nvPr>
            <p:ph idx="3" type="subTitle"/>
          </p:nvPr>
        </p:nvSpPr>
        <p:spPr>
          <a:xfrm>
            <a:off x="885050" y="6169550"/>
            <a:ext cx="91830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1785" name="Google Shape;1785;p122"/>
          <p:cNvSpPr/>
          <p:nvPr/>
        </p:nvSpPr>
        <p:spPr>
          <a:xfrm>
            <a:off x="646500" y="2834921"/>
            <a:ext cx="3633000" cy="833100"/>
          </a:xfrm>
          <a:prstGeom prst="homePlate">
            <a:avLst>
              <a:gd fmla="val 20993" name="adj"/>
            </a:avLst>
          </a:prstGeom>
          <a:solidFill>
            <a:srgbClr val="BFBFBF">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Fragility</a:t>
            </a:r>
            <a:endParaRPr>
              <a:solidFill>
                <a:srgbClr val="000000"/>
              </a:solidFill>
              <a:latin typeface="Red Hat Display"/>
              <a:ea typeface="Red Hat Display"/>
              <a:cs typeface="Red Hat Display"/>
              <a:sym typeface="Red Hat Display"/>
            </a:endParaRPr>
          </a:p>
          <a:p>
            <a:pPr indent="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Systems are specified and built with inflexible scripts and/or complex procedures that make reuse and revision difficult</a:t>
            </a:r>
            <a:endParaRPr sz="1200">
              <a:solidFill>
                <a:srgbClr val="000000"/>
              </a:solidFill>
              <a:latin typeface="Red Hat Display"/>
              <a:ea typeface="Red Hat Display"/>
              <a:cs typeface="Red Hat Display"/>
              <a:sym typeface="Red Hat Display"/>
            </a:endParaRPr>
          </a:p>
        </p:txBody>
      </p:sp>
      <p:sp>
        <p:nvSpPr>
          <p:cNvPr id="1786" name="Google Shape;1786;p122"/>
          <p:cNvSpPr/>
          <p:nvPr/>
        </p:nvSpPr>
        <p:spPr>
          <a:xfrm>
            <a:off x="8064900" y="2834925"/>
            <a:ext cx="3633000" cy="833100"/>
          </a:xfrm>
          <a:prstGeom prst="chevron">
            <a:avLst>
              <a:gd fmla="val 20993" name="adj"/>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Flexibility</a:t>
            </a:r>
            <a:r>
              <a:rPr b="1" lang="en" sz="1200">
                <a:solidFill>
                  <a:srgbClr val="EE0000"/>
                </a:solidFill>
                <a:latin typeface="Red Hat Display"/>
                <a:ea typeface="Red Hat Display"/>
                <a:cs typeface="Red Hat Display"/>
                <a:sym typeface="Red Hat Display"/>
              </a:rPr>
              <a:t> </a:t>
            </a:r>
            <a:endParaRPr b="1">
              <a:latin typeface="Red Hat Display"/>
              <a:ea typeface="Red Hat Display"/>
              <a:cs typeface="Red Hat Display"/>
              <a:sym typeface="Red Hat Display"/>
            </a:endParaRPr>
          </a:p>
          <a:p>
            <a:pPr indent="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Update components independently and recombine easily to streamline SOE </a:t>
            </a:r>
            <a:r>
              <a:rPr lang="en" sz="1200">
                <a:latin typeface="Red Hat Display"/>
                <a:ea typeface="Red Hat Display"/>
                <a:cs typeface="Red Hat Display"/>
                <a:sym typeface="Red Hat Display"/>
              </a:rPr>
              <a:t>definition and maintenance</a:t>
            </a:r>
            <a:endParaRPr sz="1200">
              <a:solidFill>
                <a:srgbClr val="FFFFFF"/>
              </a:solidFill>
              <a:latin typeface="Red Hat Display"/>
              <a:ea typeface="Red Hat Display"/>
              <a:cs typeface="Red Hat Display"/>
              <a:sym typeface="Red Hat Display"/>
            </a:endParaRPr>
          </a:p>
        </p:txBody>
      </p:sp>
      <p:sp>
        <p:nvSpPr>
          <p:cNvPr id="1787" name="Google Shape;1787;p122"/>
          <p:cNvSpPr/>
          <p:nvPr/>
        </p:nvSpPr>
        <p:spPr>
          <a:xfrm>
            <a:off x="4279500" y="2834925"/>
            <a:ext cx="3785400" cy="833100"/>
          </a:xfrm>
          <a:prstGeom prst="chevron">
            <a:avLst>
              <a:gd fmla="val 20993" name="adj"/>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Refactor </a:t>
            </a:r>
            <a:endParaRPr b="1">
              <a:solidFill>
                <a:srgbClr val="000000"/>
              </a:solidFill>
              <a:latin typeface="Red Hat Display"/>
              <a:ea typeface="Red Hat Display"/>
              <a:cs typeface="Red Hat Display"/>
              <a:sym typeface="Red Hat Display"/>
            </a:endParaRPr>
          </a:p>
          <a:p>
            <a:pPr indent="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Redefine systems in functional layers and reusable elements for a component-based approach to </a:t>
            </a:r>
            <a:r>
              <a:rPr b="1" lang="en" sz="1200">
                <a:latin typeface="Red Hat Display"/>
                <a:ea typeface="Red Hat Display"/>
                <a:cs typeface="Red Hat Display"/>
                <a:sym typeface="Red Hat Display"/>
              </a:rPr>
              <a:t>Standard Operating Environment</a:t>
            </a:r>
            <a:endParaRPr b="1" sz="1200">
              <a:solidFill>
                <a:srgbClr val="FFFFFF"/>
              </a:solidFill>
              <a:latin typeface="Red Hat Display"/>
              <a:ea typeface="Red Hat Display"/>
              <a:cs typeface="Red Hat Display"/>
              <a:sym typeface="Red Hat Display"/>
            </a:endParaRPr>
          </a:p>
        </p:txBody>
      </p:sp>
      <p:graphicFrame>
        <p:nvGraphicFramePr>
          <p:cNvPr id="1788" name="Google Shape;1788;p122"/>
          <p:cNvGraphicFramePr/>
          <p:nvPr/>
        </p:nvGraphicFramePr>
        <p:xfrm>
          <a:off x="646491" y="1935639"/>
          <a:ext cx="3000000" cy="3000000"/>
        </p:xfrm>
        <a:graphic>
          <a:graphicData uri="http://schemas.openxmlformats.org/drawingml/2006/table">
            <a:tbl>
              <a:tblPr>
                <a:noFill/>
                <a:tableStyleId>{496053D6-A400-4E36-B8C2-32F276C0D0F4}</a:tableStyleId>
              </a:tblPr>
              <a:tblGrid>
                <a:gridCol w="715975"/>
                <a:gridCol w="2917025"/>
                <a:gridCol w="737225"/>
                <a:gridCol w="2895775"/>
                <a:gridCol w="777175"/>
                <a:gridCol w="2855825"/>
              </a:tblGrid>
              <a:tr h="594450">
                <a:tc>
                  <a:txBody>
                    <a:bodyPr/>
                    <a:lstStyle/>
                    <a:p>
                      <a:pPr indent="0" lvl="0" marL="0" rtl="0" algn="l">
                        <a:spcBef>
                          <a:spcPts val="0"/>
                        </a:spcBef>
                        <a:spcAft>
                          <a:spcPts val="0"/>
                        </a:spcAft>
                        <a:buNone/>
                      </a:pPr>
                      <a:r>
                        <a:t/>
                      </a:r>
                      <a:endParaRPr b="1" sz="1600">
                        <a:solidFill>
                          <a:srgbClr val="EE0000"/>
                        </a:solidFill>
                        <a:latin typeface="Overpass"/>
                        <a:ea typeface="Overpass"/>
                        <a:cs typeface="Overpass"/>
                        <a:sym typeface="Overpass"/>
                      </a:endParaRPr>
                    </a:p>
                  </a:txBody>
                  <a:tcPr marT="100250" marB="100250" marR="100250" marL="100250" anchor="ctr">
                    <a:lnL cap="flat" cmpd="sng" w="28575">
                      <a:solidFill>
                        <a:srgbClr val="B7B7B7">
                          <a:alpha val="0"/>
                        </a:srgbClr>
                      </a:solidFill>
                      <a:prstDash val="solid"/>
                      <a:round/>
                      <a:headEnd len="sm" w="sm" type="none"/>
                      <a:tailEnd len="sm" w="sm" type="none"/>
                    </a:lnL>
                    <a:lnR cap="flat" cmpd="sng" w="28575">
                      <a:solidFill>
                        <a:srgbClr val="B7B7B7">
                          <a:alpha val="0"/>
                        </a:srgbClr>
                      </a:solidFill>
                      <a:prstDash val="solid"/>
                      <a:round/>
                      <a:headEnd len="sm" w="sm" type="none"/>
                      <a:tailEnd len="sm" w="sm" type="none"/>
                    </a:lnR>
                    <a:lnT cap="flat" cmpd="sng" w="28575">
                      <a:solidFill>
                        <a:srgbClr val="B7B7B7">
                          <a:alpha val="0"/>
                        </a:srgbClr>
                      </a:solidFill>
                      <a:prstDash val="solid"/>
                      <a:round/>
                      <a:headEnd len="sm" w="sm" type="none"/>
                      <a:tailEnd len="sm" w="sm" type="none"/>
                    </a:lnT>
                    <a:lnB cap="flat" cmpd="sng" w="28575">
                      <a:solidFill>
                        <a:srgbClr val="B7B7B7">
                          <a:alpha val="0"/>
                        </a:srgbClr>
                      </a:solidFill>
                      <a:prstDash val="solid"/>
                      <a:round/>
                      <a:headEnd len="sm" w="sm" type="none"/>
                      <a:tailEnd len="sm" w="sm" type="none"/>
                    </a:lnB>
                  </a:tcPr>
                </a:tc>
                <a:tc>
                  <a:txBody>
                    <a:bodyPr/>
                    <a:lstStyle/>
                    <a:p>
                      <a:pPr indent="0" lvl="0" marL="0" rtl="0" algn="l">
                        <a:spcBef>
                          <a:spcPts val="0"/>
                        </a:spcBef>
                        <a:spcAft>
                          <a:spcPts val="0"/>
                        </a:spcAft>
                        <a:buClr>
                          <a:srgbClr val="000000"/>
                        </a:buClr>
                        <a:buSzPts val="1600"/>
                        <a:buFont typeface="Arial"/>
                        <a:buNone/>
                      </a:pPr>
                      <a:r>
                        <a:rPr b="1" lang="en" sz="1600">
                          <a:solidFill>
                            <a:srgbClr val="EE0000"/>
                          </a:solidFill>
                          <a:latin typeface="Red Hat Display"/>
                          <a:ea typeface="Red Hat Display"/>
                          <a:cs typeface="Red Hat Display"/>
                          <a:sym typeface="Red Hat Display"/>
                        </a:rPr>
                        <a:t>Challenge</a:t>
                      </a:r>
                      <a:endParaRPr b="1" sz="1300" u="none" cap="none" strike="noStrike">
                        <a:solidFill>
                          <a:srgbClr val="000000"/>
                        </a:solidFill>
                        <a:latin typeface="Red Hat Display"/>
                        <a:ea typeface="Red Hat Display"/>
                        <a:cs typeface="Red Hat Display"/>
                        <a:sym typeface="Red Hat Display"/>
                      </a:endParaRPr>
                    </a:p>
                  </a:txBody>
                  <a:tcPr marT="100250" marB="100250" marR="100250" marL="100250" anchor="ctr">
                    <a:lnL cap="flat" cmpd="sng" w="28575">
                      <a:solidFill>
                        <a:srgbClr val="B7B7B7">
                          <a:alpha val="0"/>
                        </a:srgbClr>
                      </a:solidFill>
                      <a:prstDash val="solid"/>
                      <a:round/>
                      <a:headEnd len="sm" w="sm" type="none"/>
                      <a:tailEnd len="sm" w="sm" type="none"/>
                    </a:lnL>
                    <a:lnR cap="flat" cmpd="sng" w="28575">
                      <a:solidFill>
                        <a:srgbClr val="B7B7B7">
                          <a:alpha val="0"/>
                        </a:srgbClr>
                      </a:solidFill>
                      <a:prstDash val="solid"/>
                      <a:round/>
                      <a:headEnd len="sm" w="sm" type="none"/>
                      <a:tailEnd len="sm" w="sm" type="none"/>
                    </a:lnR>
                    <a:lnT cap="flat" cmpd="sng" w="28575">
                      <a:solidFill>
                        <a:srgbClr val="B7B7B7">
                          <a:alpha val="0"/>
                        </a:srgbClr>
                      </a:solidFill>
                      <a:prstDash val="solid"/>
                      <a:round/>
                      <a:headEnd len="sm" w="sm" type="none"/>
                      <a:tailEnd len="sm" w="sm" type="none"/>
                    </a:lnT>
                    <a:lnB cap="flat" cmpd="sng" w="28575">
                      <a:solidFill>
                        <a:srgbClr val="B7B7B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b="1" sz="1600">
                        <a:solidFill>
                          <a:srgbClr val="EE0000"/>
                        </a:solidFill>
                        <a:latin typeface="Red Hat Display"/>
                        <a:ea typeface="Red Hat Display"/>
                        <a:cs typeface="Red Hat Display"/>
                        <a:sym typeface="Red Hat Display"/>
                      </a:endParaRPr>
                    </a:p>
                  </a:txBody>
                  <a:tcPr marT="100250" marB="100250" marR="100250" marL="100250" anchor="ctr">
                    <a:lnL cap="flat" cmpd="sng" w="28575">
                      <a:solidFill>
                        <a:srgbClr val="B7B7B7">
                          <a:alpha val="0"/>
                        </a:srgbClr>
                      </a:solidFill>
                      <a:prstDash val="solid"/>
                      <a:round/>
                      <a:headEnd len="sm" w="sm" type="none"/>
                      <a:tailEnd len="sm" w="sm" type="none"/>
                    </a:lnL>
                    <a:lnR cap="flat" cmpd="sng" w="28575">
                      <a:solidFill>
                        <a:srgbClr val="B7B7B7">
                          <a:alpha val="0"/>
                        </a:srgbClr>
                      </a:solidFill>
                      <a:prstDash val="solid"/>
                      <a:round/>
                      <a:headEnd len="sm" w="sm" type="none"/>
                      <a:tailEnd len="sm" w="sm" type="none"/>
                    </a:lnR>
                    <a:lnT cap="flat" cmpd="sng" w="28575">
                      <a:solidFill>
                        <a:srgbClr val="B7B7B7">
                          <a:alpha val="0"/>
                        </a:srgbClr>
                      </a:solidFill>
                      <a:prstDash val="solid"/>
                      <a:round/>
                      <a:headEnd len="sm" w="sm" type="none"/>
                      <a:tailEnd len="sm" w="sm" type="none"/>
                    </a:lnT>
                    <a:lnB cap="flat" cmpd="sng" w="28575">
                      <a:solidFill>
                        <a:srgbClr val="B7B7B7">
                          <a:alpha val="0"/>
                        </a:srgbClr>
                      </a:solidFill>
                      <a:prstDash val="solid"/>
                      <a:round/>
                      <a:headEnd len="sm" w="sm" type="none"/>
                      <a:tailEnd len="sm" w="sm" type="none"/>
                    </a:lnB>
                  </a:tcPr>
                </a:tc>
                <a:tc>
                  <a:txBody>
                    <a:bodyPr/>
                    <a:lstStyle/>
                    <a:p>
                      <a:pPr indent="0" lvl="0" marL="0" rtl="0" algn="l">
                        <a:spcBef>
                          <a:spcPts val="0"/>
                        </a:spcBef>
                        <a:spcAft>
                          <a:spcPts val="0"/>
                        </a:spcAft>
                        <a:buClr>
                          <a:srgbClr val="000000"/>
                        </a:buClr>
                        <a:buSzPts val="1600"/>
                        <a:buFont typeface="Arial"/>
                        <a:buNone/>
                      </a:pPr>
                      <a:r>
                        <a:rPr b="1" lang="en" sz="1600">
                          <a:solidFill>
                            <a:srgbClr val="EE0000"/>
                          </a:solidFill>
                          <a:latin typeface="Red Hat Display"/>
                          <a:ea typeface="Red Hat Display"/>
                          <a:cs typeface="Red Hat Display"/>
                          <a:sym typeface="Red Hat Display"/>
                        </a:rPr>
                        <a:t>Approach</a:t>
                      </a:r>
                      <a:endParaRPr b="1" sz="1300" u="none" cap="none" strike="noStrike">
                        <a:solidFill>
                          <a:srgbClr val="000000"/>
                        </a:solidFill>
                        <a:latin typeface="Red Hat Display"/>
                        <a:ea typeface="Red Hat Display"/>
                        <a:cs typeface="Red Hat Display"/>
                        <a:sym typeface="Red Hat Display"/>
                      </a:endParaRPr>
                    </a:p>
                  </a:txBody>
                  <a:tcPr marT="100250" marB="100250" marR="100250" marL="100250" anchor="ctr">
                    <a:lnL cap="flat" cmpd="sng" w="28575">
                      <a:solidFill>
                        <a:srgbClr val="B7B7B7">
                          <a:alpha val="0"/>
                        </a:srgbClr>
                      </a:solidFill>
                      <a:prstDash val="solid"/>
                      <a:round/>
                      <a:headEnd len="sm" w="sm" type="none"/>
                      <a:tailEnd len="sm" w="sm" type="none"/>
                    </a:lnL>
                    <a:lnR cap="flat" cmpd="sng" w="28575">
                      <a:solidFill>
                        <a:srgbClr val="B7B7B7">
                          <a:alpha val="0"/>
                        </a:srgbClr>
                      </a:solidFill>
                      <a:prstDash val="solid"/>
                      <a:round/>
                      <a:headEnd len="sm" w="sm" type="none"/>
                      <a:tailEnd len="sm" w="sm" type="none"/>
                    </a:lnR>
                    <a:lnT cap="flat" cmpd="sng" w="28575">
                      <a:solidFill>
                        <a:srgbClr val="B7B7B7">
                          <a:alpha val="0"/>
                        </a:srgbClr>
                      </a:solidFill>
                      <a:prstDash val="solid"/>
                      <a:round/>
                      <a:headEnd len="sm" w="sm" type="none"/>
                      <a:tailEnd len="sm" w="sm" type="none"/>
                    </a:lnT>
                    <a:lnB cap="flat" cmpd="sng" w="28575">
                      <a:solidFill>
                        <a:srgbClr val="B7B7B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b="1" sz="1600">
                        <a:solidFill>
                          <a:srgbClr val="EE0000"/>
                        </a:solidFill>
                        <a:latin typeface="Red Hat Display"/>
                        <a:ea typeface="Red Hat Display"/>
                        <a:cs typeface="Red Hat Display"/>
                        <a:sym typeface="Red Hat Display"/>
                      </a:endParaRPr>
                    </a:p>
                  </a:txBody>
                  <a:tcPr marT="100250" marB="100250" marR="100250" marL="100250" anchor="ctr">
                    <a:lnL cap="flat" cmpd="sng" w="28575">
                      <a:solidFill>
                        <a:srgbClr val="B7B7B7">
                          <a:alpha val="0"/>
                        </a:srgbClr>
                      </a:solidFill>
                      <a:prstDash val="solid"/>
                      <a:round/>
                      <a:headEnd len="sm" w="sm" type="none"/>
                      <a:tailEnd len="sm" w="sm" type="none"/>
                    </a:lnL>
                    <a:lnR cap="flat" cmpd="sng" w="28575">
                      <a:solidFill>
                        <a:srgbClr val="B7B7B7">
                          <a:alpha val="0"/>
                        </a:srgbClr>
                      </a:solidFill>
                      <a:prstDash val="solid"/>
                      <a:round/>
                      <a:headEnd len="sm" w="sm" type="none"/>
                      <a:tailEnd len="sm" w="sm" type="none"/>
                    </a:lnR>
                    <a:lnT cap="flat" cmpd="sng" w="28575">
                      <a:solidFill>
                        <a:srgbClr val="B7B7B7">
                          <a:alpha val="0"/>
                        </a:srgbClr>
                      </a:solidFill>
                      <a:prstDash val="solid"/>
                      <a:round/>
                      <a:headEnd len="sm" w="sm" type="none"/>
                      <a:tailEnd len="sm" w="sm" type="none"/>
                    </a:lnT>
                    <a:lnB cap="flat" cmpd="sng" w="28575">
                      <a:solidFill>
                        <a:srgbClr val="B7B7B7">
                          <a:alpha val="0"/>
                        </a:srgbClr>
                      </a:solidFill>
                      <a:prstDash val="solid"/>
                      <a:round/>
                      <a:headEnd len="sm" w="sm" type="none"/>
                      <a:tailEnd len="sm" w="sm" type="none"/>
                    </a:lnB>
                  </a:tcPr>
                </a:tc>
                <a:tc>
                  <a:txBody>
                    <a:bodyPr/>
                    <a:lstStyle/>
                    <a:p>
                      <a:pPr indent="0" lvl="0" marL="0" rtl="0" algn="l">
                        <a:spcBef>
                          <a:spcPts val="0"/>
                        </a:spcBef>
                        <a:spcAft>
                          <a:spcPts val="0"/>
                        </a:spcAft>
                        <a:buClr>
                          <a:srgbClr val="000000"/>
                        </a:buClr>
                        <a:buSzPts val="1100"/>
                        <a:buFont typeface="Arial"/>
                        <a:buNone/>
                      </a:pPr>
                      <a:r>
                        <a:rPr b="1" lang="en" sz="1600">
                          <a:solidFill>
                            <a:srgbClr val="EE0000"/>
                          </a:solidFill>
                          <a:latin typeface="Red Hat Display"/>
                          <a:ea typeface="Red Hat Display"/>
                          <a:cs typeface="Red Hat Display"/>
                          <a:sym typeface="Red Hat Display"/>
                        </a:rPr>
                        <a:t>Benefits</a:t>
                      </a:r>
                      <a:endParaRPr b="1" sz="1300" u="none" cap="none" strike="noStrike">
                        <a:solidFill>
                          <a:srgbClr val="000000"/>
                        </a:solidFill>
                        <a:latin typeface="Red Hat Display"/>
                        <a:ea typeface="Red Hat Display"/>
                        <a:cs typeface="Red Hat Display"/>
                        <a:sym typeface="Red Hat Display"/>
                      </a:endParaRPr>
                    </a:p>
                  </a:txBody>
                  <a:tcPr marT="100250" marB="100250" marR="100250" marL="100250" anchor="ctr">
                    <a:lnL cap="flat" cmpd="sng" w="28575">
                      <a:solidFill>
                        <a:srgbClr val="B7B7B7">
                          <a:alpha val="0"/>
                        </a:srgbClr>
                      </a:solidFill>
                      <a:prstDash val="solid"/>
                      <a:round/>
                      <a:headEnd len="sm" w="sm" type="none"/>
                      <a:tailEnd len="sm" w="sm" type="none"/>
                    </a:lnL>
                    <a:lnR cap="flat" cmpd="sng" w="28575">
                      <a:solidFill>
                        <a:srgbClr val="B7B7B7">
                          <a:alpha val="0"/>
                        </a:srgbClr>
                      </a:solidFill>
                      <a:prstDash val="solid"/>
                      <a:round/>
                      <a:headEnd len="sm" w="sm" type="none"/>
                      <a:tailEnd len="sm" w="sm" type="none"/>
                    </a:lnR>
                    <a:lnT cap="flat" cmpd="sng" w="28575">
                      <a:solidFill>
                        <a:srgbClr val="B7B7B7">
                          <a:alpha val="0"/>
                        </a:srgbClr>
                      </a:solidFill>
                      <a:prstDash val="solid"/>
                      <a:round/>
                      <a:headEnd len="sm" w="sm" type="none"/>
                      <a:tailEnd len="sm" w="sm" type="none"/>
                    </a:lnT>
                    <a:lnB cap="flat" cmpd="sng" w="28575">
                      <a:solidFill>
                        <a:srgbClr val="B7B7B7">
                          <a:alpha val="0"/>
                        </a:srgbClr>
                      </a:solidFill>
                      <a:prstDash val="solid"/>
                      <a:round/>
                      <a:headEnd len="sm" w="sm" type="none"/>
                      <a:tailEnd len="sm" w="sm" type="none"/>
                    </a:lnB>
                  </a:tcPr>
                </a:tc>
              </a:tr>
            </a:tbl>
          </a:graphicData>
        </a:graphic>
      </p:graphicFrame>
      <p:sp>
        <p:nvSpPr>
          <p:cNvPr id="1789" name="Google Shape;1789;p122"/>
          <p:cNvSpPr/>
          <p:nvPr/>
        </p:nvSpPr>
        <p:spPr>
          <a:xfrm>
            <a:off x="646500" y="3885154"/>
            <a:ext cx="3633000" cy="833100"/>
          </a:xfrm>
          <a:prstGeom prst="homePlate">
            <a:avLst>
              <a:gd fmla="val 20993" name="adj"/>
            </a:avLst>
          </a:prstGeom>
          <a:solidFill>
            <a:srgbClr val="BFBFBF">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Variability</a:t>
            </a:r>
            <a:endParaRPr b="1">
              <a:solidFill>
                <a:srgbClr val="000000"/>
              </a:solidFill>
              <a:latin typeface="Red Hat Display"/>
              <a:ea typeface="Red Hat Display"/>
              <a:cs typeface="Red Hat Display"/>
              <a:sym typeface="Red Hat Display"/>
            </a:endParaRPr>
          </a:p>
          <a:p>
            <a:pPr indent="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New patches, updates, and configurations are applied piecemeal across the environment multiplying inconsistencies </a:t>
            </a:r>
            <a:endParaRPr sz="1200">
              <a:solidFill>
                <a:srgbClr val="000000"/>
              </a:solidFill>
              <a:latin typeface="Red Hat Display"/>
              <a:ea typeface="Red Hat Display"/>
              <a:cs typeface="Red Hat Display"/>
              <a:sym typeface="Red Hat Display"/>
            </a:endParaRPr>
          </a:p>
        </p:txBody>
      </p:sp>
      <p:sp>
        <p:nvSpPr>
          <p:cNvPr id="1790" name="Google Shape;1790;p122"/>
          <p:cNvSpPr/>
          <p:nvPr/>
        </p:nvSpPr>
        <p:spPr>
          <a:xfrm>
            <a:off x="8064900" y="3885154"/>
            <a:ext cx="3633000" cy="833100"/>
          </a:xfrm>
          <a:prstGeom prst="chevron">
            <a:avLst>
              <a:gd fmla="val 20993" name="adj"/>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Efficiency </a:t>
            </a:r>
            <a:endParaRPr b="1" sz="1200">
              <a:solidFill>
                <a:srgbClr val="EE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Easily monitor and manage drift, versioning, and compliance with system-wide or individual remediation</a:t>
            </a:r>
            <a:endParaRPr sz="1200">
              <a:solidFill>
                <a:srgbClr val="EE0000"/>
              </a:solidFill>
              <a:latin typeface="Red Hat Display"/>
              <a:ea typeface="Red Hat Display"/>
              <a:cs typeface="Red Hat Display"/>
              <a:sym typeface="Red Hat Display"/>
            </a:endParaRPr>
          </a:p>
        </p:txBody>
      </p:sp>
      <p:sp>
        <p:nvSpPr>
          <p:cNvPr id="1791" name="Google Shape;1791;p122"/>
          <p:cNvSpPr/>
          <p:nvPr/>
        </p:nvSpPr>
        <p:spPr>
          <a:xfrm>
            <a:off x="4279500" y="3893968"/>
            <a:ext cx="3785400" cy="824100"/>
          </a:xfrm>
          <a:prstGeom prst="chevron">
            <a:avLst>
              <a:gd fmla="val 20993" name="adj"/>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Standardize </a:t>
            </a:r>
            <a:endParaRPr b="1">
              <a:solidFill>
                <a:srgbClr val="000000"/>
              </a:solidFill>
              <a:latin typeface="Red Hat Display"/>
              <a:ea typeface="Red Hat Display"/>
              <a:cs typeface="Red Hat Display"/>
              <a:sym typeface="Red Hat Display"/>
            </a:endParaRPr>
          </a:p>
          <a:p>
            <a:pPr indent="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Codify </a:t>
            </a:r>
            <a:r>
              <a:rPr lang="en" sz="1200">
                <a:latin typeface="Red Hat Display"/>
                <a:ea typeface="Red Hat Display"/>
                <a:cs typeface="Red Hat Display"/>
                <a:sym typeface="Red Hat Display"/>
              </a:rPr>
              <a:t>content delivery, configuration</a:t>
            </a:r>
            <a:r>
              <a:rPr lang="en" sz="1200">
                <a:latin typeface="Red Hat Display"/>
                <a:ea typeface="Red Hat Display"/>
                <a:cs typeface="Red Hat Display"/>
                <a:sym typeface="Red Hat Display"/>
              </a:rPr>
              <a:t>, and lifecycle management with tooling and monitoring</a:t>
            </a:r>
            <a:endParaRPr sz="1200">
              <a:solidFill>
                <a:srgbClr val="FFFFFF"/>
              </a:solidFill>
              <a:latin typeface="Red Hat Display"/>
              <a:ea typeface="Red Hat Display"/>
              <a:cs typeface="Red Hat Display"/>
              <a:sym typeface="Red Hat Display"/>
            </a:endParaRPr>
          </a:p>
        </p:txBody>
      </p:sp>
      <p:sp>
        <p:nvSpPr>
          <p:cNvPr id="1792" name="Google Shape;1792;p122"/>
          <p:cNvSpPr/>
          <p:nvPr/>
        </p:nvSpPr>
        <p:spPr>
          <a:xfrm>
            <a:off x="646500" y="4922137"/>
            <a:ext cx="3633000" cy="833100"/>
          </a:xfrm>
          <a:prstGeom prst="homePlate">
            <a:avLst>
              <a:gd fmla="val 20993" name="adj"/>
            </a:avLst>
          </a:prstGeom>
          <a:solidFill>
            <a:srgbClr val="BFBFBF">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chemeClr val="accent1"/>
                </a:solidFill>
                <a:latin typeface="Red Hat Display"/>
                <a:ea typeface="Red Hat Display"/>
                <a:cs typeface="Red Hat Display"/>
                <a:sym typeface="Red Hat Display"/>
              </a:rPr>
              <a:t>Complexity</a:t>
            </a:r>
            <a:endParaRPr b="1" sz="1200">
              <a:solidFill>
                <a:schemeClr val="accent1"/>
              </a:solidFill>
              <a:latin typeface="Red Hat Display"/>
              <a:ea typeface="Red Hat Display"/>
              <a:cs typeface="Red Hat Display"/>
              <a:sym typeface="Red Hat Display"/>
            </a:endParaRPr>
          </a:p>
          <a:p>
            <a:pPr indent="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Manual processes and complex </a:t>
            </a:r>
            <a:r>
              <a:rPr lang="en" sz="1200">
                <a:latin typeface="Red Hat Display"/>
                <a:ea typeface="Red Hat Display"/>
                <a:cs typeface="Red Hat Display"/>
                <a:sym typeface="Red Hat Display"/>
              </a:rPr>
              <a:t>script</a:t>
            </a:r>
            <a:r>
              <a:rPr lang="en" sz="1200">
                <a:latin typeface="Red Hat Display"/>
                <a:ea typeface="Red Hat Display"/>
                <a:cs typeface="Red Hat Display"/>
                <a:sym typeface="Red Hat Display"/>
              </a:rPr>
              <a:t>s lead to errors in production that are hard to isolate and resolve.</a:t>
            </a:r>
            <a:endParaRPr sz="1200">
              <a:solidFill>
                <a:srgbClr val="000000"/>
              </a:solidFill>
              <a:latin typeface="Red Hat Display"/>
              <a:ea typeface="Red Hat Display"/>
              <a:cs typeface="Red Hat Display"/>
              <a:sym typeface="Red Hat Display"/>
            </a:endParaRPr>
          </a:p>
        </p:txBody>
      </p:sp>
      <p:sp>
        <p:nvSpPr>
          <p:cNvPr id="1793" name="Google Shape;1793;p122"/>
          <p:cNvSpPr/>
          <p:nvPr/>
        </p:nvSpPr>
        <p:spPr>
          <a:xfrm>
            <a:off x="8064900" y="4922137"/>
            <a:ext cx="3633000" cy="833100"/>
          </a:xfrm>
          <a:prstGeom prst="chevron">
            <a:avLst>
              <a:gd fmla="val 20993" name="adj"/>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Reliability </a:t>
            </a:r>
            <a:endParaRPr b="1">
              <a:solidFill>
                <a:srgbClr val="00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Rapid and repeatable provisioning of proven production systems,  in isolation or en mass, </a:t>
            </a:r>
            <a:r>
              <a:rPr lang="en" sz="1200">
                <a:latin typeface="Red Hat Display"/>
                <a:ea typeface="Red Hat Display"/>
                <a:cs typeface="Red Hat Display"/>
                <a:sym typeface="Red Hat Display"/>
              </a:rPr>
              <a:t>with</a:t>
            </a:r>
            <a:r>
              <a:rPr lang="en" sz="1200">
                <a:latin typeface="Red Hat Display"/>
                <a:ea typeface="Red Hat Display"/>
                <a:cs typeface="Red Hat Display"/>
                <a:sym typeface="Red Hat Display"/>
              </a:rPr>
              <a:t> trusted automation</a:t>
            </a:r>
            <a:endParaRPr sz="1200">
              <a:solidFill>
                <a:srgbClr val="FFFFFF"/>
              </a:solidFill>
              <a:latin typeface="Red Hat Display"/>
              <a:ea typeface="Red Hat Display"/>
              <a:cs typeface="Red Hat Display"/>
              <a:sym typeface="Red Hat Display"/>
            </a:endParaRPr>
          </a:p>
        </p:txBody>
      </p:sp>
      <p:sp>
        <p:nvSpPr>
          <p:cNvPr id="1794" name="Google Shape;1794;p122"/>
          <p:cNvSpPr/>
          <p:nvPr/>
        </p:nvSpPr>
        <p:spPr>
          <a:xfrm>
            <a:off x="4279500" y="4922130"/>
            <a:ext cx="3785400" cy="833100"/>
          </a:xfrm>
          <a:prstGeom prst="chevron">
            <a:avLst>
              <a:gd fmla="val 20993" name="adj"/>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Automate </a:t>
            </a:r>
            <a:endParaRPr b="1">
              <a:solidFill>
                <a:srgbClr val="000000"/>
              </a:solidFill>
              <a:latin typeface="Red Hat Display"/>
              <a:ea typeface="Red Hat Display"/>
              <a:cs typeface="Red Hat Display"/>
              <a:sym typeface="Red Hat Display"/>
            </a:endParaRPr>
          </a:p>
          <a:p>
            <a:pPr indent="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Specify system build and configuration in</a:t>
            </a:r>
            <a:r>
              <a:rPr lang="en" sz="1200">
                <a:latin typeface="Red Hat Display"/>
                <a:ea typeface="Red Hat Display"/>
                <a:cs typeface="Red Hat Display"/>
                <a:sym typeface="Red Hat Display"/>
              </a:rPr>
              <a:t> </a:t>
            </a:r>
            <a:r>
              <a:rPr lang="en" sz="1200">
                <a:latin typeface="Red Hat Display"/>
                <a:ea typeface="Red Hat Display"/>
                <a:cs typeface="Red Hat Display"/>
                <a:sym typeface="Red Hat Display"/>
              </a:rPr>
              <a:t>human readable language </a:t>
            </a:r>
            <a:r>
              <a:rPr lang="en" sz="1200">
                <a:latin typeface="Red Hat Display"/>
                <a:ea typeface="Red Hat Display"/>
                <a:cs typeface="Red Hat Display"/>
                <a:sym typeface="Red Hat Display"/>
              </a:rPr>
              <a:t>and validate delivery in lab environments.</a:t>
            </a:r>
            <a:endParaRPr sz="1200">
              <a:solidFill>
                <a:srgbClr val="FFFFFF"/>
              </a:solidFill>
              <a:latin typeface="Red Hat Display"/>
              <a:ea typeface="Red Hat Display"/>
              <a:cs typeface="Red Hat Display"/>
              <a:sym typeface="Red Hat Display"/>
            </a:endParaRPr>
          </a:p>
        </p:txBody>
      </p:sp>
      <p:pic>
        <p:nvPicPr>
          <p:cNvPr id="1795" name="Google Shape;1795;p122"/>
          <p:cNvPicPr preferRelativeResize="0"/>
          <p:nvPr/>
        </p:nvPicPr>
        <p:blipFill>
          <a:blip r:embed="rId3">
            <a:alphaModFix/>
          </a:blip>
          <a:stretch>
            <a:fillRect/>
          </a:stretch>
        </p:blipFill>
        <p:spPr>
          <a:xfrm>
            <a:off x="695750" y="1885425"/>
            <a:ext cx="715325" cy="715325"/>
          </a:xfrm>
          <a:prstGeom prst="rect">
            <a:avLst/>
          </a:prstGeom>
          <a:noFill/>
          <a:ln>
            <a:noFill/>
          </a:ln>
        </p:spPr>
      </p:pic>
      <p:grpSp>
        <p:nvGrpSpPr>
          <p:cNvPr id="1796" name="Google Shape;1796;p122"/>
          <p:cNvGrpSpPr/>
          <p:nvPr/>
        </p:nvGrpSpPr>
        <p:grpSpPr>
          <a:xfrm>
            <a:off x="7972307" y="1880344"/>
            <a:ext cx="729105" cy="729105"/>
            <a:chOff x="1104900" y="4690337"/>
            <a:chExt cx="1215175" cy="1215175"/>
          </a:xfrm>
        </p:grpSpPr>
        <p:pic>
          <p:nvPicPr>
            <p:cNvPr id="1797" name="Google Shape;1797;p122"/>
            <p:cNvPicPr preferRelativeResize="0"/>
            <p:nvPr/>
          </p:nvPicPr>
          <p:blipFill>
            <a:blip r:embed="rId4">
              <a:alphaModFix/>
            </a:blip>
            <a:stretch>
              <a:fillRect/>
            </a:stretch>
          </p:blipFill>
          <p:spPr>
            <a:xfrm>
              <a:off x="1104900" y="4690337"/>
              <a:ext cx="1215175" cy="1215175"/>
            </a:xfrm>
            <a:prstGeom prst="rect">
              <a:avLst/>
            </a:prstGeom>
            <a:noFill/>
            <a:ln>
              <a:noFill/>
            </a:ln>
          </p:spPr>
        </p:pic>
        <p:pic>
          <p:nvPicPr>
            <p:cNvPr id="1798" name="Google Shape;1798;p122"/>
            <p:cNvPicPr preferRelativeResize="0"/>
            <p:nvPr/>
          </p:nvPicPr>
          <p:blipFill rotWithShape="1">
            <a:blip r:embed="rId5">
              <a:alphaModFix/>
            </a:blip>
            <a:srcRect b="9001" l="10213" r="8854" t="9392"/>
            <a:stretch/>
          </p:blipFill>
          <p:spPr>
            <a:xfrm>
              <a:off x="1290556" y="5382490"/>
              <a:ext cx="341850" cy="341825"/>
            </a:xfrm>
            <a:prstGeom prst="rect">
              <a:avLst/>
            </a:prstGeom>
            <a:noFill/>
            <a:ln cap="flat" cmpd="sng" w="19050">
              <a:solidFill>
                <a:schemeClr val="accent1"/>
              </a:solidFill>
              <a:prstDash val="solid"/>
              <a:round/>
              <a:headEnd len="sm" w="sm" type="none"/>
              <a:tailEnd len="sm" w="sm" type="none"/>
            </a:ln>
          </p:spPr>
        </p:pic>
      </p:grpSp>
      <p:pic>
        <p:nvPicPr>
          <p:cNvPr id="1799" name="Google Shape;1799;p122"/>
          <p:cNvPicPr preferRelativeResize="0"/>
          <p:nvPr/>
        </p:nvPicPr>
        <p:blipFill>
          <a:blip r:embed="rId6">
            <a:alphaModFix/>
          </a:blip>
          <a:stretch>
            <a:fillRect/>
          </a:stretch>
        </p:blipFill>
        <p:spPr>
          <a:xfrm>
            <a:off x="4202538" y="1840338"/>
            <a:ext cx="824100" cy="824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3" name="Shape 1803"/>
        <p:cNvGrpSpPr/>
        <p:nvPr/>
      </p:nvGrpSpPr>
      <p:grpSpPr>
        <a:xfrm>
          <a:off x="0" y="0"/>
          <a:ext cx="0" cy="0"/>
          <a:chOff x="0" y="0"/>
          <a:chExt cx="0" cy="0"/>
        </a:xfrm>
      </p:grpSpPr>
      <p:sp>
        <p:nvSpPr>
          <p:cNvPr id="1804" name="Google Shape;1804;p123"/>
          <p:cNvSpPr/>
          <p:nvPr/>
        </p:nvSpPr>
        <p:spPr>
          <a:xfrm>
            <a:off x="194400" y="2490642"/>
            <a:ext cx="11761500" cy="3078900"/>
          </a:xfrm>
          <a:prstGeom prst="rect">
            <a:avLst/>
          </a:prstGeom>
          <a:no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sz="1900"/>
          </a:p>
        </p:txBody>
      </p:sp>
      <p:sp>
        <p:nvSpPr>
          <p:cNvPr id="1805" name="Google Shape;1805;p123"/>
          <p:cNvSpPr/>
          <p:nvPr/>
        </p:nvSpPr>
        <p:spPr>
          <a:xfrm>
            <a:off x="4164525" y="2724700"/>
            <a:ext cx="5634300" cy="2733000"/>
          </a:xfrm>
          <a:prstGeom prst="rect">
            <a:avLst/>
          </a:prstGeom>
          <a:noFill/>
          <a:ln cap="flat" cmpd="sng" w="19050">
            <a:solidFill>
              <a:srgbClr val="79C4C6"/>
            </a:solidFill>
            <a:prstDash val="dot"/>
            <a:round/>
            <a:headEnd len="sm" w="sm" type="none"/>
            <a:tailEnd len="sm" w="sm" type="none"/>
          </a:ln>
        </p:spPr>
        <p:txBody>
          <a:bodyPr anchorCtr="0" anchor="t" bIns="121900" lIns="121900" spcFirstLastPara="1" rIns="121900" wrap="square" tIns="121900">
            <a:noAutofit/>
          </a:bodyPr>
          <a:lstStyle/>
          <a:p>
            <a:pPr indent="0" lvl="0" marL="0" rtl="0" algn="r">
              <a:spcBef>
                <a:spcPts val="0"/>
              </a:spcBef>
              <a:spcAft>
                <a:spcPts val="0"/>
              </a:spcAft>
              <a:buNone/>
            </a:pPr>
            <a:r>
              <a:rPr b="1" lang="en" sz="1200">
                <a:latin typeface="Red Hat Display"/>
                <a:ea typeface="Red Hat Display"/>
                <a:cs typeface="Red Hat Display"/>
                <a:sym typeface="Red Hat Display"/>
              </a:rPr>
              <a:t>Pilot</a:t>
            </a:r>
            <a:endParaRPr b="1" sz="1200">
              <a:latin typeface="Red Hat Display"/>
              <a:ea typeface="Red Hat Display"/>
              <a:cs typeface="Red Hat Display"/>
              <a:sym typeface="Red Hat Display"/>
            </a:endParaRPr>
          </a:p>
        </p:txBody>
      </p:sp>
      <p:sp>
        <p:nvSpPr>
          <p:cNvPr id="1806" name="Google Shape;1806;p123"/>
          <p:cNvSpPr/>
          <p:nvPr/>
        </p:nvSpPr>
        <p:spPr>
          <a:xfrm>
            <a:off x="194400" y="5679700"/>
            <a:ext cx="11761500" cy="830100"/>
          </a:xfrm>
          <a:prstGeom prst="rect">
            <a:avLst/>
          </a:prstGeom>
          <a:no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sz="1900"/>
          </a:p>
        </p:txBody>
      </p:sp>
      <p:sp>
        <p:nvSpPr>
          <p:cNvPr id="1807" name="Google Shape;1807;p123"/>
          <p:cNvSpPr/>
          <p:nvPr/>
        </p:nvSpPr>
        <p:spPr>
          <a:xfrm>
            <a:off x="194400" y="1307333"/>
            <a:ext cx="11761500" cy="1058700"/>
          </a:xfrm>
          <a:prstGeom prst="rect">
            <a:avLst/>
          </a:prstGeom>
          <a:no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08" name="Google Shape;1808;p123"/>
          <p:cNvSpPr/>
          <p:nvPr/>
        </p:nvSpPr>
        <p:spPr>
          <a:xfrm>
            <a:off x="194400" y="180833"/>
            <a:ext cx="11761500" cy="1058700"/>
          </a:xfrm>
          <a:prstGeom prst="rect">
            <a:avLst/>
          </a:prstGeom>
          <a:no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sz="1900"/>
          </a:p>
        </p:txBody>
      </p:sp>
      <p:sp>
        <p:nvSpPr>
          <p:cNvPr id="1809" name="Google Shape;1809;p123"/>
          <p:cNvSpPr txBox="1"/>
          <p:nvPr/>
        </p:nvSpPr>
        <p:spPr>
          <a:xfrm>
            <a:off x="4846433" y="1327500"/>
            <a:ext cx="7055700" cy="1059000"/>
          </a:xfrm>
          <a:prstGeom prst="rect">
            <a:avLst/>
          </a:prstGeom>
          <a:noFill/>
          <a:ln>
            <a:noFill/>
          </a:ln>
        </p:spPr>
        <p:txBody>
          <a:bodyPr anchorCtr="0" anchor="t" bIns="121900" lIns="121900" spcFirstLastPara="1" rIns="121900" wrap="square" tIns="121900">
            <a:spAutoFit/>
          </a:bodyPr>
          <a:lstStyle/>
          <a:p>
            <a:pPr indent="0" lvl="0" marL="0" rtl="0" algn="l">
              <a:lnSpc>
                <a:spcPct val="115000"/>
              </a:lnSpc>
              <a:spcBef>
                <a:spcPts val="0"/>
              </a:spcBef>
              <a:spcAft>
                <a:spcPts val="0"/>
              </a:spcAft>
              <a:buNone/>
            </a:pPr>
            <a:r>
              <a:rPr b="1" lang="en" sz="1600">
                <a:solidFill>
                  <a:schemeClr val="dk1"/>
                </a:solidFill>
                <a:highlight>
                  <a:srgbClr val="FFFFFF"/>
                </a:highlight>
                <a:latin typeface="Red Hat Display"/>
                <a:ea typeface="Red Hat Display"/>
                <a:cs typeface="Red Hat Display"/>
                <a:sym typeface="Red Hat Display"/>
              </a:rPr>
              <a:t>As the </a:t>
            </a:r>
            <a:r>
              <a:rPr b="1" lang="en" sz="1600">
                <a:solidFill>
                  <a:srgbClr val="EE0000"/>
                </a:solidFill>
                <a:highlight>
                  <a:schemeClr val="lt1"/>
                </a:highlight>
                <a:latin typeface="Red Hat Display"/>
                <a:ea typeface="Red Hat Display"/>
                <a:cs typeface="Red Hat Display"/>
                <a:sym typeface="Red Hat Display"/>
              </a:rPr>
              <a:t>Chief Information Officer</a:t>
            </a:r>
            <a:r>
              <a:rPr lang="en" sz="1600">
                <a:solidFill>
                  <a:schemeClr val="dk1"/>
                </a:solidFill>
                <a:highlight>
                  <a:srgbClr val="FFFFFF"/>
                </a:highlight>
                <a:latin typeface="Red Hat Display"/>
                <a:ea typeface="Red Hat Display"/>
                <a:cs typeface="Red Hat Display"/>
                <a:sym typeface="Red Hat Display"/>
              </a:rPr>
              <a:t> responsible for</a:t>
            </a:r>
            <a:r>
              <a:rPr b="1" lang="en" sz="1600">
                <a:solidFill>
                  <a:srgbClr val="EE0000"/>
                </a:solidFill>
                <a:highlight>
                  <a:schemeClr val="lt1"/>
                </a:highlight>
                <a:latin typeface="Red Hat Display"/>
                <a:ea typeface="Red Hat Display"/>
                <a:cs typeface="Red Hat Display"/>
                <a:sym typeface="Red Hat Display"/>
              </a:rPr>
              <a:t> running the IT organization</a:t>
            </a:r>
            <a:r>
              <a:rPr lang="en" sz="1600">
                <a:solidFill>
                  <a:schemeClr val="dk1"/>
                </a:solidFill>
                <a:highlight>
                  <a:srgbClr val="FFFFFF"/>
                </a:highlight>
                <a:latin typeface="Red Hat Display"/>
                <a:ea typeface="Red Hat Display"/>
                <a:cs typeface="Red Hat Display"/>
                <a:sym typeface="Red Hat Display"/>
              </a:rPr>
              <a:t> </a:t>
            </a:r>
            <a:r>
              <a:rPr b="1" lang="en" sz="1600">
                <a:solidFill>
                  <a:schemeClr val="dk1"/>
                </a:solidFill>
                <a:highlight>
                  <a:srgbClr val="FFFFFF"/>
                </a:highlight>
                <a:latin typeface="Red Hat Display"/>
                <a:ea typeface="Red Hat Display"/>
                <a:cs typeface="Red Hat Display"/>
                <a:sym typeface="Red Hat Display"/>
              </a:rPr>
              <a:t>I need to</a:t>
            </a:r>
            <a:r>
              <a:rPr lang="en" sz="1600">
                <a:solidFill>
                  <a:schemeClr val="dk1"/>
                </a:solidFill>
                <a:highlight>
                  <a:srgbClr val="FFFFFF"/>
                </a:highlight>
                <a:latin typeface="Red Hat Display"/>
                <a:ea typeface="Red Hat Display"/>
                <a:cs typeface="Red Hat Display"/>
                <a:sym typeface="Red Hat Display"/>
              </a:rPr>
              <a:t> </a:t>
            </a:r>
            <a:r>
              <a:rPr lang="en" sz="1600">
                <a:solidFill>
                  <a:schemeClr val="dk1"/>
                </a:solidFill>
                <a:highlight>
                  <a:srgbClr val="FFFFFF"/>
                </a:highlight>
                <a:latin typeface="Red Hat Display"/>
                <a:ea typeface="Red Hat Display"/>
                <a:cs typeface="Red Hat Display"/>
                <a:sym typeface="Red Hat Display"/>
              </a:rPr>
              <a:t>improve quality and supportability </a:t>
            </a:r>
            <a:r>
              <a:rPr b="1" lang="en" sz="1600">
                <a:solidFill>
                  <a:schemeClr val="dk1"/>
                </a:solidFill>
                <a:highlight>
                  <a:srgbClr val="FFFFFF"/>
                </a:highlight>
                <a:latin typeface="Red Hat Display"/>
                <a:ea typeface="Red Hat Display"/>
                <a:cs typeface="Red Hat Display"/>
                <a:sym typeface="Red Hat Display"/>
              </a:rPr>
              <a:t>so that</a:t>
            </a:r>
            <a:r>
              <a:rPr lang="en" sz="1600">
                <a:solidFill>
                  <a:schemeClr val="dk1"/>
                </a:solidFill>
                <a:highlight>
                  <a:srgbClr val="FFFFFF"/>
                </a:highlight>
                <a:latin typeface="Red Hat Display"/>
                <a:ea typeface="Red Hat Display"/>
                <a:cs typeface="Red Hat Display"/>
                <a:sym typeface="Red Hat Display"/>
              </a:rPr>
              <a:t> I c</a:t>
            </a:r>
            <a:r>
              <a:rPr lang="en" sz="1600">
                <a:solidFill>
                  <a:schemeClr val="dk1"/>
                </a:solidFill>
                <a:highlight>
                  <a:schemeClr val="lt1"/>
                </a:highlight>
                <a:latin typeface="Red Hat Display"/>
                <a:ea typeface="Red Hat Display"/>
                <a:cs typeface="Red Hat Display"/>
                <a:sym typeface="Red Hat Display"/>
              </a:rPr>
              <a:t>an reduce business risks, expos</a:t>
            </a:r>
            <a:r>
              <a:rPr lang="en" sz="1600">
                <a:solidFill>
                  <a:schemeClr val="dk1"/>
                </a:solidFill>
                <a:highlight>
                  <a:srgbClr val="FFFFFF"/>
                </a:highlight>
                <a:latin typeface="Red Hat Display"/>
                <a:ea typeface="Red Hat Display"/>
                <a:cs typeface="Red Hat Display"/>
                <a:sym typeface="Red Hat Display"/>
              </a:rPr>
              <a:t>ures, and down-time</a:t>
            </a:r>
            <a:endParaRPr sz="2100">
              <a:latin typeface="Red Hat Display"/>
              <a:ea typeface="Red Hat Display"/>
              <a:cs typeface="Red Hat Display"/>
              <a:sym typeface="Red Hat Display"/>
            </a:endParaRPr>
          </a:p>
        </p:txBody>
      </p:sp>
      <p:sp>
        <p:nvSpPr>
          <p:cNvPr id="1810" name="Google Shape;1810;p123"/>
          <p:cNvSpPr txBox="1"/>
          <p:nvPr/>
        </p:nvSpPr>
        <p:spPr>
          <a:xfrm>
            <a:off x="4846433" y="471512"/>
            <a:ext cx="7055700" cy="492600"/>
          </a:xfrm>
          <a:prstGeom prst="rect">
            <a:avLst/>
          </a:prstGeom>
          <a:noFill/>
          <a:ln>
            <a:noFill/>
          </a:ln>
        </p:spPr>
        <p:txBody>
          <a:bodyPr anchorCtr="0" anchor="t" bIns="121900" lIns="121900" spcFirstLastPara="1" rIns="121900" wrap="square" tIns="121900">
            <a:spAutoFit/>
          </a:bodyPr>
          <a:lstStyle/>
          <a:p>
            <a:pPr indent="0" lvl="0" marL="0" rtl="0" algn="l">
              <a:lnSpc>
                <a:spcPct val="115000"/>
              </a:lnSpc>
              <a:spcBef>
                <a:spcPts val="0"/>
              </a:spcBef>
              <a:spcAft>
                <a:spcPts val="0"/>
              </a:spcAft>
              <a:buNone/>
            </a:pPr>
            <a:r>
              <a:rPr b="1" lang="en" sz="1600">
                <a:solidFill>
                  <a:schemeClr val="dk1"/>
                </a:solidFill>
                <a:highlight>
                  <a:srgbClr val="FFFFFF"/>
                </a:highlight>
                <a:latin typeface="Red Hat Display"/>
                <a:ea typeface="Red Hat Display"/>
                <a:cs typeface="Red Hat Display"/>
                <a:sym typeface="Red Hat Display"/>
              </a:rPr>
              <a:t>Adopt the Red Hat Infrastructure Standard </a:t>
            </a:r>
            <a:endParaRPr sz="2100">
              <a:latin typeface="Red Hat Display"/>
              <a:ea typeface="Red Hat Display"/>
              <a:cs typeface="Red Hat Display"/>
              <a:sym typeface="Red Hat Display"/>
            </a:endParaRPr>
          </a:p>
        </p:txBody>
      </p:sp>
      <p:sp>
        <p:nvSpPr>
          <p:cNvPr id="1811" name="Google Shape;1811;p123"/>
          <p:cNvSpPr/>
          <p:nvPr/>
        </p:nvSpPr>
        <p:spPr>
          <a:xfrm>
            <a:off x="704088" y="3691128"/>
            <a:ext cx="1498800" cy="936000"/>
          </a:xfrm>
          <a:prstGeom prst="rect">
            <a:avLst/>
          </a:prstGeom>
          <a:noFill/>
          <a:ln cap="flat" cmpd="sng" w="19050">
            <a:solidFill>
              <a:srgbClr val="79C4C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rPr b="1" lang="en" sz="1000">
                <a:latin typeface="Red Hat Display"/>
                <a:ea typeface="Red Hat Display"/>
                <a:cs typeface="Red Hat Display"/>
                <a:sym typeface="Red Hat Display"/>
              </a:rPr>
              <a:t>Infrastructure Discovery</a:t>
            </a:r>
            <a:endParaRPr b="1" sz="1000">
              <a:latin typeface="Red Hat Display"/>
              <a:ea typeface="Red Hat Display"/>
              <a:cs typeface="Red Hat Display"/>
              <a:sym typeface="Red Hat Display"/>
            </a:endParaRPr>
          </a:p>
        </p:txBody>
      </p:sp>
      <p:sp>
        <p:nvSpPr>
          <p:cNvPr id="1812" name="Google Shape;1812;p123"/>
          <p:cNvSpPr txBox="1"/>
          <p:nvPr/>
        </p:nvSpPr>
        <p:spPr>
          <a:xfrm>
            <a:off x="272183" y="1573049"/>
            <a:ext cx="3211500" cy="5079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Clr>
                <a:schemeClr val="dk1"/>
              </a:buClr>
              <a:buSzPts val="1500"/>
              <a:buFont typeface="Arial"/>
              <a:buNone/>
            </a:pPr>
            <a:r>
              <a:rPr lang="en" sz="1700">
                <a:solidFill>
                  <a:srgbClr val="FF0000"/>
                </a:solidFill>
                <a:latin typeface="Red Hat Display"/>
                <a:ea typeface="Red Hat Display"/>
                <a:cs typeface="Red Hat Display"/>
                <a:sym typeface="Red Hat Display"/>
              </a:rPr>
              <a:t>Customer Success User Story</a:t>
            </a:r>
            <a:endParaRPr sz="500">
              <a:latin typeface="Red Hat Display"/>
              <a:ea typeface="Red Hat Display"/>
              <a:cs typeface="Red Hat Display"/>
              <a:sym typeface="Red Hat Display"/>
            </a:endParaRPr>
          </a:p>
        </p:txBody>
      </p:sp>
      <p:sp>
        <p:nvSpPr>
          <p:cNvPr id="1813" name="Google Shape;1813;p123"/>
          <p:cNvSpPr txBox="1"/>
          <p:nvPr/>
        </p:nvSpPr>
        <p:spPr>
          <a:xfrm>
            <a:off x="350633" y="460112"/>
            <a:ext cx="3211500" cy="5079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lang="en" sz="1700">
                <a:solidFill>
                  <a:srgbClr val="FF0000"/>
                </a:solidFill>
                <a:latin typeface="Red Hat Display"/>
                <a:ea typeface="Red Hat Display"/>
                <a:cs typeface="Red Hat Display"/>
                <a:sym typeface="Red Hat Display"/>
              </a:rPr>
              <a:t>Customer Journey</a:t>
            </a:r>
            <a:endParaRPr sz="500">
              <a:latin typeface="Red Hat Display"/>
              <a:ea typeface="Red Hat Display"/>
              <a:cs typeface="Red Hat Display"/>
              <a:sym typeface="Red Hat Display"/>
            </a:endParaRPr>
          </a:p>
        </p:txBody>
      </p:sp>
      <p:sp>
        <p:nvSpPr>
          <p:cNvPr id="1814" name="Google Shape;1814;p123"/>
          <p:cNvSpPr txBox="1"/>
          <p:nvPr/>
        </p:nvSpPr>
        <p:spPr>
          <a:xfrm>
            <a:off x="217433" y="2566850"/>
            <a:ext cx="3477900" cy="5079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lang="en" sz="1700">
                <a:solidFill>
                  <a:srgbClr val="FF0000"/>
                </a:solidFill>
                <a:latin typeface="Red Hat Display"/>
                <a:ea typeface="Red Hat Display"/>
                <a:cs typeface="Red Hat Display"/>
                <a:sym typeface="Red Hat Display"/>
              </a:rPr>
              <a:t>Customer Success Journey Map</a:t>
            </a:r>
            <a:endParaRPr sz="500">
              <a:latin typeface="Red Hat Display"/>
              <a:ea typeface="Red Hat Display"/>
              <a:cs typeface="Red Hat Display"/>
              <a:sym typeface="Red Hat Display"/>
            </a:endParaRPr>
          </a:p>
        </p:txBody>
      </p:sp>
      <p:sp>
        <p:nvSpPr>
          <p:cNvPr id="1815" name="Google Shape;1815;p123"/>
          <p:cNvSpPr txBox="1"/>
          <p:nvPr/>
        </p:nvSpPr>
        <p:spPr>
          <a:xfrm>
            <a:off x="272167" y="5696300"/>
            <a:ext cx="3675900" cy="5079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lang="en" sz="1700">
                <a:solidFill>
                  <a:srgbClr val="FF0000"/>
                </a:solidFill>
                <a:latin typeface="Red Hat Display"/>
                <a:ea typeface="Red Hat Display"/>
                <a:cs typeface="Red Hat Display"/>
                <a:sym typeface="Red Hat Display"/>
              </a:rPr>
              <a:t>Products used in the Journey </a:t>
            </a:r>
            <a:r>
              <a:rPr lang="en" sz="1700">
                <a:solidFill>
                  <a:srgbClr val="FF0000"/>
                </a:solidFill>
                <a:latin typeface="Red Hat Display"/>
                <a:ea typeface="Red Hat Display"/>
                <a:cs typeface="Red Hat Display"/>
                <a:sym typeface="Red Hat Display"/>
              </a:rPr>
              <a:t>Map</a:t>
            </a:r>
            <a:endParaRPr sz="500">
              <a:latin typeface="Red Hat Display"/>
              <a:ea typeface="Red Hat Display"/>
              <a:cs typeface="Red Hat Display"/>
              <a:sym typeface="Red Hat Display"/>
            </a:endParaRPr>
          </a:p>
        </p:txBody>
      </p:sp>
      <p:sp>
        <p:nvSpPr>
          <p:cNvPr id="1816" name="Google Shape;1816;p123"/>
          <p:cNvSpPr/>
          <p:nvPr/>
        </p:nvSpPr>
        <p:spPr>
          <a:xfrm>
            <a:off x="10256300" y="5788152"/>
            <a:ext cx="1498800" cy="594000"/>
          </a:xfrm>
          <a:prstGeom prst="rect">
            <a:avLst/>
          </a:prstGeom>
          <a:noFill/>
          <a:ln cap="flat" cmpd="sng" w="19050">
            <a:solidFill>
              <a:srgbClr val="79C4C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rPr b="1" lang="en" sz="1000">
                <a:solidFill>
                  <a:schemeClr val="dk1"/>
                </a:solidFill>
                <a:latin typeface="Red Hat Display"/>
                <a:ea typeface="Red Hat Display"/>
                <a:cs typeface="Red Hat Display"/>
                <a:sym typeface="Red Hat Display"/>
              </a:rPr>
              <a:t>Professional and Learning Services, Technical Account Management</a:t>
            </a:r>
            <a:endParaRPr b="1" sz="1000">
              <a:latin typeface="Red Hat Display"/>
              <a:ea typeface="Red Hat Display"/>
              <a:cs typeface="Red Hat Display"/>
              <a:sym typeface="Red Hat Display"/>
            </a:endParaRPr>
          </a:p>
        </p:txBody>
      </p:sp>
      <p:sp>
        <p:nvSpPr>
          <p:cNvPr id="1817" name="Google Shape;1817;p123"/>
          <p:cNvSpPr/>
          <p:nvPr/>
        </p:nvSpPr>
        <p:spPr>
          <a:xfrm>
            <a:off x="3809392" y="5788525"/>
            <a:ext cx="1498800" cy="594000"/>
          </a:xfrm>
          <a:prstGeom prst="rect">
            <a:avLst/>
          </a:prstGeom>
          <a:noFill/>
          <a:ln cap="flat" cmpd="sng" w="19050">
            <a:solidFill>
              <a:srgbClr val="79C4C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rPr b="1" lang="en" sz="1000">
                <a:latin typeface="Red Hat Display"/>
                <a:ea typeface="Red Hat Display"/>
                <a:cs typeface="Red Hat Display"/>
                <a:sym typeface="Red Hat Display"/>
              </a:rPr>
              <a:t>Red Hat Satellite</a:t>
            </a:r>
            <a:endParaRPr b="1" sz="1000">
              <a:solidFill>
                <a:schemeClr val="dk1"/>
              </a:solidFill>
              <a:latin typeface="Red Hat Display"/>
              <a:ea typeface="Red Hat Display"/>
              <a:cs typeface="Red Hat Display"/>
              <a:sym typeface="Red Hat Display"/>
            </a:endParaRPr>
          </a:p>
        </p:txBody>
      </p:sp>
      <p:sp>
        <p:nvSpPr>
          <p:cNvPr id="1818" name="Google Shape;1818;p123"/>
          <p:cNvSpPr/>
          <p:nvPr/>
        </p:nvSpPr>
        <p:spPr>
          <a:xfrm>
            <a:off x="4469956" y="2998545"/>
            <a:ext cx="1498800" cy="936000"/>
          </a:xfrm>
          <a:prstGeom prst="rect">
            <a:avLst/>
          </a:prstGeom>
          <a:noFill/>
          <a:ln cap="flat" cmpd="sng" w="19050">
            <a:solidFill>
              <a:srgbClr val="79C4C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rPr b="1" lang="en" sz="1000">
                <a:latin typeface="Red Hat Display"/>
                <a:ea typeface="Red Hat Display"/>
                <a:cs typeface="Red Hat Display"/>
                <a:sym typeface="Red Hat Display"/>
              </a:rPr>
              <a:t>Train the team</a:t>
            </a:r>
            <a:endParaRPr b="1" sz="10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sz="1000">
                <a:solidFill>
                  <a:schemeClr val="dk1"/>
                </a:solidFill>
                <a:latin typeface="Red Hat Display"/>
                <a:ea typeface="Red Hat Display"/>
                <a:cs typeface="Red Hat Display"/>
                <a:sym typeface="Red Hat Display"/>
              </a:rPr>
              <a:t>+ GLS courses</a:t>
            </a:r>
            <a:endParaRPr sz="10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sz="1000">
                <a:solidFill>
                  <a:schemeClr val="dk1"/>
                </a:solidFill>
                <a:latin typeface="Red Hat Display"/>
                <a:ea typeface="Red Hat Display"/>
                <a:cs typeface="Red Hat Display"/>
                <a:sym typeface="Red Hat Display"/>
              </a:rPr>
              <a:t>+ Mentor the mentor</a:t>
            </a:r>
            <a:endParaRPr sz="1000">
              <a:solidFill>
                <a:schemeClr val="dk1"/>
              </a:solidFill>
              <a:latin typeface="Red Hat Display"/>
              <a:ea typeface="Red Hat Display"/>
              <a:cs typeface="Red Hat Display"/>
              <a:sym typeface="Red Hat Display"/>
            </a:endParaRPr>
          </a:p>
        </p:txBody>
      </p:sp>
      <p:sp>
        <p:nvSpPr>
          <p:cNvPr id="1819" name="Google Shape;1819;p123"/>
          <p:cNvSpPr/>
          <p:nvPr/>
        </p:nvSpPr>
        <p:spPr>
          <a:xfrm>
            <a:off x="5421117" y="5788121"/>
            <a:ext cx="1498800" cy="594000"/>
          </a:xfrm>
          <a:prstGeom prst="rect">
            <a:avLst/>
          </a:prstGeom>
          <a:noFill/>
          <a:ln cap="flat" cmpd="sng" w="19050">
            <a:solidFill>
              <a:srgbClr val="79C4C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rPr b="1" lang="en" sz="1000">
                <a:latin typeface="Red Hat Display"/>
                <a:ea typeface="Red Hat Display"/>
                <a:cs typeface="Red Hat Display"/>
                <a:sym typeface="Red Hat Display"/>
              </a:rPr>
              <a:t>Ansible Automation Platform</a:t>
            </a:r>
            <a:endParaRPr b="1" sz="1000">
              <a:solidFill>
                <a:schemeClr val="dk1"/>
              </a:solidFill>
              <a:latin typeface="Red Hat Display"/>
              <a:ea typeface="Red Hat Display"/>
              <a:cs typeface="Red Hat Display"/>
              <a:sym typeface="Red Hat Display"/>
            </a:endParaRPr>
          </a:p>
        </p:txBody>
      </p:sp>
      <p:sp>
        <p:nvSpPr>
          <p:cNvPr id="1820" name="Google Shape;1820;p123"/>
          <p:cNvSpPr/>
          <p:nvPr/>
        </p:nvSpPr>
        <p:spPr>
          <a:xfrm>
            <a:off x="7032842" y="5788152"/>
            <a:ext cx="1498800" cy="594000"/>
          </a:xfrm>
          <a:prstGeom prst="rect">
            <a:avLst/>
          </a:prstGeom>
          <a:noFill/>
          <a:ln cap="flat" cmpd="sng" w="19050">
            <a:solidFill>
              <a:srgbClr val="79C4C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rPr b="1" lang="en" sz="1000">
                <a:latin typeface="Red Hat Display"/>
                <a:ea typeface="Red Hat Display"/>
                <a:cs typeface="Red Hat Display"/>
                <a:sym typeface="Red Hat Display"/>
              </a:rPr>
              <a:t>Red Hat Identity Management</a:t>
            </a:r>
            <a:endParaRPr b="1" sz="1000">
              <a:solidFill>
                <a:schemeClr val="dk1"/>
              </a:solidFill>
              <a:latin typeface="Red Hat Display"/>
              <a:ea typeface="Red Hat Display"/>
              <a:cs typeface="Red Hat Display"/>
              <a:sym typeface="Red Hat Display"/>
            </a:endParaRPr>
          </a:p>
        </p:txBody>
      </p:sp>
      <p:sp>
        <p:nvSpPr>
          <p:cNvPr id="1821" name="Google Shape;1821;p123"/>
          <p:cNvSpPr/>
          <p:nvPr/>
        </p:nvSpPr>
        <p:spPr>
          <a:xfrm>
            <a:off x="8644567" y="5788152"/>
            <a:ext cx="1498800" cy="594000"/>
          </a:xfrm>
          <a:prstGeom prst="rect">
            <a:avLst/>
          </a:prstGeom>
          <a:noFill/>
          <a:ln cap="flat" cmpd="sng" w="19050">
            <a:solidFill>
              <a:srgbClr val="79C4C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rPr b="1" lang="en" sz="1000">
                <a:latin typeface="Red Hat Display"/>
                <a:ea typeface="Red Hat Display"/>
                <a:cs typeface="Red Hat Display"/>
                <a:sym typeface="Red Hat Display"/>
              </a:rPr>
              <a:t>Red Hat Cloud Services</a:t>
            </a:r>
            <a:endParaRPr b="1" sz="900">
              <a:solidFill>
                <a:schemeClr val="dk1"/>
              </a:solidFill>
              <a:latin typeface="Red Hat Display"/>
              <a:ea typeface="Red Hat Display"/>
              <a:cs typeface="Red Hat Display"/>
              <a:sym typeface="Red Hat Display"/>
            </a:endParaRPr>
          </a:p>
        </p:txBody>
      </p:sp>
      <p:sp>
        <p:nvSpPr>
          <p:cNvPr id="1822" name="Google Shape;1822;p123"/>
          <p:cNvSpPr/>
          <p:nvPr/>
        </p:nvSpPr>
        <p:spPr>
          <a:xfrm>
            <a:off x="2511552" y="3690058"/>
            <a:ext cx="1498800" cy="936000"/>
          </a:xfrm>
          <a:prstGeom prst="rect">
            <a:avLst/>
          </a:prstGeom>
          <a:noFill/>
          <a:ln cap="flat" cmpd="sng" w="19050">
            <a:solidFill>
              <a:srgbClr val="79C4C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rPr b="1" lang="en" sz="1000">
                <a:latin typeface="Red Hat Display"/>
                <a:ea typeface="Red Hat Display"/>
                <a:cs typeface="Red Hat Display"/>
                <a:sym typeface="Red Hat Display"/>
              </a:rPr>
              <a:t>Navigate to RH-ISAM</a:t>
            </a:r>
            <a:endParaRPr b="1" sz="1000">
              <a:latin typeface="Red Hat Display"/>
              <a:ea typeface="Red Hat Display"/>
              <a:cs typeface="Red Hat Display"/>
              <a:sym typeface="Red Hat Display"/>
            </a:endParaRPr>
          </a:p>
        </p:txBody>
      </p:sp>
      <p:sp>
        <p:nvSpPr>
          <p:cNvPr id="1823" name="Google Shape;1823;p123"/>
          <p:cNvSpPr/>
          <p:nvPr/>
        </p:nvSpPr>
        <p:spPr>
          <a:xfrm>
            <a:off x="4469956" y="4319095"/>
            <a:ext cx="1498800" cy="936000"/>
          </a:xfrm>
          <a:prstGeom prst="rect">
            <a:avLst/>
          </a:prstGeom>
          <a:noFill/>
          <a:ln cap="flat" cmpd="sng" w="19050">
            <a:solidFill>
              <a:srgbClr val="79C4C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rPr b="1" lang="en" sz="1000">
                <a:latin typeface="Red Hat Display"/>
                <a:ea typeface="Red Hat Display"/>
                <a:cs typeface="Red Hat Display"/>
                <a:sym typeface="Red Hat Display"/>
              </a:rPr>
              <a:t>Analyse environment</a:t>
            </a:r>
            <a:endParaRPr sz="1000">
              <a:latin typeface="Red Hat Display"/>
              <a:ea typeface="Red Hat Display"/>
              <a:cs typeface="Red Hat Display"/>
              <a:sym typeface="Red Hat Display"/>
            </a:endParaRPr>
          </a:p>
        </p:txBody>
      </p:sp>
      <p:sp>
        <p:nvSpPr>
          <p:cNvPr id="1824" name="Google Shape;1824;p123"/>
          <p:cNvSpPr/>
          <p:nvPr/>
        </p:nvSpPr>
        <p:spPr>
          <a:xfrm>
            <a:off x="6432281" y="3691120"/>
            <a:ext cx="1498800" cy="936000"/>
          </a:xfrm>
          <a:prstGeom prst="rect">
            <a:avLst/>
          </a:prstGeom>
          <a:noFill/>
          <a:ln cap="flat" cmpd="sng" w="19050">
            <a:solidFill>
              <a:srgbClr val="79C4C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rPr b="1" lang="en" sz="1000">
                <a:latin typeface="Red Hat Display"/>
                <a:ea typeface="Red Hat Display"/>
                <a:cs typeface="Red Hat Display"/>
                <a:sym typeface="Red Hat Display"/>
              </a:rPr>
              <a:t>Design &amp; Deploy Red Hat Platform components</a:t>
            </a:r>
            <a:endParaRPr b="1" sz="1000">
              <a:latin typeface="Red Hat Display"/>
              <a:ea typeface="Red Hat Display"/>
              <a:cs typeface="Red Hat Display"/>
              <a:sym typeface="Red Hat Display"/>
            </a:endParaRPr>
          </a:p>
        </p:txBody>
      </p:sp>
      <p:sp>
        <p:nvSpPr>
          <p:cNvPr id="1825" name="Google Shape;1825;p123"/>
          <p:cNvSpPr/>
          <p:nvPr/>
        </p:nvSpPr>
        <p:spPr>
          <a:xfrm>
            <a:off x="8183880" y="3691128"/>
            <a:ext cx="1498800" cy="936000"/>
          </a:xfrm>
          <a:prstGeom prst="rect">
            <a:avLst/>
          </a:prstGeom>
          <a:noFill/>
          <a:ln cap="flat" cmpd="sng" w="19050">
            <a:solidFill>
              <a:srgbClr val="79C4C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rPr b="1" lang="en" sz="1000">
                <a:latin typeface="Red Hat Display"/>
                <a:ea typeface="Red Hat Display"/>
                <a:cs typeface="Red Hat Display"/>
                <a:sym typeface="Red Hat Display"/>
              </a:rPr>
              <a:t>Create required automation steps</a:t>
            </a:r>
            <a:endParaRPr b="1" sz="1000">
              <a:latin typeface="Red Hat Display"/>
              <a:ea typeface="Red Hat Display"/>
              <a:cs typeface="Red Hat Display"/>
              <a:sym typeface="Red Hat Display"/>
            </a:endParaRPr>
          </a:p>
          <a:p>
            <a:pPr indent="0" lvl="0" marL="0" rtl="0" algn="l">
              <a:spcBef>
                <a:spcPts val="0"/>
              </a:spcBef>
              <a:spcAft>
                <a:spcPts val="0"/>
              </a:spcAft>
              <a:buNone/>
            </a:pPr>
            <a:r>
              <a:rPr lang="en" sz="1000">
                <a:latin typeface="Red Hat Display"/>
                <a:ea typeface="Red Hat Display"/>
                <a:cs typeface="Red Hat Display"/>
                <a:sym typeface="Red Hat Display"/>
              </a:rPr>
              <a:t>+ ansible</a:t>
            </a:r>
            <a:endParaRPr sz="1000">
              <a:latin typeface="Red Hat Display"/>
              <a:ea typeface="Red Hat Display"/>
              <a:cs typeface="Red Hat Display"/>
              <a:sym typeface="Red Hat Display"/>
            </a:endParaRPr>
          </a:p>
        </p:txBody>
      </p:sp>
      <p:sp>
        <p:nvSpPr>
          <p:cNvPr id="1826" name="Google Shape;1826;p123"/>
          <p:cNvSpPr/>
          <p:nvPr/>
        </p:nvSpPr>
        <p:spPr>
          <a:xfrm>
            <a:off x="9936480" y="3691128"/>
            <a:ext cx="1498800" cy="936000"/>
          </a:xfrm>
          <a:prstGeom prst="rect">
            <a:avLst/>
          </a:prstGeom>
          <a:noFill/>
          <a:ln cap="flat" cmpd="sng" w="19050">
            <a:solidFill>
              <a:srgbClr val="79C4C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rPr b="1" lang="en" sz="1000">
                <a:latin typeface="Red Hat Display"/>
                <a:ea typeface="Red Hat Display"/>
                <a:cs typeface="Red Hat Display"/>
                <a:sym typeface="Red Hat Display"/>
              </a:rPr>
              <a:t>Scale</a:t>
            </a:r>
            <a:endParaRPr b="1" sz="1000">
              <a:latin typeface="Red Hat Display"/>
              <a:ea typeface="Red Hat Display"/>
              <a:cs typeface="Red Hat Display"/>
              <a:sym typeface="Red Hat Display"/>
            </a:endParaRPr>
          </a:p>
          <a:p>
            <a:pPr indent="0" lvl="0" marL="0" rtl="0" algn="l">
              <a:spcBef>
                <a:spcPts val="0"/>
              </a:spcBef>
              <a:spcAft>
                <a:spcPts val="0"/>
              </a:spcAft>
              <a:buNone/>
            </a:pPr>
            <a:r>
              <a:rPr lang="en" sz="1000">
                <a:latin typeface="Red Hat Display"/>
                <a:ea typeface="Red Hat Display"/>
                <a:cs typeface="Red Hat Display"/>
                <a:sym typeface="Red Hat Display"/>
              </a:rPr>
              <a:t>+ factory</a:t>
            </a:r>
            <a:endParaRPr sz="1000">
              <a:latin typeface="Red Hat Display"/>
              <a:ea typeface="Red Hat Display"/>
              <a:cs typeface="Red Hat Display"/>
              <a:sym typeface="Red Hat Display"/>
            </a:endParaRPr>
          </a:p>
          <a:p>
            <a:pPr indent="0" lvl="0" marL="0" rtl="0" algn="l">
              <a:spcBef>
                <a:spcPts val="0"/>
              </a:spcBef>
              <a:spcAft>
                <a:spcPts val="0"/>
              </a:spcAft>
              <a:buNone/>
            </a:pPr>
            <a:r>
              <a:rPr lang="en" sz="1000">
                <a:latin typeface="Red Hat Display"/>
                <a:ea typeface="Red Hat Display"/>
                <a:cs typeface="Red Hat Display"/>
                <a:sym typeface="Red Hat Display"/>
              </a:rPr>
              <a:t>+ </a:t>
            </a:r>
            <a:r>
              <a:rPr lang="en" sz="1000">
                <a:solidFill>
                  <a:schemeClr val="dk1"/>
                </a:solidFill>
                <a:latin typeface="Red Hat Display"/>
                <a:ea typeface="Red Hat Display"/>
                <a:cs typeface="Red Hat Display"/>
                <a:sym typeface="Red Hat Display"/>
              </a:rPr>
              <a:t>ramp up</a:t>
            </a:r>
            <a:endParaRPr sz="1000">
              <a:latin typeface="Red Hat Display"/>
              <a:ea typeface="Red Hat Display"/>
              <a:cs typeface="Red Hat Display"/>
              <a:sym typeface="Red Hat Display"/>
            </a:endParaRPr>
          </a:p>
        </p:txBody>
      </p:sp>
      <p:cxnSp>
        <p:nvCxnSpPr>
          <p:cNvPr id="1827" name="Google Shape;1827;p123"/>
          <p:cNvCxnSpPr>
            <a:stCxn id="1811" idx="3"/>
            <a:endCxn id="1822" idx="1"/>
          </p:cNvCxnSpPr>
          <p:nvPr/>
        </p:nvCxnSpPr>
        <p:spPr>
          <a:xfrm flipH="1" rot="10800000">
            <a:off x="2202888" y="4157928"/>
            <a:ext cx="308700" cy="1200"/>
          </a:xfrm>
          <a:prstGeom prst="straightConnector1">
            <a:avLst/>
          </a:prstGeom>
          <a:noFill/>
          <a:ln cap="flat" cmpd="sng" w="19050">
            <a:solidFill>
              <a:srgbClr val="79C4C6"/>
            </a:solidFill>
            <a:prstDash val="solid"/>
            <a:round/>
            <a:headEnd len="med" w="med" type="none"/>
            <a:tailEnd len="med" w="med" type="triangle"/>
          </a:ln>
        </p:spPr>
      </p:cxnSp>
      <p:cxnSp>
        <p:nvCxnSpPr>
          <p:cNvPr id="1828" name="Google Shape;1828;p123"/>
          <p:cNvCxnSpPr>
            <a:stCxn id="1822" idx="3"/>
            <a:endCxn id="1818" idx="1"/>
          </p:cNvCxnSpPr>
          <p:nvPr/>
        </p:nvCxnSpPr>
        <p:spPr>
          <a:xfrm flipH="1" rot="10800000">
            <a:off x="4010352" y="3466558"/>
            <a:ext cx="459600" cy="691500"/>
          </a:xfrm>
          <a:prstGeom prst="bentConnector3">
            <a:avLst>
              <a:gd fmla="val 50000" name="adj1"/>
            </a:avLst>
          </a:prstGeom>
          <a:noFill/>
          <a:ln cap="flat" cmpd="sng" w="19050">
            <a:solidFill>
              <a:srgbClr val="79C4C6"/>
            </a:solidFill>
            <a:prstDash val="solid"/>
            <a:round/>
            <a:headEnd len="med" w="med" type="none"/>
            <a:tailEnd len="med" w="med" type="stealth"/>
          </a:ln>
        </p:spPr>
      </p:cxnSp>
      <p:cxnSp>
        <p:nvCxnSpPr>
          <p:cNvPr id="1829" name="Google Shape;1829;p123"/>
          <p:cNvCxnSpPr>
            <a:stCxn id="1822" idx="3"/>
            <a:endCxn id="1823" idx="1"/>
          </p:cNvCxnSpPr>
          <p:nvPr/>
        </p:nvCxnSpPr>
        <p:spPr>
          <a:xfrm>
            <a:off x="4010352" y="4158058"/>
            <a:ext cx="459600" cy="629100"/>
          </a:xfrm>
          <a:prstGeom prst="bentConnector3">
            <a:avLst>
              <a:gd fmla="val 50000" name="adj1"/>
            </a:avLst>
          </a:prstGeom>
          <a:noFill/>
          <a:ln cap="flat" cmpd="sng" w="19050">
            <a:solidFill>
              <a:srgbClr val="79C4C6"/>
            </a:solidFill>
            <a:prstDash val="solid"/>
            <a:round/>
            <a:headEnd len="med" w="med" type="none"/>
            <a:tailEnd len="med" w="med" type="stealth"/>
          </a:ln>
        </p:spPr>
      </p:cxnSp>
      <p:cxnSp>
        <p:nvCxnSpPr>
          <p:cNvPr id="1830" name="Google Shape;1830;p123"/>
          <p:cNvCxnSpPr>
            <a:stCxn id="1818" idx="3"/>
            <a:endCxn id="1824" idx="1"/>
          </p:cNvCxnSpPr>
          <p:nvPr/>
        </p:nvCxnSpPr>
        <p:spPr>
          <a:xfrm>
            <a:off x="5968756" y="3466545"/>
            <a:ext cx="463500" cy="692700"/>
          </a:xfrm>
          <a:prstGeom prst="bentConnector3">
            <a:avLst>
              <a:gd fmla="val 50003" name="adj1"/>
            </a:avLst>
          </a:prstGeom>
          <a:noFill/>
          <a:ln cap="flat" cmpd="sng" w="19050">
            <a:solidFill>
              <a:srgbClr val="79C4C6"/>
            </a:solidFill>
            <a:prstDash val="solid"/>
            <a:round/>
            <a:headEnd len="med" w="med" type="none"/>
            <a:tailEnd len="med" w="med" type="stealth"/>
          </a:ln>
        </p:spPr>
      </p:cxnSp>
      <p:cxnSp>
        <p:nvCxnSpPr>
          <p:cNvPr id="1831" name="Google Shape;1831;p123"/>
          <p:cNvCxnSpPr>
            <a:stCxn id="1823" idx="3"/>
            <a:endCxn id="1824" idx="1"/>
          </p:cNvCxnSpPr>
          <p:nvPr/>
        </p:nvCxnSpPr>
        <p:spPr>
          <a:xfrm flipH="1" rot="10800000">
            <a:off x="5968756" y="4159195"/>
            <a:ext cx="463500" cy="627900"/>
          </a:xfrm>
          <a:prstGeom prst="bentConnector3">
            <a:avLst>
              <a:gd fmla="val 50003" name="adj1"/>
            </a:avLst>
          </a:prstGeom>
          <a:noFill/>
          <a:ln cap="flat" cmpd="sng" w="19050">
            <a:solidFill>
              <a:srgbClr val="79C4C6"/>
            </a:solidFill>
            <a:prstDash val="solid"/>
            <a:round/>
            <a:headEnd len="med" w="med" type="none"/>
            <a:tailEnd len="med" w="med" type="stealth"/>
          </a:ln>
        </p:spPr>
      </p:cxnSp>
      <p:cxnSp>
        <p:nvCxnSpPr>
          <p:cNvPr id="1832" name="Google Shape;1832;p123"/>
          <p:cNvCxnSpPr>
            <a:stCxn id="1824" idx="3"/>
            <a:endCxn id="1825" idx="1"/>
          </p:cNvCxnSpPr>
          <p:nvPr/>
        </p:nvCxnSpPr>
        <p:spPr>
          <a:xfrm>
            <a:off x="7931081" y="4159120"/>
            <a:ext cx="252900" cy="600"/>
          </a:xfrm>
          <a:prstGeom prst="bentConnector3">
            <a:avLst>
              <a:gd fmla="val 49980" name="adj1"/>
            </a:avLst>
          </a:prstGeom>
          <a:noFill/>
          <a:ln cap="flat" cmpd="sng" w="19050">
            <a:solidFill>
              <a:srgbClr val="79C4C6"/>
            </a:solidFill>
            <a:prstDash val="solid"/>
            <a:round/>
            <a:headEnd len="med" w="med" type="none"/>
            <a:tailEnd len="med" w="med" type="stealth"/>
          </a:ln>
        </p:spPr>
      </p:cxnSp>
      <p:cxnSp>
        <p:nvCxnSpPr>
          <p:cNvPr id="1833" name="Google Shape;1833;p123"/>
          <p:cNvCxnSpPr>
            <a:stCxn id="1825" idx="3"/>
            <a:endCxn id="1826" idx="1"/>
          </p:cNvCxnSpPr>
          <p:nvPr/>
        </p:nvCxnSpPr>
        <p:spPr>
          <a:xfrm>
            <a:off x="9682680" y="4159128"/>
            <a:ext cx="253800" cy="600"/>
          </a:xfrm>
          <a:prstGeom prst="bentConnector3">
            <a:avLst>
              <a:gd fmla="val 50000" name="adj1"/>
            </a:avLst>
          </a:prstGeom>
          <a:noFill/>
          <a:ln cap="flat" cmpd="sng" w="19050">
            <a:solidFill>
              <a:srgbClr val="79C4C6"/>
            </a:solidFill>
            <a:prstDash val="solid"/>
            <a:round/>
            <a:headEnd len="med" w="med" type="none"/>
            <a:tailEnd len="med" w="med" type="stealth"/>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7" name="Shape 1837"/>
        <p:cNvGrpSpPr/>
        <p:nvPr/>
      </p:nvGrpSpPr>
      <p:grpSpPr>
        <a:xfrm>
          <a:off x="0" y="0"/>
          <a:ext cx="0" cy="0"/>
          <a:chOff x="0" y="0"/>
          <a:chExt cx="0" cy="0"/>
        </a:xfrm>
      </p:grpSpPr>
      <p:sp>
        <p:nvSpPr>
          <p:cNvPr id="1838" name="Google Shape;1838;p124"/>
          <p:cNvSpPr/>
          <p:nvPr/>
        </p:nvSpPr>
        <p:spPr>
          <a:xfrm>
            <a:off x="817800" y="1404375"/>
            <a:ext cx="9914400" cy="4802400"/>
          </a:xfrm>
          <a:prstGeom prst="rect">
            <a:avLst/>
          </a:prstGeom>
          <a:solidFill>
            <a:srgbClr val="F3F3F3"/>
          </a:solidFill>
          <a:ln>
            <a:noFill/>
          </a:ln>
        </p:spPr>
        <p:txBody>
          <a:bodyPr anchorCtr="0" anchor="b" bIns="121900" lIns="91425" spcFirstLastPara="1" rIns="121900" wrap="square" tIns="121900">
            <a:noAutofit/>
          </a:bodyPr>
          <a:lstStyle/>
          <a:p>
            <a:pPr indent="0" lvl="0" marL="114300" rtl="0" algn="l">
              <a:spcBef>
                <a:spcPts val="0"/>
              </a:spcBef>
              <a:spcAft>
                <a:spcPts val="0"/>
              </a:spcAft>
              <a:buNone/>
            </a:pPr>
            <a:r>
              <a:rPr b="1" lang="en" sz="1600">
                <a:solidFill>
                  <a:srgbClr val="666666"/>
                </a:solidFill>
                <a:latin typeface="Red Hat Display"/>
                <a:ea typeface="Red Hat Display"/>
                <a:cs typeface="Red Hat Display"/>
                <a:sym typeface="Red Hat Display"/>
              </a:rPr>
              <a:t>Red Hat Infrastructure Standard Adoption Model</a:t>
            </a:r>
            <a:endParaRPr b="1" sz="1600">
              <a:solidFill>
                <a:srgbClr val="666666"/>
              </a:solidFill>
              <a:latin typeface="Red Hat Display"/>
              <a:ea typeface="Red Hat Display"/>
              <a:cs typeface="Red Hat Display"/>
              <a:sym typeface="Red Hat Display"/>
            </a:endParaRPr>
          </a:p>
          <a:p>
            <a:pPr indent="0" lvl="0" marL="114300" rtl="0" algn="l">
              <a:spcBef>
                <a:spcPts val="0"/>
              </a:spcBef>
              <a:spcAft>
                <a:spcPts val="0"/>
              </a:spcAft>
              <a:buNone/>
            </a:pPr>
            <a:r>
              <a:rPr lang="en" sz="1200">
                <a:solidFill>
                  <a:srgbClr val="666666"/>
                </a:solidFill>
                <a:latin typeface="Red Hat Display"/>
                <a:ea typeface="Red Hat Display"/>
                <a:cs typeface="Red Hat Display"/>
                <a:sym typeface="Red Hat Display"/>
              </a:rPr>
              <a:t>A modular framework to support customer infrastructure modernisation - click on components for more information</a:t>
            </a:r>
            <a:endParaRPr sz="1200">
              <a:solidFill>
                <a:srgbClr val="666666"/>
              </a:solidFill>
            </a:endParaRPr>
          </a:p>
        </p:txBody>
      </p:sp>
      <p:sp>
        <p:nvSpPr>
          <p:cNvPr id="1839" name="Google Shape;1839;p124"/>
          <p:cNvSpPr/>
          <p:nvPr/>
        </p:nvSpPr>
        <p:spPr>
          <a:xfrm>
            <a:off x="924825" y="1543350"/>
            <a:ext cx="9659100" cy="2499600"/>
          </a:xfrm>
          <a:prstGeom prst="rect">
            <a:avLst/>
          </a:prstGeom>
          <a:solidFill>
            <a:srgbClr val="D9D9D9"/>
          </a:solidFill>
          <a:ln>
            <a:noFill/>
          </a:ln>
        </p:spPr>
        <p:txBody>
          <a:bodyPr anchorCtr="0" anchor="b" bIns="121900" lIns="121900" spcFirstLastPara="1" rIns="121900" wrap="square" tIns="121900">
            <a:noAutofit/>
          </a:bodyPr>
          <a:lstStyle/>
          <a:p>
            <a:pPr indent="0" lvl="0" marL="0" rtl="0" algn="l">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rtl="0" algn="l">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rtl="0" algn="l">
              <a:spcBef>
                <a:spcPts val="0"/>
              </a:spcBef>
              <a:spcAft>
                <a:spcPts val="0"/>
              </a:spcAft>
              <a:buNone/>
            </a:pPr>
            <a:r>
              <a:t/>
            </a:r>
            <a:endParaRPr b="1" sz="1600">
              <a:solidFill>
                <a:srgbClr val="FF0000"/>
              </a:solidFill>
              <a:latin typeface="Red Hat Display"/>
              <a:ea typeface="Red Hat Display"/>
              <a:cs typeface="Red Hat Display"/>
              <a:sym typeface="Red Hat Display"/>
            </a:endParaRPr>
          </a:p>
        </p:txBody>
      </p:sp>
      <p:sp>
        <p:nvSpPr>
          <p:cNvPr id="1840" name="Google Shape;1840;p124">
            <a:hlinkClick r:id="rId3"/>
          </p:cNvPr>
          <p:cNvSpPr/>
          <p:nvPr/>
        </p:nvSpPr>
        <p:spPr>
          <a:xfrm>
            <a:off x="1010726" y="1640781"/>
            <a:ext cx="1274100" cy="2304600"/>
          </a:xfrm>
          <a:prstGeom prst="rect">
            <a:avLst/>
          </a:prstGeom>
          <a:solidFill>
            <a:srgbClr val="C00000"/>
          </a:solidFill>
          <a:ln>
            <a:noFill/>
          </a:ln>
        </p:spPr>
        <p:txBody>
          <a:bodyPr anchorCtr="0" anchor="t" bIns="121900" lIns="121900" spcFirstLastPara="1" rIns="121900" wrap="square" tIns="121900">
            <a:noAutofit/>
          </a:bodyPr>
          <a:lstStyle/>
          <a:p>
            <a:pPr indent="0" lvl="0" marL="0" rtl="0" algn="l">
              <a:spcBef>
                <a:spcPts val="0"/>
              </a:spcBef>
              <a:spcAft>
                <a:spcPts val="0"/>
              </a:spcAft>
              <a:buClr>
                <a:srgbClr val="000000"/>
              </a:buClr>
              <a:buSzPts val="1100"/>
              <a:buFont typeface="Arial"/>
              <a:buNone/>
            </a:pPr>
            <a:r>
              <a:rPr lang="en">
                <a:solidFill>
                  <a:schemeClr val="lt1"/>
                </a:solidFill>
                <a:uFill>
                  <a:noFill/>
                </a:uFill>
                <a:latin typeface="Red Hat Display Medium"/>
                <a:ea typeface="Red Hat Display Medium"/>
                <a:cs typeface="Red Hat Display Medium"/>
                <a:sym typeface="Red Hat Display Medium"/>
                <a:hlinkClick r:id="rId4">
                  <a:extLst>
                    <a:ext uri="{A12FA001-AC4F-418D-AE19-62706E023703}">
                      <ahyp:hlinkClr val="tx"/>
                    </a:ext>
                  </a:extLst>
                </a:hlinkClick>
              </a:rPr>
              <a:t>Migrate to RHEL</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Clr>
                <a:schemeClr val="dk1"/>
              </a:buClr>
              <a:buSzPts val="1100"/>
              <a:buFont typeface="Arial"/>
              <a:buNone/>
            </a:pPr>
            <a:r>
              <a:rPr lang="en" sz="900">
                <a:solidFill>
                  <a:srgbClr val="FFFFFF"/>
                </a:solidFill>
                <a:latin typeface="Red Hat Text"/>
                <a:ea typeface="Red Hat Text"/>
                <a:cs typeface="Red Hat Text"/>
                <a:sym typeface="Red Hat Text"/>
              </a:rPr>
              <a:t>Analysing workloads on non-RHEL platforms (inc. legacy UNIX, Windows, Linux), creating a migration strategy, replatforming candidate workloads on RHEL using a migration factory approach.</a:t>
            </a:r>
            <a:endParaRPr sz="900">
              <a:solidFill>
                <a:srgbClr val="FFFFFF"/>
              </a:solidFill>
            </a:endParaRPr>
          </a:p>
        </p:txBody>
      </p:sp>
      <p:sp>
        <p:nvSpPr>
          <p:cNvPr id="1841" name="Google Shape;1841;p124"/>
          <p:cNvSpPr txBox="1"/>
          <p:nvPr/>
        </p:nvSpPr>
        <p:spPr>
          <a:xfrm>
            <a:off x="860400" y="595033"/>
            <a:ext cx="9752100" cy="726900"/>
          </a:xfrm>
          <a:prstGeom prst="rect">
            <a:avLst/>
          </a:prstGeom>
          <a:noFill/>
          <a:ln>
            <a:noFill/>
          </a:ln>
        </p:spPr>
        <p:txBody>
          <a:bodyPr anchorCtr="0" anchor="t" bIns="121900" lIns="121900" spcFirstLastPara="1" rIns="121900" wrap="square" tIns="121900">
            <a:noAutofit/>
          </a:bodyPr>
          <a:lstStyle/>
          <a:p>
            <a:pPr indent="0" lvl="0" marL="0" rtl="0" algn="ctr">
              <a:spcBef>
                <a:spcPts val="0"/>
              </a:spcBef>
              <a:spcAft>
                <a:spcPts val="0"/>
              </a:spcAft>
              <a:buNone/>
            </a:pPr>
            <a:r>
              <a:rPr lang="en" sz="2700">
                <a:latin typeface="Red Hat Display Medium"/>
                <a:ea typeface="Red Hat Display Medium"/>
                <a:cs typeface="Red Hat Display Medium"/>
                <a:sym typeface="Red Hat Display Medium"/>
              </a:rPr>
              <a:t>RH Services: Red Hat Infrastructure Standard</a:t>
            </a:r>
            <a:endParaRPr sz="2700">
              <a:latin typeface="Red Hat Display Medium"/>
              <a:ea typeface="Red Hat Display Medium"/>
              <a:cs typeface="Red Hat Display Medium"/>
              <a:sym typeface="Red Hat Display Medium"/>
            </a:endParaRPr>
          </a:p>
        </p:txBody>
      </p:sp>
      <p:sp>
        <p:nvSpPr>
          <p:cNvPr id="1842" name="Google Shape;1842;p124"/>
          <p:cNvSpPr/>
          <p:nvPr/>
        </p:nvSpPr>
        <p:spPr>
          <a:xfrm>
            <a:off x="924925" y="4125875"/>
            <a:ext cx="9659100" cy="1450800"/>
          </a:xfrm>
          <a:prstGeom prst="rect">
            <a:avLst/>
          </a:prstGeom>
          <a:solidFill>
            <a:srgbClr val="D9D9D9"/>
          </a:solidFill>
          <a:ln>
            <a:noFill/>
          </a:ln>
        </p:spPr>
        <p:txBody>
          <a:bodyPr anchorCtr="0" anchor="b" bIns="121900" lIns="121900" spcFirstLastPara="1" rIns="121900" wrap="square" tIns="121900">
            <a:noAutofit/>
          </a:bodyPr>
          <a:lstStyle/>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p:txBody>
      </p:sp>
      <p:sp>
        <p:nvSpPr>
          <p:cNvPr id="1843" name="Google Shape;1843;p124">
            <a:hlinkClick r:id="rId5"/>
          </p:cNvPr>
          <p:cNvSpPr/>
          <p:nvPr/>
        </p:nvSpPr>
        <p:spPr>
          <a:xfrm>
            <a:off x="1010725" y="4907616"/>
            <a:ext cx="8576700" cy="569100"/>
          </a:xfrm>
          <a:prstGeom prst="rect">
            <a:avLst/>
          </a:prstGeom>
          <a:solidFill>
            <a:srgbClr val="C0000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
                <a:solidFill>
                  <a:schemeClr val="lt1"/>
                </a:solidFill>
                <a:uFill>
                  <a:noFill/>
                </a:uFill>
                <a:latin typeface="Red Hat Display Medium"/>
                <a:ea typeface="Red Hat Display Medium"/>
                <a:cs typeface="Red Hat Display Medium"/>
                <a:sym typeface="Red Hat Display Medium"/>
                <a:hlinkClick r:id="rId6">
                  <a:extLst>
                    <a:ext uri="{A12FA001-AC4F-418D-AE19-62706E023703}">
                      <ahyp:hlinkClr val="tx"/>
                    </a:ext>
                  </a:extLst>
                </a:hlinkClick>
              </a:rPr>
              <a:t>Navigate to the Red Hat Infrastructure</a:t>
            </a:r>
            <a:r>
              <a:rPr lang="en">
                <a:solidFill>
                  <a:schemeClr val="lt1"/>
                </a:solidFill>
                <a:latin typeface="Red Hat Display Medium"/>
                <a:ea typeface="Red Hat Display Medium"/>
                <a:cs typeface="Red Hat Display Medium"/>
                <a:sym typeface="Red Hat Display Medium"/>
              </a:rPr>
              <a:t> Standard</a:t>
            </a:r>
            <a:endParaRPr>
              <a:solidFill>
                <a:schemeClr val="lt1"/>
              </a:solidFill>
              <a:latin typeface="Red Hat Display Medium"/>
              <a:ea typeface="Red Hat Display Medium"/>
              <a:cs typeface="Red Hat Display Medium"/>
              <a:sym typeface="Red Hat Display Medium"/>
            </a:endParaRPr>
          </a:p>
          <a:p>
            <a:pPr indent="0" lvl="0" marL="0" rtl="0" algn="l">
              <a:spcBef>
                <a:spcPts val="0"/>
              </a:spcBef>
              <a:spcAft>
                <a:spcPts val="0"/>
              </a:spcAft>
              <a:buNone/>
            </a:pPr>
            <a:r>
              <a:rPr lang="en" sz="900">
                <a:solidFill>
                  <a:schemeClr val="lt1"/>
                </a:solidFill>
                <a:latin typeface="Red Hat Display"/>
                <a:ea typeface="Red Hat Display"/>
                <a:cs typeface="Red Hat Display"/>
                <a:sym typeface="Red Hat Display"/>
              </a:rPr>
              <a:t>Engage with Red Hat to fully determine requirements, operational readiness.</a:t>
            </a:r>
            <a:endParaRPr sz="900">
              <a:solidFill>
                <a:srgbClr val="FFFFFF"/>
              </a:solidFill>
            </a:endParaRPr>
          </a:p>
        </p:txBody>
      </p:sp>
      <p:sp>
        <p:nvSpPr>
          <p:cNvPr id="1844" name="Google Shape;1844;p124">
            <a:hlinkClick r:id="rId7"/>
          </p:cNvPr>
          <p:cNvSpPr/>
          <p:nvPr/>
        </p:nvSpPr>
        <p:spPr>
          <a:xfrm>
            <a:off x="1010725" y="4233675"/>
            <a:ext cx="8576700" cy="569100"/>
          </a:xfrm>
          <a:prstGeom prst="rect">
            <a:avLst/>
          </a:prstGeom>
          <a:solidFill>
            <a:srgbClr val="C0000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
                <a:solidFill>
                  <a:schemeClr val="lt1"/>
                </a:solidFill>
                <a:latin typeface="Red Hat Display Medium"/>
                <a:ea typeface="Red Hat Display Medium"/>
                <a:cs typeface="Red Hat Display Medium"/>
                <a:sym typeface="Red Hat Display Medium"/>
              </a:rPr>
              <a:t>Implement the Red Hat Infrastructure Standard Platform</a:t>
            </a:r>
            <a:endParaRPr>
              <a:solidFill>
                <a:schemeClr val="lt1"/>
              </a:solidFill>
              <a:latin typeface="Red Hat Display Medium"/>
              <a:ea typeface="Red Hat Display Medium"/>
              <a:cs typeface="Red Hat Display Medium"/>
              <a:sym typeface="Red Hat Display Medium"/>
            </a:endParaRPr>
          </a:p>
          <a:p>
            <a:pPr indent="0" lvl="0" marL="0" rtl="0" algn="l">
              <a:spcBef>
                <a:spcPts val="0"/>
              </a:spcBef>
              <a:spcAft>
                <a:spcPts val="0"/>
              </a:spcAft>
              <a:buNone/>
            </a:pPr>
            <a:r>
              <a:rPr lang="en" sz="900">
                <a:solidFill>
                  <a:schemeClr val="lt1"/>
                </a:solidFill>
                <a:latin typeface="Red Hat Display"/>
                <a:ea typeface="Red Hat Display"/>
                <a:cs typeface="Red Hat Display"/>
                <a:sym typeface="Red Hat Display"/>
              </a:rPr>
              <a:t>Required :building a secure, stable, manageable, automated RHEL platform to scale workloads on</a:t>
            </a:r>
            <a:endParaRPr sz="900">
              <a:solidFill>
                <a:srgbClr val="FFFFFF"/>
              </a:solidFill>
            </a:endParaRPr>
          </a:p>
        </p:txBody>
      </p:sp>
      <p:sp>
        <p:nvSpPr>
          <p:cNvPr id="1845" name="Google Shape;1845;p124"/>
          <p:cNvSpPr txBox="1"/>
          <p:nvPr/>
        </p:nvSpPr>
        <p:spPr>
          <a:xfrm>
            <a:off x="894000" y="6430025"/>
            <a:ext cx="8997300" cy="3747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rPr lang="en" sz="1000">
                <a:solidFill>
                  <a:schemeClr val="dk1"/>
                </a:solidFill>
                <a:latin typeface="Red Hat Text"/>
                <a:ea typeface="Red Hat Text"/>
                <a:cs typeface="Red Hat Text"/>
                <a:sym typeface="Red Hat Text"/>
              </a:rPr>
              <a:t>* This component is mandatory unless the customer already has a RHEL Standard Operating Environment in place.</a:t>
            </a:r>
            <a:endParaRPr/>
          </a:p>
        </p:txBody>
      </p:sp>
      <p:sp>
        <p:nvSpPr>
          <p:cNvPr id="1846" name="Google Shape;1846;p124"/>
          <p:cNvSpPr txBox="1"/>
          <p:nvPr/>
        </p:nvSpPr>
        <p:spPr>
          <a:xfrm rot="-5400000">
            <a:off x="9747750" y="4615925"/>
            <a:ext cx="1354800" cy="3747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lang="en" sz="1200">
                <a:solidFill>
                  <a:schemeClr val="dk1"/>
                </a:solidFill>
                <a:latin typeface="Red Hat Text"/>
                <a:ea typeface="Red Hat Text"/>
                <a:cs typeface="Red Hat Text"/>
                <a:sym typeface="Red Hat Text"/>
              </a:rPr>
              <a:t>Foundational</a:t>
            </a:r>
            <a:endParaRPr sz="1200"/>
          </a:p>
        </p:txBody>
      </p:sp>
      <p:sp>
        <p:nvSpPr>
          <p:cNvPr id="1847" name="Google Shape;1847;p124"/>
          <p:cNvSpPr txBox="1"/>
          <p:nvPr/>
        </p:nvSpPr>
        <p:spPr>
          <a:xfrm rot="-5400000">
            <a:off x="8881200" y="2605730"/>
            <a:ext cx="2783100" cy="3747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lang="en" sz="1200">
                <a:solidFill>
                  <a:schemeClr val="dk1"/>
                </a:solidFill>
                <a:latin typeface="Red Hat Text"/>
                <a:ea typeface="Red Hat Text"/>
                <a:cs typeface="Red Hat Text"/>
                <a:sym typeface="Red Hat Text"/>
              </a:rPr>
              <a:t>Plugable Solutions</a:t>
            </a:r>
            <a:endParaRPr sz="1200">
              <a:solidFill>
                <a:schemeClr val="dk1"/>
              </a:solidFill>
              <a:latin typeface="Red Hat Text"/>
              <a:ea typeface="Red Hat Text"/>
              <a:cs typeface="Red Hat Text"/>
              <a:sym typeface="Red Hat Text"/>
            </a:endParaRPr>
          </a:p>
          <a:p>
            <a:pPr indent="0" lvl="0" marL="0" marR="0" rtl="0" algn="ctr">
              <a:spcBef>
                <a:spcPts val="0"/>
              </a:spcBef>
              <a:spcAft>
                <a:spcPts val="0"/>
              </a:spcAft>
              <a:buNone/>
            </a:pPr>
            <a:r>
              <a:rPr lang="en" sz="1200">
                <a:solidFill>
                  <a:schemeClr val="dk1"/>
                </a:solidFill>
                <a:latin typeface="Red Hat Text"/>
                <a:ea typeface="Red Hat Text"/>
                <a:cs typeface="Red Hat Text"/>
                <a:sym typeface="Red Hat Text"/>
              </a:rPr>
              <a:t>at least one + Contribute</a:t>
            </a:r>
            <a:endParaRPr sz="1200">
              <a:solidFill>
                <a:schemeClr val="dk1"/>
              </a:solidFill>
              <a:latin typeface="Red Hat Text"/>
              <a:ea typeface="Red Hat Text"/>
              <a:cs typeface="Red Hat Text"/>
              <a:sym typeface="Red Hat Text"/>
            </a:endParaRPr>
          </a:p>
        </p:txBody>
      </p:sp>
      <p:sp>
        <p:nvSpPr>
          <p:cNvPr id="1848" name="Google Shape;1848;p124">
            <a:hlinkClick r:id="rId8"/>
          </p:cNvPr>
          <p:cNvSpPr/>
          <p:nvPr/>
        </p:nvSpPr>
        <p:spPr>
          <a:xfrm>
            <a:off x="2382326" y="1640781"/>
            <a:ext cx="1274100" cy="2304600"/>
          </a:xfrm>
          <a:prstGeom prst="rect">
            <a:avLst/>
          </a:prstGeom>
          <a:solidFill>
            <a:srgbClr val="C00000"/>
          </a:solidFill>
          <a:ln>
            <a:noFill/>
          </a:ln>
        </p:spPr>
        <p:txBody>
          <a:bodyPr anchorCtr="0" anchor="t" bIns="121900" lIns="121900" spcFirstLastPara="1" rIns="121900" wrap="square" tIns="121900">
            <a:noAutofit/>
          </a:bodyPr>
          <a:lstStyle/>
          <a:p>
            <a:pPr indent="0" lvl="0" marL="0" rtl="0" algn="l">
              <a:spcBef>
                <a:spcPts val="0"/>
              </a:spcBef>
              <a:spcAft>
                <a:spcPts val="0"/>
              </a:spcAft>
              <a:buClr>
                <a:srgbClr val="000000"/>
              </a:buClr>
              <a:buSzPts val="1100"/>
              <a:buFont typeface="Arial"/>
              <a:buNone/>
            </a:pPr>
            <a:r>
              <a:rPr lang="en">
                <a:solidFill>
                  <a:schemeClr val="lt1"/>
                </a:solidFill>
                <a:uFill>
                  <a:noFill/>
                </a:uFill>
                <a:latin typeface="Red Hat Display Medium"/>
                <a:ea typeface="Red Hat Display Medium"/>
                <a:cs typeface="Red Hat Display Medium"/>
                <a:sym typeface="Red Hat Display Medium"/>
                <a:hlinkClick r:id="rId9">
                  <a:extLst>
                    <a:ext uri="{A12FA001-AC4F-418D-AE19-62706E023703}">
                      <ahyp:hlinkClr val="tx"/>
                    </a:ext>
                  </a:extLst>
                </a:hlinkClick>
              </a:rPr>
              <a:t>Convert to RHEL</a:t>
            </a:r>
            <a:endParaRPr>
              <a:solidFill>
                <a:schemeClr val="lt1"/>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rPr lang="en" sz="900">
                <a:solidFill>
                  <a:srgbClr val="FFFFFF"/>
                </a:solidFill>
                <a:latin typeface="Red Hat Text"/>
                <a:ea typeface="Red Hat Text"/>
                <a:cs typeface="Red Hat Text"/>
                <a:sym typeface="Red Hat Text"/>
              </a:rPr>
              <a:t>Analysing and converting in-place rpm based operating systems to RHEL.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rPr lang="en" sz="900">
                <a:solidFill>
                  <a:srgbClr val="FFFFFF"/>
                </a:solidFill>
                <a:latin typeface="Red Hat Text"/>
                <a:ea typeface="Red Hat Text"/>
                <a:cs typeface="Red Hat Text"/>
                <a:sym typeface="Red Hat Text"/>
              </a:rPr>
              <a:t>This allows in-place upgrade to eliminate technical debt.</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900">
              <a:solidFill>
                <a:srgbClr val="FFFFFF"/>
              </a:solidFill>
            </a:endParaRPr>
          </a:p>
        </p:txBody>
      </p:sp>
      <p:sp>
        <p:nvSpPr>
          <p:cNvPr id="1849" name="Google Shape;1849;p124">
            <a:hlinkClick r:id="rId10"/>
          </p:cNvPr>
          <p:cNvSpPr/>
          <p:nvPr/>
        </p:nvSpPr>
        <p:spPr>
          <a:xfrm>
            <a:off x="3753926" y="1640781"/>
            <a:ext cx="1274100" cy="2304600"/>
          </a:xfrm>
          <a:prstGeom prst="rect">
            <a:avLst/>
          </a:prstGeom>
          <a:solidFill>
            <a:srgbClr val="C00000"/>
          </a:solid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
                <a:solidFill>
                  <a:schemeClr val="lt1"/>
                </a:solidFill>
                <a:uFill>
                  <a:noFill/>
                </a:uFill>
                <a:latin typeface="Red Hat Display Medium"/>
                <a:ea typeface="Red Hat Display Medium"/>
                <a:cs typeface="Red Hat Display Medium"/>
                <a:sym typeface="Red Hat Display Medium"/>
                <a:hlinkClick r:id="rId11">
                  <a:extLst>
                    <a:ext uri="{A12FA001-AC4F-418D-AE19-62706E023703}">
                      <ahyp:hlinkClr val="tx"/>
                    </a:ext>
                  </a:extLst>
                </a:hlinkClick>
              </a:rPr>
              <a:t>Upgrade to RHEL</a:t>
            </a:r>
            <a:r>
              <a:rPr lang="en">
                <a:solidFill>
                  <a:schemeClr val="lt1"/>
                </a:solidFill>
                <a:latin typeface="Red Hat Display Medium"/>
                <a:ea typeface="Red Hat Display Medium"/>
                <a:cs typeface="Red Hat Display Medium"/>
                <a:sym typeface="Red Hat Display Medium"/>
              </a:rPr>
              <a:t>8 or 9</a:t>
            </a:r>
            <a:endParaRPr>
              <a:solidFill>
                <a:schemeClr val="lt1"/>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rPr lang="en" sz="900">
                <a:solidFill>
                  <a:srgbClr val="FFFFFF"/>
                </a:solidFill>
                <a:latin typeface="Red Hat Text"/>
                <a:ea typeface="Red Hat Text"/>
                <a:cs typeface="Red Hat Text"/>
                <a:sym typeface="Red Hat Text"/>
              </a:rPr>
              <a:t>Analysis and in-place upgrading servers running older versions of RHEL to RHEL8 or RHEL9.</a:t>
            </a:r>
            <a:endParaRPr sz="900">
              <a:solidFill>
                <a:schemeClr val="lt1"/>
              </a:solidFill>
              <a:latin typeface="Red Hat Text"/>
              <a:ea typeface="Red Hat Text"/>
              <a:cs typeface="Red Hat Text"/>
              <a:sym typeface="Red Hat Text"/>
            </a:endParaRPr>
          </a:p>
        </p:txBody>
      </p:sp>
      <p:sp>
        <p:nvSpPr>
          <p:cNvPr id="1850" name="Google Shape;1850;p124">
            <a:hlinkClick r:id="rId12"/>
          </p:cNvPr>
          <p:cNvSpPr/>
          <p:nvPr/>
        </p:nvSpPr>
        <p:spPr>
          <a:xfrm>
            <a:off x="6471001" y="1640681"/>
            <a:ext cx="1274100" cy="2304600"/>
          </a:xfrm>
          <a:prstGeom prst="rect">
            <a:avLst/>
          </a:prstGeom>
          <a:solidFill>
            <a:srgbClr val="C00000"/>
          </a:solidFill>
          <a:ln>
            <a:noFill/>
          </a:ln>
        </p:spPr>
        <p:txBody>
          <a:bodyPr anchorCtr="0" anchor="t" bIns="121900" lIns="121900" spcFirstLastPara="1" rIns="121900" wrap="square" tIns="121900">
            <a:noAutofit/>
          </a:bodyPr>
          <a:lstStyle/>
          <a:p>
            <a:pPr indent="0" lvl="0" marL="0" marR="0" rtl="0" algn="l">
              <a:spcBef>
                <a:spcPts val="0"/>
              </a:spcBef>
              <a:spcAft>
                <a:spcPts val="0"/>
              </a:spcAft>
              <a:buNone/>
            </a:pPr>
            <a:r>
              <a:rPr lang="en">
                <a:solidFill>
                  <a:srgbClr val="FFFFFF"/>
                </a:solidFill>
                <a:latin typeface="Red Hat Display Medium"/>
                <a:ea typeface="Red Hat Display Medium"/>
                <a:cs typeface="Red Hat Display Medium"/>
                <a:sym typeface="Red Hat Display Medium"/>
              </a:rPr>
              <a:t>Modernize Application Delivery</a:t>
            </a:r>
            <a:endParaRPr>
              <a:solidFill>
                <a:srgbClr val="FFFFFF"/>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t/>
            </a:r>
            <a:endParaRPr>
              <a:solidFill>
                <a:srgbClr val="FFFFFF"/>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rPr lang="en" sz="900">
                <a:solidFill>
                  <a:srgbClr val="FFFFFF"/>
                </a:solidFill>
                <a:latin typeface="Red Hat Text"/>
                <a:ea typeface="Red Hat Text"/>
                <a:cs typeface="Red Hat Text"/>
                <a:sym typeface="Red Hat Text"/>
              </a:rPr>
              <a:t>Analysis and migration of applications running any operating system to a standard methodology</a:t>
            </a:r>
            <a:endParaRPr sz="1600">
              <a:solidFill>
                <a:srgbClr val="FFFFFF"/>
              </a:solidFill>
            </a:endParaRPr>
          </a:p>
        </p:txBody>
      </p:sp>
      <p:sp>
        <p:nvSpPr>
          <p:cNvPr id="1851" name="Google Shape;1851;p124"/>
          <p:cNvSpPr/>
          <p:nvPr/>
        </p:nvSpPr>
        <p:spPr>
          <a:xfrm>
            <a:off x="8171213" y="1640681"/>
            <a:ext cx="1274100" cy="2304600"/>
          </a:xfrm>
          <a:prstGeom prst="rect">
            <a:avLst/>
          </a:prstGeom>
          <a:solidFill>
            <a:srgbClr val="D9D9D9"/>
          </a:solidFill>
          <a:ln cap="flat" cmpd="sng" w="9525">
            <a:solidFill>
              <a:srgbClr val="FFFFFF"/>
            </a:solidFill>
            <a:prstDash val="dot"/>
            <a:round/>
            <a:headEnd len="sm" w="sm" type="none"/>
            <a:tailEnd len="sm" w="sm" type="none"/>
          </a:ln>
        </p:spPr>
        <p:txBody>
          <a:bodyPr anchorCtr="0" anchor="t" bIns="121900" lIns="121900" spcFirstLastPara="1" rIns="121900" wrap="square" tIns="121900">
            <a:noAutofit/>
          </a:bodyPr>
          <a:lstStyle/>
          <a:p>
            <a:pPr indent="0" lvl="0" marL="0" marR="0" rtl="0" algn="l">
              <a:spcBef>
                <a:spcPts val="0"/>
              </a:spcBef>
              <a:spcAft>
                <a:spcPts val="0"/>
              </a:spcAft>
              <a:buNone/>
            </a:pPr>
            <a:r>
              <a:t/>
            </a:r>
            <a:endParaRPr sz="1600">
              <a:solidFill>
                <a:srgbClr val="FFFFFF"/>
              </a:solidFill>
            </a:endParaRPr>
          </a:p>
        </p:txBody>
      </p:sp>
      <p:sp>
        <p:nvSpPr>
          <p:cNvPr id="1852" name="Google Shape;1852;p124"/>
          <p:cNvSpPr/>
          <p:nvPr/>
        </p:nvSpPr>
        <p:spPr>
          <a:xfrm>
            <a:off x="8052151" y="1640681"/>
            <a:ext cx="1274100" cy="2304600"/>
          </a:xfrm>
          <a:prstGeom prst="rect">
            <a:avLst/>
          </a:prstGeom>
          <a:solidFill>
            <a:srgbClr val="D9D9D9"/>
          </a:solidFill>
          <a:ln cap="flat" cmpd="sng" w="9525">
            <a:solidFill>
              <a:srgbClr val="FFFFFF"/>
            </a:solidFill>
            <a:prstDash val="dot"/>
            <a:round/>
            <a:headEnd len="sm" w="sm" type="none"/>
            <a:tailEnd len="sm" w="sm" type="none"/>
          </a:ln>
        </p:spPr>
        <p:txBody>
          <a:bodyPr anchorCtr="0" anchor="t" bIns="121900" lIns="121900" spcFirstLastPara="1" rIns="121900" wrap="square" tIns="121900">
            <a:noAutofit/>
          </a:bodyPr>
          <a:lstStyle/>
          <a:p>
            <a:pPr indent="0" lvl="0" marL="0" marR="0" rtl="0" algn="l">
              <a:spcBef>
                <a:spcPts val="0"/>
              </a:spcBef>
              <a:spcAft>
                <a:spcPts val="0"/>
              </a:spcAft>
              <a:buNone/>
            </a:pPr>
            <a:r>
              <a:t/>
            </a:r>
            <a:endParaRPr sz="1600">
              <a:solidFill>
                <a:srgbClr val="FFFFFF"/>
              </a:solidFill>
            </a:endParaRPr>
          </a:p>
        </p:txBody>
      </p:sp>
      <p:sp>
        <p:nvSpPr>
          <p:cNvPr id="1853" name="Google Shape;1853;p124"/>
          <p:cNvSpPr/>
          <p:nvPr/>
        </p:nvSpPr>
        <p:spPr>
          <a:xfrm>
            <a:off x="7942613" y="1640681"/>
            <a:ext cx="1274100" cy="2304600"/>
          </a:xfrm>
          <a:prstGeom prst="rect">
            <a:avLst/>
          </a:prstGeom>
          <a:solidFill>
            <a:srgbClr val="D9D9D9"/>
          </a:solidFill>
          <a:ln cap="flat" cmpd="sng" w="9525">
            <a:solidFill>
              <a:srgbClr val="FFFFFF"/>
            </a:solidFill>
            <a:prstDash val="dot"/>
            <a:round/>
            <a:headEnd len="sm" w="sm" type="none"/>
            <a:tailEnd len="sm" w="sm" type="none"/>
          </a:ln>
        </p:spPr>
        <p:txBody>
          <a:bodyPr anchorCtr="0" anchor="t" bIns="121900" lIns="121900" spcFirstLastPara="1" rIns="121900" wrap="square" tIns="121900">
            <a:noAutofit/>
          </a:bodyPr>
          <a:lstStyle/>
          <a:p>
            <a:pPr indent="0" lvl="0" marL="0" marR="0" rtl="0" algn="l">
              <a:spcBef>
                <a:spcPts val="0"/>
              </a:spcBef>
              <a:spcAft>
                <a:spcPts val="0"/>
              </a:spcAft>
              <a:buNone/>
            </a:pPr>
            <a:r>
              <a:t/>
            </a:r>
            <a:endParaRPr sz="1600">
              <a:solidFill>
                <a:srgbClr val="FFFFFF"/>
              </a:solidFill>
            </a:endParaRPr>
          </a:p>
        </p:txBody>
      </p:sp>
      <p:sp>
        <p:nvSpPr>
          <p:cNvPr id="1854" name="Google Shape;1854;p124">
            <a:hlinkClick r:id="rId13"/>
          </p:cNvPr>
          <p:cNvSpPr/>
          <p:nvPr/>
        </p:nvSpPr>
        <p:spPr>
          <a:xfrm>
            <a:off x="7842601" y="1640681"/>
            <a:ext cx="1274100" cy="2304600"/>
          </a:xfrm>
          <a:prstGeom prst="rect">
            <a:avLst/>
          </a:prstGeom>
          <a:solidFill>
            <a:srgbClr val="999999"/>
          </a:solidFill>
          <a:ln>
            <a:noFill/>
          </a:ln>
        </p:spPr>
        <p:txBody>
          <a:bodyPr anchorCtr="0" anchor="t" bIns="121900" lIns="121900" spcFirstLastPara="1" rIns="121900" wrap="square" tIns="121900">
            <a:noAutofit/>
          </a:bodyPr>
          <a:lstStyle/>
          <a:p>
            <a:pPr indent="0" lvl="0" marL="0" marR="0" rtl="0" algn="l">
              <a:spcBef>
                <a:spcPts val="0"/>
              </a:spcBef>
              <a:spcAft>
                <a:spcPts val="0"/>
              </a:spcAft>
              <a:buNone/>
            </a:pPr>
            <a:r>
              <a:rPr lang="en">
                <a:solidFill>
                  <a:srgbClr val="FFFFFF"/>
                </a:solidFill>
                <a:latin typeface="Red Hat Display Medium"/>
                <a:ea typeface="Red Hat Display Medium"/>
                <a:cs typeface="Red Hat Display Medium"/>
                <a:sym typeface="Red Hat Display Medium"/>
              </a:rPr>
              <a:t>Deliver All Standard Workloads through Automation</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1600">
              <a:solidFill>
                <a:srgbClr val="FFFFFF"/>
              </a:solidFill>
            </a:endParaRPr>
          </a:p>
        </p:txBody>
      </p:sp>
      <p:sp>
        <p:nvSpPr>
          <p:cNvPr id="1855" name="Google Shape;1855;p124">
            <a:hlinkClick r:id="rId14"/>
          </p:cNvPr>
          <p:cNvSpPr/>
          <p:nvPr/>
        </p:nvSpPr>
        <p:spPr>
          <a:xfrm>
            <a:off x="5112463" y="1649725"/>
            <a:ext cx="1274100" cy="2304600"/>
          </a:xfrm>
          <a:prstGeom prst="rect">
            <a:avLst/>
          </a:prstGeom>
          <a:solidFill>
            <a:srgbClr val="C00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Medium"/>
                <a:ea typeface="Red Hat Display Medium"/>
                <a:cs typeface="Red Hat Display Medium"/>
                <a:sym typeface="Red Hat Display Medium"/>
              </a:rPr>
              <a:t>Modernize</a:t>
            </a:r>
            <a:br>
              <a:rPr lang="en">
                <a:solidFill>
                  <a:schemeClr val="lt1"/>
                </a:solidFill>
                <a:latin typeface="Red Hat Display Medium"/>
                <a:ea typeface="Red Hat Display Medium"/>
                <a:cs typeface="Red Hat Display Medium"/>
                <a:sym typeface="Red Hat Display Medium"/>
              </a:rPr>
            </a:br>
            <a:r>
              <a:rPr lang="en">
                <a:solidFill>
                  <a:schemeClr val="lt1"/>
                </a:solidFill>
                <a:latin typeface="Red Hat Display Medium"/>
                <a:ea typeface="Red Hat Display Medium"/>
                <a:cs typeface="Red Hat Display Medium"/>
                <a:sym typeface="Red Hat Display Medium"/>
              </a:rPr>
              <a:t>Virtualization</a:t>
            </a:r>
            <a:endParaRPr>
              <a:solidFill>
                <a:schemeClr val="lt1"/>
              </a:solidFill>
              <a:latin typeface="Red Hat Display Medium"/>
              <a:ea typeface="Red Hat Display Medium"/>
              <a:cs typeface="Red Hat Display Medium"/>
              <a:sym typeface="Red Hat Display Medium"/>
            </a:endParaRPr>
          </a:p>
          <a:p>
            <a:pPr indent="0" lvl="0" marL="0" rtl="0" algn="l">
              <a:spcBef>
                <a:spcPts val="0"/>
              </a:spcBef>
              <a:spcAft>
                <a:spcPts val="0"/>
              </a:spcAft>
              <a:buNone/>
            </a:pPr>
            <a:r>
              <a:t/>
            </a:r>
            <a:endParaRPr sz="9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900">
                <a:solidFill>
                  <a:schemeClr val="lt1"/>
                </a:solidFill>
                <a:latin typeface="Red Hat Display"/>
                <a:ea typeface="Red Hat Display"/>
                <a:cs typeface="Red Hat Display"/>
                <a:sym typeface="Red Hat Display"/>
              </a:rPr>
              <a:t>Deploy New Virtualization Platforms and migrate workloads onto it. </a:t>
            </a:r>
            <a:endParaRPr sz="9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sz="900">
              <a:solidFill>
                <a:schemeClr val="lt1"/>
              </a:solidFill>
              <a:latin typeface="Red Hat Display"/>
              <a:ea typeface="Red Hat Display"/>
              <a:cs typeface="Red Hat Display"/>
              <a:sym typeface="Red Hat Display"/>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9" name="Shape 1859"/>
        <p:cNvGrpSpPr/>
        <p:nvPr/>
      </p:nvGrpSpPr>
      <p:grpSpPr>
        <a:xfrm>
          <a:off x="0" y="0"/>
          <a:ext cx="0" cy="0"/>
          <a:chOff x="0" y="0"/>
          <a:chExt cx="0" cy="0"/>
        </a:xfrm>
      </p:grpSpPr>
      <p:sp>
        <p:nvSpPr>
          <p:cNvPr id="1860" name="Google Shape;1860;p125"/>
          <p:cNvSpPr/>
          <p:nvPr/>
        </p:nvSpPr>
        <p:spPr>
          <a:xfrm>
            <a:off x="817800" y="1404375"/>
            <a:ext cx="9914400" cy="4802400"/>
          </a:xfrm>
          <a:prstGeom prst="rect">
            <a:avLst/>
          </a:prstGeom>
          <a:solidFill>
            <a:srgbClr val="F3F3F3"/>
          </a:solidFill>
          <a:ln>
            <a:noFill/>
          </a:ln>
        </p:spPr>
        <p:txBody>
          <a:bodyPr anchorCtr="0" anchor="b" bIns="121900" lIns="91425" spcFirstLastPara="1" rIns="121900" wrap="square" tIns="121900">
            <a:noAutofit/>
          </a:bodyPr>
          <a:lstStyle/>
          <a:p>
            <a:pPr indent="0" lvl="0" marL="114300" rtl="0" algn="l">
              <a:spcBef>
                <a:spcPts val="0"/>
              </a:spcBef>
              <a:spcAft>
                <a:spcPts val="0"/>
              </a:spcAft>
              <a:buNone/>
            </a:pPr>
            <a:r>
              <a:rPr b="1" lang="en" sz="1600">
                <a:solidFill>
                  <a:srgbClr val="666666"/>
                </a:solidFill>
                <a:latin typeface="Red Hat Display"/>
                <a:ea typeface="Red Hat Display"/>
                <a:cs typeface="Red Hat Display"/>
                <a:sym typeface="Red Hat Display"/>
              </a:rPr>
              <a:t>Red Hat Infrastructure Standard Adoption Model</a:t>
            </a:r>
            <a:endParaRPr b="1" sz="1600">
              <a:solidFill>
                <a:srgbClr val="666666"/>
              </a:solidFill>
              <a:latin typeface="Red Hat Display"/>
              <a:ea typeface="Red Hat Display"/>
              <a:cs typeface="Red Hat Display"/>
              <a:sym typeface="Red Hat Display"/>
            </a:endParaRPr>
          </a:p>
          <a:p>
            <a:pPr indent="0" lvl="0" marL="114300" rtl="0" algn="l">
              <a:spcBef>
                <a:spcPts val="0"/>
              </a:spcBef>
              <a:spcAft>
                <a:spcPts val="0"/>
              </a:spcAft>
              <a:buNone/>
            </a:pPr>
            <a:r>
              <a:rPr lang="en" sz="1200">
                <a:solidFill>
                  <a:srgbClr val="666666"/>
                </a:solidFill>
                <a:latin typeface="Red Hat Display"/>
                <a:ea typeface="Red Hat Display"/>
                <a:cs typeface="Red Hat Display"/>
                <a:sym typeface="Red Hat Display"/>
              </a:rPr>
              <a:t>A modular framework to support customer infrastructure modernisation - click on components for more information</a:t>
            </a:r>
            <a:endParaRPr sz="1200">
              <a:solidFill>
                <a:srgbClr val="666666"/>
              </a:solidFill>
            </a:endParaRPr>
          </a:p>
        </p:txBody>
      </p:sp>
      <p:sp>
        <p:nvSpPr>
          <p:cNvPr id="1861" name="Google Shape;1861;p125"/>
          <p:cNvSpPr/>
          <p:nvPr/>
        </p:nvSpPr>
        <p:spPr>
          <a:xfrm>
            <a:off x="924825" y="1543350"/>
            <a:ext cx="9659100" cy="2499600"/>
          </a:xfrm>
          <a:prstGeom prst="rect">
            <a:avLst/>
          </a:prstGeom>
          <a:solidFill>
            <a:srgbClr val="D9D9D9"/>
          </a:solidFill>
          <a:ln>
            <a:noFill/>
          </a:ln>
        </p:spPr>
        <p:txBody>
          <a:bodyPr anchorCtr="0" anchor="b" bIns="121900" lIns="121900" spcFirstLastPara="1" rIns="121900" wrap="square" tIns="121900">
            <a:noAutofit/>
          </a:bodyPr>
          <a:lstStyle/>
          <a:p>
            <a:pPr indent="0" lvl="0" marL="0" rtl="0" algn="l">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rtl="0" algn="l">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rtl="0" algn="l">
              <a:spcBef>
                <a:spcPts val="0"/>
              </a:spcBef>
              <a:spcAft>
                <a:spcPts val="0"/>
              </a:spcAft>
              <a:buNone/>
            </a:pPr>
            <a:r>
              <a:t/>
            </a:r>
            <a:endParaRPr b="1" sz="1600">
              <a:solidFill>
                <a:srgbClr val="FF0000"/>
              </a:solidFill>
              <a:latin typeface="Red Hat Display"/>
              <a:ea typeface="Red Hat Display"/>
              <a:cs typeface="Red Hat Display"/>
              <a:sym typeface="Red Hat Display"/>
            </a:endParaRPr>
          </a:p>
        </p:txBody>
      </p:sp>
      <p:sp>
        <p:nvSpPr>
          <p:cNvPr id="1862" name="Google Shape;1862;p125">
            <a:hlinkClick r:id="rId3"/>
          </p:cNvPr>
          <p:cNvSpPr/>
          <p:nvPr/>
        </p:nvSpPr>
        <p:spPr>
          <a:xfrm>
            <a:off x="1010726" y="1640781"/>
            <a:ext cx="1274100" cy="2304600"/>
          </a:xfrm>
          <a:prstGeom prst="rect">
            <a:avLst/>
          </a:prstGeom>
          <a:solidFill>
            <a:srgbClr val="C00000"/>
          </a:solidFill>
          <a:ln>
            <a:noFill/>
          </a:ln>
        </p:spPr>
        <p:txBody>
          <a:bodyPr anchorCtr="0" anchor="t" bIns="121900" lIns="121900" spcFirstLastPara="1" rIns="121900" wrap="square" tIns="121900">
            <a:noAutofit/>
          </a:bodyPr>
          <a:lstStyle/>
          <a:p>
            <a:pPr indent="0" lvl="0" marL="0" rtl="0" algn="l">
              <a:spcBef>
                <a:spcPts val="0"/>
              </a:spcBef>
              <a:spcAft>
                <a:spcPts val="0"/>
              </a:spcAft>
              <a:buClr>
                <a:srgbClr val="000000"/>
              </a:buClr>
              <a:buSzPts val="1100"/>
              <a:buFont typeface="Arial"/>
              <a:buNone/>
            </a:pPr>
            <a:r>
              <a:rPr lang="en">
                <a:solidFill>
                  <a:schemeClr val="lt1"/>
                </a:solidFill>
                <a:uFill>
                  <a:noFill/>
                </a:uFill>
                <a:latin typeface="Red Hat Display Medium"/>
                <a:ea typeface="Red Hat Display Medium"/>
                <a:cs typeface="Red Hat Display Medium"/>
                <a:sym typeface="Red Hat Display Medium"/>
                <a:hlinkClick r:id="rId4">
                  <a:extLst>
                    <a:ext uri="{A12FA001-AC4F-418D-AE19-62706E023703}">
                      <ahyp:hlinkClr val="tx"/>
                    </a:ext>
                  </a:extLst>
                </a:hlinkClick>
              </a:rPr>
              <a:t>Migrate to RHEL</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Clr>
                <a:schemeClr val="dk1"/>
              </a:buClr>
              <a:buSzPts val="1100"/>
              <a:buFont typeface="Arial"/>
              <a:buNone/>
            </a:pPr>
            <a:r>
              <a:rPr lang="en" sz="900">
                <a:solidFill>
                  <a:srgbClr val="FFFFFF"/>
                </a:solidFill>
                <a:latin typeface="Red Hat Text"/>
                <a:ea typeface="Red Hat Text"/>
                <a:cs typeface="Red Hat Text"/>
                <a:sym typeface="Red Hat Text"/>
              </a:rPr>
              <a:t>Analysing workloads on non-RHEL platforms (inc. legacy UNIX, Windows, Linux), creating a migration strategy, replatforming candidate workloads on RHEL using a migration factory approach.</a:t>
            </a:r>
            <a:endParaRPr sz="900">
              <a:solidFill>
                <a:srgbClr val="FFFFFF"/>
              </a:solidFill>
            </a:endParaRPr>
          </a:p>
        </p:txBody>
      </p:sp>
      <p:sp>
        <p:nvSpPr>
          <p:cNvPr id="1863" name="Google Shape;1863;p125"/>
          <p:cNvSpPr txBox="1"/>
          <p:nvPr/>
        </p:nvSpPr>
        <p:spPr>
          <a:xfrm>
            <a:off x="860400" y="595033"/>
            <a:ext cx="9752100" cy="726900"/>
          </a:xfrm>
          <a:prstGeom prst="rect">
            <a:avLst/>
          </a:prstGeom>
          <a:noFill/>
          <a:ln>
            <a:noFill/>
          </a:ln>
        </p:spPr>
        <p:txBody>
          <a:bodyPr anchorCtr="0" anchor="t" bIns="121900" lIns="121900" spcFirstLastPara="1" rIns="121900" wrap="square" tIns="121900">
            <a:noAutofit/>
          </a:bodyPr>
          <a:lstStyle/>
          <a:p>
            <a:pPr indent="0" lvl="0" marL="0" rtl="0" algn="ctr">
              <a:spcBef>
                <a:spcPts val="0"/>
              </a:spcBef>
              <a:spcAft>
                <a:spcPts val="0"/>
              </a:spcAft>
              <a:buNone/>
            </a:pPr>
            <a:r>
              <a:rPr lang="en" sz="2700">
                <a:latin typeface="Red Hat Display Medium"/>
                <a:ea typeface="Red Hat Display Medium"/>
                <a:cs typeface="Red Hat Display Medium"/>
                <a:sym typeface="Red Hat Display Medium"/>
              </a:rPr>
              <a:t>Red Hat Infrastructure Standard Service Capabilities</a:t>
            </a:r>
            <a:endParaRPr sz="2700">
              <a:latin typeface="Red Hat Display Medium"/>
              <a:ea typeface="Red Hat Display Medium"/>
              <a:cs typeface="Red Hat Display Medium"/>
              <a:sym typeface="Red Hat Display Medium"/>
            </a:endParaRPr>
          </a:p>
        </p:txBody>
      </p:sp>
      <p:sp>
        <p:nvSpPr>
          <p:cNvPr id="1864" name="Google Shape;1864;p125"/>
          <p:cNvSpPr/>
          <p:nvPr/>
        </p:nvSpPr>
        <p:spPr>
          <a:xfrm>
            <a:off x="924925" y="4125875"/>
            <a:ext cx="9659100" cy="1450800"/>
          </a:xfrm>
          <a:prstGeom prst="rect">
            <a:avLst/>
          </a:prstGeom>
          <a:solidFill>
            <a:srgbClr val="D9D9D9"/>
          </a:solidFill>
          <a:ln>
            <a:noFill/>
          </a:ln>
        </p:spPr>
        <p:txBody>
          <a:bodyPr anchorCtr="0" anchor="b" bIns="121900" lIns="121900" spcFirstLastPara="1" rIns="121900" wrap="square" tIns="121900">
            <a:noAutofit/>
          </a:bodyPr>
          <a:lstStyle/>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p:txBody>
      </p:sp>
      <p:sp>
        <p:nvSpPr>
          <p:cNvPr id="1865" name="Google Shape;1865;p125">
            <a:hlinkClick r:id="rId5"/>
          </p:cNvPr>
          <p:cNvSpPr/>
          <p:nvPr/>
        </p:nvSpPr>
        <p:spPr>
          <a:xfrm>
            <a:off x="1010725" y="4907616"/>
            <a:ext cx="8576700" cy="569100"/>
          </a:xfrm>
          <a:prstGeom prst="rect">
            <a:avLst/>
          </a:prstGeom>
          <a:solidFill>
            <a:srgbClr val="C0000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
                <a:solidFill>
                  <a:schemeClr val="lt1"/>
                </a:solidFill>
                <a:uFill>
                  <a:noFill/>
                </a:uFill>
                <a:latin typeface="Red Hat Display Medium"/>
                <a:ea typeface="Red Hat Display Medium"/>
                <a:cs typeface="Red Hat Display Medium"/>
                <a:sym typeface="Red Hat Display Medium"/>
                <a:hlinkClick r:id="rId6">
                  <a:extLst>
                    <a:ext uri="{A12FA001-AC4F-418D-AE19-62706E023703}">
                      <ahyp:hlinkClr val="tx"/>
                    </a:ext>
                  </a:extLst>
                </a:hlinkClick>
              </a:rPr>
              <a:t>Navigate to the Red Hat Infrastructure</a:t>
            </a:r>
            <a:r>
              <a:rPr lang="en">
                <a:solidFill>
                  <a:schemeClr val="lt1"/>
                </a:solidFill>
                <a:latin typeface="Red Hat Display Medium"/>
                <a:ea typeface="Red Hat Display Medium"/>
                <a:cs typeface="Red Hat Display Medium"/>
                <a:sym typeface="Red Hat Display Medium"/>
              </a:rPr>
              <a:t> Standard</a:t>
            </a:r>
            <a:endParaRPr>
              <a:solidFill>
                <a:schemeClr val="lt1"/>
              </a:solidFill>
              <a:latin typeface="Red Hat Display Medium"/>
              <a:ea typeface="Red Hat Display Medium"/>
              <a:cs typeface="Red Hat Display Medium"/>
              <a:sym typeface="Red Hat Display Medium"/>
            </a:endParaRPr>
          </a:p>
          <a:p>
            <a:pPr indent="0" lvl="0" marL="0" rtl="0" algn="l">
              <a:spcBef>
                <a:spcPts val="0"/>
              </a:spcBef>
              <a:spcAft>
                <a:spcPts val="0"/>
              </a:spcAft>
              <a:buNone/>
            </a:pPr>
            <a:r>
              <a:rPr lang="en" sz="900">
                <a:solidFill>
                  <a:schemeClr val="lt1"/>
                </a:solidFill>
                <a:latin typeface="Red Hat Display"/>
                <a:ea typeface="Red Hat Display"/>
                <a:cs typeface="Red Hat Display"/>
                <a:sym typeface="Red Hat Display"/>
              </a:rPr>
              <a:t>Engage with Red Hat to fully determine requirements, operational readiness.</a:t>
            </a:r>
            <a:endParaRPr sz="900">
              <a:solidFill>
                <a:srgbClr val="FFFFFF"/>
              </a:solidFill>
            </a:endParaRPr>
          </a:p>
        </p:txBody>
      </p:sp>
      <p:sp>
        <p:nvSpPr>
          <p:cNvPr id="1866" name="Google Shape;1866;p125">
            <a:hlinkClick r:id="rId7"/>
          </p:cNvPr>
          <p:cNvSpPr/>
          <p:nvPr/>
        </p:nvSpPr>
        <p:spPr>
          <a:xfrm>
            <a:off x="1010725" y="4233675"/>
            <a:ext cx="8576700" cy="569100"/>
          </a:xfrm>
          <a:prstGeom prst="rect">
            <a:avLst/>
          </a:prstGeom>
          <a:solidFill>
            <a:srgbClr val="C0000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
                <a:solidFill>
                  <a:schemeClr val="lt1"/>
                </a:solidFill>
                <a:latin typeface="Red Hat Display Medium"/>
                <a:ea typeface="Red Hat Display Medium"/>
                <a:cs typeface="Red Hat Display Medium"/>
                <a:sym typeface="Red Hat Display Medium"/>
              </a:rPr>
              <a:t>Implement the Red Hat Infrastructure Standard Platform</a:t>
            </a:r>
            <a:endParaRPr>
              <a:solidFill>
                <a:schemeClr val="lt1"/>
              </a:solidFill>
              <a:latin typeface="Red Hat Display Medium"/>
              <a:ea typeface="Red Hat Display Medium"/>
              <a:cs typeface="Red Hat Display Medium"/>
              <a:sym typeface="Red Hat Display Medium"/>
            </a:endParaRPr>
          </a:p>
          <a:p>
            <a:pPr indent="0" lvl="0" marL="0" rtl="0" algn="l">
              <a:spcBef>
                <a:spcPts val="0"/>
              </a:spcBef>
              <a:spcAft>
                <a:spcPts val="0"/>
              </a:spcAft>
              <a:buNone/>
            </a:pPr>
            <a:r>
              <a:rPr lang="en" sz="900">
                <a:solidFill>
                  <a:schemeClr val="lt1"/>
                </a:solidFill>
                <a:latin typeface="Red Hat Display"/>
                <a:ea typeface="Red Hat Display"/>
                <a:cs typeface="Red Hat Display"/>
                <a:sym typeface="Red Hat Display"/>
              </a:rPr>
              <a:t>Required :building a secure, stable, manageable, automated RHEL platform to scale workloads on</a:t>
            </a:r>
            <a:endParaRPr sz="900">
              <a:solidFill>
                <a:srgbClr val="FFFFFF"/>
              </a:solidFill>
            </a:endParaRPr>
          </a:p>
        </p:txBody>
      </p:sp>
      <p:sp>
        <p:nvSpPr>
          <p:cNvPr id="1867" name="Google Shape;1867;p125"/>
          <p:cNvSpPr txBox="1"/>
          <p:nvPr/>
        </p:nvSpPr>
        <p:spPr>
          <a:xfrm>
            <a:off x="894000" y="6430025"/>
            <a:ext cx="8997300" cy="3747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rPr lang="en" sz="1000">
                <a:solidFill>
                  <a:schemeClr val="dk1"/>
                </a:solidFill>
                <a:latin typeface="Red Hat Text"/>
                <a:ea typeface="Red Hat Text"/>
                <a:cs typeface="Red Hat Text"/>
                <a:sym typeface="Red Hat Text"/>
              </a:rPr>
              <a:t>* This component is mandatory unless the customer already has a RHEL Standard Operating Environment in place.</a:t>
            </a:r>
            <a:endParaRPr/>
          </a:p>
        </p:txBody>
      </p:sp>
      <p:sp>
        <p:nvSpPr>
          <p:cNvPr id="1868" name="Google Shape;1868;p125"/>
          <p:cNvSpPr txBox="1"/>
          <p:nvPr/>
        </p:nvSpPr>
        <p:spPr>
          <a:xfrm rot="-5400000">
            <a:off x="9747750" y="4615925"/>
            <a:ext cx="1354800" cy="3747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lang="en" sz="1200">
                <a:solidFill>
                  <a:schemeClr val="dk1"/>
                </a:solidFill>
                <a:latin typeface="Red Hat Text"/>
                <a:ea typeface="Red Hat Text"/>
                <a:cs typeface="Red Hat Text"/>
                <a:sym typeface="Red Hat Text"/>
              </a:rPr>
              <a:t>Foundational</a:t>
            </a:r>
            <a:endParaRPr sz="1200"/>
          </a:p>
        </p:txBody>
      </p:sp>
      <p:sp>
        <p:nvSpPr>
          <p:cNvPr id="1869" name="Google Shape;1869;p125"/>
          <p:cNvSpPr txBox="1"/>
          <p:nvPr/>
        </p:nvSpPr>
        <p:spPr>
          <a:xfrm rot="-5400000">
            <a:off x="8881200" y="2605730"/>
            <a:ext cx="2783100" cy="3747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lang="en" sz="1200">
                <a:solidFill>
                  <a:schemeClr val="dk1"/>
                </a:solidFill>
                <a:latin typeface="Red Hat Text"/>
                <a:ea typeface="Red Hat Text"/>
                <a:cs typeface="Red Hat Text"/>
                <a:sym typeface="Red Hat Text"/>
              </a:rPr>
              <a:t>Plugable Solutions</a:t>
            </a:r>
            <a:endParaRPr sz="1200">
              <a:solidFill>
                <a:schemeClr val="dk1"/>
              </a:solidFill>
              <a:latin typeface="Red Hat Text"/>
              <a:ea typeface="Red Hat Text"/>
              <a:cs typeface="Red Hat Text"/>
              <a:sym typeface="Red Hat Text"/>
            </a:endParaRPr>
          </a:p>
          <a:p>
            <a:pPr indent="0" lvl="0" marL="0" marR="0" rtl="0" algn="ctr">
              <a:spcBef>
                <a:spcPts val="0"/>
              </a:spcBef>
              <a:spcAft>
                <a:spcPts val="0"/>
              </a:spcAft>
              <a:buNone/>
            </a:pPr>
            <a:r>
              <a:rPr lang="en" sz="1200">
                <a:solidFill>
                  <a:schemeClr val="dk1"/>
                </a:solidFill>
                <a:latin typeface="Red Hat Text"/>
                <a:ea typeface="Red Hat Text"/>
                <a:cs typeface="Red Hat Text"/>
                <a:sym typeface="Red Hat Text"/>
              </a:rPr>
              <a:t>at least one + Contribute</a:t>
            </a:r>
            <a:endParaRPr sz="1200">
              <a:solidFill>
                <a:schemeClr val="dk1"/>
              </a:solidFill>
              <a:latin typeface="Red Hat Text"/>
              <a:ea typeface="Red Hat Text"/>
              <a:cs typeface="Red Hat Text"/>
              <a:sym typeface="Red Hat Text"/>
            </a:endParaRPr>
          </a:p>
        </p:txBody>
      </p:sp>
      <p:sp>
        <p:nvSpPr>
          <p:cNvPr id="1870" name="Google Shape;1870;p125">
            <a:hlinkClick r:id="rId8"/>
          </p:cNvPr>
          <p:cNvSpPr/>
          <p:nvPr/>
        </p:nvSpPr>
        <p:spPr>
          <a:xfrm>
            <a:off x="2382326" y="1640781"/>
            <a:ext cx="1274100" cy="2304600"/>
          </a:xfrm>
          <a:prstGeom prst="rect">
            <a:avLst/>
          </a:prstGeom>
          <a:solidFill>
            <a:srgbClr val="C00000"/>
          </a:solidFill>
          <a:ln>
            <a:noFill/>
          </a:ln>
        </p:spPr>
        <p:txBody>
          <a:bodyPr anchorCtr="0" anchor="t" bIns="121900" lIns="121900" spcFirstLastPara="1" rIns="121900" wrap="square" tIns="121900">
            <a:noAutofit/>
          </a:bodyPr>
          <a:lstStyle/>
          <a:p>
            <a:pPr indent="0" lvl="0" marL="0" rtl="0" algn="l">
              <a:spcBef>
                <a:spcPts val="0"/>
              </a:spcBef>
              <a:spcAft>
                <a:spcPts val="0"/>
              </a:spcAft>
              <a:buClr>
                <a:srgbClr val="000000"/>
              </a:buClr>
              <a:buSzPts val="1100"/>
              <a:buFont typeface="Arial"/>
              <a:buNone/>
            </a:pPr>
            <a:r>
              <a:rPr lang="en">
                <a:solidFill>
                  <a:schemeClr val="lt1"/>
                </a:solidFill>
                <a:uFill>
                  <a:noFill/>
                </a:uFill>
                <a:latin typeface="Red Hat Display Medium"/>
                <a:ea typeface="Red Hat Display Medium"/>
                <a:cs typeface="Red Hat Display Medium"/>
                <a:sym typeface="Red Hat Display Medium"/>
                <a:hlinkClick r:id="rId9">
                  <a:extLst>
                    <a:ext uri="{A12FA001-AC4F-418D-AE19-62706E023703}">
                      <ahyp:hlinkClr val="tx"/>
                    </a:ext>
                  </a:extLst>
                </a:hlinkClick>
              </a:rPr>
              <a:t>Convert to RHEL</a:t>
            </a:r>
            <a:endParaRPr>
              <a:solidFill>
                <a:schemeClr val="lt1"/>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rPr lang="en" sz="900">
                <a:solidFill>
                  <a:srgbClr val="FFFFFF"/>
                </a:solidFill>
                <a:latin typeface="Red Hat Text"/>
                <a:ea typeface="Red Hat Text"/>
                <a:cs typeface="Red Hat Text"/>
                <a:sym typeface="Red Hat Text"/>
              </a:rPr>
              <a:t>Analysing and converting in-place rpm based operating systems to RHEL.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rPr lang="en" sz="900">
                <a:solidFill>
                  <a:srgbClr val="FFFFFF"/>
                </a:solidFill>
                <a:latin typeface="Red Hat Text"/>
                <a:ea typeface="Red Hat Text"/>
                <a:cs typeface="Red Hat Text"/>
                <a:sym typeface="Red Hat Text"/>
              </a:rPr>
              <a:t>This allows in-place upgrade to eliminate technical debt.</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900">
              <a:solidFill>
                <a:srgbClr val="FFFFFF"/>
              </a:solidFill>
            </a:endParaRPr>
          </a:p>
        </p:txBody>
      </p:sp>
      <p:sp>
        <p:nvSpPr>
          <p:cNvPr id="1871" name="Google Shape;1871;p125">
            <a:hlinkClick r:id="rId10"/>
          </p:cNvPr>
          <p:cNvSpPr/>
          <p:nvPr/>
        </p:nvSpPr>
        <p:spPr>
          <a:xfrm>
            <a:off x="3753926" y="1640781"/>
            <a:ext cx="1274100" cy="2304600"/>
          </a:xfrm>
          <a:prstGeom prst="rect">
            <a:avLst/>
          </a:prstGeom>
          <a:solidFill>
            <a:srgbClr val="C00000"/>
          </a:solid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
                <a:solidFill>
                  <a:schemeClr val="lt1"/>
                </a:solidFill>
                <a:uFill>
                  <a:noFill/>
                </a:uFill>
                <a:latin typeface="Red Hat Display Medium"/>
                <a:ea typeface="Red Hat Display Medium"/>
                <a:cs typeface="Red Hat Display Medium"/>
                <a:sym typeface="Red Hat Display Medium"/>
                <a:hlinkClick r:id="rId11">
                  <a:extLst>
                    <a:ext uri="{A12FA001-AC4F-418D-AE19-62706E023703}">
                      <ahyp:hlinkClr val="tx"/>
                    </a:ext>
                  </a:extLst>
                </a:hlinkClick>
              </a:rPr>
              <a:t>Upgrade to RHEL</a:t>
            </a:r>
            <a:r>
              <a:rPr lang="en">
                <a:solidFill>
                  <a:schemeClr val="lt1"/>
                </a:solidFill>
                <a:latin typeface="Red Hat Display Medium"/>
                <a:ea typeface="Red Hat Display Medium"/>
                <a:cs typeface="Red Hat Display Medium"/>
                <a:sym typeface="Red Hat Display Medium"/>
              </a:rPr>
              <a:t>8 or 9</a:t>
            </a:r>
            <a:endParaRPr>
              <a:solidFill>
                <a:schemeClr val="lt1"/>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rPr lang="en" sz="900">
                <a:solidFill>
                  <a:srgbClr val="FFFFFF"/>
                </a:solidFill>
                <a:latin typeface="Red Hat Text"/>
                <a:ea typeface="Red Hat Text"/>
                <a:cs typeface="Red Hat Text"/>
                <a:sym typeface="Red Hat Text"/>
              </a:rPr>
              <a:t>Analysis and in-place upgrading servers running older versions of RHEL to RHEL8 or RHEL9.</a:t>
            </a:r>
            <a:endParaRPr sz="900">
              <a:solidFill>
                <a:schemeClr val="lt1"/>
              </a:solidFill>
              <a:latin typeface="Red Hat Text"/>
              <a:ea typeface="Red Hat Text"/>
              <a:cs typeface="Red Hat Text"/>
              <a:sym typeface="Red Hat Text"/>
            </a:endParaRPr>
          </a:p>
        </p:txBody>
      </p:sp>
      <p:sp>
        <p:nvSpPr>
          <p:cNvPr id="1872" name="Google Shape;1872;p125">
            <a:hlinkClick r:id="rId12"/>
          </p:cNvPr>
          <p:cNvSpPr/>
          <p:nvPr/>
        </p:nvSpPr>
        <p:spPr>
          <a:xfrm>
            <a:off x="6471001" y="1640681"/>
            <a:ext cx="1274100" cy="2304600"/>
          </a:xfrm>
          <a:prstGeom prst="rect">
            <a:avLst/>
          </a:prstGeom>
          <a:solidFill>
            <a:srgbClr val="C00000"/>
          </a:solidFill>
          <a:ln>
            <a:noFill/>
          </a:ln>
        </p:spPr>
        <p:txBody>
          <a:bodyPr anchorCtr="0" anchor="t" bIns="121900" lIns="121900" spcFirstLastPara="1" rIns="121900" wrap="square" tIns="121900">
            <a:noAutofit/>
          </a:bodyPr>
          <a:lstStyle/>
          <a:p>
            <a:pPr indent="0" lvl="0" marL="0" marR="0" rtl="0" algn="l">
              <a:spcBef>
                <a:spcPts val="0"/>
              </a:spcBef>
              <a:spcAft>
                <a:spcPts val="0"/>
              </a:spcAft>
              <a:buNone/>
            </a:pPr>
            <a:r>
              <a:rPr lang="en">
                <a:solidFill>
                  <a:srgbClr val="FFFFFF"/>
                </a:solidFill>
                <a:latin typeface="Red Hat Display Medium"/>
                <a:ea typeface="Red Hat Display Medium"/>
                <a:cs typeface="Red Hat Display Medium"/>
                <a:sym typeface="Red Hat Display Medium"/>
              </a:rPr>
              <a:t>Modernize Application Delivery</a:t>
            </a:r>
            <a:endParaRPr>
              <a:solidFill>
                <a:srgbClr val="FFFFFF"/>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t/>
            </a:r>
            <a:endParaRPr>
              <a:solidFill>
                <a:srgbClr val="FFFFFF"/>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rPr lang="en" sz="900">
                <a:solidFill>
                  <a:srgbClr val="FFFFFF"/>
                </a:solidFill>
                <a:latin typeface="Red Hat Text"/>
                <a:ea typeface="Red Hat Text"/>
                <a:cs typeface="Red Hat Text"/>
                <a:sym typeface="Red Hat Text"/>
              </a:rPr>
              <a:t>Analysis and migration of applications running any operating system to a standard methodology</a:t>
            </a:r>
            <a:endParaRPr sz="1600">
              <a:solidFill>
                <a:srgbClr val="FFFFFF"/>
              </a:solidFill>
            </a:endParaRPr>
          </a:p>
        </p:txBody>
      </p:sp>
      <p:sp>
        <p:nvSpPr>
          <p:cNvPr id="1873" name="Google Shape;1873;p125"/>
          <p:cNvSpPr/>
          <p:nvPr/>
        </p:nvSpPr>
        <p:spPr>
          <a:xfrm>
            <a:off x="8171213" y="1640681"/>
            <a:ext cx="1274100" cy="2304600"/>
          </a:xfrm>
          <a:prstGeom prst="rect">
            <a:avLst/>
          </a:prstGeom>
          <a:solidFill>
            <a:srgbClr val="D9D9D9"/>
          </a:solidFill>
          <a:ln cap="flat" cmpd="sng" w="9525">
            <a:solidFill>
              <a:srgbClr val="FFFFFF"/>
            </a:solidFill>
            <a:prstDash val="dot"/>
            <a:round/>
            <a:headEnd len="sm" w="sm" type="none"/>
            <a:tailEnd len="sm" w="sm" type="none"/>
          </a:ln>
        </p:spPr>
        <p:txBody>
          <a:bodyPr anchorCtr="0" anchor="t" bIns="121900" lIns="121900" spcFirstLastPara="1" rIns="121900" wrap="square" tIns="121900">
            <a:noAutofit/>
          </a:bodyPr>
          <a:lstStyle/>
          <a:p>
            <a:pPr indent="0" lvl="0" marL="0" marR="0" rtl="0" algn="l">
              <a:spcBef>
                <a:spcPts val="0"/>
              </a:spcBef>
              <a:spcAft>
                <a:spcPts val="0"/>
              </a:spcAft>
              <a:buNone/>
            </a:pPr>
            <a:r>
              <a:t/>
            </a:r>
            <a:endParaRPr sz="1600">
              <a:solidFill>
                <a:srgbClr val="FFFFFF"/>
              </a:solidFill>
            </a:endParaRPr>
          </a:p>
        </p:txBody>
      </p:sp>
      <p:sp>
        <p:nvSpPr>
          <p:cNvPr id="1874" name="Google Shape;1874;p125"/>
          <p:cNvSpPr/>
          <p:nvPr/>
        </p:nvSpPr>
        <p:spPr>
          <a:xfrm>
            <a:off x="8052151" y="1640681"/>
            <a:ext cx="1274100" cy="2304600"/>
          </a:xfrm>
          <a:prstGeom prst="rect">
            <a:avLst/>
          </a:prstGeom>
          <a:solidFill>
            <a:srgbClr val="D9D9D9"/>
          </a:solidFill>
          <a:ln cap="flat" cmpd="sng" w="9525">
            <a:solidFill>
              <a:srgbClr val="FFFFFF"/>
            </a:solidFill>
            <a:prstDash val="dot"/>
            <a:round/>
            <a:headEnd len="sm" w="sm" type="none"/>
            <a:tailEnd len="sm" w="sm" type="none"/>
          </a:ln>
        </p:spPr>
        <p:txBody>
          <a:bodyPr anchorCtr="0" anchor="t" bIns="121900" lIns="121900" spcFirstLastPara="1" rIns="121900" wrap="square" tIns="121900">
            <a:noAutofit/>
          </a:bodyPr>
          <a:lstStyle/>
          <a:p>
            <a:pPr indent="0" lvl="0" marL="0" marR="0" rtl="0" algn="l">
              <a:spcBef>
                <a:spcPts val="0"/>
              </a:spcBef>
              <a:spcAft>
                <a:spcPts val="0"/>
              </a:spcAft>
              <a:buNone/>
            </a:pPr>
            <a:r>
              <a:t/>
            </a:r>
            <a:endParaRPr sz="1600">
              <a:solidFill>
                <a:srgbClr val="FFFFFF"/>
              </a:solidFill>
            </a:endParaRPr>
          </a:p>
        </p:txBody>
      </p:sp>
      <p:sp>
        <p:nvSpPr>
          <p:cNvPr id="1875" name="Google Shape;1875;p125"/>
          <p:cNvSpPr/>
          <p:nvPr/>
        </p:nvSpPr>
        <p:spPr>
          <a:xfrm>
            <a:off x="7942613" y="1640681"/>
            <a:ext cx="1274100" cy="2304600"/>
          </a:xfrm>
          <a:prstGeom prst="rect">
            <a:avLst/>
          </a:prstGeom>
          <a:solidFill>
            <a:srgbClr val="D9D9D9"/>
          </a:solidFill>
          <a:ln cap="flat" cmpd="sng" w="9525">
            <a:solidFill>
              <a:srgbClr val="FFFFFF"/>
            </a:solidFill>
            <a:prstDash val="dot"/>
            <a:round/>
            <a:headEnd len="sm" w="sm" type="none"/>
            <a:tailEnd len="sm" w="sm" type="none"/>
          </a:ln>
        </p:spPr>
        <p:txBody>
          <a:bodyPr anchorCtr="0" anchor="t" bIns="121900" lIns="121900" spcFirstLastPara="1" rIns="121900" wrap="square" tIns="121900">
            <a:noAutofit/>
          </a:bodyPr>
          <a:lstStyle/>
          <a:p>
            <a:pPr indent="0" lvl="0" marL="0" marR="0" rtl="0" algn="l">
              <a:spcBef>
                <a:spcPts val="0"/>
              </a:spcBef>
              <a:spcAft>
                <a:spcPts val="0"/>
              </a:spcAft>
              <a:buNone/>
            </a:pPr>
            <a:r>
              <a:t/>
            </a:r>
            <a:endParaRPr sz="1600">
              <a:solidFill>
                <a:srgbClr val="FFFFFF"/>
              </a:solidFill>
            </a:endParaRPr>
          </a:p>
        </p:txBody>
      </p:sp>
      <p:sp>
        <p:nvSpPr>
          <p:cNvPr id="1876" name="Google Shape;1876;p125">
            <a:hlinkClick r:id="rId13"/>
          </p:cNvPr>
          <p:cNvSpPr/>
          <p:nvPr/>
        </p:nvSpPr>
        <p:spPr>
          <a:xfrm>
            <a:off x="7842601" y="1640681"/>
            <a:ext cx="1274100" cy="2304600"/>
          </a:xfrm>
          <a:prstGeom prst="rect">
            <a:avLst/>
          </a:prstGeom>
          <a:solidFill>
            <a:srgbClr val="999999"/>
          </a:solidFill>
          <a:ln>
            <a:noFill/>
          </a:ln>
        </p:spPr>
        <p:txBody>
          <a:bodyPr anchorCtr="0" anchor="t" bIns="121900" lIns="121900" spcFirstLastPara="1" rIns="121900" wrap="square" tIns="121900">
            <a:noAutofit/>
          </a:bodyPr>
          <a:lstStyle/>
          <a:p>
            <a:pPr indent="0" lvl="0" marL="0" marR="0" rtl="0" algn="l">
              <a:spcBef>
                <a:spcPts val="0"/>
              </a:spcBef>
              <a:spcAft>
                <a:spcPts val="0"/>
              </a:spcAft>
              <a:buNone/>
            </a:pPr>
            <a:r>
              <a:rPr lang="en">
                <a:solidFill>
                  <a:srgbClr val="FFFFFF"/>
                </a:solidFill>
                <a:latin typeface="Red Hat Display Medium"/>
                <a:ea typeface="Red Hat Display Medium"/>
                <a:cs typeface="Red Hat Display Medium"/>
                <a:sym typeface="Red Hat Display Medium"/>
              </a:rPr>
              <a:t>Deliver All Standard Workloads through Automation</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1600">
              <a:solidFill>
                <a:srgbClr val="FFFFFF"/>
              </a:solidFill>
            </a:endParaRPr>
          </a:p>
        </p:txBody>
      </p:sp>
      <p:sp>
        <p:nvSpPr>
          <p:cNvPr id="1877" name="Google Shape;1877;p125">
            <a:hlinkClick r:id="rId14"/>
          </p:cNvPr>
          <p:cNvSpPr/>
          <p:nvPr/>
        </p:nvSpPr>
        <p:spPr>
          <a:xfrm>
            <a:off x="5112463" y="1649725"/>
            <a:ext cx="1274100" cy="2304600"/>
          </a:xfrm>
          <a:prstGeom prst="rect">
            <a:avLst/>
          </a:prstGeom>
          <a:solidFill>
            <a:srgbClr val="C00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Medium"/>
                <a:ea typeface="Red Hat Display Medium"/>
                <a:cs typeface="Red Hat Display Medium"/>
                <a:sym typeface="Red Hat Display Medium"/>
              </a:rPr>
              <a:t>Modernize</a:t>
            </a:r>
            <a:br>
              <a:rPr lang="en">
                <a:solidFill>
                  <a:schemeClr val="lt1"/>
                </a:solidFill>
                <a:latin typeface="Red Hat Display Medium"/>
                <a:ea typeface="Red Hat Display Medium"/>
                <a:cs typeface="Red Hat Display Medium"/>
                <a:sym typeface="Red Hat Display Medium"/>
              </a:rPr>
            </a:br>
            <a:r>
              <a:rPr lang="en">
                <a:solidFill>
                  <a:schemeClr val="lt1"/>
                </a:solidFill>
                <a:latin typeface="Red Hat Display Medium"/>
                <a:ea typeface="Red Hat Display Medium"/>
                <a:cs typeface="Red Hat Display Medium"/>
                <a:sym typeface="Red Hat Display Medium"/>
              </a:rPr>
              <a:t>Virtualization</a:t>
            </a:r>
            <a:endParaRPr>
              <a:solidFill>
                <a:schemeClr val="lt1"/>
              </a:solidFill>
              <a:latin typeface="Red Hat Display Medium"/>
              <a:ea typeface="Red Hat Display Medium"/>
              <a:cs typeface="Red Hat Display Medium"/>
              <a:sym typeface="Red Hat Display Medium"/>
            </a:endParaRPr>
          </a:p>
          <a:p>
            <a:pPr indent="0" lvl="0" marL="0" rtl="0" algn="l">
              <a:spcBef>
                <a:spcPts val="0"/>
              </a:spcBef>
              <a:spcAft>
                <a:spcPts val="0"/>
              </a:spcAft>
              <a:buNone/>
            </a:pPr>
            <a:r>
              <a:t/>
            </a:r>
            <a:endParaRPr sz="9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900">
                <a:solidFill>
                  <a:schemeClr val="lt1"/>
                </a:solidFill>
                <a:latin typeface="Red Hat Display"/>
                <a:ea typeface="Red Hat Display"/>
                <a:cs typeface="Red Hat Display"/>
                <a:sym typeface="Red Hat Display"/>
              </a:rPr>
              <a:t>Deploy New Virtualization Platforms and migrate workloads onto it. </a:t>
            </a:r>
            <a:endParaRPr sz="9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sz="900">
              <a:solidFill>
                <a:schemeClr val="lt1"/>
              </a:solidFill>
              <a:latin typeface="Red Hat Display"/>
              <a:ea typeface="Red Hat Display"/>
              <a:cs typeface="Red Hat Display"/>
              <a:sym typeface="Red Hat Display"/>
            </a:endParaRPr>
          </a:p>
        </p:txBody>
      </p:sp>
      <p:sp>
        <p:nvSpPr>
          <p:cNvPr id="1878" name="Google Shape;1878;p125"/>
          <p:cNvSpPr/>
          <p:nvPr/>
        </p:nvSpPr>
        <p:spPr>
          <a:xfrm>
            <a:off x="817700" y="4084625"/>
            <a:ext cx="9914400" cy="2180100"/>
          </a:xfrm>
          <a:prstGeom prst="rect">
            <a:avLst/>
          </a:prstGeom>
          <a:noFill/>
          <a:ln cap="flat" cmpd="sng" w="38100">
            <a:solidFill>
              <a:srgbClr val="A3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1879" name="Google Shape;1879;p125"/>
          <p:cNvSpPr txBox="1"/>
          <p:nvPr/>
        </p:nvSpPr>
        <p:spPr>
          <a:xfrm>
            <a:off x="11051300" y="2768975"/>
            <a:ext cx="1064400" cy="124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IT STARTS</a:t>
            </a:r>
            <a:br>
              <a:rPr lang="en" sz="1800">
                <a:latin typeface="Red Hat Display"/>
                <a:ea typeface="Red Hat Display"/>
                <a:cs typeface="Red Hat Display"/>
                <a:sym typeface="Red Hat Display"/>
              </a:rPr>
            </a:br>
            <a:r>
              <a:rPr lang="en" sz="1800">
                <a:latin typeface="Red Hat Display"/>
                <a:ea typeface="Red Hat Display"/>
                <a:cs typeface="Red Hat Display"/>
                <a:sym typeface="Red Hat Display"/>
              </a:rPr>
              <a:t>HERE</a:t>
            </a:r>
            <a:endParaRPr sz="1800">
              <a:latin typeface="Red Hat Display"/>
              <a:ea typeface="Red Hat Display"/>
              <a:cs typeface="Red Hat Display"/>
              <a:sym typeface="Red Hat Display"/>
            </a:endParaRPr>
          </a:p>
        </p:txBody>
      </p:sp>
      <p:sp>
        <p:nvSpPr>
          <p:cNvPr id="1880" name="Google Shape;1880;p125"/>
          <p:cNvSpPr/>
          <p:nvPr/>
        </p:nvSpPr>
        <p:spPr>
          <a:xfrm rot="10798676">
            <a:off x="10853726" y="3933351"/>
            <a:ext cx="779100" cy="1050600"/>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4" name="Shape 1884"/>
        <p:cNvGrpSpPr/>
        <p:nvPr/>
      </p:nvGrpSpPr>
      <p:grpSpPr>
        <a:xfrm>
          <a:off x="0" y="0"/>
          <a:ext cx="0" cy="0"/>
          <a:chOff x="0" y="0"/>
          <a:chExt cx="0" cy="0"/>
        </a:xfrm>
      </p:grpSpPr>
      <p:sp>
        <p:nvSpPr>
          <p:cNvPr id="1885" name="Google Shape;1885;p126"/>
          <p:cNvSpPr/>
          <p:nvPr/>
        </p:nvSpPr>
        <p:spPr>
          <a:xfrm>
            <a:off x="817800" y="1404375"/>
            <a:ext cx="9914400" cy="4802400"/>
          </a:xfrm>
          <a:prstGeom prst="rect">
            <a:avLst/>
          </a:prstGeom>
          <a:solidFill>
            <a:srgbClr val="F3F3F3"/>
          </a:solidFill>
          <a:ln>
            <a:noFill/>
          </a:ln>
        </p:spPr>
        <p:txBody>
          <a:bodyPr anchorCtr="0" anchor="b" bIns="121900" lIns="91425" spcFirstLastPara="1" rIns="121900" wrap="square" tIns="121900">
            <a:noAutofit/>
          </a:bodyPr>
          <a:lstStyle/>
          <a:p>
            <a:pPr indent="0" lvl="0" marL="114300" rtl="0" algn="l">
              <a:spcBef>
                <a:spcPts val="0"/>
              </a:spcBef>
              <a:spcAft>
                <a:spcPts val="0"/>
              </a:spcAft>
              <a:buNone/>
            </a:pPr>
            <a:r>
              <a:rPr b="1" lang="en" sz="1600">
                <a:solidFill>
                  <a:srgbClr val="666666"/>
                </a:solidFill>
                <a:latin typeface="Red Hat Display"/>
                <a:ea typeface="Red Hat Display"/>
                <a:cs typeface="Red Hat Display"/>
                <a:sym typeface="Red Hat Display"/>
              </a:rPr>
              <a:t>Red Hat Infrastructure Standard Adoption Model</a:t>
            </a:r>
            <a:endParaRPr b="1" sz="1600">
              <a:solidFill>
                <a:srgbClr val="666666"/>
              </a:solidFill>
              <a:latin typeface="Red Hat Display"/>
              <a:ea typeface="Red Hat Display"/>
              <a:cs typeface="Red Hat Display"/>
              <a:sym typeface="Red Hat Display"/>
            </a:endParaRPr>
          </a:p>
          <a:p>
            <a:pPr indent="0" lvl="0" marL="114300" rtl="0" algn="l">
              <a:spcBef>
                <a:spcPts val="0"/>
              </a:spcBef>
              <a:spcAft>
                <a:spcPts val="0"/>
              </a:spcAft>
              <a:buNone/>
            </a:pPr>
            <a:r>
              <a:rPr lang="en" sz="1200">
                <a:solidFill>
                  <a:srgbClr val="666666"/>
                </a:solidFill>
                <a:latin typeface="Red Hat Display"/>
                <a:ea typeface="Red Hat Display"/>
                <a:cs typeface="Red Hat Display"/>
                <a:sym typeface="Red Hat Display"/>
              </a:rPr>
              <a:t>A modular framework to support customer infrastructure modernisation - click on components for more information</a:t>
            </a:r>
            <a:endParaRPr sz="1200">
              <a:solidFill>
                <a:srgbClr val="666666"/>
              </a:solidFill>
            </a:endParaRPr>
          </a:p>
        </p:txBody>
      </p:sp>
      <p:sp>
        <p:nvSpPr>
          <p:cNvPr id="1886" name="Google Shape;1886;p126"/>
          <p:cNvSpPr/>
          <p:nvPr/>
        </p:nvSpPr>
        <p:spPr>
          <a:xfrm>
            <a:off x="924825" y="1543350"/>
            <a:ext cx="9659100" cy="2499600"/>
          </a:xfrm>
          <a:prstGeom prst="rect">
            <a:avLst/>
          </a:prstGeom>
          <a:solidFill>
            <a:srgbClr val="D9D9D9"/>
          </a:solidFill>
          <a:ln>
            <a:noFill/>
          </a:ln>
        </p:spPr>
        <p:txBody>
          <a:bodyPr anchorCtr="0" anchor="b" bIns="121900" lIns="121900" spcFirstLastPara="1" rIns="121900" wrap="square" tIns="121900">
            <a:noAutofit/>
          </a:bodyPr>
          <a:lstStyle/>
          <a:p>
            <a:pPr indent="0" lvl="0" marL="0" rtl="0" algn="l">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rtl="0" algn="l">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rtl="0" algn="l">
              <a:spcBef>
                <a:spcPts val="0"/>
              </a:spcBef>
              <a:spcAft>
                <a:spcPts val="0"/>
              </a:spcAft>
              <a:buNone/>
            </a:pPr>
            <a:r>
              <a:t/>
            </a:r>
            <a:endParaRPr b="1" sz="1600">
              <a:solidFill>
                <a:srgbClr val="FF0000"/>
              </a:solidFill>
              <a:latin typeface="Red Hat Display"/>
              <a:ea typeface="Red Hat Display"/>
              <a:cs typeface="Red Hat Display"/>
              <a:sym typeface="Red Hat Display"/>
            </a:endParaRPr>
          </a:p>
        </p:txBody>
      </p:sp>
      <p:sp>
        <p:nvSpPr>
          <p:cNvPr id="1887" name="Google Shape;1887;p126">
            <a:hlinkClick r:id="rId3"/>
          </p:cNvPr>
          <p:cNvSpPr/>
          <p:nvPr/>
        </p:nvSpPr>
        <p:spPr>
          <a:xfrm>
            <a:off x="1010726" y="1640781"/>
            <a:ext cx="1274100" cy="2304600"/>
          </a:xfrm>
          <a:prstGeom prst="rect">
            <a:avLst/>
          </a:prstGeom>
          <a:solidFill>
            <a:srgbClr val="C00000"/>
          </a:solidFill>
          <a:ln>
            <a:noFill/>
          </a:ln>
        </p:spPr>
        <p:txBody>
          <a:bodyPr anchorCtr="0" anchor="t" bIns="121900" lIns="121900" spcFirstLastPara="1" rIns="121900" wrap="square" tIns="121900">
            <a:noAutofit/>
          </a:bodyPr>
          <a:lstStyle/>
          <a:p>
            <a:pPr indent="0" lvl="0" marL="0" rtl="0" algn="l">
              <a:spcBef>
                <a:spcPts val="0"/>
              </a:spcBef>
              <a:spcAft>
                <a:spcPts val="0"/>
              </a:spcAft>
              <a:buClr>
                <a:srgbClr val="000000"/>
              </a:buClr>
              <a:buSzPts val="1100"/>
              <a:buFont typeface="Arial"/>
              <a:buNone/>
            </a:pPr>
            <a:r>
              <a:rPr lang="en">
                <a:solidFill>
                  <a:schemeClr val="lt1"/>
                </a:solidFill>
                <a:uFill>
                  <a:noFill/>
                </a:uFill>
                <a:latin typeface="Red Hat Display Medium"/>
                <a:ea typeface="Red Hat Display Medium"/>
                <a:cs typeface="Red Hat Display Medium"/>
                <a:sym typeface="Red Hat Display Medium"/>
                <a:hlinkClick r:id="rId4">
                  <a:extLst>
                    <a:ext uri="{A12FA001-AC4F-418D-AE19-62706E023703}">
                      <ahyp:hlinkClr val="tx"/>
                    </a:ext>
                  </a:extLst>
                </a:hlinkClick>
              </a:rPr>
              <a:t>Migrate to RHEL</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Clr>
                <a:schemeClr val="dk1"/>
              </a:buClr>
              <a:buSzPts val="1100"/>
              <a:buFont typeface="Arial"/>
              <a:buNone/>
            </a:pPr>
            <a:r>
              <a:rPr lang="en" sz="900">
                <a:solidFill>
                  <a:srgbClr val="FFFFFF"/>
                </a:solidFill>
                <a:latin typeface="Red Hat Text"/>
                <a:ea typeface="Red Hat Text"/>
                <a:cs typeface="Red Hat Text"/>
                <a:sym typeface="Red Hat Text"/>
              </a:rPr>
              <a:t>Analysing workloads on non-RHEL platforms (inc. legacy UNIX, Windows, Linux), creating a migration strategy, replatforming candidate workloads on RHEL using a migration factory approach.</a:t>
            </a:r>
            <a:endParaRPr sz="900">
              <a:solidFill>
                <a:srgbClr val="FFFFFF"/>
              </a:solidFill>
            </a:endParaRPr>
          </a:p>
        </p:txBody>
      </p:sp>
      <p:sp>
        <p:nvSpPr>
          <p:cNvPr id="1888" name="Google Shape;1888;p126"/>
          <p:cNvSpPr txBox="1"/>
          <p:nvPr/>
        </p:nvSpPr>
        <p:spPr>
          <a:xfrm>
            <a:off x="860400" y="595033"/>
            <a:ext cx="9752100" cy="726900"/>
          </a:xfrm>
          <a:prstGeom prst="rect">
            <a:avLst/>
          </a:prstGeom>
          <a:noFill/>
          <a:ln>
            <a:noFill/>
          </a:ln>
        </p:spPr>
        <p:txBody>
          <a:bodyPr anchorCtr="0" anchor="t" bIns="121900" lIns="121900" spcFirstLastPara="1" rIns="121900" wrap="square" tIns="121900">
            <a:noAutofit/>
          </a:bodyPr>
          <a:lstStyle/>
          <a:p>
            <a:pPr indent="0" lvl="0" marL="0" rtl="0" algn="ctr">
              <a:spcBef>
                <a:spcPts val="0"/>
              </a:spcBef>
              <a:spcAft>
                <a:spcPts val="0"/>
              </a:spcAft>
              <a:buNone/>
            </a:pPr>
            <a:r>
              <a:rPr lang="en" sz="2700">
                <a:latin typeface="Red Hat Display Medium"/>
                <a:ea typeface="Red Hat Display Medium"/>
                <a:cs typeface="Red Hat Display Medium"/>
                <a:sym typeface="Red Hat Display Medium"/>
              </a:rPr>
              <a:t>Red Hat Infrastructure Standard Service Capabilities</a:t>
            </a:r>
            <a:endParaRPr sz="2700">
              <a:latin typeface="Red Hat Display Medium"/>
              <a:ea typeface="Red Hat Display Medium"/>
              <a:cs typeface="Red Hat Display Medium"/>
              <a:sym typeface="Red Hat Display Medium"/>
            </a:endParaRPr>
          </a:p>
        </p:txBody>
      </p:sp>
      <p:sp>
        <p:nvSpPr>
          <p:cNvPr id="1889" name="Google Shape;1889;p126"/>
          <p:cNvSpPr/>
          <p:nvPr/>
        </p:nvSpPr>
        <p:spPr>
          <a:xfrm>
            <a:off x="924925" y="4125875"/>
            <a:ext cx="9659100" cy="1450800"/>
          </a:xfrm>
          <a:prstGeom prst="rect">
            <a:avLst/>
          </a:prstGeom>
          <a:solidFill>
            <a:srgbClr val="D9D9D9"/>
          </a:solidFill>
          <a:ln>
            <a:noFill/>
          </a:ln>
        </p:spPr>
        <p:txBody>
          <a:bodyPr anchorCtr="0" anchor="b" bIns="121900" lIns="121900" spcFirstLastPara="1" rIns="121900" wrap="square" tIns="121900">
            <a:noAutofit/>
          </a:bodyPr>
          <a:lstStyle/>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p:txBody>
      </p:sp>
      <p:sp>
        <p:nvSpPr>
          <p:cNvPr id="1890" name="Google Shape;1890;p126">
            <a:hlinkClick r:id="rId5"/>
          </p:cNvPr>
          <p:cNvSpPr/>
          <p:nvPr/>
        </p:nvSpPr>
        <p:spPr>
          <a:xfrm>
            <a:off x="1010725" y="4907616"/>
            <a:ext cx="8576700" cy="569100"/>
          </a:xfrm>
          <a:prstGeom prst="rect">
            <a:avLst/>
          </a:prstGeom>
          <a:solidFill>
            <a:srgbClr val="C0000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
                <a:solidFill>
                  <a:schemeClr val="lt1"/>
                </a:solidFill>
                <a:uFill>
                  <a:noFill/>
                </a:uFill>
                <a:latin typeface="Red Hat Display Medium"/>
                <a:ea typeface="Red Hat Display Medium"/>
                <a:cs typeface="Red Hat Display Medium"/>
                <a:sym typeface="Red Hat Display Medium"/>
                <a:hlinkClick r:id="rId6">
                  <a:extLst>
                    <a:ext uri="{A12FA001-AC4F-418D-AE19-62706E023703}">
                      <ahyp:hlinkClr val="tx"/>
                    </a:ext>
                  </a:extLst>
                </a:hlinkClick>
              </a:rPr>
              <a:t>Navigate to the Red Hat Infrastructure</a:t>
            </a:r>
            <a:r>
              <a:rPr lang="en">
                <a:solidFill>
                  <a:schemeClr val="lt1"/>
                </a:solidFill>
                <a:latin typeface="Red Hat Display Medium"/>
                <a:ea typeface="Red Hat Display Medium"/>
                <a:cs typeface="Red Hat Display Medium"/>
                <a:sym typeface="Red Hat Display Medium"/>
              </a:rPr>
              <a:t> Standard</a:t>
            </a:r>
            <a:endParaRPr>
              <a:solidFill>
                <a:schemeClr val="lt1"/>
              </a:solidFill>
              <a:latin typeface="Red Hat Display Medium"/>
              <a:ea typeface="Red Hat Display Medium"/>
              <a:cs typeface="Red Hat Display Medium"/>
              <a:sym typeface="Red Hat Display Medium"/>
            </a:endParaRPr>
          </a:p>
          <a:p>
            <a:pPr indent="0" lvl="0" marL="0" rtl="0" algn="l">
              <a:spcBef>
                <a:spcPts val="0"/>
              </a:spcBef>
              <a:spcAft>
                <a:spcPts val="0"/>
              </a:spcAft>
              <a:buNone/>
            </a:pPr>
            <a:r>
              <a:rPr lang="en" sz="900">
                <a:solidFill>
                  <a:schemeClr val="lt1"/>
                </a:solidFill>
                <a:latin typeface="Red Hat Display"/>
                <a:ea typeface="Red Hat Display"/>
                <a:cs typeface="Red Hat Display"/>
                <a:sym typeface="Red Hat Display"/>
              </a:rPr>
              <a:t>Engage with Red Hat to fully determine requirements, operational readiness.</a:t>
            </a:r>
            <a:endParaRPr sz="900">
              <a:solidFill>
                <a:srgbClr val="FFFFFF"/>
              </a:solidFill>
            </a:endParaRPr>
          </a:p>
        </p:txBody>
      </p:sp>
      <p:sp>
        <p:nvSpPr>
          <p:cNvPr id="1891" name="Google Shape;1891;p126">
            <a:hlinkClick r:id="rId7"/>
          </p:cNvPr>
          <p:cNvSpPr/>
          <p:nvPr/>
        </p:nvSpPr>
        <p:spPr>
          <a:xfrm>
            <a:off x="1010725" y="4233675"/>
            <a:ext cx="8576700" cy="569100"/>
          </a:xfrm>
          <a:prstGeom prst="rect">
            <a:avLst/>
          </a:prstGeom>
          <a:solidFill>
            <a:srgbClr val="C0000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
                <a:solidFill>
                  <a:schemeClr val="lt1"/>
                </a:solidFill>
                <a:latin typeface="Red Hat Display Medium"/>
                <a:ea typeface="Red Hat Display Medium"/>
                <a:cs typeface="Red Hat Display Medium"/>
                <a:sym typeface="Red Hat Display Medium"/>
              </a:rPr>
              <a:t>Implement the Red Hat Infrastructure Standard Platform</a:t>
            </a:r>
            <a:endParaRPr>
              <a:solidFill>
                <a:schemeClr val="lt1"/>
              </a:solidFill>
              <a:latin typeface="Red Hat Display Medium"/>
              <a:ea typeface="Red Hat Display Medium"/>
              <a:cs typeface="Red Hat Display Medium"/>
              <a:sym typeface="Red Hat Display Medium"/>
            </a:endParaRPr>
          </a:p>
          <a:p>
            <a:pPr indent="0" lvl="0" marL="0" rtl="0" algn="l">
              <a:spcBef>
                <a:spcPts val="0"/>
              </a:spcBef>
              <a:spcAft>
                <a:spcPts val="0"/>
              </a:spcAft>
              <a:buNone/>
            </a:pPr>
            <a:r>
              <a:rPr lang="en" sz="900">
                <a:solidFill>
                  <a:schemeClr val="lt1"/>
                </a:solidFill>
                <a:latin typeface="Red Hat Display"/>
                <a:ea typeface="Red Hat Display"/>
                <a:cs typeface="Red Hat Display"/>
                <a:sym typeface="Red Hat Display"/>
              </a:rPr>
              <a:t>Required :building a secure, stable, manageable, automated RHEL platform to scale workloads on</a:t>
            </a:r>
            <a:endParaRPr sz="900">
              <a:solidFill>
                <a:srgbClr val="FFFFFF"/>
              </a:solidFill>
            </a:endParaRPr>
          </a:p>
        </p:txBody>
      </p:sp>
      <p:sp>
        <p:nvSpPr>
          <p:cNvPr id="1892" name="Google Shape;1892;p126"/>
          <p:cNvSpPr txBox="1"/>
          <p:nvPr/>
        </p:nvSpPr>
        <p:spPr>
          <a:xfrm>
            <a:off x="894000" y="6430025"/>
            <a:ext cx="8997300" cy="3747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rPr lang="en" sz="1000">
                <a:solidFill>
                  <a:schemeClr val="dk1"/>
                </a:solidFill>
                <a:latin typeface="Red Hat Text"/>
                <a:ea typeface="Red Hat Text"/>
                <a:cs typeface="Red Hat Text"/>
                <a:sym typeface="Red Hat Text"/>
              </a:rPr>
              <a:t>* This component is mandatory unless the customer already has a RHEL Standard Operating Environment in place.</a:t>
            </a:r>
            <a:endParaRPr/>
          </a:p>
        </p:txBody>
      </p:sp>
      <p:sp>
        <p:nvSpPr>
          <p:cNvPr id="1893" name="Google Shape;1893;p126"/>
          <p:cNvSpPr txBox="1"/>
          <p:nvPr/>
        </p:nvSpPr>
        <p:spPr>
          <a:xfrm rot="-5400000">
            <a:off x="9747750" y="4615925"/>
            <a:ext cx="1354800" cy="3747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lang="en" sz="1200">
                <a:solidFill>
                  <a:schemeClr val="dk1"/>
                </a:solidFill>
                <a:latin typeface="Red Hat Text"/>
                <a:ea typeface="Red Hat Text"/>
                <a:cs typeface="Red Hat Text"/>
                <a:sym typeface="Red Hat Text"/>
              </a:rPr>
              <a:t>Foundational</a:t>
            </a:r>
            <a:endParaRPr sz="1200"/>
          </a:p>
        </p:txBody>
      </p:sp>
      <p:sp>
        <p:nvSpPr>
          <p:cNvPr id="1894" name="Google Shape;1894;p126"/>
          <p:cNvSpPr txBox="1"/>
          <p:nvPr/>
        </p:nvSpPr>
        <p:spPr>
          <a:xfrm rot="-5400000">
            <a:off x="8881200" y="2605730"/>
            <a:ext cx="2783100" cy="3747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lang="en" sz="1200">
                <a:solidFill>
                  <a:schemeClr val="dk1"/>
                </a:solidFill>
                <a:latin typeface="Red Hat Text"/>
                <a:ea typeface="Red Hat Text"/>
                <a:cs typeface="Red Hat Text"/>
                <a:sym typeface="Red Hat Text"/>
              </a:rPr>
              <a:t>Plugable Solutions</a:t>
            </a:r>
            <a:endParaRPr sz="1200">
              <a:solidFill>
                <a:schemeClr val="dk1"/>
              </a:solidFill>
              <a:latin typeface="Red Hat Text"/>
              <a:ea typeface="Red Hat Text"/>
              <a:cs typeface="Red Hat Text"/>
              <a:sym typeface="Red Hat Text"/>
            </a:endParaRPr>
          </a:p>
          <a:p>
            <a:pPr indent="0" lvl="0" marL="0" marR="0" rtl="0" algn="ctr">
              <a:spcBef>
                <a:spcPts val="0"/>
              </a:spcBef>
              <a:spcAft>
                <a:spcPts val="0"/>
              </a:spcAft>
              <a:buNone/>
            </a:pPr>
            <a:r>
              <a:rPr lang="en" sz="1200">
                <a:solidFill>
                  <a:schemeClr val="dk1"/>
                </a:solidFill>
                <a:latin typeface="Red Hat Text"/>
                <a:ea typeface="Red Hat Text"/>
                <a:cs typeface="Red Hat Text"/>
                <a:sym typeface="Red Hat Text"/>
              </a:rPr>
              <a:t>at least one + Contribute</a:t>
            </a:r>
            <a:endParaRPr sz="1200">
              <a:solidFill>
                <a:schemeClr val="dk1"/>
              </a:solidFill>
              <a:latin typeface="Red Hat Text"/>
              <a:ea typeface="Red Hat Text"/>
              <a:cs typeface="Red Hat Text"/>
              <a:sym typeface="Red Hat Text"/>
            </a:endParaRPr>
          </a:p>
        </p:txBody>
      </p:sp>
      <p:sp>
        <p:nvSpPr>
          <p:cNvPr id="1895" name="Google Shape;1895;p126">
            <a:hlinkClick r:id="rId8"/>
          </p:cNvPr>
          <p:cNvSpPr/>
          <p:nvPr/>
        </p:nvSpPr>
        <p:spPr>
          <a:xfrm>
            <a:off x="2382326" y="1640781"/>
            <a:ext cx="1274100" cy="2304600"/>
          </a:xfrm>
          <a:prstGeom prst="rect">
            <a:avLst/>
          </a:prstGeom>
          <a:solidFill>
            <a:srgbClr val="C00000"/>
          </a:solidFill>
          <a:ln>
            <a:noFill/>
          </a:ln>
        </p:spPr>
        <p:txBody>
          <a:bodyPr anchorCtr="0" anchor="t" bIns="121900" lIns="121900" spcFirstLastPara="1" rIns="121900" wrap="square" tIns="121900">
            <a:noAutofit/>
          </a:bodyPr>
          <a:lstStyle/>
          <a:p>
            <a:pPr indent="0" lvl="0" marL="0" rtl="0" algn="l">
              <a:spcBef>
                <a:spcPts val="0"/>
              </a:spcBef>
              <a:spcAft>
                <a:spcPts val="0"/>
              </a:spcAft>
              <a:buClr>
                <a:srgbClr val="000000"/>
              </a:buClr>
              <a:buSzPts val="1100"/>
              <a:buFont typeface="Arial"/>
              <a:buNone/>
            </a:pPr>
            <a:r>
              <a:rPr lang="en">
                <a:solidFill>
                  <a:schemeClr val="lt1"/>
                </a:solidFill>
                <a:uFill>
                  <a:noFill/>
                </a:uFill>
                <a:latin typeface="Red Hat Display Medium"/>
                <a:ea typeface="Red Hat Display Medium"/>
                <a:cs typeface="Red Hat Display Medium"/>
                <a:sym typeface="Red Hat Display Medium"/>
                <a:hlinkClick r:id="rId9">
                  <a:extLst>
                    <a:ext uri="{A12FA001-AC4F-418D-AE19-62706E023703}">
                      <ahyp:hlinkClr val="tx"/>
                    </a:ext>
                  </a:extLst>
                </a:hlinkClick>
              </a:rPr>
              <a:t>Convert to RHEL</a:t>
            </a:r>
            <a:endParaRPr>
              <a:solidFill>
                <a:schemeClr val="lt1"/>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rPr lang="en" sz="900">
                <a:solidFill>
                  <a:srgbClr val="FFFFFF"/>
                </a:solidFill>
                <a:latin typeface="Red Hat Text"/>
                <a:ea typeface="Red Hat Text"/>
                <a:cs typeface="Red Hat Text"/>
                <a:sym typeface="Red Hat Text"/>
              </a:rPr>
              <a:t>Analysing and converting in-place rpm based operating systems to RHEL.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rPr lang="en" sz="900">
                <a:solidFill>
                  <a:srgbClr val="FFFFFF"/>
                </a:solidFill>
                <a:latin typeface="Red Hat Text"/>
                <a:ea typeface="Red Hat Text"/>
                <a:cs typeface="Red Hat Text"/>
                <a:sym typeface="Red Hat Text"/>
              </a:rPr>
              <a:t>This allows in-place upgrade to eliminate technical debt.</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900">
              <a:solidFill>
                <a:srgbClr val="FFFFFF"/>
              </a:solidFill>
            </a:endParaRPr>
          </a:p>
        </p:txBody>
      </p:sp>
      <p:sp>
        <p:nvSpPr>
          <p:cNvPr id="1896" name="Google Shape;1896;p126">
            <a:hlinkClick r:id="rId10"/>
          </p:cNvPr>
          <p:cNvSpPr/>
          <p:nvPr/>
        </p:nvSpPr>
        <p:spPr>
          <a:xfrm>
            <a:off x="3753926" y="1640781"/>
            <a:ext cx="1274100" cy="2304600"/>
          </a:xfrm>
          <a:prstGeom prst="rect">
            <a:avLst/>
          </a:prstGeom>
          <a:solidFill>
            <a:srgbClr val="C00000"/>
          </a:solid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
                <a:solidFill>
                  <a:schemeClr val="lt1"/>
                </a:solidFill>
                <a:uFill>
                  <a:noFill/>
                </a:uFill>
                <a:latin typeface="Red Hat Display Medium"/>
                <a:ea typeface="Red Hat Display Medium"/>
                <a:cs typeface="Red Hat Display Medium"/>
                <a:sym typeface="Red Hat Display Medium"/>
                <a:hlinkClick r:id="rId11">
                  <a:extLst>
                    <a:ext uri="{A12FA001-AC4F-418D-AE19-62706E023703}">
                      <ahyp:hlinkClr val="tx"/>
                    </a:ext>
                  </a:extLst>
                </a:hlinkClick>
              </a:rPr>
              <a:t>Upgrade to RHEL</a:t>
            </a:r>
            <a:r>
              <a:rPr lang="en">
                <a:solidFill>
                  <a:schemeClr val="lt1"/>
                </a:solidFill>
                <a:latin typeface="Red Hat Display Medium"/>
                <a:ea typeface="Red Hat Display Medium"/>
                <a:cs typeface="Red Hat Display Medium"/>
                <a:sym typeface="Red Hat Display Medium"/>
              </a:rPr>
              <a:t>8 or 9</a:t>
            </a:r>
            <a:endParaRPr>
              <a:solidFill>
                <a:schemeClr val="lt1"/>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rPr lang="en" sz="900">
                <a:solidFill>
                  <a:srgbClr val="FFFFFF"/>
                </a:solidFill>
                <a:latin typeface="Red Hat Text"/>
                <a:ea typeface="Red Hat Text"/>
                <a:cs typeface="Red Hat Text"/>
                <a:sym typeface="Red Hat Text"/>
              </a:rPr>
              <a:t>Analysis and in-place upgrading servers running older versions of RHEL to RHEL8 or RHEL9.</a:t>
            </a:r>
            <a:endParaRPr sz="900">
              <a:solidFill>
                <a:schemeClr val="lt1"/>
              </a:solidFill>
              <a:latin typeface="Red Hat Text"/>
              <a:ea typeface="Red Hat Text"/>
              <a:cs typeface="Red Hat Text"/>
              <a:sym typeface="Red Hat Text"/>
            </a:endParaRPr>
          </a:p>
        </p:txBody>
      </p:sp>
      <p:sp>
        <p:nvSpPr>
          <p:cNvPr id="1897" name="Google Shape;1897;p126">
            <a:hlinkClick r:id="rId12"/>
          </p:cNvPr>
          <p:cNvSpPr/>
          <p:nvPr/>
        </p:nvSpPr>
        <p:spPr>
          <a:xfrm>
            <a:off x="6471001" y="1640681"/>
            <a:ext cx="1274100" cy="2304600"/>
          </a:xfrm>
          <a:prstGeom prst="rect">
            <a:avLst/>
          </a:prstGeom>
          <a:solidFill>
            <a:srgbClr val="C00000"/>
          </a:solidFill>
          <a:ln>
            <a:noFill/>
          </a:ln>
        </p:spPr>
        <p:txBody>
          <a:bodyPr anchorCtr="0" anchor="t" bIns="121900" lIns="121900" spcFirstLastPara="1" rIns="121900" wrap="square" tIns="121900">
            <a:noAutofit/>
          </a:bodyPr>
          <a:lstStyle/>
          <a:p>
            <a:pPr indent="0" lvl="0" marL="0" marR="0" rtl="0" algn="l">
              <a:spcBef>
                <a:spcPts val="0"/>
              </a:spcBef>
              <a:spcAft>
                <a:spcPts val="0"/>
              </a:spcAft>
              <a:buNone/>
            </a:pPr>
            <a:r>
              <a:rPr lang="en">
                <a:solidFill>
                  <a:srgbClr val="FFFFFF"/>
                </a:solidFill>
                <a:latin typeface="Red Hat Display Medium"/>
                <a:ea typeface="Red Hat Display Medium"/>
                <a:cs typeface="Red Hat Display Medium"/>
                <a:sym typeface="Red Hat Display Medium"/>
              </a:rPr>
              <a:t>Modernize Application Delivery</a:t>
            </a:r>
            <a:endParaRPr>
              <a:solidFill>
                <a:srgbClr val="FFFFFF"/>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t/>
            </a:r>
            <a:endParaRPr>
              <a:solidFill>
                <a:srgbClr val="FFFFFF"/>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rPr lang="en" sz="900">
                <a:solidFill>
                  <a:srgbClr val="FFFFFF"/>
                </a:solidFill>
                <a:latin typeface="Red Hat Text"/>
                <a:ea typeface="Red Hat Text"/>
                <a:cs typeface="Red Hat Text"/>
                <a:sym typeface="Red Hat Text"/>
              </a:rPr>
              <a:t>Analysis and migration of applications running any operating system to a standard methodology</a:t>
            </a:r>
            <a:endParaRPr sz="1600">
              <a:solidFill>
                <a:srgbClr val="FFFFFF"/>
              </a:solidFill>
            </a:endParaRPr>
          </a:p>
        </p:txBody>
      </p:sp>
      <p:sp>
        <p:nvSpPr>
          <p:cNvPr id="1898" name="Google Shape;1898;p126"/>
          <p:cNvSpPr/>
          <p:nvPr/>
        </p:nvSpPr>
        <p:spPr>
          <a:xfrm>
            <a:off x="8171213" y="1640681"/>
            <a:ext cx="1274100" cy="2304600"/>
          </a:xfrm>
          <a:prstGeom prst="rect">
            <a:avLst/>
          </a:prstGeom>
          <a:solidFill>
            <a:srgbClr val="D9D9D9"/>
          </a:solidFill>
          <a:ln cap="flat" cmpd="sng" w="9525">
            <a:solidFill>
              <a:srgbClr val="FFFFFF"/>
            </a:solidFill>
            <a:prstDash val="dot"/>
            <a:round/>
            <a:headEnd len="sm" w="sm" type="none"/>
            <a:tailEnd len="sm" w="sm" type="none"/>
          </a:ln>
        </p:spPr>
        <p:txBody>
          <a:bodyPr anchorCtr="0" anchor="t" bIns="121900" lIns="121900" spcFirstLastPara="1" rIns="121900" wrap="square" tIns="121900">
            <a:noAutofit/>
          </a:bodyPr>
          <a:lstStyle/>
          <a:p>
            <a:pPr indent="0" lvl="0" marL="0" marR="0" rtl="0" algn="l">
              <a:spcBef>
                <a:spcPts val="0"/>
              </a:spcBef>
              <a:spcAft>
                <a:spcPts val="0"/>
              </a:spcAft>
              <a:buNone/>
            </a:pPr>
            <a:r>
              <a:t/>
            </a:r>
            <a:endParaRPr sz="1600">
              <a:solidFill>
                <a:srgbClr val="FFFFFF"/>
              </a:solidFill>
            </a:endParaRPr>
          </a:p>
        </p:txBody>
      </p:sp>
      <p:sp>
        <p:nvSpPr>
          <p:cNvPr id="1899" name="Google Shape;1899;p126"/>
          <p:cNvSpPr/>
          <p:nvPr/>
        </p:nvSpPr>
        <p:spPr>
          <a:xfrm>
            <a:off x="8052151" y="1640681"/>
            <a:ext cx="1274100" cy="2304600"/>
          </a:xfrm>
          <a:prstGeom prst="rect">
            <a:avLst/>
          </a:prstGeom>
          <a:solidFill>
            <a:srgbClr val="D9D9D9"/>
          </a:solidFill>
          <a:ln cap="flat" cmpd="sng" w="9525">
            <a:solidFill>
              <a:srgbClr val="FFFFFF"/>
            </a:solidFill>
            <a:prstDash val="dot"/>
            <a:round/>
            <a:headEnd len="sm" w="sm" type="none"/>
            <a:tailEnd len="sm" w="sm" type="none"/>
          </a:ln>
        </p:spPr>
        <p:txBody>
          <a:bodyPr anchorCtr="0" anchor="t" bIns="121900" lIns="121900" spcFirstLastPara="1" rIns="121900" wrap="square" tIns="121900">
            <a:noAutofit/>
          </a:bodyPr>
          <a:lstStyle/>
          <a:p>
            <a:pPr indent="0" lvl="0" marL="0" marR="0" rtl="0" algn="l">
              <a:spcBef>
                <a:spcPts val="0"/>
              </a:spcBef>
              <a:spcAft>
                <a:spcPts val="0"/>
              </a:spcAft>
              <a:buNone/>
            </a:pPr>
            <a:r>
              <a:t/>
            </a:r>
            <a:endParaRPr sz="1600">
              <a:solidFill>
                <a:srgbClr val="FFFFFF"/>
              </a:solidFill>
            </a:endParaRPr>
          </a:p>
        </p:txBody>
      </p:sp>
      <p:sp>
        <p:nvSpPr>
          <p:cNvPr id="1900" name="Google Shape;1900;p126"/>
          <p:cNvSpPr/>
          <p:nvPr/>
        </p:nvSpPr>
        <p:spPr>
          <a:xfrm>
            <a:off x="7942613" y="1640681"/>
            <a:ext cx="1274100" cy="2304600"/>
          </a:xfrm>
          <a:prstGeom prst="rect">
            <a:avLst/>
          </a:prstGeom>
          <a:solidFill>
            <a:srgbClr val="D9D9D9"/>
          </a:solidFill>
          <a:ln cap="flat" cmpd="sng" w="9525">
            <a:solidFill>
              <a:srgbClr val="FFFFFF"/>
            </a:solidFill>
            <a:prstDash val="dot"/>
            <a:round/>
            <a:headEnd len="sm" w="sm" type="none"/>
            <a:tailEnd len="sm" w="sm" type="none"/>
          </a:ln>
        </p:spPr>
        <p:txBody>
          <a:bodyPr anchorCtr="0" anchor="t" bIns="121900" lIns="121900" spcFirstLastPara="1" rIns="121900" wrap="square" tIns="121900">
            <a:noAutofit/>
          </a:bodyPr>
          <a:lstStyle/>
          <a:p>
            <a:pPr indent="0" lvl="0" marL="0" marR="0" rtl="0" algn="l">
              <a:spcBef>
                <a:spcPts val="0"/>
              </a:spcBef>
              <a:spcAft>
                <a:spcPts val="0"/>
              </a:spcAft>
              <a:buNone/>
            </a:pPr>
            <a:r>
              <a:t/>
            </a:r>
            <a:endParaRPr sz="1600">
              <a:solidFill>
                <a:srgbClr val="FFFFFF"/>
              </a:solidFill>
            </a:endParaRPr>
          </a:p>
        </p:txBody>
      </p:sp>
      <p:sp>
        <p:nvSpPr>
          <p:cNvPr id="1901" name="Google Shape;1901;p126">
            <a:hlinkClick r:id="rId13"/>
          </p:cNvPr>
          <p:cNvSpPr/>
          <p:nvPr/>
        </p:nvSpPr>
        <p:spPr>
          <a:xfrm>
            <a:off x="7842601" y="1640681"/>
            <a:ext cx="1274100" cy="2304600"/>
          </a:xfrm>
          <a:prstGeom prst="rect">
            <a:avLst/>
          </a:prstGeom>
          <a:solidFill>
            <a:srgbClr val="999999"/>
          </a:solidFill>
          <a:ln>
            <a:noFill/>
          </a:ln>
        </p:spPr>
        <p:txBody>
          <a:bodyPr anchorCtr="0" anchor="t" bIns="121900" lIns="121900" spcFirstLastPara="1" rIns="121900" wrap="square" tIns="121900">
            <a:noAutofit/>
          </a:bodyPr>
          <a:lstStyle/>
          <a:p>
            <a:pPr indent="0" lvl="0" marL="0" marR="0" rtl="0" algn="l">
              <a:spcBef>
                <a:spcPts val="0"/>
              </a:spcBef>
              <a:spcAft>
                <a:spcPts val="0"/>
              </a:spcAft>
              <a:buNone/>
            </a:pPr>
            <a:r>
              <a:rPr lang="en">
                <a:solidFill>
                  <a:srgbClr val="FFFFFF"/>
                </a:solidFill>
                <a:latin typeface="Red Hat Display Medium"/>
                <a:ea typeface="Red Hat Display Medium"/>
                <a:cs typeface="Red Hat Display Medium"/>
                <a:sym typeface="Red Hat Display Medium"/>
              </a:rPr>
              <a:t>Deliver All Standard Workloads through Automation</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1600">
              <a:solidFill>
                <a:srgbClr val="FFFFFF"/>
              </a:solidFill>
            </a:endParaRPr>
          </a:p>
        </p:txBody>
      </p:sp>
      <p:sp>
        <p:nvSpPr>
          <p:cNvPr id="1902" name="Google Shape;1902;p126">
            <a:hlinkClick r:id="rId14"/>
          </p:cNvPr>
          <p:cNvSpPr/>
          <p:nvPr/>
        </p:nvSpPr>
        <p:spPr>
          <a:xfrm>
            <a:off x="5112463" y="1649725"/>
            <a:ext cx="1274100" cy="2304600"/>
          </a:xfrm>
          <a:prstGeom prst="rect">
            <a:avLst/>
          </a:prstGeom>
          <a:solidFill>
            <a:srgbClr val="C00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Medium"/>
                <a:ea typeface="Red Hat Display Medium"/>
                <a:cs typeface="Red Hat Display Medium"/>
                <a:sym typeface="Red Hat Display Medium"/>
              </a:rPr>
              <a:t>Modernize</a:t>
            </a:r>
            <a:br>
              <a:rPr lang="en">
                <a:solidFill>
                  <a:schemeClr val="lt1"/>
                </a:solidFill>
                <a:latin typeface="Red Hat Display Medium"/>
                <a:ea typeface="Red Hat Display Medium"/>
                <a:cs typeface="Red Hat Display Medium"/>
                <a:sym typeface="Red Hat Display Medium"/>
              </a:rPr>
            </a:br>
            <a:r>
              <a:rPr lang="en">
                <a:solidFill>
                  <a:schemeClr val="lt1"/>
                </a:solidFill>
                <a:latin typeface="Red Hat Display Medium"/>
                <a:ea typeface="Red Hat Display Medium"/>
                <a:cs typeface="Red Hat Display Medium"/>
                <a:sym typeface="Red Hat Display Medium"/>
              </a:rPr>
              <a:t>Virtualization</a:t>
            </a:r>
            <a:endParaRPr>
              <a:solidFill>
                <a:schemeClr val="lt1"/>
              </a:solidFill>
              <a:latin typeface="Red Hat Display Medium"/>
              <a:ea typeface="Red Hat Display Medium"/>
              <a:cs typeface="Red Hat Display Medium"/>
              <a:sym typeface="Red Hat Display Medium"/>
            </a:endParaRPr>
          </a:p>
          <a:p>
            <a:pPr indent="0" lvl="0" marL="0" rtl="0" algn="l">
              <a:spcBef>
                <a:spcPts val="0"/>
              </a:spcBef>
              <a:spcAft>
                <a:spcPts val="0"/>
              </a:spcAft>
              <a:buNone/>
            </a:pPr>
            <a:r>
              <a:t/>
            </a:r>
            <a:endParaRPr sz="9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900">
                <a:solidFill>
                  <a:schemeClr val="lt1"/>
                </a:solidFill>
                <a:latin typeface="Red Hat Display"/>
                <a:ea typeface="Red Hat Display"/>
                <a:cs typeface="Red Hat Display"/>
                <a:sym typeface="Red Hat Display"/>
              </a:rPr>
              <a:t>Deploy New Virtualization Platforms and migrate workloads onto it. </a:t>
            </a:r>
            <a:endParaRPr sz="9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sz="900">
              <a:solidFill>
                <a:schemeClr val="lt1"/>
              </a:solidFill>
              <a:latin typeface="Red Hat Display"/>
              <a:ea typeface="Red Hat Display"/>
              <a:cs typeface="Red Hat Display"/>
              <a:sym typeface="Red Hat Display"/>
            </a:endParaRPr>
          </a:p>
        </p:txBody>
      </p:sp>
      <p:sp>
        <p:nvSpPr>
          <p:cNvPr id="1903" name="Google Shape;1903;p126"/>
          <p:cNvSpPr/>
          <p:nvPr/>
        </p:nvSpPr>
        <p:spPr>
          <a:xfrm>
            <a:off x="817700" y="4084625"/>
            <a:ext cx="9914400" cy="2180100"/>
          </a:xfrm>
          <a:prstGeom prst="rect">
            <a:avLst/>
          </a:prstGeom>
          <a:noFill/>
          <a:ln cap="flat" cmpd="sng" w="38100">
            <a:solidFill>
              <a:srgbClr val="A3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1904" name="Google Shape;1904;p126"/>
          <p:cNvSpPr txBox="1"/>
          <p:nvPr/>
        </p:nvSpPr>
        <p:spPr>
          <a:xfrm>
            <a:off x="11051300" y="2768975"/>
            <a:ext cx="1064400" cy="124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IT STARTS</a:t>
            </a:r>
            <a:br>
              <a:rPr lang="en" sz="1800">
                <a:latin typeface="Red Hat Display"/>
                <a:ea typeface="Red Hat Display"/>
                <a:cs typeface="Red Hat Display"/>
                <a:sym typeface="Red Hat Display"/>
              </a:rPr>
            </a:br>
            <a:r>
              <a:rPr lang="en" sz="1800">
                <a:latin typeface="Red Hat Display"/>
                <a:ea typeface="Red Hat Display"/>
                <a:cs typeface="Red Hat Display"/>
                <a:sym typeface="Red Hat Display"/>
              </a:rPr>
              <a:t>HERE</a:t>
            </a:r>
            <a:endParaRPr sz="1800">
              <a:latin typeface="Red Hat Display"/>
              <a:ea typeface="Red Hat Display"/>
              <a:cs typeface="Red Hat Display"/>
              <a:sym typeface="Red Hat Display"/>
            </a:endParaRPr>
          </a:p>
        </p:txBody>
      </p:sp>
      <p:sp>
        <p:nvSpPr>
          <p:cNvPr id="1905" name="Google Shape;1905;p126"/>
          <p:cNvSpPr/>
          <p:nvPr/>
        </p:nvSpPr>
        <p:spPr>
          <a:xfrm rot="10798676">
            <a:off x="10853726" y="3933351"/>
            <a:ext cx="779100" cy="1050600"/>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1906" name="Google Shape;1906;p126"/>
          <p:cNvSpPr/>
          <p:nvPr/>
        </p:nvSpPr>
        <p:spPr>
          <a:xfrm>
            <a:off x="817700" y="1468300"/>
            <a:ext cx="4294800" cy="2574600"/>
          </a:xfrm>
          <a:prstGeom prst="rect">
            <a:avLst/>
          </a:prstGeom>
          <a:noFill/>
          <a:ln cap="flat" cmpd="sng" w="38100">
            <a:solidFill>
              <a:srgbClr val="A3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1907" name="Google Shape;1907;p126"/>
          <p:cNvSpPr txBox="1"/>
          <p:nvPr/>
        </p:nvSpPr>
        <p:spPr>
          <a:xfrm>
            <a:off x="10898900" y="1092575"/>
            <a:ext cx="1064400" cy="124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This is the upgrade factory</a:t>
            </a:r>
            <a:endParaRPr sz="1800">
              <a:latin typeface="Red Hat Display"/>
              <a:ea typeface="Red Hat Display"/>
              <a:cs typeface="Red Hat Display"/>
              <a:sym typeface="Red Hat Display"/>
            </a:endParaRPr>
          </a:p>
        </p:txBody>
      </p:sp>
      <p:sp>
        <p:nvSpPr>
          <p:cNvPr id="1908" name="Google Shape;1908;p126"/>
          <p:cNvSpPr/>
          <p:nvPr/>
        </p:nvSpPr>
        <p:spPr>
          <a:xfrm>
            <a:off x="5340650" y="1776800"/>
            <a:ext cx="5330100" cy="3747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2" name="Shape 1912"/>
        <p:cNvGrpSpPr/>
        <p:nvPr/>
      </p:nvGrpSpPr>
      <p:grpSpPr>
        <a:xfrm>
          <a:off x="0" y="0"/>
          <a:ext cx="0" cy="0"/>
          <a:chOff x="0" y="0"/>
          <a:chExt cx="0" cy="0"/>
        </a:xfrm>
      </p:grpSpPr>
      <p:sp>
        <p:nvSpPr>
          <p:cNvPr id="1913" name="Google Shape;1913;p127"/>
          <p:cNvSpPr/>
          <p:nvPr/>
        </p:nvSpPr>
        <p:spPr>
          <a:xfrm>
            <a:off x="542651" y="1971561"/>
            <a:ext cx="10819045" cy="2970050"/>
          </a:xfrm>
          <a:custGeom>
            <a:rect b="b" l="l" r="r" t="t"/>
            <a:pathLst>
              <a:path extrusionOk="0" h="2565918" w="7552562">
                <a:moveTo>
                  <a:pt x="0" y="2565918"/>
                </a:moveTo>
                <a:cubicBezTo>
                  <a:pt x="489079" y="1771261"/>
                  <a:pt x="1000295" y="1219200"/>
                  <a:pt x="1841605" y="1110343"/>
                </a:cubicBezTo>
                <a:cubicBezTo>
                  <a:pt x="2682915" y="1001486"/>
                  <a:pt x="4096035" y="2097832"/>
                  <a:pt x="5047861" y="1912775"/>
                </a:cubicBezTo>
                <a:cubicBezTo>
                  <a:pt x="5999687" y="1727718"/>
                  <a:pt x="6860364" y="1041141"/>
                  <a:pt x="7552562" y="0"/>
                </a:cubicBezTo>
              </a:path>
            </a:pathLst>
          </a:custGeom>
          <a:noFill/>
          <a:ln cap="flat" cmpd="sng" w="76200">
            <a:solidFill>
              <a:srgbClr val="EE0000"/>
            </a:solidFill>
            <a:prstDash val="solid"/>
            <a:round/>
            <a:headEnd len="sm" w="sm" type="none"/>
            <a:tailEnd len="sm" w="sm" type="none"/>
          </a:ln>
          <a:effectLst>
            <a:outerShdw blurRad="50800" rotWithShape="0" algn="tl" dir="2700000" dist="203200">
              <a:srgbClr val="000000">
                <a:alpha val="863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b="0" i="0" sz="3200" u="none" cap="none" strike="noStrike">
              <a:solidFill>
                <a:srgbClr val="FFFFFF"/>
              </a:solidFill>
              <a:latin typeface="Calibri"/>
              <a:ea typeface="Calibri"/>
              <a:cs typeface="Calibri"/>
              <a:sym typeface="Calibri"/>
            </a:endParaRPr>
          </a:p>
        </p:txBody>
      </p:sp>
      <p:grpSp>
        <p:nvGrpSpPr>
          <p:cNvPr id="1914" name="Google Shape;1914;p127"/>
          <p:cNvGrpSpPr/>
          <p:nvPr/>
        </p:nvGrpSpPr>
        <p:grpSpPr>
          <a:xfrm>
            <a:off x="2006878" y="3191918"/>
            <a:ext cx="515572" cy="526964"/>
            <a:chOff x="2961988" y="3325174"/>
            <a:chExt cx="482700" cy="482700"/>
          </a:xfrm>
        </p:grpSpPr>
        <p:sp>
          <p:nvSpPr>
            <p:cNvPr id="1915" name="Google Shape;1915;p127"/>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b="0" i="1" sz="3200" u="none" cap="none" strike="noStrike">
                <a:solidFill>
                  <a:srgbClr val="FFFFFF"/>
                </a:solidFill>
                <a:latin typeface="Calibri"/>
                <a:ea typeface="Calibri"/>
                <a:cs typeface="Calibri"/>
                <a:sym typeface="Calibri"/>
              </a:endParaRPr>
            </a:p>
          </p:txBody>
        </p:sp>
        <p:sp>
          <p:nvSpPr>
            <p:cNvPr id="1916" name="Google Shape;1916;p127"/>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i="1" sz="3200">
                <a:solidFill>
                  <a:srgbClr val="000000"/>
                </a:solidFill>
                <a:latin typeface="Calibri"/>
                <a:ea typeface="Calibri"/>
                <a:cs typeface="Calibri"/>
                <a:sym typeface="Calibri"/>
              </a:endParaRPr>
            </a:p>
          </p:txBody>
        </p:sp>
      </p:grpSp>
      <p:grpSp>
        <p:nvGrpSpPr>
          <p:cNvPr id="1917" name="Google Shape;1917;p127"/>
          <p:cNvGrpSpPr/>
          <p:nvPr/>
        </p:nvGrpSpPr>
        <p:grpSpPr>
          <a:xfrm>
            <a:off x="354123" y="4660381"/>
            <a:ext cx="515572" cy="526964"/>
            <a:chOff x="2961988" y="3325174"/>
            <a:chExt cx="482700" cy="482700"/>
          </a:xfrm>
        </p:grpSpPr>
        <p:sp>
          <p:nvSpPr>
            <p:cNvPr id="1918" name="Google Shape;1918;p127"/>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i="1" sz="3200">
                <a:solidFill>
                  <a:srgbClr val="FFFFFF"/>
                </a:solidFill>
                <a:latin typeface="Calibri"/>
                <a:ea typeface="Calibri"/>
                <a:cs typeface="Calibri"/>
                <a:sym typeface="Calibri"/>
              </a:endParaRPr>
            </a:p>
          </p:txBody>
        </p:sp>
        <p:sp>
          <p:nvSpPr>
            <p:cNvPr id="1919" name="Google Shape;1919;p127"/>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i="1" sz="3200">
                <a:solidFill>
                  <a:srgbClr val="000000"/>
                </a:solidFill>
                <a:latin typeface="Calibri"/>
                <a:ea typeface="Calibri"/>
                <a:cs typeface="Calibri"/>
                <a:sym typeface="Calibri"/>
              </a:endParaRPr>
            </a:p>
          </p:txBody>
        </p:sp>
      </p:grpSp>
      <p:grpSp>
        <p:nvGrpSpPr>
          <p:cNvPr id="1920" name="Google Shape;1920;p127"/>
          <p:cNvGrpSpPr/>
          <p:nvPr/>
        </p:nvGrpSpPr>
        <p:grpSpPr>
          <a:xfrm>
            <a:off x="6672611" y="3807854"/>
            <a:ext cx="515572" cy="526964"/>
            <a:chOff x="2961988" y="3325174"/>
            <a:chExt cx="482700" cy="482700"/>
          </a:xfrm>
        </p:grpSpPr>
        <p:sp>
          <p:nvSpPr>
            <p:cNvPr id="1921" name="Google Shape;1921;p127"/>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i="1" sz="3200">
                <a:solidFill>
                  <a:srgbClr val="FFFFFF"/>
                </a:solidFill>
                <a:latin typeface="Calibri"/>
                <a:ea typeface="Calibri"/>
                <a:cs typeface="Calibri"/>
                <a:sym typeface="Calibri"/>
              </a:endParaRPr>
            </a:p>
          </p:txBody>
        </p:sp>
        <p:sp>
          <p:nvSpPr>
            <p:cNvPr id="1922" name="Google Shape;1922;p127"/>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i="1" sz="3200">
                <a:solidFill>
                  <a:srgbClr val="000000"/>
                </a:solidFill>
                <a:latin typeface="Calibri"/>
                <a:ea typeface="Calibri"/>
                <a:cs typeface="Calibri"/>
                <a:sym typeface="Calibri"/>
              </a:endParaRPr>
            </a:p>
          </p:txBody>
        </p:sp>
      </p:grpSp>
      <p:grpSp>
        <p:nvGrpSpPr>
          <p:cNvPr id="1923" name="Google Shape;1923;p127"/>
          <p:cNvGrpSpPr/>
          <p:nvPr/>
        </p:nvGrpSpPr>
        <p:grpSpPr>
          <a:xfrm>
            <a:off x="9038614" y="3351380"/>
            <a:ext cx="515572" cy="526964"/>
            <a:chOff x="2961988" y="3325174"/>
            <a:chExt cx="482700" cy="482700"/>
          </a:xfrm>
        </p:grpSpPr>
        <p:sp>
          <p:nvSpPr>
            <p:cNvPr id="1924" name="Google Shape;1924;p127"/>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i="1" sz="3200">
                <a:solidFill>
                  <a:srgbClr val="FFFFFF"/>
                </a:solidFill>
                <a:latin typeface="Calibri"/>
                <a:ea typeface="Calibri"/>
                <a:cs typeface="Calibri"/>
                <a:sym typeface="Calibri"/>
              </a:endParaRPr>
            </a:p>
          </p:txBody>
        </p:sp>
        <p:sp>
          <p:nvSpPr>
            <p:cNvPr id="1925" name="Google Shape;1925;p127"/>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i="1" sz="3200">
                <a:solidFill>
                  <a:srgbClr val="000000"/>
                </a:solidFill>
                <a:latin typeface="Calibri"/>
                <a:ea typeface="Calibri"/>
                <a:cs typeface="Calibri"/>
                <a:sym typeface="Calibri"/>
              </a:endParaRPr>
            </a:p>
          </p:txBody>
        </p:sp>
      </p:grpSp>
      <p:grpSp>
        <p:nvGrpSpPr>
          <p:cNvPr id="1926" name="Google Shape;1926;p127"/>
          <p:cNvGrpSpPr/>
          <p:nvPr/>
        </p:nvGrpSpPr>
        <p:grpSpPr>
          <a:xfrm>
            <a:off x="11151846" y="1721447"/>
            <a:ext cx="515572" cy="526964"/>
            <a:chOff x="2961988" y="3325174"/>
            <a:chExt cx="482700" cy="482700"/>
          </a:xfrm>
        </p:grpSpPr>
        <p:sp>
          <p:nvSpPr>
            <p:cNvPr id="1927" name="Google Shape;1927;p127"/>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i="1" sz="3200">
                <a:solidFill>
                  <a:srgbClr val="FFFFFF"/>
                </a:solidFill>
                <a:latin typeface="Calibri"/>
                <a:ea typeface="Calibri"/>
                <a:cs typeface="Calibri"/>
                <a:sym typeface="Calibri"/>
              </a:endParaRPr>
            </a:p>
          </p:txBody>
        </p:sp>
        <p:sp>
          <p:nvSpPr>
            <p:cNvPr id="1928" name="Google Shape;1928;p127"/>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i="1" sz="3200">
                <a:solidFill>
                  <a:srgbClr val="000000"/>
                </a:solidFill>
                <a:latin typeface="Calibri"/>
                <a:ea typeface="Calibri"/>
                <a:cs typeface="Calibri"/>
                <a:sym typeface="Calibri"/>
              </a:endParaRPr>
            </a:p>
          </p:txBody>
        </p:sp>
      </p:grpSp>
      <p:sp>
        <p:nvSpPr>
          <p:cNvPr id="1929" name="Google Shape;1929;p127"/>
          <p:cNvSpPr txBox="1"/>
          <p:nvPr/>
        </p:nvSpPr>
        <p:spPr>
          <a:xfrm>
            <a:off x="435864" y="1362597"/>
            <a:ext cx="3657600" cy="806400"/>
          </a:xfrm>
          <a:prstGeom prst="rect">
            <a:avLst/>
          </a:prstGeom>
          <a:noFill/>
          <a:ln>
            <a:noFill/>
          </a:ln>
        </p:spPr>
        <p:txBody>
          <a:bodyPr anchorCtr="0" anchor="t" bIns="60925" lIns="0" spcFirstLastPara="1" rIns="0" wrap="square" tIns="60925">
            <a:noAutofit/>
          </a:bodyPr>
          <a:lstStyle/>
          <a:p>
            <a:pPr indent="-381000" lvl="0" marL="609600" marR="0" rtl="0" algn="l">
              <a:spcBef>
                <a:spcPts val="0"/>
              </a:spcBef>
              <a:spcAft>
                <a:spcPts val="0"/>
              </a:spcAft>
              <a:buClr>
                <a:srgbClr val="595959"/>
              </a:buClr>
              <a:buSzPts val="1200"/>
              <a:buFont typeface="Red Hat Display"/>
              <a:buChar char="●"/>
            </a:pPr>
            <a:r>
              <a:rPr lang="en" sz="1200">
                <a:solidFill>
                  <a:schemeClr val="dk2"/>
                </a:solidFill>
                <a:latin typeface="Red Hat Display"/>
                <a:ea typeface="Red Hat Display"/>
                <a:cs typeface="Red Hat Display"/>
                <a:sym typeface="Red Hat Display"/>
              </a:rPr>
              <a:t>Why is this important?</a:t>
            </a:r>
            <a:endParaRPr sz="1200">
              <a:solidFill>
                <a:schemeClr val="dk2"/>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Who will be responsible?</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Who will be involved in execution?</a:t>
            </a:r>
            <a:endParaRPr sz="1200">
              <a:solidFill>
                <a:srgbClr val="595959"/>
              </a:solidFill>
              <a:latin typeface="Red Hat Display"/>
              <a:ea typeface="Red Hat Display"/>
              <a:cs typeface="Red Hat Display"/>
              <a:sym typeface="Red Hat Display"/>
            </a:endParaRPr>
          </a:p>
          <a:p>
            <a:pPr indent="-381000" lvl="0" marL="609600" rtl="0" algn="l">
              <a:spcBef>
                <a:spcPts val="0"/>
              </a:spcBef>
              <a:spcAft>
                <a:spcPts val="0"/>
              </a:spcAft>
              <a:buClr>
                <a:srgbClr val="595959"/>
              </a:buClr>
              <a:buSzPts val="1200"/>
              <a:buFont typeface="Red Hat Display"/>
              <a:buChar char="●"/>
            </a:pPr>
            <a:r>
              <a:rPr lang="en" sz="1200">
                <a:solidFill>
                  <a:schemeClr val="dk2"/>
                </a:solidFill>
                <a:latin typeface="Red Hat Display"/>
                <a:ea typeface="Red Hat Display"/>
                <a:cs typeface="Red Hat Display"/>
                <a:sym typeface="Red Hat Display"/>
              </a:rPr>
              <a:t>What is the task we need to execute?</a:t>
            </a:r>
            <a:endParaRPr sz="1200">
              <a:solidFill>
                <a:schemeClr val="dk2"/>
              </a:solidFill>
              <a:latin typeface="Red Hat Display"/>
              <a:ea typeface="Red Hat Display"/>
              <a:cs typeface="Red Hat Display"/>
              <a:sym typeface="Red Hat Display"/>
            </a:endParaRPr>
          </a:p>
          <a:p>
            <a:pPr indent="-381000" lvl="0" marL="609600" rtl="0" algn="l">
              <a:spcBef>
                <a:spcPts val="0"/>
              </a:spcBef>
              <a:spcAft>
                <a:spcPts val="0"/>
              </a:spcAft>
              <a:buClr>
                <a:schemeClr val="dk2"/>
              </a:buClr>
              <a:buSzPts val="1200"/>
              <a:buFont typeface="Red Hat Display"/>
              <a:buChar char="●"/>
            </a:pPr>
            <a:r>
              <a:rPr lang="en" sz="1200">
                <a:solidFill>
                  <a:schemeClr val="dk2"/>
                </a:solidFill>
                <a:latin typeface="Red Hat Display"/>
                <a:ea typeface="Red Hat Display"/>
                <a:cs typeface="Red Hat Display"/>
                <a:sym typeface="Red Hat Display"/>
              </a:rPr>
              <a:t>What are target applications?</a:t>
            </a:r>
            <a:endParaRPr sz="1200">
              <a:solidFill>
                <a:schemeClr val="dk2"/>
              </a:solidFill>
              <a:latin typeface="Red Hat Display"/>
              <a:ea typeface="Red Hat Display"/>
              <a:cs typeface="Red Hat Display"/>
              <a:sym typeface="Red Hat Display"/>
            </a:endParaRPr>
          </a:p>
        </p:txBody>
      </p:sp>
      <p:sp>
        <p:nvSpPr>
          <p:cNvPr id="1930" name="Google Shape;1930;p127"/>
          <p:cNvSpPr txBox="1"/>
          <p:nvPr/>
        </p:nvSpPr>
        <p:spPr>
          <a:xfrm>
            <a:off x="1236414" y="920711"/>
            <a:ext cx="2056500" cy="436800"/>
          </a:xfrm>
          <a:prstGeom prst="rect">
            <a:avLst/>
          </a:prstGeom>
          <a:noFill/>
          <a:ln>
            <a:noFill/>
          </a:ln>
        </p:spPr>
        <p:txBody>
          <a:bodyPr anchorCtr="0" anchor="ctr" bIns="60925" lIns="0" spcFirstLastPara="1" rIns="0" wrap="square" tIns="60925">
            <a:noAutofit/>
          </a:bodyPr>
          <a:lstStyle/>
          <a:p>
            <a:pPr indent="0" lvl="0" marL="0" marR="0" rtl="0" algn="ctr">
              <a:spcBef>
                <a:spcPts val="0"/>
              </a:spcBef>
              <a:spcAft>
                <a:spcPts val="0"/>
              </a:spcAft>
              <a:buNone/>
            </a:pPr>
            <a:r>
              <a:rPr b="1" lang="en" sz="2400">
                <a:solidFill>
                  <a:srgbClr val="EE0000"/>
                </a:solidFill>
                <a:latin typeface="Red Hat Display"/>
                <a:ea typeface="Red Hat Display"/>
                <a:cs typeface="Red Hat Display"/>
                <a:sym typeface="Red Hat Display"/>
              </a:rPr>
              <a:t>Discovery</a:t>
            </a:r>
            <a:endParaRPr b="1" sz="1600">
              <a:solidFill>
                <a:srgbClr val="EE0000"/>
              </a:solidFill>
              <a:latin typeface="Red Hat Display"/>
              <a:ea typeface="Red Hat Display"/>
              <a:cs typeface="Red Hat Display"/>
              <a:sym typeface="Red Hat Display"/>
            </a:endParaRPr>
          </a:p>
        </p:txBody>
      </p:sp>
      <p:sp>
        <p:nvSpPr>
          <p:cNvPr id="1931" name="Google Shape;1931;p127"/>
          <p:cNvSpPr txBox="1"/>
          <p:nvPr/>
        </p:nvSpPr>
        <p:spPr>
          <a:xfrm>
            <a:off x="3361500" y="4555970"/>
            <a:ext cx="2519700" cy="436800"/>
          </a:xfrm>
          <a:prstGeom prst="rect">
            <a:avLst/>
          </a:prstGeom>
          <a:noFill/>
          <a:ln>
            <a:noFill/>
          </a:ln>
        </p:spPr>
        <p:txBody>
          <a:bodyPr anchorCtr="0" anchor="ctr" bIns="60925" lIns="0" spcFirstLastPara="1" rIns="0" wrap="square" tIns="60925">
            <a:noAutofit/>
          </a:bodyPr>
          <a:lstStyle/>
          <a:p>
            <a:pPr indent="0" lvl="0" marL="0" marR="0" rtl="0" algn="ctr">
              <a:spcBef>
                <a:spcPts val="0"/>
              </a:spcBef>
              <a:spcAft>
                <a:spcPts val="0"/>
              </a:spcAft>
              <a:buNone/>
            </a:pPr>
            <a:r>
              <a:rPr b="1" lang="en" sz="2700">
                <a:solidFill>
                  <a:srgbClr val="EE0000"/>
                </a:solidFill>
                <a:latin typeface="Red Hat Display"/>
                <a:ea typeface="Red Hat Display"/>
                <a:cs typeface="Red Hat Display"/>
                <a:sym typeface="Red Hat Display"/>
              </a:rPr>
              <a:t>Navigate</a:t>
            </a:r>
            <a:endParaRPr b="1" sz="1900">
              <a:solidFill>
                <a:srgbClr val="EE0000"/>
              </a:solidFill>
              <a:latin typeface="Red Hat Display"/>
              <a:ea typeface="Red Hat Display"/>
              <a:cs typeface="Red Hat Display"/>
              <a:sym typeface="Red Hat Display"/>
            </a:endParaRPr>
          </a:p>
        </p:txBody>
      </p:sp>
      <p:sp>
        <p:nvSpPr>
          <p:cNvPr id="1932" name="Google Shape;1932;p127"/>
          <p:cNvSpPr txBox="1"/>
          <p:nvPr/>
        </p:nvSpPr>
        <p:spPr>
          <a:xfrm>
            <a:off x="5670700" y="693951"/>
            <a:ext cx="2519700" cy="436800"/>
          </a:xfrm>
          <a:prstGeom prst="rect">
            <a:avLst/>
          </a:prstGeom>
          <a:noFill/>
          <a:ln>
            <a:noFill/>
          </a:ln>
        </p:spPr>
        <p:txBody>
          <a:bodyPr anchorCtr="0" anchor="ctr" bIns="60925" lIns="0" spcFirstLastPara="1" rIns="0" wrap="square" tIns="60925">
            <a:noAutofit/>
          </a:bodyPr>
          <a:lstStyle/>
          <a:p>
            <a:pPr indent="0" lvl="0" marL="0" marR="0" rtl="0" algn="ctr">
              <a:spcBef>
                <a:spcPts val="0"/>
              </a:spcBef>
              <a:spcAft>
                <a:spcPts val="0"/>
              </a:spcAft>
              <a:buNone/>
            </a:pPr>
            <a:r>
              <a:rPr b="1" lang="en" sz="2700">
                <a:solidFill>
                  <a:srgbClr val="EE0000"/>
                </a:solidFill>
                <a:latin typeface="Red Hat Display"/>
                <a:ea typeface="Red Hat Display"/>
                <a:cs typeface="Red Hat Display"/>
                <a:sym typeface="Red Hat Display"/>
              </a:rPr>
              <a:t>Pilot</a:t>
            </a:r>
            <a:endParaRPr b="1" sz="1900">
              <a:solidFill>
                <a:srgbClr val="EE0000"/>
              </a:solidFill>
              <a:latin typeface="Red Hat Display"/>
              <a:ea typeface="Red Hat Display"/>
              <a:cs typeface="Red Hat Display"/>
              <a:sym typeface="Red Hat Display"/>
            </a:endParaRPr>
          </a:p>
        </p:txBody>
      </p:sp>
      <p:sp>
        <p:nvSpPr>
          <p:cNvPr id="1933" name="Google Shape;1933;p127"/>
          <p:cNvSpPr txBox="1"/>
          <p:nvPr/>
        </p:nvSpPr>
        <p:spPr>
          <a:xfrm>
            <a:off x="8036550" y="4732777"/>
            <a:ext cx="2519700" cy="436800"/>
          </a:xfrm>
          <a:prstGeom prst="rect">
            <a:avLst/>
          </a:prstGeom>
          <a:noFill/>
          <a:ln>
            <a:noFill/>
          </a:ln>
        </p:spPr>
        <p:txBody>
          <a:bodyPr anchorCtr="0" anchor="ctr" bIns="60925" lIns="0" spcFirstLastPara="1" rIns="0" wrap="square" tIns="60925">
            <a:noAutofit/>
          </a:bodyPr>
          <a:lstStyle/>
          <a:p>
            <a:pPr indent="0" lvl="0" marL="0" marR="0" rtl="0" algn="ctr">
              <a:spcBef>
                <a:spcPts val="0"/>
              </a:spcBef>
              <a:spcAft>
                <a:spcPts val="0"/>
              </a:spcAft>
              <a:buNone/>
            </a:pPr>
            <a:r>
              <a:rPr b="1" lang="en" sz="2700">
                <a:solidFill>
                  <a:srgbClr val="EE0000"/>
                </a:solidFill>
                <a:latin typeface="Red Hat Display"/>
                <a:ea typeface="Red Hat Display"/>
                <a:cs typeface="Red Hat Display"/>
                <a:sym typeface="Red Hat Display"/>
              </a:rPr>
              <a:t>Scale</a:t>
            </a:r>
            <a:endParaRPr b="1" sz="1900">
              <a:solidFill>
                <a:srgbClr val="EE0000"/>
              </a:solidFill>
              <a:latin typeface="Red Hat Display"/>
              <a:ea typeface="Red Hat Display"/>
              <a:cs typeface="Red Hat Display"/>
              <a:sym typeface="Red Hat Display"/>
            </a:endParaRPr>
          </a:p>
        </p:txBody>
      </p:sp>
      <p:cxnSp>
        <p:nvCxnSpPr>
          <p:cNvPr id="1934" name="Google Shape;1934;p127"/>
          <p:cNvCxnSpPr/>
          <p:nvPr/>
        </p:nvCxnSpPr>
        <p:spPr>
          <a:xfrm>
            <a:off x="6890013" y="2941898"/>
            <a:ext cx="0" cy="751500"/>
          </a:xfrm>
          <a:prstGeom prst="straightConnector1">
            <a:avLst/>
          </a:prstGeom>
          <a:noFill/>
          <a:ln cap="flat" cmpd="sng" w="9525">
            <a:solidFill>
              <a:srgbClr val="595959"/>
            </a:solidFill>
            <a:prstDash val="solid"/>
            <a:round/>
            <a:headEnd len="sm" w="sm" type="none"/>
            <a:tailEnd len="sm" w="sm" type="none"/>
          </a:ln>
        </p:spPr>
      </p:cxnSp>
      <p:cxnSp>
        <p:nvCxnSpPr>
          <p:cNvPr id="1935" name="Google Shape;1935;p127"/>
          <p:cNvCxnSpPr/>
          <p:nvPr/>
        </p:nvCxnSpPr>
        <p:spPr>
          <a:xfrm>
            <a:off x="4621350" y="3878269"/>
            <a:ext cx="0" cy="528300"/>
          </a:xfrm>
          <a:prstGeom prst="straightConnector1">
            <a:avLst/>
          </a:prstGeom>
          <a:noFill/>
          <a:ln cap="flat" cmpd="sng" w="9525">
            <a:solidFill>
              <a:srgbClr val="595959"/>
            </a:solidFill>
            <a:prstDash val="solid"/>
            <a:round/>
            <a:headEnd len="sm" w="sm" type="none"/>
            <a:tailEnd len="sm" w="sm" type="none"/>
          </a:ln>
        </p:spPr>
      </p:cxnSp>
      <p:cxnSp>
        <p:nvCxnSpPr>
          <p:cNvPr id="1936" name="Google Shape;1936;p127"/>
          <p:cNvCxnSpPr/>
          <p:nvPr/>
        </p:nvCxnSpPr>
        <p:spPr>
          <a:xfrm>
            <a:off x="2264664" y="2428493"/>
            <a:ext cx="0" cy="501900"/>
          </a:xfrm>
          <a:prstGeom prst="straightConnector1">
            <a:avLst/>
          </a:prstGeom>
          <a:noFill/>
          <a:ln cap="flat" cmpd="sng" w="9525">
            <a:solidFill>
              <a:srgbClr val="595959"/>
            </a:solidFill>
            <a:prstDash val="solid"/>
            <a:round/>
            <a:headEnd len="sm" w="sm" type="none"/>
            <a:tailEnd len="sm" w="sm" type="none"/>
          </a:ln>
        </p:spPr>
      </p:cxnSp>
      <p:sp>
        <p:nvSpPr>
          <p:cNvPr id="1937" name="Google Shape;1937;p127"/>
          <p:cNvSpPr txBox="1"/>
          <p:nvPr/>
        </p:nvSpPr>
        <p:spPr>
          <a:xfrm>
            <a:off x="0" y="5411925"/>
            <a:ext cx="1657800" cy="504000"/>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rPr b="1" lang="en" sz="2700">
                <a:solidFill>
                  <a:srgbClr val="EE0000"/>
                </a:solidFill>
                <a:latin typeface="Red Hat Display"/>
                <a:ea typeface="Red Hat Display"/>
                <a:cs typeface="Red Hat Display"/>
                <a:sym typeface="Red Hat Display"/>
              </a:rPr>
              <a:t>Where you are</a:t>
            </a:r>
            <a:endParaRPr b="1" sz="2700">
              <a:solidFill>
                <a:srgbClr val="EE0000"/>
              </a:solidFill>
              <a:latin typeface="Red Hat Display"/>
              <a:ea typeface="Red Hat Display"/>
              <a:cs typeface="Red Hat Display"/>
              <a:sym typeface="Red Hat Display"/>
            </a:endParaRPr>
          </a:p>
        </p:txBody>
      </p:sp>
      <p:sp>
        <p:nvSpPr>
          <p:cNvPr id="1938" name="Google Shape;1938;p127"/>
          <p:cNvSpPr txBox="1"/>
          <p:nvPr/>
        </p:nvSpPr>
        <p:spPr>
          <a:xfrm>
            <a:off x="9975275" y="231175"/>
            <a:ext cx="1904700" cy="1359000"/>
          </a:xfrm>
          <a:prstGeom prst="rect">
            <a:avLst/>
          </a:prstGeom>
          <a:noFill/>
          <a:ln>
            <a:noFill/>
          </a:ln>
        </p:spPr>
        <p:txBody>
          <a:bodyPr anchorCtr="0" anchor="t" bIns="60925" lIns="121900" spcFirstLastPara="1" rIns="121900" wrap="square" tIns="60925">
            <a:noAutofit/>
          </a:bodyPr>
          <a:lstStyle/>
          <a:p>
            <a:pPr indent="0" lvl="0" marL="0" marR="0" rtl="0" algn="r">
              <a:spcBef>
                <a:spcPts val="0"/>
              </a:spcBef>
              <a:spcAft>
                <a:spcPts val="0"/>
              </a:spcAft>
              <a:buNone/>
            </a:pPr>
            <a:r>
              <a:rPr b="1" lang="en" sz="2700">
                <a:solidFill>
                  <a:srgbClr val="EE0000"/>
                </a:solidFill>
                <a:latin typeface="Red Hat Display"/>
                <a:ea typeface="Red Hat Display"/>
                <a:cs typeface="Red Hat Display"/>
                <a:sym typeface="Red Hat Display"/>
              </a:rPr>
              <a:t>Where you </a:t>
            </a:r>
            <a:r>
              <a:rPr b="1" lang="en" sz="2700">
                <a:solidFill>
                  <a:srgbClr val="EE0000"/>
                </a:solidFill>
                <a:latin typeface="Red Hat Display"/>
                <a:ea typeface="Red Hat Display"/>
                <a:cs typeface="Red Hat Display"/>
                <a:sym typeface="Red Hat Display"/>
              </a:rPr>
              <a:t>want</a:t>
            </a:r>
            <a:r>
              <a:rPr b="1" lang="en" sz="2700">
                <a:solidFill>
                  <a:srgbClr val="EE0000"/>
                </a:solidFill>
                <a:latin typeface="Red Hat Display"/>
                <a:ea typeface="Red Hat Display"/>
                <a:cs typeface="Red Hat Display"/>
                <a:sym typeface="Red Hat Display"/>
              </a:rPr>
              <a:t> to be</a:t>
            </a:r>
            <a:endParaRPr b="1" sz="2700">
              <a:solidFill>
                <a:srgbClr val="EE0000"/>
              </a:solidFill>
              <a:latin typeface="Red Hat Display"/>
              <a:ea typeface="Red Hat Display"/>
              <a:cs typeface="Red Hat Display"/>
              <a:sym typeface="Red Hat Display"/>
            </a:endParaRPr>
          </a:p>
        </p:txBody>
      </p:sp>
      <p:grpSp>
        <p:nvGrpSpPr>
          <p:cNvPr id="1939" name="Google Shape;1939;p127"/>
          <p:cNvGrpSpPr/>
          <p:nvPr/>
        </p:nvGrpSpPr>
        <p:grpSpPr>
          <a:xfrm>
            <a:off x="4363564" y="3148650"/>
            <a:ext cx="515572" cy="526964"/>
            <a:chOff x="2961988" y="3325174"/>
            <a:chExt cx="482700" cy="482700"/>
          </a:xfrm>
        </p:grpSpPr>
        <p:sp>
          <p:nvSpPr>
            <p:cNvPr id="1940" name="Google Shape;1940;p127"/>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i="1" sz="3200">
                <a:solidFill>
                  <a:srgbClr val="FFFFFF"/>
                </a:solidFill>
                <a:latin typeface="Calibri"/>
                <a:ea typeface="Calibri"/>
                <a:cs typeface="Calibri"/>
                <a:sym typeface="Calibri"/>
              </a:endParaRPr>
            </a:p>
          </p:txBody>
        </p:sp>
        <p:sp>
          <p:nvSpPr>
            <p:cNvPr id="1941" name="Google Shape;1941;p127"/>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i="1" sz="3200">
                <a:solidFill>
                  <a:srgbClr val="000000"/>
                </a:solidFill>
                <a:latin typeface="Calibri"/>
                <a:ea typeface="Calibri"/>
                <a:cs typeface="Calibri"/>
                <a:sym typeface="Calibri"/>
              </a:endParaRPr>
            </a:p>
          </p:txBody>
        </p:sp>
      </p:grpSp>
      <p:cxnSp>
        <p:nvCxnSpPr>
          <p:cNvPr id="1942" name="Google Shape;1942;p127"/>
          <p:cNvCxnSpPr/>
          <p:nvPr/>
        </p:nvCxnSpPr>
        <p:spPr>
          <a:xfrm>
            <a:off x="9296400" y="4198681"/>
            <a:ext cx="0" cy="462000"/>
          </a:xfrm>
          <a:prstGeom prst="straightConnector1">
            <a:avLst/>
          </a:prstGeom>
          <a:noFill/>
          <a:ln cap="flat" cmpd="sng" w="9525">
            <a:solidFill>
              <a:srgbClr val="595959"/>
            </a:solidFill>
            <a:prstDash val="solid"/>
            <a:round/>
            <a:headEnd len="sm" w="sm" type="none"/>
            <a:tailEnd len="sm" w="sm" type="none"/>
          </a:ln>
        </p:spPr>
      </p:cxnSp>
      <p:sp>
        <p:nvSpPr>
          <p:cNvPr id="1943" name="Google Shape;1943;p127"/>
          <p:cNvSpPr txBox="1"/>
          <p:nvPr/>
        </p:nvSpPr>
        <p:spPr>
          <a:xfrm>
            <a:off x="1942800" y="4992767"/>
            <a:ext cx="5357100" cy="806400"/>
          </a:xfrm>
          <a:prstGeom prst="rect">
            <a:avLst/>
          </a:prstGeom>
          <a:noFill/>
          <a:ln>
            <a:noFill/>
          </a:ln>
        </p:spPr>
        <p:txBody>
          <a:bodyPr anchorCtr="0" anchor="t" bIns="60925" lIns="0" spcFirstLastPara="1" rIns="0" wrap="square" tIns="60925">
            <a:noAutofit/>
          </a:bodyPr>
          <a:lstStyle/>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Review the current environment and integrations, dependencies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Review applications and review systems running these applications, identify and commit to the order of migrations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Analyse where these applications can go to: RHEL, containers, bin, and so on.</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High level design for the new RHEL environment, including security model based on HBAC and RBAC and central directory services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Common understanding of the task at hand</a:t>
            </a:r>
            <a:endParaRPr sz="1200">
              <a:solidFill>
                <a:srgbClr val="595959"/>
              </a:solidFill>
              <a:latin typeface="Red Hat Display"/>
              <a:ea typeface="Red Hat Display"/>
              <a:cs typeface="Red Hat Display"/>
              <a:sym typeface="Red Hat Display"/>
            </a:endParaRPr>
          </a:p>
        </p:txBody>
      </p:sp>
      <p:sp>
        <p:nvSpPr>
          <p:cNvPr id="1944" name="Google Shape;1944;p127"/>
          <p:cNvSpPr txBox="1"/>
          <p:nvPr/>
        </p:nvSpPr>
        <p:spPr>
          <a:xfrm>
            <a:off x="4870704" y="1221825"/>
            <a:ext cx="4114800" cy="806400"/>
          </a:xfrm>
          <a:prstGeom prst="rect">
            <a:avLst/>
          </a:prstGeom>
          <a:noFill/>
          <a:ln>
            <a:noFill/>
          </a:ln>
        </p:spPr>
        <p:txBody>
          <a:bodyPr anchorCtr="0" anchor="t" bIns="60925" lIns="0" spcFirstLastPara="1" rIns="0" wrap="square" tIns="60925">
            <a:noAutofit/>
          </a:bodyPr>
          <a:lstStyle/>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Create and build modernisation paths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Deploy automation tools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Design and deploy SOE</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Test modernisation of workloads</a:t>
            </a:r>
            <a:br>
              <a:rPr lang="en" sz="1200">
                <a:solidFill>
                  <a:srgbClr val="595959"/>
                </a:solidFill>
                <a:latin typeface="Red Hat Display"/>
                <a:ea typeface="Red Hat Display"/>
                <a:cs typeface="Red Hat Display"/>
                <a:sym typeface="Red Hat Display"/>
              </a:rPr>
            </a:br>
            <a:r>
              <a:rPr lang="en" sz="1200">
                <a:solidFill>
                  <a:srgbClr val="595959"/>
                </a:solidFill>
                <a:latin typeface="Red Hat Display"/>
                <a:ea typeface="Red Hat Display"/>
                <a:cs typeface="Red Hat Display"/>
                <a:sym typeface="Red Hat Display"/>
              </a:rPr>
              <a:t>Use side by side comparisons, use dark launches, test deployments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Define the factory</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Define day 2 operations and other standards</a:t>
            </a:r>
            <a:endParaRPr sz="1200">
              <a:solidFill>
                <a:srgbClr val="595959"/>
              </a:solidFill>
              <a:latin typeface="Red Hat Display"/>
              <a:ea typeface="Red Hat Display"/>
              <a:cs typeface="Red Hat Display"/>
              <a:sym typeface="Red Hat Display"/>
            </a:endParaRPr>
          </a:p>
        </p:txBody>
      </p:sp>
      <p:sp>
        <p:nvSpPr>
          <p:cNvPr id="1945" name="Google Shape;1945;p127"/>
          <p:cNvSpPr txBox="1"/>
          <p:nvPr/>
        </p:nvSpPr>
        <p:spPr>
          <a:xfrm>
            <a:off x="7946400" y="5181761"/>
            <a:ext cx="2700000" cy="806400"/>
          </a:xfrm>
          <a:prstGeom prst="rect">
            <a:avLst/>
          </a:prstGeom>
          <a:noFill/>
          <a:ln>
            <a:noFill/>
          </a:ln>
        </p:spPr>
        <p:txBody>
          <a:bodyPr anchorCtr="0" anchor="t" bIns="60925" lIns="0" spcFirstLastPara="1" rIns="0" wrap="square" tIns="60925">
            <a:noAutofit/>
          </a:bodyPr>
          <a:lstStyle/>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Deploy the modernisation factory</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Plan for modernisation</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Modernize remaining systems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Implement responsibilities</a:t>
            </a:r>
            <a:endParaRPr sz="1200">
              <a:solidFill>
                <a:srgbClr val="595959"/>
              </a:solidFill>
              <a:latin typeface="Red Hat Display"/>
              <a:ea typeface="Red Hat Display"/>
              <a:cs typeface="Red Hat Display"/>
              <a:sym typeface="Red Hat Display"/>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9" name="Shape 1949"/>
        <p:cNvGrpSpPr/>
        <p:nvPr/>
      </p:nvGrpSpPr>
      <p:grpSpPr>
        <a:xfrm>
          <a:off x="0" y="0"/>
          <a:ext cx="0" cy="0"/>
          <a:chOff x="0" y="0"/>
          <a:chExt cx="0" cy="0"/>
        </a:xfrm>
      </p:grpSpPr>
      <p:sp>
        <p:nvSpPr>
          <p:cNvPr id="1950" name="Google Shape;1950;p128"/>
          <p:cNvSpPr/>
          <p:nvPr/>
        </p:nvSpPr>
        <p:spPr>
          <a:xfrm>
            <a:off x="0" y="1272550"/>
            <a:ext cx="12192000" cy="4987800"/>
          </a:xfrm>
          <a:prstGeom prst="rect">
            <a:avLst/>
          </a:prstGeom>
          <a:solidFill>
            <a:srgbClr val="D9D9D9"/>
          </a:solidFill>
          <a:ln>
            <a:noFill/>
          </a:ln>
        </p:spPr>
        <p:txBody>
          <a:bodyPr anchorCtr="0" anchor="b" bIns="121900" lIns="91425" spcFirstLastPara="1" rIns="121900" wrap="square" tIns="121900">
            <a:noAutofit/>
          </a:bodyPr>
          <a:lstStyle/>
          <a:p>
            <a:pPr indent="0" lvl="0" marL="114300" rtl="0" algn="l">
              <a:spcBef>
                <a:spcPts val="0"/>
              </a:spcBef>
              <a:spcAft>
                <a:spcPts val="0"/>
              </a:spcAft>
              <a:buNone/>
            </a:pPr>
            <a:r>
              <a:rPr b="1" lang="en" sz="1600">
                <a:solidFill>
                  <a:schemeClr val="accent2"/>
                </a:solidFill>
                <a:latin typeface="Red Hat Display"/>
                <a:ea typeface="Red Hat Display"/>
                <a:cs typeface="Red Hat Display"/>
                <a:sym typeface="Red Hat Display"/>
              </a:rPr>
              <a:t>Red Hat Infrastructure Standard</a:t>
            </a:r>
            <a:endParaRPr sz="1200">
              <a:solidFill>
                <a:schemeClr val="accent2"/>
              </a:solidFill>
            </a:endParaRPr>
          </a:p>
        </p:txBody>
      </p:sp>
      <p:sp>
        <p:nvSpPr>
          <p:cNvPr id="1951" name="Google Shape;1951;p128"/>
          <p:cNvSpPr/>
          <p:nvPr/>
        </p:nvSpPr>
        <p:spPr>
          <a:xfrm>
            <a:off x="81975" y="1671450"/>
            <a:ext cx="1504200" cy="4154400"/>
          </a:xfrm>
          <a:prstGeom prst="rect">
            <a:avLst/>
          </a:prstGeom>
          <a:solidFill>
            <a:schemeClr val="lt1"/>
          </a:solidFill>
          <a:ln cap="flat" cmpd="sng" w="28575">
            <a:solidFill>
              <a:schemeClr val="accent1"/>
            </a:solidFill>
            <a:prstDash val="solid"/>
            <a:round/>
            <a:headEnd len="sm" w="sm" type="none"/>
            <a:tailEnd len="sm" w="sm" type="none"/>
          </a:ln>
        </p:spPr>
        <p:txBody>
          <a:bodyPr anchorCtr="0" anchor="b" bIns="121900" lIns="121900" spcFirstLastPara="1" rIns="121900" wrap="square" tIns="121900">
            <a:noAutofit/>
          </a:bodyPr>
          <a:lstStyle/>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p:txBody>
      </p:sp>
      <p:sp>
        <p:nvSpPr>
          <p:cNvPr id="1952" name="Google Shape;1952;p128"/>
          <p:cNvSpPr txBox="1"/>
          <p:nvPr>
            <p:ph type="title"/>
          </p:nvPr>
        </p:nvSpPr>
        <p:spPr>
          <a:xfrm>
            <a:off x="1752600" y="793000"/>
            <a:ext cx="8686800" cy="967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RH-ISAM in a Hybrid Cloud Deployment</a:t>
            </a:r>
            <a:endParaRPr>
              <a:latin typeface="Red Hat Display Medium"/>
              <a:ea typeface="Red Hat Display Medium"/>
              <a:cs typeface="Red Hat Display Medium"/>
              <a:sym typeface="Red Hat Display Medium"/>
            </a:endParaRPr>
          </a:p>
        </p:txBody>
      </p:sp>
      <p:sp>
        <p:nvSpPr>
          <p:cNvPr id="1953" name="Google Shape;1953;p128"/>
          <p:cNvSpPr/>
          <p:nvPr/>
        </p:nvSpPr>
        <p:spPr>
          <a:xfrm>
            <a:off x="1681625" y="1671450"/>
            <a:ext cx="8904900" cy="795300"/>
          </a:xfrm>
          <a:prstGeom prst="rect">
            <a:avLst/>
          </a:prstGeom>
          <a:solidFill>
            <a:schemeClr val="l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128"/>
          <p:cNvSpPr/>
          <p:nvPr/>
        </p:nvSpPr>
        <p:spPr>
          <a:xfrm>
            <a:off x="1681625" y="2561246"/>
            <a:ext cx="8904900" cy="816600"/>
          </a:xfrm>
          <a:prstGeom prst="rect">
            <a:avLst/>
          </a:prstGeom>
          <a:solidFill>
            <a:schemeClr val="l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55" name="Google Shape;1955;p128"/>
          <p:cNvGrpSpPr/>
          <p:nvPr/>
        </p:nvGrpSpPr>
        <p:grpSpPr>
          <a:xfrm>
            <a:off x="6787247" y="2721146"/>
            <a:ext cx="494400" cy="496800"/>
            <a:chOff x="4343234" y="4889450"/>
            <a:chExt cx="494400" cy="496800"/>
          </a:xfrm>
        </p:grpSpPr>
        <p:sp>
          <p:nvSpPr>
            <p:cNvPr id="1956" name="Google Shape;1956;p128"/>
            <p:cNvSpPr/>
            <p:nvPr/>
          </p:nvSpPr>
          <p:spPr>
            <a:xfrm>
              <a:off x="4343234" y="4889450"/>
              <a:ext cx="494400" cy="496800"/>
            </a:xfrm>
            <a:prstGeom prst="roundRect">
              <a:avLst>
                <a:gd fmla="val 21845"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57" name="Google Shape;1957;p128"/>
            <p:cNvPicPr preferRelativeResize="0"/>
            <p:nvPr/>
          </p:nvPicPr>
          <p:blipFill rotWithShape="1">
            <a:blip r:embed="rId3">
              <a:alphaModFix/>
            </a:blip>
            <a:srcRect b="9632" l="15541" r="14164" t="9218"/>
            <a:stretch/>
          </p:blipFill>
          <p:spPr>
            <a:xfrm>
              <a:off x="4397312" y="4907788"/>
              <a:ext cx="400050" cy="461900"/>
            </a:xfrm>
            <a:prstGeom prst="rect">
              <a:avLst/>
            </a:prstGeom>
            <a:noFill/>
            <a:ln>
              <a:noFill/>
            </a:ln>
          </p:spPr>
        </p:pic>
      </p:grpSp>
      <p:grpSp>
        <p:nvGrpSpPr>
          <p:cNvPr id="1958" name="Google Shape;1958;p128"/>
          <p:cNvGrpSpPr/>
          <p:nvPr/>
        </p:nvGrpSpPr>
        <p:grpSpPr>
          <a:xfrm>
            <a:off x="6153212" y="2700645"/>
            <a:ext cx="537800" cy="537800"/>
            <a:chOff x="6681800" y="5400650"/>
            <a:chExt cx="537800" cy="537800"/>
          </a:xfrm>
        </p:grpSpPr>
        <p:pic>
          <p:nvPicPr>
            <p:cNvPr id="1959" name="Google Shape;1959;p128"/>
            <p:cNvPicPr preferRelativeResize="0"/>
            <p:nvPr/>
          </p:nvPicPr>
          <p:blipFill>
            <a:blip r:embed="rId4">
              <a:alphaModFix/>
            </a:blip>
            <a:stretch>
              <a:fillRect/>
            </a:stretch>
          </p:blipFill>
          <p:spPr>
            <a:xfrm>
              <a:off x="6681800" y="5400650"/>
              <a:ext cx="537800" cy="537800"/>
            </a:xfrm>
            <a:prstGeom prst="rect">
              <a:avLst/>
            </a:prstGeom>
            <a:noFill/>
            <a:ln>
              <a:noFill/>
            </a:ln>
          </p:spPr>
        </p:pic>
        <p:sp>
          <p:nvSpPr>
            <p:cNvPr id="1960" name="Google Shape;1960;p128"/>
            <p:cNvSpPr/>
            <p:nvPr/>
          </p:nvSpPr>
          <p:spPr>
            <a:xfrm>
              <a:off x="6706625" y="5413325"/>
              <a:ext cx="494400" cy="496800"/>
            </a:xfrm>
            <a:prstGeom prst="roundRect">
              <a:avLst>
                <a:gd fmla="val 21845"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961" name="Google Shape;1961;p128"/>
          <p:cNvPicPr preferRelativeResize="0"/>
          <p:nvPr/>
        </p:nvPicPr>
        <p:blipFill>
          <a:blip r:embed="rId5">
            <a:alphaModFix/>
          </a:blip>
          <a:stretch>
            <a:fillRect/>
          </a:stretch>
        </p:blipFill>
        <p:spPr>
          <a:xfrm>
            <a:off x="4937400" y="2689645"/>
            <a:ext cx="554262" cy="559800"/>
          </a:xfrm>
          <a:prstGeom prst="rect">
            <a:avLst/>
          </a:prstGeom>
          <a:noFill/>
          <a:ln>
            <a:noFill/>
          </a:ln>
        </p:spPr>
      </p:pic>
      <p:sp>
        <p:nvSpPr>
          <p:cNvPr id="1962" name="Google Shape;1962;p128"/>
          <p:cNvSpPr/>
          <p:nvPr/>
        </p:nvSpPr>
        <p:spPr>
          <a:xfrm>
            <a:off x="5578177" y="2711488"/>
            <a:ext cx="494400" cy="496800"/>
          </a:xfrm>
          <a:prstGeom prst="roundRect">
            <a:avLst>
              <a:gd fmla="val 21845"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128"/>
          <p:cNvSpPr/>
          <p:nvPr/>
        </p:nvSpPr>
        <p:spPr>
          <a:xfrm>
            <a:off x="7685485" y="3464325"/>
            <a:ext cx="1405200" cy="1765800"/>
          </a:xfrm>
          <a:prstGeom prst="rect">
            <a:avLst/>
          </a:prstGeom>
          <a:solidFill>
            <a:schemeClr val="lt1"/>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128"/>
          <p:cNvSpPr txBox="1"/>
          <p:nvPr/>
        </p:nvSpPr>
        <p:spPr>
          <a:xfrm>
            <a:off x="7698080" y="3464175"/>
            <a:ext cx="1344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Cloud 2</a:t>
            </a:r>
            <a:endParaRPr>
              <a:latin typeface="Overpass Light"/>
              <a:ea typeface="Overpass Light"/>
              <a:cs typeface="Overpass Light"/>
              <a:sym typeface="Overpass Light"/>
            </a:endParaRPr>
          </a:p>
        </p:txBody>
      </p:sp>
      <p:pic>
        <p:nvPicPr>
          <p:cNvPr id="1965" name="Google Shape;1965;p128"/>
          <p:cNvPicPr preferRelativeResize="0"/>
          <p:nvPr/>
        </p:nvPicPr>
        <p:blipFill>
          <a:blip r:embed="rId6">
            <a:alphaModFix/>
          </a:blip>
          <a:stretch>
            <a:fillRect/>
          </a:stretch>
        </p:blipFill>
        <p:spPr>
          <a:xfrm>
            <a:off x="7982730" y="3985939"/>
            <a:ext cx="762000" cy="762000"/>
          </a:xfrm>
          <a:prstGeom prst="rect">
            <a:avLst/>
          </a:prstGeom>
          <a:noFill/>
          <a:ln>
            <a:noFill/>
          </a:ln>
        </p:spPr>
      </p:pic>
      <p:grpSp>
        <p:nvGrpSpPr>
          <p:cNvPr id="1966" name="Google Shape;1966;p128"/>
          <p:cNvGrpSpPr/>
          <p:nvPr/>
        </p:nvGrpSpPr>
        <p:grpSpPr>
          <a:xfrm>
            <a:off x="5475314" y="1899915"/>
            <a:ext cx="1233548" cy="400200"/>
            <a:chOff x="9030285" y="1083983"/>
            <a:chExt cx="1233548" cy="400200"/>
          </a:xfrm>
        </p:grpSpPr>
        <p:pic>
          <p:nvPicPr>
            <p:cNvPr id="1967" name="Google Shape;1967;p128"/>
            <p:cNvPicPr preferRelativeResize="0"/>
            <p:nvPr/>
          </p:nvPicPr>
          <p:blipFill>
            <a:blip r:embed="rId7">
              <a:alphaModFix/>
            </a:blip>
            <a:stretch>
              <a:fillRect/>
            </a:stretch>
          </p:blipFill>
          <p:spPr>
            <a:xfrm>
              <a:off x="9030285" y="1083983"/>
              <a:ext cx="400200" cy="400200"/>
            </a:xfrm>
            <a:prstGeom prst="rect">
              <a:avLst/>
            </a:prstGeom>
            <a:noFill/>
            <a:ln>
              <a:noFill/>
            </a:ln>
          </p:spPr>
        </p:pic>
        <p:sp>
          <p:nvSpPr>
            <p:cNvPr id="1968" name="Google Shape;1968;p128"/>
            <p:cNvSpPr txBox="1"/>
            <p:nvPr/>
          </p:nvSpPr>
          <p:spPr>
            <a:xfrm>
              <a:off x="9411833" y="1114733"/>
              <a:ext cx="852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Automation</a:t>
              </a:r>
              <a:endParaRPr sz="1000">
                <a:latin typeface="Overpass Light"/>
                <a:ea typeface="Overpass Light"/>
                <a:cs typeface="Overpass Light"/>
                <a:sym typeface="Overpass Light"/>
              </a:endParaRPr>
            </a:p>
          </p:txBody>
        </p:sp>
      </p:grpSp>
      <p:grpSp>
        <p:nvGrpSpPr>
          <p:cNvPr id="1969" name="Google Shape;1969;p128"/>
          <p:cNvGrpSpPr/>
          <p:nvPr/>
        </p:nvGrpSpPr>
        <p:grpSpPr>
          <a:xfrm>
            <a:off x="3901681" y="1899915"/>
            <a:ext cx="1113243" cy="400200"/>
            <a:chOff x="9030285" y="1562396"/>
            <a:chExt cx="1113243" cy="400200"/>
          </a:xfrm>
        </p:grpSpPr>
        <p:pic>
          <p:nvPicPr>
            <p:cNvPr id="1970" name="Google Shape;1970;p128"/>
            <p:cNvPicPr preferRelativeResize="0"/>
            <p:nvPr/>
          </p:nvPicPr>
          <p:blipFill>
            <a:blip r:embed="rId8">
              <a:alphaModFix/>
            </a:blip>
            <a:stretch>
              <a:fillRect/>
            </a:stretch>
          </p:blipFill>
          <p:spPr>
            <a:xfrm>
              <a:off x="9030285" y="1562396"/>
              <a:ext cx="400200" cy="400200"/>
            </a:xfrm>
            <a:prstGeom prst="rect">
              <a:avLst/>
            </a:prstGeom>
            <a:noFill/>
            <a:ln>
              <a:noFill/>
            </a:ln>
          </p:spPr>
        </p:pic>
        <p:sp>
          <p:nvSpPr>
            <p:cNvPr id="1971" name="Google Shape;1971;p128"/>
            <p:cNvSpPr txBox="1"/>
            <p:nvPr/>
          </p:nvSpPr>
          <p:spPr>
            <a:xfrm>
              <a:off x="9411828" y="1593156"/>
              <a:ext cx="73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Lifecycle</a:t>
              </a:r>
              <a:endParaRPr sz="1000">
                <a:latin typeface="Overpass Light"/>
                <a:ea typeface="Overpass Light"/>
                <a:cs typeface="Overpass Light"/>
                <a:sym typeface="Overpass Light"/>
              </a:endParaRPr>
            </a:p>
          </p:txBody>
        </p:sp>
      </p:grpSp>
      <p:grpSp>
        <p:nvGrpSpPr>
          <p:cNvPr id="1972" name="Google Shape;1972;p128"/>
          <p:cNvGrpSpPr/>
          <p:nvPr/>
        </p:nvGrpSpPr>
        <p:grpSpPr>
          <a:xfrm>
            <a:off x="2096410" y="1899925"/>
            <a:ext cx="1344880" cy="400200"/>
            <a:chOff x="9030285" y="2040808"/>
            <a:chExt cx="1420448" cy="400200"/>
          </a:xfrm>
        </p:grpSpPr>
        <p:pic>
          <p:nvPicPr>
            <p:cNvPr id="1973" name="Google Shape;1973;p128"/>
            <p:cNvPicPr preferRelativeResize="0"/>
            <p:nvPr/>
          </p:nvPicPr>
          <p:blipFill>
            <a:blip r:embed="rId9">
              <a:alphaModFix/>
            </a:blip>
            <a:stretch>
              <a:fillRect/>
            </a:stretch>
          </p:blipFill>
          <p:spPr>
            <a:xfrm>
              <a:off x="9030285" y="2040808"/>
              <a:ext cx="400200" cy="400200"/>
            </a:xfrm>
            <a:prstGeom prst="rect">
              <a:avLst/>
            </a:prstGeom>
            <a:noFill/>
            <a:ln>
              <a:noFill/>
            </a:ln>
          </p:spPr>
        </p:pic>
        <p:sp>
          <p:nvSpPr>
            <p:cNvPr id="1974" name="Google Shape;1974;p128"/>
            <p:cNvSpPr txBox="1"/>
            <p:nvPr/>
          </p:nvSpPr>
          <p:spPr>
            <a:xfrm>
              <a:off x="9411833" y="2071558"/>
              <a:ext cx="1038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Security/SSO</a:t>
              </a:r>
              <a:endParaRPr sz="1000">
                <a:latin typeface="Overpass Light"/>
                <a:ea typeface="Overpass Light"/>
                <a:cs typeface="Overpass Light"/>
                <a:sym typeface="Overpass Light"/>
              </a:endParaRPr>
            </a:p>
          </p:txBody>
        </p:sp>
      </p:grpSp>
      <p:grpSp>
        <p:nvGrpSpPr>
          <p:cNvPr id="1975" name="Google Shape;1975;p128"/>
          <p:cNvGrpSpPr/>
          <p:nvPr/>
        </p:nvGrpSpPr>
        <p:grpSpPr>
          <a:xfrm>
            <a:off x="7169253" y="1899915"/>
            <a:ext cx="1248242" cy="400200"/>
            <a:chOff x="9030285" y="2519221"/>
            <a:chExt cx="1248242" cy="400200"/>
          </a:xfrm>
        </p:grpSpPr>
        <p:pic>
          <p:nvPicPr>
            <p:cNvPr id="1976" name="Google Shape;1976;p128"/>
            <p:cNvPicPr preferRelativeResize="0"/>
            <p:nvPr/>
          </p:nvPicPr>
          <p:blipFill>
            <a:blip r:embed="rId10">
              <a:alphaModFix/>
            </a:blip>
            <a:stretch>
              <a:fillRect/>
            </a:stretch>
          </p:blipFill>
          <p:spPr>
            <a:xfrm>
              <a:off x="9030285" y="2519221"/>
              <a:ext cx="400200" cy="400200"/>
            </a:xfrm>
            <a:prstGeom prst="rect">
              <a:avLst/>
            </a:prstGeom>
            <a:noFill/>
            <a:ln>
              <a:noFill/>
            </a:ln>
          </p:spPr>
        </p:pic>
        <p:sp>
          <p:nvSpPr>
            <p:cNvPr id="1977" name="Google Shape;1977;p128"/>
            <p:cNvSpPr txBox="1"/>
            <p:nvPr/>
          </p:nvSpPr>
          <p:spPr>
            <a:xfrm>
              <a:off x="9411827" y="2549981"/>
              <a:ext cx="866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Compliance</a:t>
              </a:r>
              <a:endParaRPr sz="1000">
                <a:latin typeface="Overpass Light"/>
                <a:ea typeface="Overpass Light"/>
                <a:cs typeface="Overpass Light"/>
                <a:sym typeface="Overpass Light"/>
              </a:endParaRPr>
            </a:p>
          </p:txBody>
        </p:sp>
      </p:grpSp>
      <p:grpSp>
        <p:nvGrpSpPr>
          <p:cNvPr id="1978" name="Google Shape;1978;p128"/>
          <p:cNvGrpSpPr/>
          <p:nvPr/>
        </p:nvGrpSpPr>
        <p:grpSpPr>
          <a:xfrm>
            <a:off x="8877885" y="1899915"/>
            <a:ext cx="1409040" cy="400200"/>
            <a:chOff x="9030285" y="2997633"/>
            <a:chExt cx="1409040" cy="400200"/>
          </a:xfrm>
        </p:grpSpPr>
        <p:pic>
          <p:nvPicPr>
            <p:cNvPr id="1979" name="Google Shape;1979;p128"/>
            <p:cNvPicPr preferRelativeResize="0"/>
            <p:nvPr/>
          </p:nvPicPr>
          <p:blipFill>
            <a:blip r:embed="rId11">
              <a:alphaModFix/>
            </a:blip>
            <a:stretch>
              <a:fillRect/>
            </a:stretch>
          </p:blipFill>
          <p:spPr>
            <a:xfrm>
              <a:off x="9030285" y="2997633"/>
              <a:ext cx="400200" cy="400200"/>
            </a:xfrm>
            <a:prstGeom prst="rect">
              <a:avLst/>
            </a:prstGeom>
            <a:noFill/>
            <a:ln>
              <a:noFill/>
            </a:ln>
          </p:spPr>
        </p:pic>
        <p:sp>
          <p:nvSpPr>
            <p:cNvPr id="1980" name="Google Shape;1980;p128"/>
            <p:cNvSpPr txBox="1"/>
            <p:nvPr/>
          </p:nvSpPr>
          <p:spPr>
            <a:xfrm>
              <a:off x="9411825" y="3028394"/>
              <a:ext cx="10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Configuration</a:t>
              </a:r>
              <a:endParaRPr sz="1000">
                <a:latin typeface="Overpass Light"/>
                <a:ea typeface="Overpass Light"/>
                <a:cs typeface="Overpass Light"/>
                <a:sym typeface="Overpass Light"/>
              </a:endParaRPr>
            </a:p>
          </p:txBody>
        </p:sp>
      </p:grpSp>
      <p:pic>
        <p:nvPicPr>
          <p:cNvPr id="1981" name="Google Shape;1981;p128"/>
          <p:cNvPicPr preferRelativeResize="0"/>
          <p:nvPr/>
        </p:nvPicPr>
        <p:blipFill rotWithShape="1">
          <a:blip r:embed="rId12">
            <a:alphaModFix/>
          </a:blip>
          <a:srcRect b="13752" l="0" r="0" t="16966"/>
          <a:stretch/>
        </p:blipFill>
        <p:spPr>
          <a:xfrm>
            <a:off x="142628" y="3592950"/>
            <a:ext cx="1344875" cy="861000"/>
          </a:xfrm>
          <a:prstGeom prst="rect">
            <a:avLst/>
          </a:prstGeom>
          <a:noFill/>
          <a:ln>
            <a:noFill/>
          </a:ln>
        </p:spPr>
      </p:pic>
      <p:sp>
        <p:nvSpPr>
          <p:cNvPr id="1982" name="Google Shape;1982;p128"/>
          <p:cNvSpPr txBox="1"/>
          <p:nvPr/>
        </p:nvSpPr>
        <p:spPr>
          <a:xfrm>
            <a:off x="107138" y="1801125"/>
            <a:ext cx="1263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Red Hat Hybrid Cloud</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Services</a:t>
            </a:r>
            <a:endParaRPr>
              <a:latin typeface="Overpass Light"/>
              <a:ea typeface="Overpass Light"/>
              <a:cs typeface="Overpass Light"/>
              <a:sym typeface="Overpass Light"/>
            </a:endParaRPr>
          </a:p>
        </p:txBody>
      </p:sp>
      <p:cxnSp>
        <p:nvCxnSpPr>
          <p:cNvPr id="1983" name="Google Shape;1983;p128"/>
          <p:cNvCxnSpPr>
            <a:stCxn id="1981" idx="0"/>
          </p:cNvCxnSpPr>
          <p:nvPr/>
        </p:nvCxnSpPr>
        <p:spPr>
          <a:xfrm rot="-5400000">
            <a:off x="1221116" y="2562900"/>
            <a:ext cx="624000" cy="1436100"/>
          </a:xfrm>
          <a:prstGeom prst="curvedConnector2">
            <a:avLst/>
          </a:prstGeom>
          <a:noFill/>
          <a:ln cap="flat" cmpd="sng" w="19050">
            <a:solidFill>
              <a:schemeClr val="dk1"/>
            </a:solidFill>
            <a:prstDash val="solid"/>
            <a:round/>
            <a:headEnd len="med" w="med" type="triangle"/>
            <a:tailEnd len="med" w="med" type="triangle"/>
          </a:ln>
        </p:spPr>
      </p:cxnSp>
      <p:sp>
        <p:nvSpPr>
          <p:cNvPr id="1984" name="Google Shape;1984;p128"/>
          <p:cNvSpPr txBox="1"/>
          <p:nvPr/>
        </p:nvSpPr>
        <p:spPr>
          <a:xfrm>
            <a:off x="8187100" y="2769446"/>
            <a:ext cx="140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Native AD Trust</a:t>
            </a:r>
            <a:endParaRPr>
              <a:latin typeface="Overpass Light"/>
              <a:ea typeface="Overpass Light"/>
              <a:cs typeface="Overpass Light"/>
              <a:sym typeface="Overpass Light"/>
            </a:endParaRPr>
          </a:p>
        </p:txBody>
      </p:sp>
      <p:grpSp>
        <p:nvGrpSpPr>
          <p:cNvPr id="1985" name="Google Shape;1985;p128"/>
          <p:cNvGrpSpPr/>
          <p:nvPr/>
        </p:nvGrpSpPr>
        <p:grpSpPr>
          <a:xfrm>
            <a:off x="7832228" y="4664966"/>
            <a:ext cx="1063003" cy="320100"/>
            <a:chOff x="7850298" y="5712472"/>
            <a:chExt cx="1063003" cy="320100"/>
          </a:xfrm>
        </p:grpSpPr>
        <p:grpSp>
          <p:nvGrpSpPr>
            <p:cNvPr id="1986" name="Google Shape;1986;p128"/>
            <p:cNvGrpSpPr/>
            <p:nvPr/>
          </p:nvGrpSpPr>
          <p:grpSpPr>
            <a:xfrm>
              <a:off x="8221825" y="5712503"/>
              <a:ext cx="320025" cy="320039"/>
              <a:chOff x="3734825" y="5794325"/>
              <a:chExt cx="494400" cy="496800"/>
            </a:xfrm>
          </p:grpSpPr>
          <p:sp>
            <p:nvSpPr>
              <p:cNvPr id="1987" name="Google Shape;1987;p128"/>
              <p:cNvSpPr/>
              <p:nvPr/>
            </p:nvSpPr>
            <p:spPr>
              <a:xfrm>
                <a:off x="3734825" y="5794325"/>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88" name="Google Shape;1988;p128"/>
              <p:cNvPicPr preferRelativeResize="0"/>
              <p:nvPr/>
            </p:nvPicPr>
            <p:blipFill>
              <a:blip r:embed="rId13">
                <a:alphaModFix/>
              </a:blip>
              <a:stretch>
                <a:fillRect/>
              </a:stretch>
            </p:blipFill>
            <p:spPr>
              <a:xfrm>
                <a:off x="3768875" y="5833375"/>
                <a:ext cx="431100" cy="431100"/>
              </a:xfrm>
              <a:prstGeom prst="rect">
                <a:avLst/>
              </a:prstGeom>
              <a:noFill/>
              <a:ln>
                <a:noFill/>
              </a:ln>
            </p:spPr>
          </p:pic>
        </p:grpSp>
        <p:grpSp>
          <p:nvGrpSpPr>
            <p:cNvPr id="1989" name="Google Shape;1989;p128"/>
            <p:cNvGrpSpPr/>
            <p:nvPr/>
          </p:nvGrpSpPr>
          <p:grpSpPr>
            <a:xfrm>
              <a:off x="8593276" y="5712502"/>
              <a:ext cx="320025" cy="320041"/>
              <a:chOff x="4343234" y="4889450"/>
              <a:chExt cx="494400" cy="496803"/>
            </a:xfrm>
          </p:grpSpPr>
          <p:sp>
            <p:nvSpPr>
              <p:cNvPr id="1990" name="Google Shape;1990;p128"/>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91" name="Google Shape;1991;p128"/>
              <p:cNvPicPr preferRelativeResize="0"/>
              <p:nvPr/>
            </p:nvPicPr>
            <p:blipFill rotWithShape="1">
              <a:blip r:embed="rId3">
                <a:alphaModFix/>
              </a:blip>
              <a:srcRect b="6729" l="13134" r="11033" t="8625"/>
              <a:stretch/>
            </p:blipFill>
            <p:spPr>
              <a:xfrm>
                <a:off x="4383607" y="4904479"/>
                <a:ext cx="431559" cy="481775"/>
              </a:xfrm>
              <a:prstGeom prst="rect">
                <a:avLst/>
              </a:prstGeom>
              <a:noFill/>
              <a:ln>
                <a:noFill/>
              </a:ln>
            </p:spPr>
          </p:pic>
        </p:grpSp>
        <p:grpSp>
          <p:nvGrpSpPr>
            <p:cNvPr id="1992" name="Google Shape;1992;p128"/>
            <p:cNvGrpSpPr/>
            <p:nvPr/>
          </p:nvGrpSpPr>
          <p:grpSpPr>
            <a:xfrm>
              <a:off x="7850298" y="5712472"/>
              <a:ext cx="320100" cy="320100"/>
              <a:chOff x="7850298" y="5716815"/>
              <a:chExt cx="320100" cy="320100"/>
            </a:xfrm>
          </p:grpSpPr>
          <p:pic>
            <p:nvPicPr>
              <p:cNvPr id="1993" name="Google Shape;1993;p128"/>
              <p:cNvPicPr preferRelativeResize="0"/>
              <p:nvPr/>
            </p:nvPicPr>
            <p:blipFill rotWithShape="1">
              <a:blip r:embed="rId14">
                <a:alphaModFix/>
              </a:blip>
              <a:srcRect b="18682" l="21903" r="23772" t="14924"/>
              <a:stretch/>
            </p:blipFill>
            <p:spPr>
              <a:xfrm>
                <a:off x="7918713" y="5772150"/>
                <a:ext cx="173850" cy="211925"/>
              </a:xfrm>
              <a:prstGeom prst="rect">
                <a:avLst/>
              </a:prstGeom>
              <a:noFill/>
              <a:ln>
                <a:noFill/>
              </a:ln>
            </p:spPr>
          </p:pic>
          <p:sp>
            <p:nvSpPr>
              <p:cNvPr id="1994" name="Google Shape;1994;p128"/>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995" name="Google Shape;1995;p128"/>
          <p:cNvGrpSpPr/>
          <p:nvPr/>
        </p:nvGrpSpPr>
        <p:grpSpPr>
          <a:xfrm>
            <a:off x="9185518" y="3464175"/>
            <a:ext cx="1405200" cy="1765950"/>
            <a:chOff x="9138222" y="3768075"/>
            <a:chExt cx="1405200" cy="1765950"/>
          </a:xfrm>
        </p:grpSpPr>
        <p:sp>
          <p:nvSpPr>
            <p:cNvPr id="1996" name="Google Shape;1996;p128"/>
            <p:cNvSpPr/>
            <p:nvPr/>
          </p:nvSpPr>
          <p:spPr>
            <a:xfrm>
              <a:off x="9138222" y="3768225"/>
              <a:ext cx="1405200" cy="1765800"/>
            </a:xfrm>
            <a:prstGeom prst="rect">
              <a:avLst/>
            </a:prstGeom>
            <a:solidFill>
              <a:schemeClr val="lt1"/>
            </a:solidFill>
            <a:ln cap="flat" cmpd="sng" w="28575">
              <a:solidFill>
                <a:srgbClr val="BF9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128"/>
            <p:cNvSpPr txBox="1"/>
            <p:nvPr/>
          </p:nvSpPr>
          <p:spPr>
            <a:xfrm>
              <a:off x="9209457" y="3768075"/>
              <a:ext cx="1263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Cloud 3</a:t>
              </a:r>
              <a:endParaRPr>
                <a:latin typeface="Overpass Light"/>
                <a:ea typeface="Overpass Light"/>
                <a:cs typeface="Overpass Light"/>
                <a:sym typeface="Overpass Light"/>
              </a:endParaRPr>
            </a:p>
          </p:txBody>
        </p:sp>
        <p:pic>
          <p:nvPicPr>
            <p:cNvPr id="1998" name="Google Shape;1998;p128"/>
            <p:cNvPicPr preferRelativeResize="0"/>
            <p:nvPr/>
          </p:nvPicPr>
          <p:blipFill>
            <a:blip r:embed="rId6">
              <a:alphaModFix/>
            </a:blip>
            <a:stretch>
              <a:fillRect/>
            </a:stretch>
          </p:blipFill>
          <p:spPr>
            <a:xfrm>
              <a:off x="9459821" y="4289839"/>
              <a:ext cx="762000" cy="762000"/>
            </a:xfrm>
            <a:prstGeom prst="rect">
              <a:avLst/>
            </a:prstGeom>
            <a:noFill/>
            <a:ln>
              <a:noFill/>
            </a:ln>
          </p:spPr>
        </p:pic>
        <p:grpSp>
          <p:nvGrpSpPr>
            <p:cNvPr id="1999" name="Google Shape;1999;p128"/>
            <p:cNvGrpSpPr/>
            <p:nvPr/>
          </p:nvGrpSpPr>
          <p:grpSpPr>
            <a:xfrm>
              <a:off x="9309320" y="4968865"/>
              <a:ext cx="1063003" cy="320100"/>
              <a:chOff x="7850298" y="5712472"/>
              <a:chExt cx="1063003" cy="320100"/>
            </a:xfrm>
          </p:grpSpPr>
          <p:grpSp>
            <p:nvGrpSpPr>
              <p:cNvPr id="2000" name="Google Shape;2000;p128"/>
              <p:cNvGrpSpPr/>
              <p:nvPr/>
            </p:nvGrpSpPr>
            <p:grpSpPr>
              <a:xfrm>
                <a:off x="8221825" y="5712503"/>
                <a:ext cx="320025" cy="320039"/>
                <a:chOff x="3734825" y="5794325"/>
                <a:chExt cx="494400" cy="496800"/>
              </a:xfrm>
            </p:grpSpPr>
            <p:sp>
              <p:nvSpPr>
                <p:cNvPr id="2001" name="Google Shape;2001;p128"/>
                <p:cNvSpPr/>
                <p:nvPr/>
              </p:nvSpPr>
              <p:spPr>
                <a:xfrm>
                  <a:off x="3734825" y="5794325"/>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02" name="Google Shape;2002;p128"/>
                <p:cNvPicPr preferRelativeResize="0"/>
                <p:nvPr/>
              </p:nvPicPr>
              <p:blipFill>
                <a:blip r:embed="rId13">
                  <a:alphaModFix/>
                </a:blip>
                <a:stretch>
                  <a:fillRect/>
                </a:stretch>
              </p:blipFill>
              <p:spPr>
                <a:xfrm>
                  <a:off x="3768875" y="5833375"/>
                  <a:ext cx="431100" cy="431100"/>
                </a:xfrm>
                <a:prstGeom prst="rect">
                  <a:avLst/>
                </a:prstGeom>
                <a:noFill/>
                <a:ln>
                  <a:noFill/>
                </a:ln>
              </p:spPr>
            </p:pic>
          </p:grpSp>
          <p:grpSp>
            <p:nvGrpSpPr>
              <p:cNvPr id="2003" name="Google Shape;2003;p128"/>
              <p:cNvGrpSpPr/>
              <p:nvPr/>
            </p:nvGrpSpPr>
            <p:grpSpPr>
              <a:xfrm>
                <a:off x="8593276" y="5712502"/>
                <a:ext cx="320025" cy="320041"/>
                <a:chOff x="4343234" y="4889450"/>
                <a:chExt cx="494400" cy="496803"/>
              </a:xfrm>
            </p:grpSpPr>
            <p:sp>
              <p:nvSpPr>
                <p:cNvPr id="2004" name="Google Shape;2004;p128"/>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05" name="Google Shape;2005;p128"/>
                <p:cNvPicPr preferRelativeResize="0"/>
                <p:nvPr/>
              </p:nvPicPr>
              <p:blipFill rotWithShape="1">
                <a:blip r:embed="rId3">
                  <a:alphaModFix/>
                </a:blip>
                <a:srcRect b="6729" l="13134" r="11033" t="8625"/>
                <a:stretch/>
              </p:blipFill>
              <p:spPr>
                <a:xfrm>
                  <a:off x="4383607" y="4904479"/>
                  <a:ext cx="431559" cy="481775"/>
                </a:xfrm>
                <a:prstGeom prst="rect">
                  <a:avLst/>
                </a:prstGeom>
                <a:noFill/>
                <a:ln>
                  <a:noFill/>
                </a:ln>
              </p:spPr>
            </p:pic>
          </p:grpSp>
          <p:grpSp>
            <p:nvGrpSpPr>
              <p:cNvPr id="2006" name="Google Shape;2006;p128"/>
              <p:cNvGrpSpPr/>
              <p:nvPr/>
            </p:nvGrpSpPr>
            <p:grpSpPr>
              <a:xfrm>
                <a:off x="7850298" y="5712472"/>
                <a:ext cx="320100" cy="320100"/>
                <a:chOff x="7850298" y="5716815"/>
                <a:chExt cx="320100" cy="320100"/>
              </a:xfrm>
            </p:grpSpPr>
            <p:pic>
              <p:nvPicPr>
                <p:cNvPr id="2007" name="Google Shape;2007;p128"/>
                <p:cNvPicPr preferRelativeResize="0"/>
                <p:nvPr/>
              </p:nvPicPr>
              <p:blipFill rotWithShape="1">
                <a:blip r:embed="rId14">
                  <a:alphaModFix/>
                </a:blip>
                <a:srcRect b="18682" l="21903" r="23772" t="14924"/>
                <a:stretch/>
              </p:blipFill>
              <p:spPr>
                <a:xfrm>
                  <a:off x="7918713" y="5772150"/>
                  <a:ext cx="173850" cy="211925"/>
                </a:xfrm>
                <a:prstGeom prst="rect">
                  <a:avLst/>
                </a:prstGeom>
                <a:noFill/>
                <a:ln>
                  <a:noFill/>
                </a:ln>
              </p:spPr>
            </p:pic>
            <p:sp>
              <p:nvSpPr>
                <p:cNvPr id="2008" name="Google Shape;2008;p128"/>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2009" name="Google Shape;2009;p128"/>
          <p:cNvGrpSpPr/>
          <p:nvPr/>
        </p:nvGrpSpPr>
        <p:grpSpPr>
          <a:xfrm>
            <a:off x="3185384" y="3464184"/>
            <a:ext cx="1405200" cy="1765942"/>
            <a:chOff x="3187240" y="3768083"/>
            <a:chExt cx="1405200" cy="1765942"/>
          </a:xfrm>
        </p:grpSpPr>
        <p:sp>
          <p:nvSpPr>
            <p:cNvPr id="2010" name="Google Shape;2010;p128"/>
            <p:cNvSpPr/>
            <p:nvPr/>
          </p:nvSpPr>
          <p:spPr>
            <a:xfrm>
              <a:off x="3187240" y="3768225"/>
              <a:ext cx="1405200" cy="1765800"/>
            </a:xfrm>
            <a:prstGeom prst="rect">
              <a:avLst/>
            </a:prstGeom>
            <a:solidFill>
              <a:schemeClr val="l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128"/>
            <p:cNvSpPr txBox="1"/>
            <p:nvPr/>
          </p:nvSpPr>
          <p:spPr>
            <a:xfrm>
              <a:off x="3228340" y="3768083"/>
              <a:ext cx="132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Data Center 2</a:t>
              </a:r>
              <a:endParaRPr>
                <a:latin typeface="Overpass Light"/>
                <a:ea typeface="Overpass Light"/>
                <a:cs typeface="Overpass Light"/>
                <a:sym typeface="Overpass Light"/>
              </a:endParaRPr>
            </a:p>
          </p:txBody>
        </p:sp>
        <p:grpSp>
          <p:nvGrpSpPr>
            <p:cNvPr id="2012" name="Google Shape;2012;p128"/>
            <p:cNvGrpSpPr/>
            <p:nvPr/>
          </p:nvGrpSpPr>
          <p:grpSpPr>
            <a:xfrm>
              <a:off x="3358338" y="4968865"/>
              <a:ext cx="1063003" cy="320100"/>
              <a:chOff x="7850298" y="5712472"/>
              <a:chExt cx="1063003" cy="320100"/>
            </a:xfrm>
          </p:grpSpPr>
          <p:grpSp>
            <p:nvGrpSpPr>
              <p:cNvPr id="2013" name="Google Shape;2013;p128"/>
              <p:cNvGrpSpPr/>
              <p:nvPr/>
            </p:nvGrpSpPr>
            <p:grpSpPr>
              <a:xfrm>
                <a:off x="8221825" y="5712503"/>
                <a:ext cx="320025" cy="320039"/>
                <a:chOff x="3734825" y="5794325"/>
                <a:chExt cx="494400" cy="496800"/>
              </a:xfrm>
            </p:grpSpPr>
            <p:sp>
              <p:nvSpPr>
                <p:cNvPr id="2014" name="Google Shape;2014;p128"/>
                <p:cNvSpPr/>
                <p:nvPr/>
              </p:nvSpPr>
              <p:spPr>
                <a:xfrm>
                  <a:off x="3734825" y="5794325"/>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15" name="Google Shape;2015;p128"/>
                <p:cNvPicPr preferRelativeResize="0"/>
                <p:nvPr/>
              </p:nvPicPr>
              <p:blipFill>
                <a:blip r:embed="rId13">
                  <a:alphaModFix/>
                </a:blip>
                <a:stretch>
                  <a:fillRect/>
                </a:stretch>
              </p:blipFill>
              <p:spPr>
                <a:xfrm>
                  <a:off x="3768875" y="5833375"/>
                  <a:ext cx="431100" cy="431100"/>
                </a:xfrm>
                <a:prstGeom prst="rect">
                  <a:avLst/>
                </a:prstGeom>
                <a:noFill/>
                <a:ln>
                  <a:noFill/>
                </a:ln>
              </p:spPr>
            </p:pic>
          </p:grpSp>
          <p:grpSp>
            <p:nvGrpSpPr>
              <p:cNvPr id="2016" name="Google Shape;2016;p128"/>
              <p:cNvGrpSpPr/>
              <p:nvPr/>
            </p:nvGrpSpPr>
            <p:grpSpPr>
              <a:xfrm>
                <a:off x="8593276" y="5712502"/>
                <a:ext cx="320025" cy="320041"/>
                <a:chOff x="4343234" y="4889450"/>
                <a:chExt cx="494400" cy="496803"/>
              </a:xfrm>
            </p:grpSpPr>
            <p:sp>
              <p:nvSpPr>
                <p:cNvPr id="2017" name="Google Shape;2017;p128"/>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18" name="Google Shape;2018;p128"/>
                <p:cNvPicPr preferRelativeResize="0"/>
                <p:nvPr/>
              </p:nvPicPr>
              <p:blipFill rotWithShape="1">
                <a:blip r:embed="rId3">
                  <a:alphaModFix/>
                </a:blip>
                <a:srcRect b="6729" l="13134" r="11033" t="8625"/>
                <a:stretch/>
              </p:blipFill>
              <p:spPr>
                <a:xfrm>
                  <a:off x="4383607" y="4904479"/>
                  <a:ext cx="431559" cy="481775"/>
                </a:xfrm>
                <a:prstGeom prst="rect">
                  <a:avLst/>
                </a:prstGeom>
                <a:noFill/>
                <a:ln>
                  <a:noFill/>
                </a:ln>
              </p:spPr>
            </p:pic>
          </p:grpSp>
          <p:grpSp>
            <p:nvGrpSpPr>
              <p:cNvPr id="2019" name="Google Shape;2019;p128"/>
              <p:cNvGrpSpPr/>
              <p:nvPr/>
            </p:nvGrpSpPr>
            <p:grpSpPr>
              <a:xfrm>
                <a:off x="7850298" y="5712472"/>
                <a:ext cx="320100" cy="320100"/>
                <a:chOff x="7850298" y="5716815"/>
                <a:chExt cx="320100" cy="320100"/>
              </a:xfrm>
            </p:grpSpPr>
            <p:pic>
              <p:nvPicPr>
                <p:cNvPr id="2020" name="Google Shape;2020;p128"/>
                <p:cNvPicPr preferRelativeResize="0"/>
                <p:nvPr/>
              </p:nvPicPr>
              <p:blipFill rotWithShape="1">
                <a:blip r:embed="rId14">
                  <a:alphaModFix/>
                </a:blip>
                <a:srcRect b="18682" l="21903" r="23772" t="14924"/>
                <a:stretch/>
              </p:blipFill>
              <p:spPr>
                <a:xfrm>
                  <a:off x="7918713" y="5772150"/>
                  <a:ext cx="173850" cy="211925"/>
                </a:xfrm>
                <a:prstGeom prst="rect">
                  <a:avLst/>
                </a:prstGeom>
                <a:noFill/>
                <a:ln>
                  <a:noFill/>
                </a:ln>
              </p:spPr>
            </p:pic>
            <p:sp>
              <p:nvSpPr>
                <p:cNvPr id="2021" name="Google Shape;2021;p128"/>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2022" name="Google Shape;2022;p128"/>
          <p:cNvGrpSpPr/>
          <p:nvPr/>
        </p:nvGrpSpPr>
        <p:grpSpPr>
          <a:xfrm>
            <a:off x="1685350" y="3464192"/>
            <a:ext cx="1405200" cy="1765808"/>
            <a:chOff x="1685350" y="3768092"/>
            <a:chExt cx="1405200" cy="1765808"/>
          </a:xfrm>
        </p:grpSpPr>
        <p:sp>
          <p:nvSpPr>
            <p:cNvPr id="2023" name="Google Shape;2023;p128"/>
            <p:cNvSpPr/>
            <p:nvPr/>
          </p:nvSpPr>
          <p:spPr>
            <a:xfrm>
              <a:off x="1685350" y="3768100"/>
              <a:ext cx="1405200" cy="1765800"/>
            </a:xfrm>
            <a:prstGeom prst="rect">
              <a:avLst/>
            </a:prstGeom>
            <a:solidFill>
              <a:schemeClr val="l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128"/>
            <p:cNvSpPr txBox="1"/>
            <p:nvPr/>
          </p:nvSpPr>
          <p:spPr>
            <a:xfrm>
              <a:off x="1756300" y="3768092"/>
              <a:ext cx="1263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Data Center 1</a:t>
              </a:r>
              <a:endParaRPr>
                <a:latin typeface="Overpass Light"/>
                <a:ea typeface="Overpass Light"/>
                <a:cs typeface="Overpass Light"/>
                <a:sym typeface="Overpass Light"/>
              </a:endParaRPr>
            </a:p>
          </p:txBody>
        </p:sp>
        <p:grpSp>
          <p:nvGrpSpPr>
            <p:cNvPr id="2025" name="Google Shape;2025;p128"/>
            <p:cNvGrpSpPr/>
            <p:nvPr/>
          </p:nvGrpSpPr>
          <p:grpSpPr>
            <a:xfrm>
              <a:off x="1856448" y="4968865"/>
              <a:ext cx="1063003" cy="320100"/>
              <a:chOff x="7850298" y="5712472"/>
              <a:chExt cx="1063003" cy="320100"/>
            </a:xfrm>
          </p:grpSpPr>
          <p:grpSp>
            <p:nvGrpSpPr>
              <p:cNvPr id="2026" name="Google Shape;2026;p128"/>
              <p:cNvGrpSpPr/>
              <p:nvPr/>
            </p:nvGrpSpPr>
            <p:grpSpPr>
              <a:xfrm>
                <a:off x="8221825" y="5712503"/>
                <a:ext cx="320025" cy="320039"/>
                <a:chOff x="3734825" y="5794325"/>
                <a:chExt cx="494400" cy="496800"/>
              </a:xfrm>
            </p:grpSpPr>
            <p:sp>
              <p:nvSpPr>
                <p:cNvPr id="2027" name="Google Shape;2027;p128"/>
                <p:cNvSpPr/>
                <p:nvPr/>
              </p:nvSpPr>
              <p:spPr>
                <a:xfrm>
                  <a:off x="3734825" y="5794325"/>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28" name="Google Shape;2028;p128"/>
                <p:cNvPicPr preferRelativeResize="0"/>
                <p:nvPr/>
              </p:nvPicPr>
              <p:blipFill>
                <a:blip r:embed="rId13">
                  <a:alphaModFix/>
                </a:blip>
                <a:stretch>
                  <a:fillRect/>
                </a:stretch>
              </p:blipFill>
              <p:spPr>
                <a:xfrm>
                  <a:off x="3768875" y="5833375"/>
                  <a:ext cx="431100" cy="431100"/>
                </a:xfrm>
                <a:prstGeom prst="rect">
                  <a:avLst/>
                </a:prstGeom>
                <a:noFill/>
                <a:ln>
                  <a:noFill/>
                </a:ln>
              </p:spPr>
            </p:pic>
          </p:grpSp>
          <p:grpSp>
            <p:nvGrpSpPr>
              <p:cNvPr id="2029" name="Google Shape;2029;p128"/>
              <p:cNvGrpSpPr/>
              <p:nvPr/>
            </p:nvGrpSpPr>
            <p:grpSpPr>
              <a:xfrm>
                <a:off x="8593276" y="5712502"/>
                <a:ext cx="320025" cy="320041"/>
                <a:chOff x="4343234" y="4889450"/>
                <a:chExt cx="494400" cy="496803"/>
              </a:xfrm>
            </p:grpSpPr>
            <p:sp>
              <p:nvSpPr>
                <p:cNvPr id="2030" name="Google Shape;2030;p128"/>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31" name="Google Shape;2031;p128"/>
                <p:cNvPicPr preferRelativeResize="0"/>
                <p:nvPr/>
              </p:nvPicPr>
              <p:blipFill rotWithShape="1">
                <a:blip r:embed="rId3">
                  <a:alphaModFix/>
                </a:blip>
                <a:srcRect b="6729" l="13134" r="11033" t="8625"/>
                <a:stretch/>
              </p:blipFill>
              <p:spPr>
                <a:xfrm>
                  <a:off x="4383607" y="4904479"/>
                  <a:ext cx="431559" cy="481775"/>
                </a:xfrm>
                <a:prstGeom prst="rect">
                  <a:avLst/>
                </a:prstGeom>
                <a:noFill/>
                <a:ln>
                  <a:noFill/>
                </a:ln>
              </p:spPr>
            </p:pic>
          </p:grpSp>
          <p:grpSp>
            <p:nvGrpSpPr>
              <p:cNvPr id="2032" name="Google Shape;2032;p128"/>
              <p:cNvGrpSpPr/>
              <p:nvPr/>
            </p:nvGrpSpPr>
            <p:grpSpPr>
              <a:xfrm>
                <a:off x="7850298" y="5712472"/>
                <a:ext cx="320100" cy="320100"/>
                <a:chOff x="7850298" y="5716815"/>
                <a:chExt cx="320100" cy="320100"/>
              </a:xfrm>
            </p:grpSpPr>
            <p:pic>
              <p:nvPicPr>
                <p:cNvPr id="2033" name="Google Shape;2033;p128"/>
                <p:cNvPicPr preferRelativeResize="0"/>
                <p:nvPr/>
              </p:nvPicPr>
              <p:blipFill rotWithShape="1">
                <a:blip r:embed="rId14">
                  <a:alphaModFix/>
                </a:blip>
                <a:srcRect b="18682" l="21903" r="23772" t="14924"/>
                <a:stretch/>
              </p:blipFill>
              <p:spPr>
                <a:xfrm>
                  <a:off x="7918713" y="5772150"/>
                  <a:ext cx="173850" cy="211925"/>
                </a:xfrm>
                <a:prstGeom prst="rect">
                  <a:avLst/>
                </a:prstGeom>
                <a:noFill/>
                <a:ln>
                  <a:noFill/>
                </a:ln>
              </p:spPr>
            </p:pic>
            <p:sp>
              <p:nvSpPr>
                <p:cNvPr id="2034" name="Google Shape;2034;p128"/>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pic>
        <p:nvPicPr>
          <p:cNvPr id="2035" name="Google Shape;2035;p128"/>
          <p:cNvPicPr preferRelativeResize="0"/>
          <p:nvPr/>
        </p:nvPicPr>
        <p:blipFill rotWithShape="1">
          <a:blip r:embed="rId15">
            <a:alphaModFix/>
          </a:blip>
          <a:srcRect b="13122" l="12810" r="11523" t="12272"/>
          <a:stretch/>
        </p:blipFill>
        <p:spPr>
          <a:xfrm>
            <a:off x="5622400" y="2769446"/>
            <a:ext cx="406925" cy="400200"/>
          </a:xfrm>
          <a:prstGeom prst="rect">
            <a:avLst/>
          </a:prstGeom>
          <a:noFill/>
          <a:ln>
            <a:noFill/>
          </a:ln>
        </p:spPr>
      </p:pic>
      <p:grpSp>
        <p:nvGrpSpPr>
          <p:cNvPr id="2036" name="Google Shape;2036;p128"/>
          <p:cNvGrpSpPr/>
          <p:nvPr/>
        </p:nvGrpSpPr>
        <p:grpSpPr>
          <a:xfrm>
            <a:off x="6185451" y="3464175"/>
            <a:ext cx="1405200" cy="1765950"/>
            <a:chOff x="6162420" y="3768075"/>
            <a:chExt cx="1405200" cy="1765950"/>
          </a:xfrm>
        </p:grpSpPr>
        <p:sp>
          <p:nvSpPr>
            <p:cNvPr id="2037" name="Google Shape;2037;p128"/>
            <p:cNvSpPr/>
            <p:nvPr/>
          </p:nvSpPr>
          <p:spPr>
            <a:xfrm>
              <a:off x="6162420" y="3768225"/>
              <a:ext cx="1405200" cy="1765800"/>
            </a:xfrm>
            <a:prstGeom prst="rect">
              <a:avLst/>
            </a:prstGeom>
            <a:solidFill>
              <a:schemeClr val="lt1"/>
            </a:solidFill>
            <a:ln cap="flat" cmpd="sng" w="2857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128"/>
            <p:cNvSpPr txBox="1"/>
            <p:nvPr/>
          </p:nvSpPr>
          <p:spPr>
            <a:xfrm>
              <a:off x="6162420" y="3768075"/>
              <a:ext cx="14052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Cloud 1</a:t>
              </a:r>
              <a:endParaRPr>
                <a:latin typeface="Overpass Light"/>
                <a:ea typeface="Overpass Light"/>
                <a:cs typeface="Overpass Light"/>
                <a:sym typeface="Overpass Light"/>
              </a:endParaRPr>
            </a:p>
            <a:p>
              <a:pPr indent="0" lvl="0" marL="0" rtl="0" algn="ctr">
                <a:spcBef>
                  <a:spcPts val="0"/>
                </a:spcBef>
                <a:spcAft>
                  <a:spcPts val="0"/>
                </a:spcAft>
                <a:buNone/>
              </a:pPr>
              <a:r>
                <a:rPr lang="en">
                  <a:latin typeface="Overpass Light"/>
                  <a:ea typeface="Overpass Light"/>
                  <a:cs typeface="Overpass Light"/>
                  <a:sym typeface="Overpass Light"/>
                </a:rPr>
                <a:t>Region 2</a:t>
              </a:r>
              <a:endParaRPr>
                <a:latin typeface="Overpass Light"/>
                <a:ea typeface="Overpass Light"/>
                <a:cs typeface="Overpass Light"/>
                <a:sym typeface="Overpass Light"/>
              </a:endParaRPr>
            </a:p>
          </p:txBody>
        </p:sp>
        <p:pic>
          <p:nvPicPr>
            <p:cNvPr id="2039" name="Google Shape;2039;p128"/>
            <p:cNvPicPr preferRelativeResize="0"/>
            <p:nvPr/>
          </p:nvPicPr>
          <p:blipFill>
            <a:blip r:embed="rId6">
              <a:alphaModFix/>
            </a:blip>
            <a:stretch>
              <a:fillRect/>
            </a:stretch>
          </p:blipFill>
          <p:spPr>
            <a:xfrm>
              <a:off x="6484020" y="4289839"/>
              <a:ext cx="762000" cy="762000"/>
            </a:xfrm>
            <a:prstGeom prst="rect">
              <a:avLst/>
            </a:prstGeom>
            <a:noFill/>
            <a:ln>
              <a:noFill/>
            </a:ln>
          </p:spPr>
        </p:pic>
        <p:grpSp>
          <p:nvGrpSpPr>
            <p:cNvPr id="2040" name="Google Shape;2040;p128"/>
            <p:cNvGrpSpPr/>
            <p:nvPr/>
          </p:nvGrpSpPr>
          <p:grpSpPr>
            <a:xfrm>
              <a:off x="6333518" y="4968865"/>
              <a:ext cx="1063003" cy="320100"/>
              <a:chOff x="7850298" y="5712472"/>
              <a:chExt cx="1063003" cy="320100"/>
            </a:xfrm>
          </p:grpSpPr>
          <p:grpSp>
            <p:nvGrpSpPr>
              <p:cNvPr id="2041" name="Google Shape;2041;p128"/>
              <p:cNvGrpSpPr/>
              <p:nvPr/>
            </p:nvGrpSpPr>
            <p:grpSpPr>
              <a:xfrm>
                <a:off x="8221825" y="5712503"/>
                <a:ext cx="320025" cy="320039"/>
                <a:chOff x="3734825" y="5794325"/>
                <a:chExt cx="494400" cy="496800"/>
              </a:xfrm>
            </p:grpSpPr>
            <p:sp>
              <p:nvSpPr>
                <p:cNvPr id="2042" name="Google Shape;2042;p128"/>
                <p:cNvSpPr/>
                <p:nvPr/>
              </p:nvSpPr>
              <p:spPr>
                <a:xfrm>
                  <a:off x="3734825" y="5794325"/>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43" name="Google Shape;2043;p128"/>
                <p:cNvPicPr preferRelativeResize="0"/>
                <p:nvPr/>
              </p:nvPicPr>
              <p:blipFill>
                <a:blip r:embed="rId13">
                  <a:alphaModFix/>
                </a:blip>
                <a:stretch>
                  <a:fillRect/>
                </a:stretch>
              </p:blipFill>
              <p:spPr>
                <a:xfrm>
                  <a:off x="3768875" y="5833375"/>
                  <a:ext cx="431100" cy="431100"/>
                </a:xfrm>
                <a:prstGeom prst="rect">
                  <a:avLst/>
                </a:prstGeom>
                <a:noFill/>
                <a:ln>
                  <a:noFill/>
                </a:ln>
              </p:spPr>
            </p:pic>
          </p:grpSp>
          <p:grpSp>
            <p:nvGrpSpPr>
              <p:cNvPr id="2044" name="Google Shape;2044;p128"/>
              <p:cNvGrpSpPr/>
              <p:nvPr/>
            </p:nvGrpSpPr>
            <p:grpSpPr>
              <a:xfrm>
                <a:off x="8593276" y="5712502"/>
                <a:ext cx="320025" cy="320041"/>
                <a:chOff x="4343234" y="4889450"/>
                <a:chExt cx="494400" cy="496803"/>
              </a:xfrm>
            </p:grpSpPr>
            <p:sp>
              <p:nvSpPr>
                <p:cNvPr id="2045" name="Google Shape;2045;p128"/>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46" name="Google Shape;2046;p128"/>
                <p:cNvPicPr preferRelativeResize="0"/>
                <p:nvPr/>
              </p:nvPicPr>
              <p:blipFill rotWithShape="1">
                <a:blip r:embed="rId3">
                  <a:alphaModFix/>
                </a:blip>
                <a:srcRect b="6729" l="13134" r="11033" t="8625"/>
                <a:stretch/>
              </p:blipFill>
              <p:spPr>
                <a:xfrm>
                  <a:off x="4383607" y="4904479"/>
                  <a:ext cx="431559" cy="481775"/>
                </a:xfrm>
                <a:prstGeom prst="rect">
                  <a:avLst/>
                </a:prstGeom>
                <a:noFill/>
                <a:ln>
                  <a:noFill/>
                </a:ln>
              </p:spPr>
            </p:pic>
          </p:grpSp>
          <p:grpSp>
            <p:nvGrpSpPr>
              <p:cNvPr id="2047" name="Google Shape;2047;p128"/>
              <p:cNvGrpSpPr/>
              <p:nvPr/>
            </p:nvGrpSpPr>
            <p:grpSpPr>
              <a:xfrm>
                <a:off x="7850298" y="5712472"/>
                <a:ext cx="320100" cy="320100"/>
                <a:chOff x="7850298" y="5716815"/>
                <a:chExt cx="320100" cy="320100"/>
              </a:xfrm>
            </p:grpSpPr>
            <p:pic>
              <p:nvPicPr>
                <p:cNvPr id="2048" name="Google Shape;2048;p128"/>
                <p:cNvPicPr preferRelativeResize="0"/>
                <p:nvPr/>
              </p:nvPicPr>
              <p:blipFill rotWithShape="1">
                <a:blip r:embed="rId14">
                  <a:alphaModFix/>
                </a:blip>
                <a:srcRect b="18682" l="21903" r="23772" t="14924"/>
                <a:stretch/>
              </p:blipFill>
              <p:spPr>
                <a:xfrm>
                  <a:off x="7918713" y="5772150"/>
                  <a:ext cx="173850" cy="211925"/>
                </a:xfrm>
                <a:prstGeom prst="rect">
                  <a:avLst/>
                </a:prstGeom>
                <a:noFill/>
                <a:ln>
                  <a:noFill/>
                </a:ln>
              </p:spPr>
            </p:pic>
            <p:sp>
              <p:nvSpPr>
                <p:cNvPr id="2049" name="Google Shape;2049;p128"/>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2050" name="Google Shape;2050;p128"/>
          <p:cNvSpPr txBox="1"/>
          <p:nvPr>
            <p:ph idx="4294967295" type="subTitle"/>
          </p:nvPr>
        </p:nvSpPr>
        <p:spPr>
          <a:xfrm>
            <a:off x="885125" y="133378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solidFill>
                  <a:schemeClr val="accent2"/>
                </a:solidFill>
              </a:rPr>
              <a:t>Common Code and Process Across All Environments</a:t>
            </a:r>
            <a:endParaRPr>
              <a:solidFill>
                <a:schemeClr val="accent2"/>
              </a:solidFill>
            </a:endParaRPr>
          </a:p>
        </p:txBody>
      </p:sp>
      <p:sp>
        <p:nvSpPr>
          <p:cNvPr id="2051" name="Google Shape;2051;p128"/>
          <p:cNvSpPr/>
          <p:nvPr/>
        </p:nvSpPr>
        <p:spPr>
          <a:xfrm>
            <a:off x="10679075" y="1671450"/>
            <a:ext cx="1479900" cy="4154400"/>
          </a:xfrm>
          <a:prstGeom prst="rect">
            <a:avLst/>
          </a:prstGeom>
          <a:solidFill>
            <a:schemeClr val="lt1"/>
          </a:solidFill>
          <a:ln cap="flat" cmpd="sng" w="2857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2052" name="Google Shape;2052;p128"/>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p>
            <a:pPr indent="0" lvl="0" marL="0" rtl="0" algn="l">
              <a:spcBef>
                <a:spcPts val="0"/>
              </a:spcBef>
              <a:spcAft>
                <a:spcPts val="0"/>
              </a:spcAft>
              <a:buNone/>
            </a:pPr>
            <a:r>
              <a:rPr lang="en">
                <a:solidFill>
                  <a:schemeClr val="accent1"/>
                </a:solidFill>
              </a:rPr>
              <a:t>Red Hat Infrastructure Standard Adoption Model</a:t>
            </a:r>
            <a:endParaRPr/>
          </a:p>
        </p:txBody>
      </p:sp>
      <p:grpSp>
        <p:nvGrpSpPr>
          <p:cNvPr id="2053" name="Google Shape;2053;p128"/>
          <p:cNvGrpSpPr/>
          <p:nvPr/>
        </p:nvGrpSpPr>
        <p:grpSpPr>
          <a:xfrm>
            <a:off x="4685417" y="3464175"/>
            <a:ext cx="1405200" cy="1765950"/>
            <a:chOff x="4698359" y="3768075"/>
            <a:chExt cx="1405200" cy="1765950"/>
          </a:xfrm>
        </p:grpSpPr>
        <p:sp>
          <p:nvSpPr>
            <p:cNvPr id="2054" name="Google Shape;2054;p128"/>
            <p:cNvSpPr/>
            <p:nvPr/>
          </p:nvSpPr>
          <p:spPr>
            <a:xfrm>
              <a:off x="4698359" y="3768225"/>
              <a:ext cx="1405200" cy="1765800"/>
            </a:xfrm>
            <a:prstGeom prst="rect">
              <a:avLst/>
            </a:prstGeom>
            <a:solidFill>
              <a:schemeClr val="lt1"/>
            </a:solidFill>
            <a:ln cap="flat" cmpd="sng" w="2857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128"/>
            <p:cNvSpPr txBox="1"/>
            <p:nvPr/>
          </p:nvSpPr>
          <p:spPr>
            <a:xfrm>
              <a:off x="4729811" y="3768075"/>
              <a:ext cx="13449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Cloud 1</a:t>
              </a:r>
              <a:endParaRPr>
                <a:latin typeface="Overpass Light"/>
                <a:ea typeface="Overpass Light"/>
                <a:cs typeface="Overpass Light"/>
                <a:sym typeface="Overpass Light"/>
              </a:endParaRPr>
            </a:p>
            <a:p>
              <a:pPr indent="0" lvl="0" marL="0" rtl="0" algn="ctr">
                <a:spcBef>
                  <a:spcPts val="0"/>
                </a:spcBef>
                <a:spcAft>
                  <a:spcPts val="0"/>
                </a:spcAft>
                <a:buNone/>
              </a:pPr>
              <a:r>
                <a:rPr lang="en">
                  <a:latin typeface="Overpass Light"/>
                  <a:ea typeface="Overpass Light"/>
                  <a:cs typeface="Overpass Light"/>
                  <a:sym typeface="Overpass Light"/>
                </a:rPr>
                <a:t>Region 1</a:t>
              </a:r>
              <a:endParaRPr>
                <a:latin typeface="Overpass Light"/>
                <a:ea typeface="Overpass Light"/>
                <a:cs typeface="Overpass Light"/>
                <a:sym typeface="Overpass Light"/>
              </a:endParaRPr>
            </a:p>
          </p:txBody>
        </p:sp>
        <p:grpSp>
          <p:nvGrpSpPr>
            <p:cNvPr id="2056" name="Google Shape;2056;p128"/>
            <p:cNvGrpSpPr/>
            <p:nvPr/>
          </p:nvGrpSpPr>
          <p:grpSpPr>
            <a:xfrm>
              <a:off x="4869458" y="4968865"/>
              <a:ext cx="1063003" cy="320100"/>
              <a:chOff x="7850298" y="5712472"/>
              <a:chExt cx="1063003" cy="320100"/>
            </a:xfrm>
          </p:grpSpPr>
          <p:grpSp>
            <p:nvGrpSpPr>
              <p:cNvPr id="2057" name="Google Shape;2057;p128"/>
              <p:cNvGrpSpPr/>
              <p:nvPr/>
            </p:nvGrpSpPr>
            <p:grpSpPr>
              <a:xfrm>
                <a:off x="8221825" y="5712503"/>
                <a:ext cx="320025" cy="320039"/>
                <a:chOff x="3734825" y="5794325"/>
                <a:chExt cx="494400" cy="496800"/>
              </a:xfrm>
            </p:grpSpPr>
            <p:sp>
              <p:nvSpPr>
                <p:cNvPr id="2058" name="Google Shape;2058;p128"/>
                <p:cNvSpPr/>
                <p:nvPr/>
              </p:nvSpPr>
              <p:spPr>
                <a:xfrm>
                  <a:off x="3734825" y="5794325"/>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59" name="Google Shape;2059;p128"/>
                <p:cNvPicPr preferRelativeResize="0"/>
                <p:nvPr/>
              </p:nvPicPr>
              <p:blipFill>
                <a:blip r:embed="rId13">
                  <a:alphaModFix/>
                </a:blip>
                <a:stretch>
                  <a:fillRect/>
                </a:stretch>
              </p:blipFill>
              <p:spPr>
                <a:xfrm>
                  <a:off x="3768875" y="5833375"/>
                  <a:ext cx="431100" cy="431100"/>
                </a:xfrm>
                <a:prstGeom prst="rect">
                  <a:avLst/>
                </a:prstGeom>
                <a:noFill/>
                <a:ln>
                  <a:noFill/>
                </a:ln>
              </p:spPr>
            </p:pic>
          </p:grpSp>
          <p:grpSp>
            <p:nvGrpSpPr>
              <p:cNvPr id="2060" name="Google Shape;2060;p128"/>
              <p:cNvGrpSpPr/>
              <p:nvPr/>
            </p:nvGrpSpPr>
            <p:grpSpPr>
              <a:xfrm>
                <a:off x="8593276" y="5712502"/>
                <a:ext cx="320025" cy="320041"/>
                <a:chOff x="4343234" y="4889450"/>
                <a:chExt cx="494400" cy="496803"/>
              </a:xfrm>
            </p:grpSpPr>
            <p:sp>
              <p:nvSpPr>
                <p:cNvPr id="2061" name="Google Shape;2061;p128"/>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62" name="Google Shape;2062;p128"/>
                <p:cNvPicPr preferRelativeResize="0"/>
                <p:nvPr/>
              </p:nvPicPr>
              <p:blipFill rotWithShape="1">
                <a:blip r:embed="rId3">
                  <a:alphaModFix/>
                </a:blip>
                <a:srcRect b="6729" l="13134" r="11033" t="8625"/>
                <a:stretch/>
              </p:blipFill>
              <p:spPr>
                <a:xfrm>
                  <a:off x="4383607" y="4904479"/>
                  <a:ext cx="431559" cy="481775"/>
                </a:xfrm>
                <a:prstGeom prst="rect">
                  <a:avLst/>
                </a:prstGeom>
                <a:noFill/>
                <a:ln>
                  <a:noFill/>
                </a:ln>
              </p:spPr>
            </p:pic>
          </p:grpSp>
          <p:grpSp>
            <p:nvGrpSpPr>
              <p:cNvPr id="2063" name="Google Shape;2063;p128"/>
              <p:cNvGrpSpPr/>
              <p:nvPr/>
            </p:nvGrpSpPr>
            <p:grpSpPr>
              <a:xfrm>
                <a:off x="7850298" y="5712472"/>
                <a:ext cx="320100" cy="320100"/>
                <a:chOff x="7850298" y="5716815"/>
                <a:chExt cx="320100" cy="320100"/>
              </a:xfrm>
            </p:grpSpPr>
            <p:pic>
              <p:nvPicPr>
                <p:cNvPr id="2064" name="Google Shape;2064;p128"/>
                <p:cNvPicPr preferRelativeResize="0"/>
                <p:nvPr/>
              </p:nvPicPr>
              <p:blipFill rotWithShape="1">
                <a:blip r:embed="rId14">
                  <a:alphaModFix/>
                </a:blip>
                <a:srcRect b="18682" l="21903" r="23772" t="14924"/>
                <a:stretch/>
              </p:blipFill>
              <p:spPr>
                <a:xfrm>
                  <a:off x="7918713" y="5772150"/>
                  <a:ext cx="173850" cy="211925"/>
                </a:xfrm>
                <a:prstGeom prst="rect">
                  <a:avLst/>
                </a:prstGeom>
                <a:noFill/>
                <a:ln>
                  <a:noFill/>
                </a:ln>
              </p:spPr>
            </p:pic>
            <p:sp>
              <p:nvSpPr>
                <p:cNvPr id="2065" name="Google Shape;2065;p128"/>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2066" name="Google Shape;2066;p128"/>
            <p:cNvPicPr preferRelativeResize="0"/>
            <p:nvPr/>
          </p:nvPicPr>
          <p:blipFill>
            <a:blip r:embed="rId6">
              <a:alphaModFix/>
            </a:blip>
            <a:stretch>
              <a:fillRect/>
            </a:stretch>
          </p:blipFill>
          <p:spPr>
            <a:xfrm>
              <a:off x="5019959" y="4289839"/>
              <a:ext cx="762000" cy="762000"/>
            </a:xfrm>
            <a:prstGeom prst="rect">
              <a:avLst/>
            </a:prstGeom>
            <a:noFill/>
            <a:ln>
              <a:noFill/>
            </a:ln>
          </p:spPr>
        </p:pic>
      </p:grpSp>
      <p:cxnSp>
        <p:nvCxnSpPr>
          <p:cNvPr id="2067" name="Google Shape;2067;p128"/>
          <p:cNvCxnSpPr>
            <a:stCxn id="1956" idx="3"/>
            <a:endCxn id="1984" idx="1"/>
          </p:cNvCxnSpPr>
          <p:nvPr/>
        </p:nvCxnSpPr>
        <p:spPr>
          <a:xfrm>
            <a:off x="7281647" y="2969546"/>
            <a:ext cx="905400" cy="0"/>
          </a:xfrm>
          <a:prstGeom prst="straightConnector1">
            <a:avLst/>
          </a:prstGeom>
          <a:noFill/>
          <a:ln cap="flat" cmpd="sng" w="9525">
            <a:solidFill>
              <a:schemeClr val="dk1"/>
            </a:solidFill>
            <a:prstDash val="solid"/>
            <a:round/>
            <a:headEnd len="med" w="med" type="none"/>
            <a:tailEnd len="med" w="med" type="none"/>
          </a:ln>
        </p:spPr>
      </p:cxnSp>
      <p:cxnSp>
        <p:nvCxnSpPr>
          <p:cNvPr id="2068" name="Google Shape;2068;p128"/>
          <p:cNvCxnSpPr>
            <a:stCxn id="1984" idx="3"/>
            <a:endCxn id="2069" idx="1"/>
          </p:cNvCxnSpPr>
          <p:nvPr/>
        </p:nvCxnSpPr>
        <p:spPr>
          <a:xfrm>
            <a:off x="9596200" y="2969546"/>
            <a:ext cx="1405200" cy="0"/>
          </a:xfrm>
          <a:prstGeom prst="straightConnector1">
            <a:avLst/>
          </a:prstGeom>
          <a:noFill/>
          <a:ln cap="flat" cmpd="sng" w="9525">
            <a:solidFill>
              <a:schemeClr val="dk1"/>
            </a:solidFill>
            <a:prstDash val="solid"/>
            <a:round/>
            <a:headEnd len="med" w="med" type="none"/>
            <a:tailEnd len="med" w="med" type="none"/>
          </a:ln>
        </p:spPr>
      </p:cxnSp>
      <p:pic>
        <p:nvPicPr>
          <p:cNvPr id="2069" name="Google Shape;2069;p128"/>
          <p:cNvPicPr preferRelativeResize="0"/>
          <p:nvPr/>
        </p:nvPicPr>
        <p:blipFill>
          <a:blip r:embed="rId16">
            <a:alphaModFix/>
          </a:blip>
          <a:stretch>
            <a:fillRect/>
          </a:stretch>
        </p:blipFill>
        <p:spPr>
          <a:xfrm>
            <a:off x="11001375" y="2588546"/>
            <a:ext cx="762000" cy="762000"/>
          </a:xfrm>
          <a:prstGeom prst="rect">
            <a:avLst/>
          </a:prstGeom>
          <a:noFill/>
          <a:ln>
            <a:noFill/>
          </a:ln>
        </p:spPr>
      </p:pic>
      <p:pic>
        <p:nvPicPr>
          <p:cNvPr id="2070" name="Google Shape;2070;p128"/>
          <p:cNvPicPr preferRelativeResize="0"/>
          <p:nvPr/>
        </p:nvPicPr>
        <p:blipFill rotWithShape="1">
          <a:blip r:embed="rId17">
            <a:alphaModFix/>
          </a:blip>
          <a:srcRect b="41733" l="0" r="0" t="38600"/>
          <a:stretch/>
        </p:blipFill>
        <p:spPr>
          <a:xfrm>
            <a:off x="10741200" y="3801375"/>
            <a:ext cx="1344875" cy="264493"/>
          </a:xfrm>
          <a:prstGeom prst="rect">
            <a:avLst/>
          </a:prstGeom>
          <a:noFill/>
          <a:ln>
            <a:noFill/>
          </a:ln>
        </p:spPr>
      </p:pic>
      <p:pic>
        <p:nvPicPr>
          <p:cNvPr id="2071" name="Google Shape;2071;p128"/>
          <p:cNvPicPr preferRelativeResize="0"/>
          <p:nvPr/>
        </p:nvPicPr>
        <p:blipFill>
          <a:blip r:embed="rId18">
            <a:alphaModFix/>
          </a:blip>
          <a:stretch>
            <a:fillRect/>
          </a:stretch>
        </p:blipFill>
        <p:spPr>
          <a:xfrm>
            <a:off x="10776975" y="3456500"/>
            <a:ext cx="1263300" cy="211409"/>
          </a:xfrm>
          <a:prstGeom prst="rect">
            <a:avLst/>
          </a:prstGeom>
          <a:noFill/>
          <a:ln>
            <a:noFill/>
          </a:ln>
        </p:spPr>
      </p:pic>
      <p:sp>
        <p:nvSpPr>
          <p:cNvPr id="2072" name="Google Shape;2072;p128"/>
          <p:cNvSpPr/>
          <p:nvPr/>
        </p:nvSpPr>
        <p:spPr>
          <a:xfrm>
            <a:off x="1681625" y="5329050"/>
            <a:ext cx="8904900" cy="496800"/>
          </a:xfrm>
          <a:prstGeom prst="rect">
            <a:avLst/>
          </a:prstGeom>
          <a:solidFill>
            <a:schemeClr val="l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73" name="Google Shape;2073;p128"/>
          <p:cNvPicPr preferRelativeResize="0"/>
          <p:nvPr/>
        </p:nvPicPr>
        <p:blipFill>
          <a:blip r:embed="rId19">
            <a:alphaModFix/>
          </a:blip>
          <a:stretch>
            <a:fillRect/>
          </a:stretch>
        </p:blipFill>
        <p:spPr>
          <a:xfrm>
            <a:off x="9644641" y="5499883"/>
            <a:ext cx="504000" cy="161587"/>
          </a:xfrm>
          <a:prstGeom prst="rect">
            <a:avLst/>
          </a:prstGeom>
          <a:noFill/>
          <a:ln>
            <a:noFill/>
          </a:ln>
        </p:spPr>
      </p:pic>
      <p:pic>
        <p:nvPicPr>
          <p:cNvPr id="2074" name="Google Shape;2074;p128"/>
          <p:cNvPicPr preferRelativeResize="0"/>
          <p:nvPr/>
        </p:nvPicPr>
        <p:blipFill>
          <a:blip r:embed="rId20">
            <a:alphaModFix/>
          </a:blip>
          <a:stretch>
            <a:fillRect/>
          </a:stretch>
        </p:blipFill>
        <p:spPr>
          <a:xfrm>
            <a:off x="3871485" y="5380573"/>
            <a:ext cx="663325" cy="400206"/>
          </a:xfrm>
          <a:prstGeom prst="rect">
            <a:avLst/>
          </a:prstGeom>
          <a:noFill/>
          <a:ln>
            <a:noFill/>
          </a:ln>
        </p:spPr>
      </p:pic>
      <p:pic>
        <p:nvPicPr>
          <p:cNvPr id="2075" name="Google Shape;2075;p128"/>
          <p:cNvPicPr preferRelativeResize="0"/>
          <p:nvPr/>
        </p:nvPicPr>
        <p:blipFill>
          <a:blip r:embed="rId21">
            <a:alphaModFix/>
          </a:blip>
          <a:stretch>
            <a:fillRect/>
          </a:stretch>
        </p:blipFill>
        <p:spPr>
          <a:xfrm>
            <a:off x="5846281" y="5372815"/>
            <a:ext cx="448200" cy="415722"/>
          </a:xfrm>
          <a:prstGeom prst="rect">
            <a:avLst/>
          </a:prstGeom>
          <a:noFill/>
          <a:ln>
            <a:noFill/>
          </a:ln>
        </p:spPr>
      </p:pic>
      <p:pic>
        <p:nvPicPr>
          <p:cNvPr id="2076" name="Google Shape;2076;p128"/>
          <p:cNvPicPr preferRelativeResize="0"/>
          <p:nvPr/>
        </p:nvPicPr>
        <p:blipFill>
          <a:blip r:embed="rId22">
            <a:alphaModFix/>
          </a:blip>
          <a:stretch>
            <a:fillRect/>
          </a:stretch>
        </p:blipFill>
        <p:spPr>
          <a:xfrm>
            <a:off x="7659240" y="5469737"/>
            <a:ext cx="731700" cy="221878"/>
          </a:xfrm>
          <a:prstGeom prst="rect">
            <a:avLst/>
          </a:prstGeom>
          <a:noFill/>
          <a:ln>
            <a:noFill/>
          </a:ln>
        </p:spPr>
      </p:pic>
      <p:pic>
        <p:nvPicPr>
          <p:cNvPr id="2077" name="Google Shape;2077;p128"/>
          <p:cNvPicPr preferRelativeResize="0"/>
          <p:nvPr/>
        </p:nvPicPr>
        <p:blipFill>
          <a:blip r:embed="rId23">
            <a:alphaModFix/>
          </a:blip>
          <a:stretch>
            <a:fillRect/>
          </a:stretch>
        </p:blipFill>
        <p:spPr>
          <a:xfrm>
            <a:off x="2157507" y="5363187"/>
            <a:ext cx="448200" cy="43497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1" name="Shape 2081"/>
        <p:cNvGrpSpPr/>
        <p:nvPr/>
      </p:nvGrpSpPr>
      <p:grpSpPr>
        <a:xfrm>
          <a:off x="0" y="0"/>
          <a:ext cx="0" cy="0"/>
          <a:chOff x="0" y="0"/>
          <a:chExt cx="0" cy="0"/>
        </a:xfrm>
      </p:grpSpPr>
      <p:sp>
        <p:nvSpPr>
          <p:cNvPr id="2082" name="Google Shape;2082;p12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083" name="Google Shape;2083;p129"/>
          <p:cNvSpPr txBox="1"/>
          <p:nvPr>
            <p:ph idx="4"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2084" name="Google Shape;2084;p129"/>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Customer Needs</a:t>
            </a:r>
            <a:endParaRPr/>
          </a:p>
        </p:txBody>
      </p:sp>
      <p:sp>
        <p:nvSpPr>
          <p:cNvPr id="2085" name="Google Shape;2085;p129"/>
          <p:cNvSpPr txBox="1"/>
          <p:nvPr>
            <p:ph idx="2" type="body"/>
          </p:nvPr>
        </p:nvSpPr>
        <p:spPr>
          <a:xfrm>
            <a:off x="885113" y="1980475"/>
            <a:ext cx="3157500" cy="3727200"/>
          </a:xfrm>
          <a:prstGeom prst="rect">
            <a:avLst/>
          </a:prstGeom>
        </p:spPr>
        <p:txBody>
          <a:bodyPr anchorCtr="0" anchor="t" bIns="0" lIns="0" spcFirstLastPara="1" rIns="0" wrap="square" tIns="0">
            <a:noAutofit/>
          </a:bodyPr>
          <a:lstStyle/>
          <a:p>
            <a:pPr indent="0" lvl="0" marL="0" rtl="0" algn="l">
              <a:spcBef>
                <a:spcPts val="1000"/>
              </a:spcBef>
              <a:spcAft>
                <a:spcPts val="0"/>
              </a:spcAft>
              <a:buNone/>
            </a:pPr>
            <a:r>
              <a:rPr b="1" lang="en" sz="1300"/>
              <a:t>Strategic</a:t>
            </a:r>
            <a:endParaRPr b="1" sz="1300"/>
          </a:p>
          <a:p>
            <a:pPr indent="-311150" lvl="0" marL="457200" rtl="0" algn="l">
              <a:spcBef>
                <a:spcPts val="1000"/>
              </a:spcBef>
              <a:spcAft>
                <a:spcPts val="0"/>
              </a:spcAft>
              <a:buSzPts val="1300"/>
              <a:buChar char="●"/>
            </a:pPr>
            <a:r>
              <a:rPr lang="en" sz="1300"/>
              <a:t>We only run supported software</a:t>
            </a:r>
            <a:endParaRPr sz="1300"/>
          </a:p>
          <a:p>
            <a:pPr indent="-311150" lvl="0" marL="457200" rtl="0" algn="l">
              <a:spcBef>
                <a:spcPts val="0"/>
              </a:spcBef>
              <a:spcAft>
                <a:spcPts val="0"/>
              </a:spcAft>
              <a:buSzPts val="1300"/>
              <a:buChar char="●"/>
            </a:pPr>
            <a:r>
              <a:rPr lang="en" sz="1300"/>
              <a:t>Everything runs in the cloud/We moved to the cloud</a:t>
            </a:r>
            <a:endParaRPr sz="1300"/>
          </a:p>
          <a:p>
            <a:pPr indent="-311150" lvl="0" marL="457200" rtl="0" algn="l">
              <a:spcBef>
                <a:spcPts val="0"/>
              </a:spcBef>
              <a:spcAft>
                <a:spcPts val="0"/>
              </a:spcAft>
              <a:buSzPts val="1300"/>
              <a:buChar char="●"/>
            </a:pPr>
            <a:r>
              <a:rPr lang="en" sz="1300"/>
              <a:t>We adopted modern application development methods</a:t>
            </a:r>
            <a:endParaRPr sz="1300"/>
          </a:p>
          <a:p>
            <a:pPr indent="-311150" lvl="0" marL="457200" rtl="0" algn="l">
              <a:spcBef>
                <a:spcPts val="0"/>
              </a:spcBef>
              <a:spcAft>
                <a:spcPts val="0"/>
              </a:spcAft>
              <a:buSzPts val="1300"/>
              <a:buChar char="●"/>
            </a:pPr>
            <a:r>
              <a:rPr lang="en" sz="1300"/>
              <a:t>We use secure platforms</a:t>
            </a:r>
            <a:endParaRPr sz="1300"/>
          </a:p>
          <a:p>
            <a:pPr indent="-311150" lvl="0" marL="457200" rtl="0" algn="l">
              <a:spcBef>
                <a:spcPts val="0"/>
              </a:spcBef>
              <a:spcAft>
                <a:spcPts val="0"/>
              </a:spcAft>
              <a:buSzPts val="1300"/>
              <a:buChar char="●"/>
            </a:pPr>
            <a:r>
              <a:rPr lang="en" sz="1300"/>
              <a:t>Software on our platforms comes from trusted sources</a:t>
            </a:r>
            <a:endParaRPr sz="1300"/>
          </a:p>
          <a:p>
            <a:pPr indent="-311150" lvl="0" marL="457200" rtl="0" algn="l">
              <a:spcBef>
                <a:spcPts val="0"/>
              </a:spcBef>
              <a:spcAft>
                <a:spcPts val="0"/>
              </a:spcAft>
              <a:buSzPts val="1300"/>
              <a:buChar char="●"/>
            </a:pPr>
            <a:r>
              <a:rPr lang="en" sz="1300">
                <a:solidFill>
                  <a:schemeClr val="dk1"/>
                </a:solidFill>
              </a:rPr>
              <a:t>We use Automation as standard for consistency and saving time</a:t>
            </a:r>
            <a:endParaRPr sz="1300"/>
          </a:p>
        </p:txBody>
      </p:sp>
      <p:sp>
        <p:nvSpPr>
          <p:cNvPr id="2086" name="Google Shape;2086;p129"/>
          <p:cNvSpPr txBox="1"/>
          <p:nvPr>
            <p:ph idx="3" type="body"/>
          </p:nvPr>
        </p:nvSpPr>
        <p:spPr>
          <a:xfrm>
            <a:off x="8066388" y="1980475"/>
            <a:ext cx="3240600" cy="3727200"/>
          </a:xfrm>
          <a:prstGeom prst="rect">
            <a:avLst/>
          </a:prstGeom>
        </p:spPr>
        <p:txBody>
          <a:bodyPr anchorCtr="0" anchor="t" bIns="0" lIns="0" spcFirstLastPara="1" rIns="0" wrap="square" tIns="0">
            <a:noAutofit/>
          </a:bodyPr>
          <a:lstStyle/>
          <a:p>
            <a:pPr indent="0" lvl="0" marL="0" rtl="0" algn="l">
              <a:spcBef>
                <a:spcPts val="1000"/>
              </a:spcBef>
              <a:spcAft>
                <a:spcPts val="0"/>
              </a:spcAft>
              <a:buNone/>
            </a:pPr>
            <a:r>
              <a:rPr b="1" lang="en" sz="1300"/>
              <a:t>Operational</a:t>
            </a:r>
            <a:endParaRPr b="1" sz="1300"/>
          </a:p>
          <a:p>
            <a:pPr indent="-311150" lvl="0" marL="457200" rtl="0" algn="l">
              <a:spcBef>
                <a:spcPts val="1000"/>
              </a:spcBef>
              <a:spcAft>
                <a:spcPts val="0"/>
              </a:spcAft>
              <a:buSzPts val="1300"/>
              <a:buChar char="●"/>
            </a:pPr>
            <a:r>
              <a:rPr lang="en" sz="1300"/>
              <a:t>My systems ran out of support / need to  prolong support lifecycle</a:t>
            </a:r>
            <a:endParaRPr sz="1300"/>
          </a:p>
          <a:p>
            <a:pPr indent="-311150" lvl="0" marL="457200" rtl="0" algn="l">
              <a:spcBef>
                <a:spcPts val="0"/>
              </a:spcBef>
              <a:spcAft>
                <a:spcPts val="0"/>
              </a:spcAft>
              <a:buSzPts val="1300"/>
              <a:buChar char="●"/>
            </a:pPr>
            <a:r>
              <a:rPr lang="en" sz="1300"/>
              <a:t>I need to migrate to a vendor supported solution</a:t>
            </a:r>
            <a:endParaRPr sz="1300"/>
          </a:p>
          <a:p>
            <a:pPr indent="-311150" lvl="0" marL="457200" rtl="0" algn="l">
              <a:spcBef>
                <a:spcPts val="0"/>
              </a:spcBef>
              <a:spcAft>
                <a:spcPts val="0"/>
              </a:spcAft>
              <a:buSzPts val="1300"/>
              <a:buChar char="●"/>
            </a:pPr>
            <a:r>
              <a:rPr lang="en" sz="1300"/>
              <a:t>The OS for critical application ‘X’ is out of support and needs to be upgraded</a:t>
            </a:r>
            <a:endParaRPr sz="1300"/>
          </a:p>
          <a:p>
            <a:pPr indent="-311150" lvl="0" marL="457200" rtl="0" algn="l">
              <a:spcBef>
                <a:spcPts val="0"/>
              </a:spcBef>
              <a:spcAft>
                <a:spcPts val="0"/>
              </a:spcAft>
              <a:buSzPts val="1300"/>
              <a:buChar char="●"/>
            </a:pPr>
            <a:r>
              <a:rPr lang="en" sz="1300"/>
              <a:t>My hardware is end of life</a:t>
            </a:r>
            <a:endParaRPr sz="1300"/>
          </a:p>
          <a:p>
            <a:pPr indent="-311150" lvl="0" marL="457200" rtl="0" algn="l">
              <a:spcBef>
                <a:spcPts val="0"/>
              </a:spcBef>
              <a:spcAft>
                <a:spcPts val="0"/>
              </a:spcAft>
              <a:buSzPts val="1300"/>
              <a:buChar char="●"/>
            </a:pPr>
            <a:r>
              <a:rPr lang="en" sz="1300"/>
              <a:t>I need to manage software lifecycle</a:t>
            </a:r>
            <a:endParaRPr sz="1300"/>
          </a:p>
          <a:p>
            <a:pPr indent="-311150" lvl="0" marL="457200" rtl="0" algn="l">
              <a:spcBef>
                <a:spcPts val="0"/>
              </a:spcBef>
              <a:spcAft>
                <a:spcPts val="0"/>
              </a:spcAft>
              <a:buSzPts val="1300"/>
              <a:buChar char="●"/>
            </a:pPr>
            <a:r>
              <a:rPr lang="en" sz="1300"/>
              <a:t>I need to modernize a monolithic application</a:t>
            </a:r>
            <a:endParaRPr sz="1300"/>
          </a:p>
          <a:p>
            <a:pPr indent="-311150" lvl="0" marL="457200" rtl="0" algn="l">
              <a:spcBef>
                <a:spcPts val="0"/>
              </a:spcBef>
              <a:spcAft>
                <a:spcPts val="0"/>
              </a:spcAft>
              <a:buSzPts val="1300"/>
              <a:buChar char="●"/>
            </a:pPr>
            <a:r>
              <a:rPr lang="en" sz="1300"/>
              <a:t>I want to do less firefighting and create value</a:t>
            </a:r>
            <a:endParaRPr sz="1300"/>
          </a:p>
        </p:txBody>
      </p:sp>
      <p:sp>
        <p:nvSpPr>
          <p:cNvPr id="2087" name="Google Shape;2087;p129"/>
          <p:cNvSpPr txBox="1"/>
          <p:nvPr>
            <p:ph idx="5" type="subTitle"/>
          </p:nvPr>
        </p:nvSpPr>
        <p:spPr>
          <a:xfrm>
            <a:off x="885125" y="1653550"/>
            <a:ext cx="10422000" cy="2919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Organisational reasons to implement RH ISAM</a:t>
            </a:r>
            <a:endParaRPr/>
          </a:p>
        </p:txBody>
      </p:sp>
      <p:sp>
        <p:nvSpPr>
          <p:cNvPr id="2088" name="Google Shape;2088;p129"/>
          <p:cNvSpPr txBox="1"/>
          <p:nvPr>
            <p:ph idx="3" type="body"/>
          </p:nvPr>
        </p:nvSpPr>
        <p:spPr>
          <a:xfrm>
            <a:off x="4444688" y="1980475"/>
            <a:ext cx="3240600" cy="3727200"/>
          </a:xfrm>
          <a:prstGeom prst="rect">
            <a:avLst/>
          </a:prstGeom>
        </p:spPr>
        <p:txBody>
          <a:bodyPr anchorCtr="0" anchor="t" bIns="0" lIns="0" spcFirstLastPara="1" rIns="0" wrap="square" tIns="0">
            <a:noAutofit/>
          </a:bodyPr>
          <a:lstStyle/>
          <a:p>
            <a:pPr indent="0" lvl="0" marL="0" rtl="0" algn="l">
              <a:spcBef>
                <a:spcPts val="1000"/>
              </a:spcBef>
              <a:spcAft>
                <a:spcPts val="0"/>
              </a:spcAft>
              <a:buNone/>
            </a:pPr>
            <a:r>
              <a:rPr b="1" lang="en" sz="1300"/>
              <a:t>Tactical</a:t>
            </a:r>
            <a:endParaRPr b="1" sz="1300"/>
          </a:p>
          <a:p>
            <a:pPr indent="-311150" lvl="0" marL="457200" marR="0" rtl="0" algn="l">
              <a:lnSpc>
                <a:spcPct val="135000"/>
              </a:lnSpc>
              <a:spcBef>
                <a:spcPts val="1000"/>
              </a:spcBef>
              <a:spcAft>
                <a:spcPts val="0"/>
              </a:spcAft>
              <a:buSzPts val="1300"/>
              <a:buChar char="●"/>
            </a:pPr>
            <a:r>
              <a:rPr lang="en" sz="1300">
                <a:solidFill>
                  <a:schemeClr val="dk1"/>
                </a:solidFill>
              </a:rPr>
              <a:t>All systems should have a vendor supporting them</a:t>
            </a:r>
            <a:endParaRPr sz="1300">
              <a:solidFill>
                <a:schemeClr val="dk1"/>
              </a:solidFill>
            </a:endParaRPr>
          </a:p>
          <a:p>
            <a:pPr indent="-311150" lvl="0" marL="457200" rtl="0" algn="l">
              <a:spcBef>
                <a:spcPts val="0"/>
              </a:spcBef>
              <a:spcAft>
                <a:spcPts val="0"/>
              </a:spcAft>
              <a:buSzPts val="1300"/>
              <a:buChar char="●"/>
            </a:pPr>
            <a:r>
              <a:rPr lang="en" sz="1300">
                <a:solidFill>
                  <a:schemeClr val="dk1"/>
                </a:solidFill>
              </a:rPr>
              <a:t>Applications need to be adapted to cloud deployment</a:t>
            </a:r>
            <a:endParaRPr sz="1300">
              <a:solidFill>
                <a:schemeClr val="dk1"/>
              </a:solidFill>
            </a:endParaRPr>
          </a:p>
          <a:p>
            <a:pPr indent="-311150" lvl="0" marL="457200" marR="0" rtl="0" algn="l">
              <a:lnSpc>
                <a:spcPct val="135000"/>
              </a:lnSpc>
              <a:spcBef>
                <a:spcPts val="0"/>
              </a:spcBef>
              <a:spcAft>
                <a:spcPts val="0"/>
              </a:spcAft>
              <a:buSzPts val="1300"/>
              <a:buChar char="●"/>
            </a:pPr>
            <a:r>
              <a:rPr lang="en" sz="1300">
                <a:solidFill>
                  <a:schemeClr val="dk1"/>
                </a:solidFill>
              </a:rPr>
              <a:t>Our monolithic applications need to be modernized</a:t>
            </a:r>
            <a:endParaRPr sz="1300">
              <a:solidFill>
                <a:schemeClr val="dk1"/>
              </a:solidFill>
            </a:endParaRPr>
          </a:p>
          <a:p>
            <a:pPr indent="-311150" lvl="0" marL="457200" rtl="0" algn="l">
              <a:spcBef>
                <a:spcPts val="0"/>
              </a:spcBef>
              <a:spcAft>
                <a:spcPts val="0"/>
              </a:spcAft>
              <a:buSzPts val="1300"/>
              <a:buChar char="●"/>
            </a:pPr>
            <a:r>
              <a:rPr lang="en" sz="1300">
                <a:solidFill>
                  <a:schemeClr val="dk1"/>
                </a:solidFill>
              </a:rPr>
              <a:t>We need to update our hardware / software frequently to stay secure</a:t>
            </a:r>
            <a:endParaRPr sz="1300">
              <a:solidFill>
                <a:schemeClr val="dk1"/>
              </a:solidFill>
            </a:endParaRPr>
          </a:p>
          <a:p>
            <a:pPr indent="-311150" lvl="0" marL="457200" rtl="0" algn="l">
              <a:spcBef>
                <a:spcPts val="0"/>
              </a:spcBef>
              <a:spcAft>
                <a:spcPts val="0"/>
              </a:spcAft>
              <a:buSzPts val="1300"/>
              <a:buChar char="●"/>
            </a:pPr>
            <a:r>
              <a:rPr lang="en" sz="1300">
                <a:solidFill>
                  <a:schemeClr val="dk1"/>
                </a:solidFill>
              </a:rPr>
              <a:t>Our systems and software must comply with our security standards</a:t>
            </a:r>
            <a:endParaRPr sz="1300">
              <a:solidFill>
                <a:schemeClr val="dk1"/>
              </a:solidFill>
            </a:endParaRPr>
          </a:p>
          <a:p>
            <a:pPr indent="-311150" lvl="0" marL="457200" marR="0" rtl="0" algn="l">
              <a:lnSpc>
                <a:spcPct val="135000"/>
              </a:lnSpc>
              <a:spcBef>
                <a:spcPts val="0"/>
              </a:spcBef>
              <a:spcAft>
                <a:spcPts val="0"/>
              </a:spcAft>
              <a:buSzPts val="1300"/>
              <a:buChar char="●"/>
            </a:pPr>
            <a:r>
              <a:rPr lang="en" sz="1300">
                <a:solidFill>
                  <a:schemeClr val="dk1"/>
                </a:solidFill>
              </a:rPr>
              <a:t>Using automation to save time for modernization jobs</a:t>
            </a:r>
            <a:endParaRPr sz="13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2" name="Shape 2092"/>
        <p:cNvGrpSpPr/>
        <p:nvPr/>
      </p:nvGrpSpPr>
      <p:grpSpPr>
        <a:xfrm>
          <a:off x="0" y="0"/>
          <a:ext cx="0" cy="0"/>
          <a:chOff x="0" y="0"/>
          <a:chExt cx="0" cy="0"/>
        </a:xfrm>
      </p:grpSpPr>
      <p:sp>
        <p:nvSpPr>
          <p:cNvPr id="2093" name="Google Shape;2093;p13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094" name="Google Shape;2094;p130"/>
          <p:cNvSpPr txBox="1"/>
          <p:nvPr>
            <p:ph idx="1" type="subTitle"/>
          </p:nvPr>
        </p:nvSpPr>
        <p:spPr>
          <a:xfrm>
            <a:off x="2083725" y="3521825"/>
            <a:ext cx="7533300" cy="91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095" name="Google Shape;2095;p130"/>
          <p:cNvSpPr txBox="1"/>
          <p:nvPr>
            <p:ph type="title"/>
          </p:nvPr>
        </p:nvSpPr>
        <p:spPr>
          <a:xfrm>
            <a:off x="2083875" y="1743625"/>
            <a:ext cx="7533300" cy="16002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Where does the RH-ISAM fit in the Strategy?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9" name="Shape 2099"/>
        <p:cNvGrpSpPr/>
        <p:nvPr/>
      </p:nvGrpSpPr>
      <p:grpSpPr>
        <a:xfrm>
          <a:off x="0" y="0"/>
          <a:ext cx="0" cy="0"/>
          <a:chOff x="0" y="0"/>
          <a:chExt cx="0" cy="0"/>
        </a:xfrm>
      </p:grpSpPr>
      <p:sp>
        <p:nvSpPr>
          <p:cNvPr id="2100" name="Google Shape;2100;p13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latin typeface="Red Hat Display SemiBold"/>
                <a:ea typeface="Red Hat Display SemiBold"/>
                <a:cs typeface="Red Hat Display SemiBold"/>
                <a:sym typeface="Red Hat Display SemiBold"/>
              </a:rPr>
              <a:t>Red Hat Infrastructure Standard Adoption Model</a:t>
            </a:r>
            <a:endParaRPr/>
          </a:p>
        </p:txBody>
      </p:sp>
      <p:sp>
        <p:nvSpPr>
          <p:cNvPr id="2101" name="Google Shape;2101;p13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102" name="Google Shape;2102;p131"/>
          <p:cNvSpPr/>
          <p:nvPr/>
        </p:nvSpPr>
        <p:spPr>
          <a:xfrm>
            <a:off x="2142792" y="6059603"/>
            <a:ext cx="1252500" cy="300900"/>
          </a:xfrm>
          <a:prstGeom prst="roundRect">
            <a:avLst>
              <a:gd fmla="val 16667" name="adj"/>
            </a:avLst>
          </a:prstGeom>
          <a:solidFill>
            <a:srgbClr val="CCCCCC"/>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t>Under Performing</a:t>
            </a:r>
            <a:endParaRPr sz="900"/>
          </a:p>
        </p:txBody>
      </p:sp>
      <p:sp>
        <p:nvSpPr>
          <p:cNvPr id="2103" name="Google Shape;2103;p131"/>
          <p:cNvSpPr/>
          <p:nvPr/>
        </p:nvSpPr>
        <p:spPr>
          <a:xfrm>
            <a:off x="3451792" y="6059589"/>
            <a:ext cx="1252500" cy="300900"/>
          </a:xfrm>
          <a:prstGeom prst="roundRect">
            <a:avLst>
              <a:gd fmla="val 16667" name="adj"/>
            </a:avLst>
          </a:prstGeom>
          <a:solidFill>
            <a:srgbClr val="D9EAD3"/>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dk1"/>
                </a:solidFill>
              </a:rPr>
              <a:t>Rudimentary</a:t>
            </a:r>
            <a:endParaRPr sz="900">
              <a:solidFill>
                <a:schemeClr val="dk1"/>
              </a:solidFill>
            </a:endParaRPr>
          </a:p>
        </p:txBody>
      </p:sp>
      <p:cxnSp>
        <p:nvCxnSpPr>
          <p:cNvPr id="2104" name="Google Shape;2104;p131"/>
          <p:cNvCxnSpPr/>
          <p:nvPr/>
        </p:nvCxnSpPr>
        <p:spPr>
          <a:xfrm>
            <a:off x="74882" y="5902116"/>
            <a:ext cx="12059100" cy="6900"/>
          </a:xfrm>
          <a:prstGeom prst="straightConnector1">
            <a:avLst/>
          </a:prstGeom>
          <a:noFill/>
          <a:ln cap="flat" cmpd="sng" w="9525">
            <a:solidFill>
              <a:schemeClr val="dk2"/>
            </a:solidFill>
            <a:prstDash val="solid"/>
            <a:round/>
            <a:headEnd len="med" w="med" type="none"/>
            <a:tailEnd len="med" w="med" type="none"/>
          </a:ln>
        </p:spPr>
      </p:cxnSp>
      <p:sp>
        <p:nvSpPr>
          <p:cNvPr id="2105" name="Google Shape;2105;p131"/>
          <p:cNvSpPr/>
          <p:nvPr/>
        </p:nvSpPr>
        <p:spPr>
          <a:xfrm>
            <a:off x="2132887" y="4048659"/>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dk1"/>
                </a:solidFill>
              </a:rPr>
              <a:t>Provisioning Mgmt</a:t>
            </a:r>
            <a:endParaRPr sz="900">
              <a:solidFill>
                <a:schemeClr val="dk1"/>
              </a:solidFill>
            </a:endParaRPr>
          </a:p>
        </p:txBody>
      </p:sp>
      <p:sp>
        <p:nvSpPr>
          <p:cNvPr id="2106" name="Google Shape;2106;p131"/>
          <p:cNvSpPr/>
          <p:nvPr/>
        </p:nvSpPr>
        <p:spPr>
          <a:xfrm>
            <a:off x="2132887" y="3699997"/>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dk1"/>
                </a:solidFill>
              </a:rPr>
              <a:t>Runbook Automation</a:t>
            </a:r>
            <a:endParaRPr sz="900">
              <a:solidFill>
                <a:schemeClr val="dk1"/>
              </a:solidFill>
            </a:endParaRPr>
          </a:p>
        </p:txBody>
      </p:sp>
      <p:sp>
        <p:nvSpPr>
          <p:cNvPr id="2107" name="Google Shape;2107;p131"/>
          <p:cNvSpPr/>
          <p:nvPr/>
        </p:nvSpPr>
        <p:spPr>
          <a:xfrm>
            <a:off x="809901" y="3693639"/>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Network Provisioning</a:t>
            </a:r>
            <a:endParaRPr sz="900">
              <a:solidFill>
                <a:schemeClr val="dk1"/>
              </a:solidFill>
            </a:endParaRPr>
          </a:p>
        </p:txBody>
      </p:sp>
      <p:sp>
        <p:nvSpPr>
          <p:cNvPr id="2108" name="Google Shape;2108;p131"/>
          <p:cNvSpPr/>
          <p:nvPr/>
        </p:nvSpPr>
        <p:spPr>
          <a:xfrm>
            <a:off x="809901" y="3351347"/>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Security Services Provisioning</a:t>
            </a:r>
            <a:endParaRPr sz="900">
              <a:solidFill>
                <a:schemeClr val="dk1"/>
              </a:solidFill>
            </a:endParaRPr>
          </a:p>
        </p:txBody>
      </p:sp>
      <p:sp>
        <p:nvSpPr>
          <p:cNvPr id="2109" name="Google Shape;2109;p131"/>
          <p:cNvSpPr/>
          <p:nvPr/>
        </p:nvSpPr>
        <p:spPr>
          <a:xfrm>
            <a:off x="809901" y="4035906"/>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dk1"/>
                </a:solidFill>
              </a:rPr>
              <a:t>Storage Provisioning</a:t>
            </a:r>
            <a:endParaRPr sz="900">
              <a:solidFill>
                <a:schemeClr val="dk1"/>
              </a:solidFill>
            </a:endParaRPr>
          </a:p>
        </p:txBody>
      </p:sp>
      <p:sp>
        <p:nvSpPr>
          <p:cNvPr id="2110" name="Google Shape;2110;p131"/>
          <p:cNvSpPr/>
          <p:nvPr/>
        </p:nvSpPr>
        <p:spPr>
          <a:xfrm>
            <a:off x="809901" y="5080064"/>
            <a:ext cx="1252500" cy="300900"/>
          </a:xfrm>
          <a:prstGeom prst="roundRect">
            <a:avLst>
              <a:gd fmla="val 16667" name="adj"/>
            </a:avLst>
          </a:prstGeom>
          <a:solidFill>
            <a:srgbClr val="434343"/>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lt1"/>
                </a:solidFill>
              </a:rPr>
              <a:t>Foundational</a:t>
            </a:r>
            <a:r>
              <a:rPr lang="en" sz="900"/>
              <a:t> </a:t>
            </a:r>
            <a:r>
              <a:rPr lang="en" sz="900">
                <a:solidFill>
                  <a:schemeClr val="lt1"/>
                </a:solidFill>
              </a:rPr>
              <a:t>Automation</a:t>
            </a:r>
            <a:endParaRPr sz="900"/>
          </a:p>
        </p:txBody>
      </p:sp>
      <p:sp>
        <p:nvSpPr>
          <p:cNvPr id="2111" name="Google Shape;2111;p131"/>
          <p:cNvSpPr/>
          <p:nvPr/>
        </p:nvSpPr>
        <p:spPr>
          <a:xfrm>
            <a:off x="809901" y="4720486"/>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dk1"/>
                </a:solidFill>
              </a:rPr>
              <a:t>Config Mgmt</a:t>
            </a:r>
            <a:endParaRPr sz="900">
              <a:solidFill>
                <a:schemeClr val="dk1"/>
              </a:solidFill>
            </a:endParaRPr>
          </a:p>
        </p:txBody>
      </p:sp>
      <p:sp>
        <p:nvSpPr>
          <p:cNvPr id="2112" name="Google Shape;2112;p131"/>
          <p:cNvSpPr/>
          <p:nvPr/>
        </p:nvSpPr>
        <p:spPr>
          <a:xfrm>
            <a:off x="2130552" y="5080064"/>
            <a:ext cx="1252500" cy="300900"/>
          </a:xfrm>
          <a:prstGeom prst="roundRect">
            <a:avLst>
              <a:gd fmla="val 16667" name="adj"/>
            </a:avLst>
          </a:prstGeom>
          <a:solidFill>
            <a:srgbClr val="434343"/>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lt1"/>
                </a:solidFill>
              </a:rPr>
              <a:t>Infrastructure Automation</a:t>
            </a:r>
            <a:endParaRPr sz="900"/>
          </a:p>
        </p:txBody>
      </p:sp>
      <p:sp>
        <p:nvSpPr>
          <p:cNvPr id="2113" name="Google Shape;2113;p131"/>
          <p:cNvSpPr/>
          <p:nvPr/>
        </p:nvSpPr>
        <p:spPr>
          <a:xfrm>
            <a:off x="3451202" y="5080064"/>
            <a:ext cx="1252500" cy="300900"/>
          </a:xfrm>
          <a:prstGeom prst="roundRect">
            <a:avLst>
              <a:gd fmla="val 16667" name="adj"/>
            </a:avLst>
          </a:prstGeom>
          <a:solidFill>
            <a:srgbClr val="434343"/>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lt1"/>
                </a:solidFill>
              </a:rPr>
              <a:t>Container Development</a:t>
            </a:r>
            <a:endParaRPr sz="900"/>
          </a:p>
        </p:txBody>
      </p:sp>
      <p:sp>
        <p:nvSpPr>
          <p:cNvPr id="2114" name="Google Shape;2114;p131"/>
          <p:cNvSpPr/>
          <p:nvPr/>
        </p:nvSpPr>
        <p:spPr>
          <a:xfrm>
            <a:off x="4771853" y="5080064"/>
            <a:ext cx="1252500" cy="300900"/>
          </a:xfrm>
          <a:prstGeom prst="roundRect">
            <a:avLst>
              <a:gd fmla="val 16667" name="adj"/>
            </a:avLst>
          </a:prstGeom>
          <a:solidFill>
            <a:srgbClr val="434343"/>
          </a:solidFill>
          <a:ln>
            <a:noFill/>
          </a:ln>
        </p:spPr>
        <p:txBody>
          <a:bodyPr anchorCtr="0" anchor="ctr" bIns="121900" lIns="0" spcFirstLastPara="1" rIns="0" wrap="square" tIns="121900">
            <a:noAutofit/>
          </a:bodyPr>
          <a:lstStyle/>
          <a:p>
            <a:pPr indent="0" lvl="0" marL="0" marR="0" rtl="0" algn="ctr">
              <a:lnSpc>
                <a:spcPct val="100000"/>
              </a:lnSpc>
              <a:spcBef>
                <a:spcPts val="0"/>
              </a:spcBef>
              <a:spcAft>
                <a:spcPts val="0"/>
              </a:spcAft>
              <a:buNone/>
            </a:pPr>
            <a:r>
              <a:rPr lang="en" sz="900">
                <a:solidFill>
                  <a:schemeClr val="lt1"/>
                </a:solidFill>
              </a:rPr>
              <a:t>Container Platform Essentials</a:t>
            </a:r>
            <a:endParaRPr sz="900"/>
          </a:p>
        </p:txBody>
      </p:sp>
      <p:sp>
        <p:nvSpPr>
          <p:cNvPr id="2115" name="Google Shape;2115;p131"/>
          <p:cNvSpPr/>
          <p:nvPr/>
        </p:nvSpPr>
        <p:spPr>
          <a:xfrm>
            <a:off x="6135478" y="5080064"/>
            <a:ext cx="1252500" cy="300900"/>
          </a:xfrm>
          <a:prstGeom prst="roundRect">
            <a:avLst>
              <a:gd fmla="val 16667" name="adj"/>
            </a:avLst>
          </a:prstGeom>
          <a:solidFill>
            <a:srgbClr val="434343"/>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lt1"/>
                </a:solidFill>
              </a:rPr>
              <a:t>Workload Intake Acceleration</a:t>
            </a:r>
            <a:endParaRPr sz="900"/>
          </a:p>
        </p:txBody>
      </p:sp>
      <p:sp>
        <p:nvSpPr>
          <p:cNvPr id="2116" name="Google Shape;2116;p131"/>
          <p:cNvSpPr/>
          <p:nvPr/>
        </p:nvSpPr>
        <p:spPr>
          <a:xfrm>
            <a:off x="7441962" y="5080064"/>
            <a:ext cx="1252500" cy="300900"/>
          </a:xfrm>
          <a:prstGeom prst="roundRect">
            <a:avLst>
              <a:gd fmla="val 16667" name="adj"/>
            </a:avLst>
          </a:prstGeom>
          <a:solidFill>
            <a:srgbClr val="434343"/>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lt1"/>
                </a:solidFill>
              </a:rPr>
              <a:t>Platform Services</a:t>
            </a:r>
            <a:endParaRPr sz="900"/>
          </a:p>
        </p:txBody>
      </p:sp>
      <p:sp>
        <p:nvSpPr>
          <p:cNvPr id="2117" name="Google Shape;2117;p131"/>
          <p:cNvSpPr/>
          <p:nvPr/>
        </p:nvSpPr>
        <p:spPr>
          <a:xfrm>
            <a:off x="10064659" y="5080097"/>
            <a:ext cx="1252500" cy="300900"/>
          </a:xfrm>
          <a:prstGeom prst="roundRect">
            <a:avLst>
              <a:gd fmla="val 16667" name="adj"/>
            </a:avLst>
          </a:prstGeom>
          <a:solidFill>
            <a:srgbClr val="434343"/>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lt1"/>
                </a:solidFill>
              </a:rPr>
              <a:t>Regulatory Support </a:t>
            </a:r>
            <a:endParaRPr sz="900"/>
          </a:p>
        </p:txBody>
      </p:sp>
      <p:sp>
        <p:nvSpPr>
          <p:cNvPr id="2118" name="Google Shape;2118;p131"/>
          <p:cNvSpPr/>
          <p:nvPr/>
        </p:nvSpPr>
        <p:spPr>
          <a:xfrm>
            <a:off x="8748736" y="5080064"/>
            <a:ext cx="1252500" cy="300900"/>
          </a:xfrm>
          <a:prstGeom prst="roundRect">
            <a:avLst>
              <a:gd fmla="val 16667" name="adj"/>
            </a:avLst>
          </a:prstGeom>
          <a:solidFill>
            <a:srgbClr val="434343"/>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lt1"/>
                </a:solidFill>
              </a:rPr>
              <a:t>Advanced Capabilities</a:t>
            </a:r>
            <a:endParaRPr sz="900"/>
          </a:p>
        </p:txBody>
      </p:sp>
      <p:sp>
        <p:nvSpPr>
          <p:cNvPr id="2119" name="Google Shape;2119;p131"/>
          <p:cNvSpPr/>
          <p:nvPr/>
        </p:nvSpPr>
        <p:spPr>
          <a:xfrm>
            <a:off x="2132887" y="3351348"/>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Platform Workflow</a:t>
            </a:r>
            <a:endParaRPr sz="900">
              <a:solidFill>
                <a:schemeClr val="dk1"/>
              </a:solidFill>
            </a:endParaRPr>
          </a:p>
        </p:txBody>
      </p:sp>
      <p:sp>
        <p:nvSpPr>
          <p:cNvPr id="2120" name="Google Shape;2120;p131"/>
          <p:cNvSpPr/>
          <p:nvPr/>
        </p:nvSpPr>
        <p:spPr>
          <a:xfrm>
            <a:off x="2132887" y="4738722"/>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Automation Workflow</a:t>
            </a:r>
            <a:endParaRPr sz="900">
              <a:solidFill>
                <a:schemeClr val="dk1"/>
              </a:solidFill>
            </a:endParaRPr>
          </a:p>
        </p:txBody>
      </p:sp>
      <p:sp>
        <p:nvSpPr>
          <p:cNvPr id="2121" name="Google Shape;2121;p131"/>
          <p:cNvSpPr/>
          <p:nvPr/>
        </p:nvSpPr>
        <p:spPr>
          <a:xfrm>
            <a:off x="2132887" y="4397355"/>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Version Control</a:t>
            </a:r>
            <a:endParaRPr sz="900">
              <a:solidFill>
                <a:schemeClr val="dk1"/>
              </a:solidFill>
            </a:endParaRPr>
          </a:p>
        </p:txBody>
      </p:sp>
      <p:sp>
        <p:nvSpPr>
          <p:cNvPr id="2122" name="Google Shape;2122;p131"/>
          <p:cNvSpPr/>
          <p:nvPr/>
        </p:nvSpPr>
        <p:spPr>
          <a:xfrm>
            <a:off x="3452366" y="4048653"/>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Prod-like Sandbox</a:t>
            </a:r>
            <a:endParaRPr sz="900">
              <a:solidFill>
                <a:schemeClr val="dk1"/>
              </a:solidFill>
            </a:endParaRPr>
          </a:p>
        </p:txBody>
      </p:sp>
      <p:sp>
        <p:nvSpPr>
          <p:cNvPr id="2123" name="Google Shape;2123;p131"/>
          <p:cNvSpPr/>
          <p:nvPr/>
        </p:nvSpPr>
        <p:spPr>
          <a:xfrm>
            <a:off x="3452366" y="4747466"/>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Dev Workstations</a:t>
            </a:r>
            <a:endParaRPr sz="900">
              <a:solidFill>
                <a:schemeClr val="dk1"/>
              </a:solidFill>
            </a:endParaRPr>
          </a:p>
        </p:txBody>
      </p:sp>
      <p:sp>
        <p:nvSpPr>
          <p:cNvPr id="2124" name="Google Shape;2124;p131"/>
          <p:cNvSpPr/>
          <p:nvPr/>
        </p:nvSpPr>
        <p:spPr>
          <a:xfrm>
            <a:off x="3452366" y="4397355"/>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Single Containers</a:t>
            </a:r>
            <a:endParaRPr sz="900">
              <a:solidFill>
                <a:schemeClr val="dk1"/>
              </a:solidFill>
            </a:endParaRPr>
          </a:p>
        </p:txBody>
      </p:sp>
      <p:sp>
        <p:nvSpPr>
          <p:cNvPr id="2125" name="Google Shape;2125;p131"/>
          <p:cNvSpPr/>
          <p:nvPr/>
        </p:nvSpPr>
        <p:spPr>
          <a:xfrm>
            <a:off x="4771853" y="4729133"/>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Workload Analysis</a:t>
            </a:r>
            <a:endParaRPr sz="900">
              <a:solidFill>
                <a:schemeClr val="dk1"/>
              </a:solidFill>
            </a:endParaRPr>
          </a:p>
        </p:txBody>
      </p:sp>
      <p:sp>
        <p:nvSpPr>
          <p:cNvPr id="2126" name="Google Shape;2126;p131"/>
          <p:cNvSpPr/>
          <p:nvPr/>
        </p:nvSpPr>
        <p:spPr>
          <a:xfrm>
            <a:off x="4771853" y="4378201"/>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Storage/Network integration</a:t>
            </a:r>
            <a:endParaRPr sz="900">
              <a:solidFill>
                <a:schemeClr val="dk1"/>
              </a:solidFill>
            </a:endParaRPr>
          </a:p>
        </p:txBody>
      </p:sp>
      <p:sp>
        <p:nvSpPr>
          <p:cNvPr id="2127" name="Google Shape;2127;p131"/>
          <p:cNvSpPr/>
          <p:nvPr/>
        </p:nvSpPr>
        <p:spPr>
          <a:xfrm>
            <a:off x="4771853" y="4027270"/>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Secrets Management</a:t>
            </a:r>
            <a:endParaRPr sz="900">
              <a:solidFill>
                <a:schemeClr val="dk1"/>
              </a:solidFill>
            </a:endParaRPr>
          </a:p>
        </p:txBody>
      </p:sp>
      <p:sp>
        <p:nvSpPr>
          <p:cNvPr id="2128" name="Google Shape;2128;p131"/>
          <p:cNvSpPr/>
          <p:nvPr/>
        </p:nvSpPr>
        <p:spPr>
          <a:xfrm>
            <a:off x="4771853" y="3676306"/>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Platform Security</a:t>
            </a:r>
            <a:endParaRPr sz="900">
              <a:solidFill>
                <a:schemeClr val="dk1"/>
              </a:solidFill>
            </a:endParaRPr>
          </a:p>
        </p:txBody>
      </p:sp>
      <p:sp>
        <p:nvSpPr>
          <p:cNvPr id="2129" name="Google Shape;2129;p131"/>
          <p:cNvSpPr/>
          <p:nvPr/>
        </p:nvSpPr>
        <p:spPr>
          <a:xfrm>
            <a:off x="4771853" y="3325347"/>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Declarative Infrastructure</a:t>
            </a:r>
            <a:endParaRPr sz="900">
              <a:solidFill>
                <a:schemeClr val="dk1"/>
              </a:solidFill>
            </a:endParaRPr>
          </a:p>
        </p:txBody>
      </p:sp>
      <p:sp>
        <p:nvSpPr>
          <p:cNvPr id="2130" name="Google Shape;2130;p131"/>
          <p:cNvSpPr/>
          <p:nvPr/>
        </p:nvSpPr>
        <p:spPr>
          <a:xfrm>
            <a:off x="4771853" y="2974387"/>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Observability Pub/Sub</a:t>
            </a:r>
            <a:endParaRPr sz="900">
              <a:solidFill>
                <a:schemeClr val="dk1"/>
              </a:solidFill>
            </a:endParaRPr>
          </a:p>
        </p:txBody>
      </p:sp>
      <p:sp>
        <p:nvSpPr>
          <p:cNvPr id="2131" name="Google Shape;2131;p131"/>
          <p:cNvSpPr/>
          <p:nvPr/>
        </p:nvSpPr>
        <p:spPr>
          <a:xfrm>
            <a:off x="4771853" y="2623428"/>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CI Framework</a:t>
            </a:r>
            <a:endParaRPr sz="900">
              <a:solidFill>
                <a:schemeClr val="dk1"/>
              </a:solidFill>
            </a:endParaRPr>
          </a:p>
        </p:txBody>
      </p:sp>
      <p:sp>
        <p:nvSpPr>
          <p:cNvPr id="2132" name="Google Shape;2132;p131"/>
          <p:cNvSpPr/>
          <p:nvPr/>
        </p:nvSpPr>
        <p:spPr>
          <a:xfrm>
            <a:off x="6135478" y="3351340"/>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Operator Certification</a:t>
            </a:r>
            <a:endParaRPr sz="900">
              <a:solidFill>
                <a:schemeClr val="dk1"/>
              </a:solidFill>
            </a:endParaRPr>
          </a:p>
        </p:txBody>
      </p:sp>
      <p:sp>
        <p:nvSpPr>
          <p:cNvPr id="2133" name="Google Shape;2133;p131"/>
          <p:cNvSpPr/>
          <p:nvPr/>
        </p:nvSpPr>
        <p:spPr>
          <a:xfrm>
            <a:off x="6135478" y="4035935"/>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Build Pipelines</a:t>
            </a:r>
            <a:endParaRPr sz="900">
              <a:solidFill>
                <a:schemeClr val="dk1"/>
              </a:solidFill>
            </a:endParaRPr>
          </a:p>
        </p:txBody>
      </p:sp>
      <p:sp>
        <p:nvSpPr>
          <p:cNvPr id="2134" name="Google Shape;2134;p131"/>
          <p:cNvSpPr/>
          <p:nvPr/>
        </p:nvSpPr>
        <p:spPr>
          <a:xfrm>
            <a:off x="6135478" y="4384688"/>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Deployment Integration</a:t>
            </a:r>
            <a:endParaRPr sz="900">
              <a:solidFill>
                <a:schemeClr val="dk1"/>
              </a:solidFill>
            </a:endParaRPr>
          </a:p>
        </p:txBody>
      </p:sp>
      <p:sp>
        <p:nvSpPr>
          <p:cNvPr id="2135" name="Google Shape;2135;p131"/>
          <p:cNvSpPr/>
          <p:nvPr/>
        </p:nvSpPr>
        <p:spPr>
          <a:xfrm>
            <a:off x="6135478" y="4733446"/>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Image Ingestion</a:t>
            </a:r>
            <a:endParaRPr sz="900">
              <a:solidFill>
                <a:schemeClr val="dk1"/>
              </a:solidFill>
            </a:endParaRPr>
          </a:p>
        </p:txBody>
      </p:sp>
      <p:sp>
        <p:nvSpPr>
          <p:cNvPr id="2136" name="Google Shape;2136;p131"/>
          <p:cNvSpPr/>
          <p:nvPr/>
        </p:nvSpPr>
        <p:spPr>
          <a:xfrm>
            <a:off x="7441962" y="3344749"/>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Chargebacks</a:t>
            </a:r>
            <a:endParaRPr sz="900">
              <a:solidFill>
                <a:schemeClr val="dk1"/>
              </a:solidFill>
            </a:endParaRPr>
          </a:p>
        </p:txBody>
      </p:sp>
      <p:sp>
        <p:nvSpPr>
          <p:cNvPr id="2137" name="Google Shape;2137;p131"/>
          <p:cNvSpPr/>
          <p:nvPr/>
        </p:nvSpPr>
        <p:spPr>
          <a:xfrm>
            <a:off x="7441962" y="3686001"/>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Resiliency Validation</a:t>
            </a:r>
            <a:endParaRPr sz="900">
              <a:solidFill>
                <a:schemeClr val="dk1"/>
              </a:solidFill>
            </a:endParaRPr>
          </a:p>
        </p:txBody>
      </p:sp>
      <p:sp>
        <p:nvSpPr>
          <p:cNvPr id="2138" name="Google Shape;2138;p131"/>
          <p:cNvSpPr/>
          <p:nvPr/>
        </p:nvSpPr>
        <p:spPr>
          <a:xfrm>
            <a:off x="7441962" y="4027270"/>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0" lIns="121900" spcFirstLastPara="1" rIns="121900" wrap="square" tIns="0">
            <a:noAutofit/>
          </a:bodyPr>
          <a:lstStyle/>
          <a:p>
            <a:pPr indent="0" lvl="0" marL="0" marR="0" rtl="0" algn="ctr">
              <a:lnSpc>
                <a:spcPct val="100000"/>
              </a:lnSpc>
              <a:spcBef>
                <a:spcPts val="0"/>
              </a:spcBef>
              <a:spcAft>
                <a:spcPts val="0"/>
              </a:spcAft>
              <a:buNone/>
            </a:pPr>
            <a:r>
              <a:rPr lang="en" sz="900">
                <a:solidFill>
                  <a:schemeClr val="dk1"/>
                </a:solidFill>
              </a:rPr>
              <a:t>Disaster Recovery / Active Failover</a:t>
            </a:r>
            <a:endParaRPr sz="900">
              <a:solidFill>
                <a:schemeClr val="dk1"/>
              </a:solidFill>
            </a:endParaRPr>
          </a:p>
        </p:txBody>
      </p:sp>
      <p:sp>
        <p:nvSpPr>
          <p:cNvPr id="2139" name="Google Shape;2139;p131"/>
          <p:cNvSpPr/>
          <p:nvPr/>
        </p:nvSpPr>
        <p:spPr>
          <a:xfrm>
            <a:off x="8748736" y="3687573"/>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0" spcFirstLastPara="1" rIns="0" wrap="square" tIns="121900">
            <a:noAutofit/>
          </a:bodyPr>
          <a:lstStyle/>
          <a:p>
            <a:pPr indent="0" lvl="0" marL="0" marR="0" rtl="0" algn="ctr">
              <a:lnSpc>
                <a:spcPct val="100000"/>
              </a:lnSpc>
              <a:spcBef>
                <a:spcPts val="0"/>
              </a:spcBef>
              <a:spcAft>
                <a:spcPts val="0"/>
              </a:spcAft>
              <a:buNone/>
            </a:pPr>
            <a:r>
              <a:rPr lang="en" sz="900">
                <a:solidFill>
                  <a:schemeClr val="dk1"/>
                </a:solidFill>
              </a:rPr>
              <a:t>Application Lifecycle Automation</a:t>
            </a:r>
            <a:endParaRPr sz="900">
              <a:solidFill>
                <a:schemeClr val="dk1"/>
              </a:solidFill>
            </a:endParaRPr>
          </a:p>
        </p:txBody>
      </p:sp>
      <p:sp>
        <p:nvSpPr>
          <p:cNvPr id="2140" name="Google Shape;2140;p131"/>
          <p:cNvSpPr/>
          <p:nvPr/>
        </p:nvSpPr>
        <p:spPr>
          <a:xfrm>
            <a:off x="7441962" y="4378205"/>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Fleet Management</a:t>
            </a:r>
            <a:endParaRPr sz="900">
              <a:solidFill>
                <a:schemeClr val="dk1"/>
              </a:solidFill>
            </a:endParaRPr>
          </a:p>
        </p:txBody>
      </p:sp>
      <p:sp>
        <p:nvSpPr>
          <p:cNvPr id="2141" name="Google Shape;2141;p131"/>
          <p:cNvSpPr/>
          <p:nvPr/>
        </p:nvSpPr>
        <p:spPr>
          <a:xfrm>
            <a:off x="7441962" y="4729137"/>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SRE Patterns</a:t>
            </a:r>
            <a:endParaRPr sz="900">
              <a:solidFill>
                <a:schemeClr val="dk1"/>
              </a:solidFill>
            </a:endParaRPr>
          </a:p>
        </p:txBody>
      </p:sp>
      <p:sp>
        <p:nvSpPr>
          <p:cNvPr id="2142" name="Google Shape;2142;p131"/>
          <p:cNvSpPr/>
          <p:nvPr/>
        </p:nvSpPr>
        <p:spPr>
          <a:xfrm>
            <a:off x="8748736" y="4027233"/>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FinOps</a:t>
            </a:r>
            <a:endParaRPr sz="900">
              <a:solidFill>
                <a:schemeClr val="dk1"/>
              </a:solidFill>
            </a:endParaRPr>
          </a:p>
        </p:txBody>
      </p:sp>
      <p:sp>
        <p:nvSpPr>
          <p:cNvPr id="2143" name="Google Shape;2143;p131"/>
          <p:cNvSpPr/>
          <p:nvPr/>
        </p:nvSpPr>
        <p:spPr>
          <a:xfrm>
            <a:off x="8748736" y="4378165"/>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Zero Trust</a:t>
            </a:r>
            <a:endParaRPr sz="900">
              <a:solidFill>
                <a:schemeClr val="dk1"/>
              </a:solidFill>
            </a:endParaRPr>
          </a:p>
        </p:txBody>
      </p:sp>
      <p:sp>
        <p:nvSpPr>
          <p:cNvPr id="2144" name="Google Shape;2144;p131"/>
          <p:cNvSpPr/>
          <p:nvPr/>
        </p:nvSpPr>
        <p:spPr>
          <a:xfrm>
            <a:off x="8748736" y="4729137"/>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Service Mesh</a:t>
            </a:r>
            <a:endParaRPr sz="900">
              <a:solidFill>
                <a:schemeClr val="dk1"/>
              </a:solidFill>
            </a:endParaRPr>
          </a:p>
        </p:txBody>
      </p:sp>
      <p:sp>
        <p:nvSpPr>
          <p:cNvPr id="2145" name="Google Shape;2145;p131"/>
          <p:cNvSpPr/>
          <p:nvPr/>
        </p:nvSpPr>
        <p:spPr>
          <a:xfrm>
            <a:off x="10064659" y="4027284"/>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Software Bill of Materials</a:t>
            </a:r>
            <a:endParaRPr sz="900">
              <a:solidFill>
                <a:schemeClr val="dk1"/>
              </a:solidFill>
            </a:endParaRPr>
          </a:p>
        </p:txBody>
      </p:sp>
      <p:sp>
        <p:nvSpPr>
          <p:cNvPr id="2146" name="Google Shape;2146;p131"/>
          <p:cNvSpPr/>
          <p:nvPr/>
        </p:nvSpPr>
        <p:spPr>
          <a:xfrm>
            <a:off x="10064659" y="4378219"/>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Custom Policy Enforcement</a:t>
            </a:r>
            <a:endParaRPr sz="900">
              <a:solidFill>
                <a:schemeClr val="dk1"/>
              </a:solidFill>
            </a:endParaRPr>
          </a:p>
        </p:txBody>
      </p:sp>
      <p:sp>
        <p:nvSpPr>
          <p:cNvPr id="2147" name="Google Shape;2147;p131"/>
          <p:cNvSpPr/>
          <p:nvPr/>
        </p:nvSpPr>
        <p:spPr>
          <a:xfrm>
            <a:off x="10064659" y="4729154"/>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Reg. Auditing &amp; Reporting</a:t>
            </a:r>
            <a:endParaRPr sz="900">
              <a:solidFill>
                <a:schemeClr val="dk1"/>
              </a:solidFill>
            </a:endParaRPr>
          </a:p>
        </p:txBody>
      </p:sp>
      <p:cxnSp>
        <p:nvCxnSpPr>
          <p:cNvPr id="2148" name="Google Shape;2148;p131"/>
          <p:cNvCxnSpPr/>
          <p:nvPr/>
        </p:nvCxnSpPr>
        <p:spPr>
          <a:xfrm>
            <a:off x="6074342" y="1740142"/>
            <a:ext cx="2700" cy="3870000"/>
          </a:xfrm>
          <a:prstGeom prst="straightConnector1">
            <a:avLst/>
          </a:prstGeom>
          <a:noFill/>
          <a:ln cap="flat" cmpd="sng" w="28575">
            <a:solidFill>
              <a:schemeClr val="accent1"/>
            </a:solidFill>
            <a:prstDash val="dot"/>
            <a:round/>
            <a:headEnd len="med" w="med" type="none"/>
            <a:tailEnd len="med" w="med" type="none"/>
          </a:ln>
        </p:spPr>
      </p:cxnSp>
      <p:sp>
        <p:nvSpPr>
          <p:cNvPr id="2149" name="Google Shape;2149;p131"/>
          <p:cNvSpPr txBox="1"/>
          <p:nvPr/>
        </p:nvSpPr>
        <p:spPr>
          <a:xfrm>
            <a:off x="5460692" y="1443742"/>
            <a:ext cx="1189200" cy="4155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lang="en" sz="1100"/>
              <a:t>Inflection Point</a:t>
            </a:r>
            <a:endParaRPr sz="1100"/>
          </a:p>
        </p:txBody>
      </p:sp>
      <p:sp>
        <p:nvSpPr>
          <p:cNvPr id="2150" name="Google Shape;2150;p131"/>
          <p:cNvSpPr txBox="1"/>
          <p:nvPr/>
        </p:nvSpPr>
        <p:spPr>
          <a:xfrm>
            <a:off x="4457792" y="1714483"/>
            <a:ext cx="1189200" cy="3693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lang="en" sz="800"/>
              <a:t>Platform Prep</a:t>
            </a:r>
            <a:endParaRPr sz="800"/>
          </a:p>
        </p:txBody>
      </p:sp>
      <p:sp>
        <p:nvSpPr>
          <p:cNvPr id="2151" name="Google Shape;2151;p131"/>
          <p:cNvSpPr txBox="1"/>
          <p:nvPr/>
        </p:nvSpPr>
        <p:spPr>
          <a:xfrm>
            <a:off x="6463592" y="1714483"/>
            <a:ext cx="1377300" cy="3693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lang="en" sz="800"/>
              <a:t>Platform Delivery</a:t>
            </a:r>
            <a:endParaRPr sz="800"/>
          </a:p>
        </p:txBody>
      </p:sp>
      <p:sp>
        <p:nvSpPr>
          <p:cNvPr id="2152" name="Google Shape;2152;p131"/>
          <p:cNvSpPr/>
          <p:nvPr/>
        </p:nvSpPr>
        <p:spPr>
          <a:xfrm>
            <a:off x="809901" y="4378184"/>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dk1"/>
                </a:solidFill>
              </a:rPr>
              <a:t>Compute Provisioning</a:t>
            </a:r>
            <a:endParaRPr sz="900">
              <a:solidFill>
                <a:schemeClr val="dk1"/>
              </a:solidFill>
            </a:endParaRPr>
          </a:p>
        </p:txBody>
      </p:sp>
      <p:cxnSp>
        <p:nvCxnSpPr>
          <p:cNvPr id="2153" name="Google Shape;2153;p131"/>
          <p:cNvCxnSpPr/>
          <p:nvPr/>
        </p:nvCxnSpPr>
        <p:spPr>
          <a:xfrm flipH="1" rot="10800000">
            <a:off x="548892" y="2528183"/>
            <a:ext cx="1200" cy="2852700"/>
          </a:xfrm>
          <a:prstGeom prst="straightConnector1">
            <a:avLst/>
          </a:prstGeom>
          <a:noFill/>
          <a:ln cap="flat" cmpd="sng" w="28575">
            <a:solidFill>
              <a:schemeClr val="accent6"/>
            </a:solidFill>
            <a:prstDash val="solid"/>
            <a:round/>
            <a:headEnd len="med" w="med" type="none"/>
            <a:tailEnd len="med" w="med" type="triangle"/>
          </a:ln>
        </p:spPr>
      </p:cxnSp>
      <p:sp>
        <p:nvSpPr>
          <p:cNvPr id="2154" name="Google Shape;2154;p131"/>
          <p:cNvSpPr/>
          <p:nvPr/>
        </p:nvSpPr>
        <p:spPr>
          <a:xfrm>
            <a:off x="10064659" y="3685117"/>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Platform Bill of Materials</a:t>
            </a:r>
            <a:endParaRPr sz="900">
              <a:solidFill>
                <a:schemeClr val="dk1"/>
              </a:solidFill>
            </a:endParaRPr>
          </a:p>
        </p:txBody>
      </p:sp>
      <p:sp>
        <p:nvSpPr>
          <p:cNvPr id="2155" name="Google Shape;2155;p131"/>
          <p:cNvSpPr/>
          <p:nvPr/>
        </p:nvSpPr>
        <p:spPr>
          <a:xfrm>
            <a:off x="10064659" y="3342950"/>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Automated Governance</a:t>
            </a:r>
            <a:endParaRPr sz="900">
              <a:solidFill>
                <a:schemeClr val="dk1"/>
              </a:solidFill>
            </a:endParaRPr>
          </a:p>
        </p:txBody>
      </p:sp>
      <p:sp>
        <p:nvSpPr>
          <p:cNvPr id="2156" name="Google Shape;2156;p131"/>
          <p:cNvSpPr/>
          <p:nvPr/>
        </p:nvSpPr>
        <p:spPr>
          <a:xfrm>
            <a:off x="4774792" y="6059589"/>
            <a:ext cx="1252500" cy="300900"/>
          </a:xfrm>
          <a:prstGeom prst="roundRect">
            <a:avLst>
              <a:gd fmla="val 16667" name="adj"/>
            </a:avLst>
          </a:prstGeom>
          <a:solidFill>
            <a:srgbClr val="B6D7A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dk1"/>
                </a:solidFill>
              </a:rPr>
              <a:t>Developing</a:t>
            </a:r>
            <a:endParaRPr sz="900">
              <a:solidFill>
                <a:schemeClr val="dk1"/>
              </a:solidFill>
            </a:endParaRPr>
          </a:p>
        </p:txBody>
      </p:sp>
      <p:sp>
        <p:nvSpPr>
          <p:cNvPr id="2157" name="Google Shape;2157;p131"/>
          <p:cNvSpPr/>
          <p:nvPr/>
        </p:nvSpPr>
        <p:spPr>
          <a:xfrm>
            <a:off x="6083792" y="6059603"/>
            <a:ext cx="1252500" cy="300900"/>
          </a:xfrm>
          <a:prstGeom prst="roundRect">
            <a:avLst>
              <a:gd fmla="val 16667" name="adj"/>
            </a:avLst>
          </a:prstGeom>
          <a:solidFill>
            <a:srgbClr val="93C47D"/>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t>Acceptable</a:t>
            </a:r>
            <a:endParaRPr sz="900"/>
          </a:p>
        </p:txBody>
      </p:sp>
      <p:sp>
        <p:nvSpPr>
          <p:cNvPr id="2158" name="Google Shape;2158;p131"/>
          <p:cNvSpPr/>
          <p:nvPr/>
        </p:nvSpPr>
        <p:spPr>
          <a:xfrm>
            <a:off x="7392792" y="6059589"/>
            <a:ext cx="1252500" cy="300900"/>
          </a:xfrm>
          <a:prstGeom prst="roundRect">
            <a:avLst>
              <a:gd fmla="val 16667" name="adj"/>
            </a:avLst>
          </a:prstGeom>
          <a:solidFill>
            <a:srgbClr val="6AA84F"/>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dk1"/>
                </a:solidFill>
              </a:rPr>
              <a:t>Advanced</a:t>
            </a:r>
            <a:endParaRPr sz="900">
              <a:solidFill>
                <a:schemeClr val="dk1"/>
              </a:solidFill>
            </a:endParaRPr>
          </a:p>
        </p:txBody>
      </p:sp>
      <p:sp>
        <p:nvSpPr>
          <p:cNvPr id="2159" name="Google Shape;2159;p131"/>
          <p:cNvSpPr/>
          <p:nvPr/>
        </p:nvSpPr>
        <p:spPr>
          <a:xfrm>
            <a:off x="8715792" y="6059589"/>
            <a:ext cx="1252500" cy="300900"/>
          </a:xfrm>
          <a:prstGeom prst="roundRect">
            <a:avLst>
              <a:gd fmla="val 16667" name="adj"/>
            </a:avLst>
          </a:prstGeom>
          <a:solidFill>
            <a:srgbClr val="38761D"/>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lt1"/>
                </a:solidFill>
              </a:rPr>
              <a:t>Leading</a:t>
            </a:r>
            <a:endParaRPr sz="900">
              <a:solidFill>
                <a:schemeClr val="lt1"/>
              </a:solidFill>
            </a:endParaRPr>
          </a:p>
        </p:txBody>
      </p:sp>
      <p:sp>
        <p:nvSpPr>
          <p:cNvPr id="2160" name="Google Shape;2160;p131"/>
          <p:cNvSpPr/>
          <p:nvPr/>
        </p:nvSpPr>
        <p:spPr>
          <a:xfrm>
            <a:off x="6135478" y="3693648"/>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Sidecar Integration</a:t>
            </a:r>
            <a:endParaRPr sz="900">
              <a:solidFill>
                <a:schemeClr val="dk1"/>
              </a:solidFill>
            </a:endParaRPr>
          </a:p>
        </p:txBody>
      </p:sp>
      <p:sp>
        <p:nvSpPr>
          <p:cNvPr id="2161" name="Google Shape;2161;p131"/>
          <p:cNvSpPr txBox="1"/>
          <p:nvPr/>
        </p:nvSpPr>
        <p:spPr>
          <a:xfrm>
            <a:off x="1675200" y="6009950"/>
            <a:ext cx="65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Key:</a:t>
            </a:r>
            <a:endParaRPr>
              <a:latin typeface="Red Hat Display"/>
              <a:ea typeface="Red Hat Display"/>
              <a:cs typeface="Red Hat Display"/>
              <a:sym typeface="Red Hat Display"/>
            </a:endParaRPr>
          </a:p>
        </p:txBody>
      </p:sp>
      <p:sp>
        <p:nvSpPr>
          <p:cNvPr id="2162" name="Google Shape;2162;p131"/>
          <p:cNvSpPr txBox="1"/>
          <p:nvPr>
            <p:ph idx="4294967295" type="title"/>
          </p:nvPr>
        </p:nvSpPr>
        <p:spPr>
          <a:xfrm>
            <a:off x="1752600" y="946000"/>
            <a:ext cx="8686800" cy="415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Capability Matrix for Flight Path</a:t>
            </a:r>
            <a:endParaRPr/>
          </a:p>
        </p:txBody>
      </p:sp>
      <p:sp>
        <p:nvSpPr>
          <p:cNvPr id="2163" name="Google Shape;2163;p131"/>
          <p:cNvSpPr txBox="1"/>
          <p:nvPr/>
        </p:nvSpPr>
        <p:spPr>
          <a:xfrm>
            <a:off x="9046075" y="1656300"/>
            <a:ext cx="2232900" cy="72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latin typeface="Red Hat Display"/>
                <a:ea typeface="Red Hat Display"/>
                <a:cs typeface="Red Hat Display"/>
                <a:sym typeface="Red Hat Display"/>
              </a:rPr>
              <a:t>Overall maturity increases up and to the right</a:t>
            </a:r>
            <a:br>
              <a:rPr lang="en" sz="1300">
                <a:latin typeface="Red Hat Display"/>
                <a:ea typeface="Red Hat Display"/>
                <a:cs typeface="Red Hat Display"/>
                <a:sym typeface="Red Hat Display"/>
              </a:rPr>
            </a:br>
            <a:br>
              <a:rPr lang="en" sz="1300">
                <a:latin typeface="Red Hat Display"/>
                <a:ea typeface="Red Hat Display"/>
                <a:cs typeface="Red Hat Display"/>
                <a:sym typeface="Red Hat Display"/>
              </a:rPr>
            </a:br>
            <a:r>
              <a:rPr lang="en" sz="1300">
                <a:latin typeface="Red Hat Display"/>
                <a:ea typeface="Red Hat Display"/>
                <a:cs typeface="Red Hat Display"/>
                <a:sym typeface="Red Hat Display"/>
              </a:rPr>
              <a:t>Copy this slide and use the colour fill key below to generate your map.</a:t>
            </a:r>
            <a:endParaRPr sz="1300">
              <a:latin typeface="Red Hat Display"/>
              <a:ea typeface="Red Hat Display"/>
              <a:cs typeface="Red Hat Display"/>
              <a:sym typeface="Red Hat Display"/>
            </a:endParaRPr>
          </a:p>
        </p:txBody>
      </p:sp>
      <p:sp>
        <p:nvSpPr>
          <p:cNvPr id="2164" name="Google Shape;2164;p131"/>
          <p:cNvSpPr/>
          <p:nvPr/>
        </p:nvSpPr>
        <p:spPr>
          <a:xfrm>
            <a:off x="759750" y="3211200"/>
            <a:ext cx="2664000" cy="22446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cxnSp>
        <p:nvCxnSpPr>
          <p:cNvPr id="2165" name="Google Shape;2165;p131"/>
          <p:cNvCxnSpPr/>
          <p:nvPr/>
        </p:nvCxnSpPr>
        <p:spPr>
          <a:xfrm>
            <a:off x="1005191" y="5583933"/>
            <a:ext cx="10553100" cy="38100"/>
          </a:xfrm>
          <a:prstGeom prst="straightConnector1">
            <a:avLst/>
          </a:prstGeom>
          <a:noFill/>
          <a:ln cap="flat" cmpd="sng" w="28575">
            <a:solidFill>
              <a:schemeClr val="accent6"/>
            </a:solidFill>
            <a:prstDash val="solid"/>
            <a:round/>
            <a:headEnd len="med" w="med" type="none"/>
            <a:tailEnd len="med" w="med" type="triangle"/>
          </a:ln>
        </p:spPr>
      </p:cxnSp>
      <p:sp>
        <p:nvSpPr>
          <p:cNvPr id="2166" name="Google Shape;2166;p131"/>
          <p:cNvSpPr txBox="1"/>
          <p:nvPr/>
        </p:nvSpPr>
        <p:spPr>
          <a:xfrm>
            <a:off x="678715" y="2795430"/>
            <a:ext cx="21273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2"/>
                </a:solidFill>
                <a:latin typeface="Red Hat Display Medium"/>
                <a:ea typeface="Red Hat Display Medium"/>
                <a:cs typeface="Red Hat Display Medium"/>
                <a:sym typeface="Red Hat Display Medium"/>
              </a:rPr>
              <a:t>RH-ISAM</a:t>
            </a:r>
            <a:endParaRPr sz="1800">
              <a:solidFill>
                <a:schemeClr val="accent2"/>
              </a:solidFill>
              <a:latin typeface="Red Hat Display Medium"/>
              <a:ea typeface="Red Hat Display Medium"/>
              <a:cs typeface="Red Hat Display Medium"/>
              <a:sym typeface="Red Hat Display Medium"/>
            </a:endParaRPr>
          </a:p>
        </p:txBody>
      </p:sp>
      <p:sp>
        <p:nvSpPr>
          <p:cNvPr id="2167" name="Google Shape;2167;p131"/>
          <p:cNvSpPr txBox="1"/>
          <p:nvPr>
            <p:ph idx="2" type="subTitle"/>
          </p:nvPr>
        </p:nvSpPr>
        <p:spPr>
          <a:xfrm>
            <a:off x="885050" y="6169550"/>
            <a:ext cx="6451200" cy="559800"/>
          </a:xfrm>
          <a:prstGeom prst="rect">
            <a:avLst/>
          </a:prstGeom>
        </p:spPr>
        <p:txBody>
          <a:bodyPr anchorCtr="0" anchor="b" bIns="0" lIns="0" spcFirstLastPara="1" rIns="0" wrap="square" tIns="0">
            <a:noAutofit/>
          </a:bodyPr>
          <a:lstStyle/>
          <a:p>
            <a:pPr indent="0" lvl="0" marL="0" rtl="0" algn="l">
              <a:lnSpc>
                <a:spcPct val="100000"/>
              </a:lnSpc>
              <a:spcBef>
                <a:spcPts val="0"/>
              </a:spcBef>
              <a:spcAft>
                <a:spcPts val="0"/>
              </a:spcAft>
              <a:buNone/>
            </a:pPr>
            <a:r>
              <a:rPr lang="en"/>
              <a:t>Adapted From: Flight Path End to End by Adam Seeley and Bob Mader</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1" name="Shape 2171"/>
        <p:cNvGrpSpPr/>
        <p:nvPr/>
      </p:nvGrpSpPr>
      <p:grpSpPr>
        <a:xfrm>
          <a:off x="0" y="0"/>
          <a:ext cx="0" cy="0"/>
          <a:chOff x="0" y="0"/>
          <a:chExt cx="0" cy="0"/>
        </a:xfrm>
      </p:grpSpPr>
      <p:sp>
        <p:nvSpPr>
          <p:cNvPr id="2172" name="Google Shape;2172;p132"/>
          <p:cNvSpPr/>
          <p:nvPr/>
        </p:nvSpPr>
        <p:spPr>
          <a:xfrm>
            <a:off x="632425" y="1870900"/>
            <a:ext cx="3120600" cy="37983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cxnSp>
        <p:nvCxnSpPr>
          <p:cNvPr id="2173" name="Google Shape;2173;p132"/>
          <p:cNvCxnSpPr>
            <a:endCxn id="2174" idx="0"/>
          </p:cNvCxnSpPr>
          <p:nvPr/>
        </p:nvCxnSpPr>
        <p:spPr>
          <a:xfrm rot="10800000">
            <a:off x="7469878" y="4766794"/>
            <a:ext cx="1131000" cy="471900"/>
          </a:xfrm>
          <a:prstGeom prst="curvedConnector4">
            <a:avLst>
              <a:gd fmla="val 12513" name="adj1"/>
              <a:gd fmla="val 150461" name="adj2"/>
            </a:avLst>
          </a:prstGeom>
          <a:noFill/>
          <a:ln cap="flat" cmpd="sng" w="19050">
            <a:solidFill>
              <a:srgbClr val="EC0000"/>
            </a:solidFill>
            <a:prstDash val="dash"/>
            <a:round/>
            <a:headEnd len="med" w="med" type="none"/>
            <a:tailEnd len="med" w="med" type="triangle"/>
          </a:ln>
        </p:spPr>
      </p:cxnSp>
      <p:cxnSp>
        <p:nvCxnSpPr>
          <p:cNvPr id="2175" name="Google Shape;2175;p132"/>
          <p:cNvCxnSpPr>
            <a:endCxn id="2174" idx="0"/>
          </p:cNvCxnSpPr>
          <p:nvPr/>
        </p:nvCxnSpPr>
        <p:spPr>
          <a:xfrm rot="10800000">
            <a:off x="7469878" y="4766794"/>
            <a:ext cx="1817100" cy="500400"/>
          </a:xfrm>
          <a:prstGeom prst="curvedConnector4">
            <a:avLst>
              <a:gd fmla="val 26667" name="adj1"/>
              <a:gd fmla="val 147587" name="adj2"/>
            </a:avLst>
          </a:prstGeom>
          <a:noFill/>
          <a:ln cap="flat" cmpd="sng" w="19050">
            <a:solidFill>
              <a:srgbClr val="EC0000"/>
            </a:solidFill>
            <a:prstDash val="dash"/>
            <a:round/>
            <a:headEnd len="med" w="med" type="none"/>
            <a:tailEnd len="med" w="med" type="triangle"/>
          </a:ln>
        </p:spPr>
      </p:cxnSp>
      <p:sp>
        <p:nvSpPr>
          <p:cNvPr id="2176" name="Google Shape;2176;p13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177" name="Google Shape;2177;p132"/>
          <p:cNvSpPr txBox="1"/>
          <p:nvPr>
            <p:ph idx="4294967295"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Cloud Native Adoption Curve</a:t>
            </a:r>
            <a:endParaRPr/>
          </a:p>
          <a:p>
            <a:pPr indent="0" lvl="0" marL="0" rtl="0" algn="ctr">
              <a:spcBef>
                <a:spcPts val="0"/>
              </a:spcBef>
              <a:spcAft>
                <a:spcPts val="0"/>
              </a:spcAft>
              <a:buNone/>
            </a:pPr>
            <a:r>
              <a:rPr lang="en" sz="1500"/>
              <a:t>Entering at the wrong point in the continuum == failure</a:t>
            </a:r>
            <a:endParaRPr sz="1500"/>
          </a:p>
        </p:txBody>
      </p:sp>
      <p:sp>
        <p:nvSpPr>
          <p:cNvPr id="2178" name="Google Shape;2178;p13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2179" name="Google Shape;2179;p132"/>
          <p:cNvSpPr txBox="1"/>
          <p:nvPr/>
        </p:nvSpPr>
        <p:spPr>
          <a:xfrm>
            <a:off x="678725" y="1489900"/>
            <a:ext cx="25659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2"/>
                </a:solidFill>
                <a:latin typeface="Red Hat Display Medium"/>
                <a:ea typeface="Red Hat Display Medium"/>
                <a:cs typeface="Red Hat Display Medium"/>
                <a:sym typeface="Red Hat Display Medium"/>
              </a:rPr>
              <a:t>RH-ISAM</a:t>
            </a:r>
            <a:endParaRPr sz="1800">
              <a:solidFill>
                <a:schemeClr val="accent2"/>
              </a:solidFill>
              <a:latin typeface="Red Hat Display Medium"/>
              <a:ea typeface="Red Hat Display Medium"/>
              <a:cs typeface="Red Hat Display Medium"/>
              <a:sym typeface="Red Hat Display Medium"/>
            </a:endParaRPr>
          </a:p>
        </p:txBody>
      </p:sp>
      <p:sp>
        <p:nvSpPr>
          <p:cNvPr id="2180" name="Google Shape;2180;p132"/>
          <p:cNvSpPr/>
          <p:nvPr/>
        </p:nvSpPr>
        <p:spPr>
          <a:xfrm>
            <a:off x="8682113" y="5589225"/>
            <a:ext cx="899400" cy="264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81" name="Google Shape;2181;p132"/>
          <p:cNvSpPr/>
          <p:nvPr/>
        </p:nvSpPr>
        <p:spPr>
          <a:xfrm>
            <a:off x="8201625" y="5500791"/>
            <a:ext cx="1018200" cy="31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82" name="Google Shape;2182;p132"/>
          <p:cNvSpPr/>
          <p:nvPr/>
        </p:nvSpPr>
        <p:spPr>
          <a:xfrm>
            <a:off x="6050906" y="5516944"/>
            <a:ext cx="1018200" cy="31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83" name="Google Shape;2183;p132"/>
          <p:cNvSpPr/>
          <p:nvPr/>
        </p:nvSpPr>
        <p:spPr>
          <a:xfrm>
            <a:off x="8201625" y="5516944"/>
            <a:ext cx="1018200" cy="31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84" name="Google Shape;2184;p132"/>
          <p:cNvSpPr/>
          <p:nvPr/>
        </p:nvSpPr>
        <p:spPr>
          <a:xfrm>
            <a:off x="5147081" y="5516944"/>
            <a:ext cx="1018200" cy="31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aphicFrame>
        <p:nvGraphicFramePr>
          <p:cNvPr id="2185" name="Google Shape;2185;p132"/>
          <p:cNvGraphicFramePr/>
          <p:nvPr/>
        </p:nvGraphicFramePr>
        <p:xfrm>
          <a:off x="763728" y="5186994"/>
          <a:ext cx="3000000" cy="3000000"/>
        </p:xfrm>
        <a:graphic>
          <a:graphicData uri="http://schemas.openxmlformats.org/drawingml/2006/table">
            <a:tbl>
              <a:tblPr>
                <a:noFill/>
                <a:tableStyleId>{A5FF7F8D-138B-4539-A690-A636E2218571}</a:tableStyleId>
              </a:tblPr>
              <a:tblGrid>
                <a:gridCol w="1242325"/>
                <a:gridCol w="1337575"/>
                <a:gridCol w="1337575"/>
                <a:gridCol w="1337575"/>
                <a:gridCol w="1337575"/>
                <a:gridCol w="1337575"/>
                <a:gridCol w="1337575"/>
                <a:gridCol w="1309000"/>
              </a:tblGrid>
              <a:tr h="415500">
                <a:tc>
                  <a:txBody>
                    <a:bodyPr/>
                    <a:lstStyle/>
                    <a:p>
                      <a:pPr indent="0" lvl="0" marL="0" marR="0" rtl="0" algn="ctr">
                        <a:lnSpc>
                          <a:spcPct val="100000"/>
                        </a:lnSpc>
                        <a:spcBef>
                          <a:spcPts val="0"/>
                        </a:spcBef>
                        <a:spcAft>
                          <a:spcPts val="0"/>
                        </a:spcAft>
                        <a:buNone/>
                      </a:pPr>
                      <a:r>
                        <a:rPr b="1" lang="en" sz="900">
                          <a:latin typeface="Red Hat Text"/>
                          <a:ea typeface="Red Hat Text"/>
                          <a:cs typeface="Red Hat Text"/>
                          <a:sym typeface="Red Hat Text"/>
                        </a:rPr>
                        <a:t>Entry Automation</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ctr">
                        <a:lnSpc>
                          <a:spcPct val="100000"/>
                        </a:lnSpc>
                        <a:spcBef>
                          <a:spcPts val="0"/>
                        </a:spcBef>
                        <a:spcAft>
                          <a:spcPts val="0"/>
                        </a:spcAft>
                        <a:buNone/>
                      </a:pPr>
                      <a:r>
                        <a:rPr b="1" lang="en" sz="900">
                          <a:latin typeface="Red Hat Text"/>
                          <a:ea typeface="Red Hat Text"/>
                          <a:cs typeface="Red Hat Text"/>
                          <a:sym typeface="Red Hat Text"/>
                        </a:rPr>
                        <a:t>Infra automation</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900">
                          <a:solidFill>
                            <a:srgbClr val="FFFFFF"/>
                          </a:solidFill>
                          <a:latin typeface="Red Hat Text"/>
                          <a:ea typeface="Red Hat Text"/>
                          <a:cs typeface="Red Hat Text"/>
                          <a:sym typeface="Red Hat Text"/>
                        </a:rPr>
                        <a:t>Container Development</a:t>
                      </a:r>
                      <a:endParaRPr b="1" sz="900">
                        <a:solidFill>
                          <a:srgbClr val="FFFFFF"/>
                        </a:solidFill>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E0000"/>
                    </a:solidFill>
                  </a:tcPr>
                </a:tc>
                <a:tc>
                  <a:txBody>
                    <a:bodyPr/>
                    <a:lstStyle/>
                    <a:p>
                      <a:pPr indent="0" lvl="0" marL="0" rtl="0" algn="ctr">
                        <a:spcBef>
                          <a:spcPts val="0"/>
                        </a:spcBef>
                        <a:spcAft>
                          <a:spcPts val="0"/>
                        </a:spcAft>
                        <a:buNone/>
                      </a:pPr>
                      <a:r>
                        <a:rPr b="1" lang="en" sz="900">
                          <a:solidFill>
                            <a:srgbClr val="FFFFFF"/>
                          </a:solidFill>
                          <a:latin typeface="Red Hat Text"/>
                          <a:ea typeface="Red Hat Text"/>
                          <a:cs typeface="Red Hat Text"/>
                          <a:sym typeface="Red Hat Text"/>
                        </a:rPr>
                        <a:t>Container Platform Essentials</a:t>
                      </a:r>
                      <a:endParaRPr b="1" sz="900">
                        <a:solidFill>
                          <a:srgbClr val="FFFFFF"/>
                        </a:solidFill>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E0000"/>
                    </a:solidFill>
                  </a:tcPr>
                </a:tc>
                <a:tc>
                  <a:txBody>
                    <a:bodyPr/>
                    <a:lstStyle/>
                    <a:p>
                      <a:pPr indent="0" lvl="0" marL="0" rtl="0" algn="ctr">
                        <a:spcBef>
                          <a:spcPts val="0"/>
                        </a:spcBef>
                        <a:spcAft>
                          <a:spcPts val="0"/>
                        </a:spcAft>
                        <a:buNone/>
                      </a:pPr>
                      <a:r>
                        <a:rPr b="1" lang="en" sz="900">
                          <a:solidFill>
                            <a:srgbClr val="FFFFFF"/>
                          </a:solidFill>
                          <a:latin typeface="Red Hat Text"/>
                          <a:ea typeface="Red Hat Text"/>
                          <a:cs typeface="Red Hat Text"/>
                          <a:sym typeface="Red Hat Text"/>
                        </a:rPr>
                        <a:t>Workload Intake Acceleration</a:t>
                      </a:r>
                      <a:endParaRPr b="1" sz="900">
                        <a:solidFill>
                          <a:srgbClr val="FFFFFF"/>
                        </a:solidFill>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E0000"/>
                    </a:solidFill>
                  </a:tcPr>
                </a:tc>
                <a:tc>
                  <a:txBody>
                    <a:bodyPr/>
                    <a:lstStyle/>
                    <a:p>
                      <a:pPr indent="0" lvl="0" marL="0" marR="0" rtl="0" algn="ctr">
                        <a:lnSpc>
                          <a:spcPct val="100000"/>
                        </a:lnSpc>
                        <a:spcBef>
                          <a:spcPts val="0"/>
                        </a:spcBef>
                        <a:spcAft>
                          <a:spcPts val="0"/>
                        </a:spcAft>
                        <a:buNone/>
                      </a:pPr>
                      <a:r>
                        <a:rPr b="1" lang="en" sz="900">
                          <a:latin typeface="Red Hat Text"/>
                          <a:ea typeface="Red Hat Text"/>
                          <a:cs typeface="Red Hat Text"/>
                          <a:sym typeface="Red Hat Text"/>
                        </a:rPr>
                        <a:t>Platform Services</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900">
                          <a:latin typeface="Red Hat Text"/>
                          <a:ea typeface="Red Hat Text"/>
                          <a:cs typeface="Red Hat Text"/>
                          <a:sym typeface="Red Hat Text"/>
                        </a:rPr>
                        <a:t>Advanced Capabilities</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900">
                          <a:latin typeface="Red Hat Text"/>
                          <a:ea typeface="Red Hat Text"/>
                          <a:cs typeface="Red Hat Text"/>
                          <a:sym typeface="Red Hat Text"/>
                        </a:rPr>
                        <a:t>Regulatory Support</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bl>
          </a:graphicData>
        </a:graphic>
      </p:graphicFrame>
      <p:sp>
        <p:nvSpPr>
          <p:cNvPr id="2186" name="Google Shape;2186;p132"/>
          <p:cNvSpPr/>
          <p:nvPr/>
        </p:nvSpPr>
        <p:spPr>
          <a:xfrm>
            <a:off x="763725" y="2107075"/>
            <a:ext cx="10215427" cy="2995564"/>
          </a:xfrm>
          <a:custGeom>
            <a:rect b="b" l="l" r="r" t="t"/>
            <a:pathLst>
              <a:path extrusionOk="0" h="209480" w="560748">
                <a:moveTo>
                  <a:pt x="0" y="209480"/>
                </a:moveTo>
                <a:cubicBezTo>
                  <a:pt x="13100" y="174585"/>
                  <a:pt x="47555" y="3520"/>
                  <a:pt x="78597" y="107"/>
                </a:cubicBezTo>
                <a:cubicBezTo>
                  <a:pt x="109640" y="-3305"/>
                  <a:pt x="105897" y="188895"/>
                  <a:pt x="186255" y="189005"/>
                </a:cubicBezTo>
                <a:cubicBezTo>
                  <a:pt x="266614" y="189115"/>
                  <a:pt x="498333" y="32140"/>
                  <a:pt x="560748" y="767"/>
                </a:cubicBezTo>
              </a:path>
            </a:pathLst>
          </a:custGeom>
          <a:noFill/>
          <a:ln cap="flat" cmpd="sng" w="19050">
            <a:solidFill>
              <a:srgbClr val="002060"/>
            </a:solidFill>
            <a:prstDash val="dash"/>
            <a:round/>
            <a:headEnd len="med" w="med" type="none"/>
            <a:tailEnd len="med" w="med" type="triangle"/>
          </a:ln>
        </p:spPr>
      </p:sp>
      <p:sp>
        <p:nvSpPr>
          <p:cNvPr id="2187" name="Google Shape;2187;p132"/>
          <p:cNvSpPr txBox="1"/>
          <p:nvPr/>
        </p:nvSpPr>
        <p:spPr>
          <a:xfrm rot="-5400000">
            <a:off x="-956963" y="3663862"/>
            <a:ext cx="2565900" cy="284700"/>
          </a:xfrm>
          <a:prstGeom prst="rect">
            <a:avLst/>
          </a:prstGeom>
          <a:noFill/>
          <a:ln>
            <a:noFill/>
          </a:ln>
        </p:spPr>
        <p:txBody>
          <a:bodyPr anchorCtr="0" anchor="t" bIns="34300" lIns="34300" spcFirstLastPara="1" rIns="34300" wrap="square" tIns="34300">
            <a:spAutoFit/>
          </a:bodyPr>
          <a:lstStyle/>
          <a:p>
            <a:pPr indent="0" lvl="0" marL="0" rtl="0" algn="ctr">
              <a:spcBef>
                <a:spcPts val="0"/>
              </a:spcBef>
              <a:spcAft>
                <a:spcPts val="0"/>
              </a:spcAft>
              <a:buNone/>
            </a:pPr>
            <a:r>
              <a:rPr lang="en">
                <a:latin typeface="Red Hat Text"/>
                <a:ea typeface="Red Hat Text"/>
                <a:cs typeface="Red Hat Text"/>
                <a:sym typeface="Red Hat Text"/>
              </a:rPr>
              <a:t>Return on Investment</a:t>
            </a:r>
            <a:endParaRPr sz="1500">
              <a:latin typeface="Red Hat Text"/>
              <a:ea typeface="Red Hat Text"/>
              <a:cs typeface="Red Hat Text"/>
              <a:sym typeface="Red Hat Text"/>
            </a:endParaRPr>
          </a:p>
        </p:txBody>
      </p:sp>
      <p:pic>
        <p:nvPicPr>
          <p:cNvPr id="2174" name="Google Shape;2174;p132"/>
          <p:cNvPicPr preferRelativeResize="0"/>
          <p:nvPr/>
        </p:nvPicPr>
        <p:blipFill>
          <a:blip r:embed="rId3">
            <a:alphaModFix/>
          </a:blip>
          <a:stretch>
            <a:fillRect/>
          </a:stretch>
        </p:blipFill>
        <p:spPr>
          <a:xfrm>
            <a:off x="6621918" y="4766794"/>
            <a:ext cx="1695921" cy="497701"/>
          </a:xfrm>
          <a:prstGeom prst="rect">
            <a:avLst/>
          </a:prstGeom>
          <a:noFill/>
          <a:ln>
            <a:noFill/>
          </a:ln>
        </p:spPr>
      </p:pic>
      <p:sp>
        <p:nvSpPr>
          <p:cNvPr id="2188" name="Google Shape;2188;p132"/>
          <p:cNvSpPr txBox="1"/>
          <p:nvPr/>
        </p:nvSpPr>
        <p:spPr>
          <a:xfrm>
            <a:off x="708613" y="2829156"/>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Server Provisioning</a:t>
            </a:r>
            <a:endParaRPr sz="900">
              <a:solidFill>
                <a:srgbClr val="000000"/>
              </a:solidFill>
              <a:latin typeface="Red Hat Display"/>
              <a:ea typeface="Red Hat Display"/>
              <a:cs typeface="Red Hat Display"/>
              <a:sym typeface="Red Hat Display"/>
            </a:endParaRPr>
          </a:p>
        </p:txBody>
      </p:sp>
      <p:sp>
        <p:nvSpPr>
          <p:cNvPr id="2189" name="Google Shape;2189;p132"/>
          <p:cNvSpPr txBox="1"/>
          <p:nvPr/>
        </p:nvSpPr>
        <p:spPr>
          <a:xfrm>
            <a:off x="961819" y="4142438"/>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In-Place Upgrades</a:t>
            </a:r>
            <a:endParaRPr sz="900">
              <a:solidFill>
                <a:srgbClr val="000000"/>
              </a:solidFill>
              <a:latin typeface="Red Hat Display"/>
              <a:ea typeface="Red Hat Display"/>
              <a:cs typeface="Red Hat Display"/>
              <a:sym typeface="Red Hat Display"/>
            </a:endParaRPr>
          </a:p>
        </p:txBody>
      </p:sp>
      <p:sp>
        <p:nvSpPr>
          <p:cNvPr id="2190" name="Google Shape;2190;p132"/>
          <p:cNvSpPr txBox="1"/>
          <p:nvPr/>
        </p:nvSpPr>
        <p:spPr>
          <a:xfrm>
            <a:off x="2415419" y="2339547"/>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IaC </a:t>
            </a:r>
            <a:endParaRPr sz="900">
              <a:solidFill>
                <a:srgbClr val="000000"/>
              </a:solidFill>
              <a:latin typeface="Red Hat Display"/>
              <a:ea typeface="Red Hat Display"/>
              <a:cs typeface="Red Hat Display"/>
              <a:sym typeface="Red Hat Display"/>
            </a:endParaRPr>
          </a:p>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Builds</a:t>
            </a:r>
            <a:endParaRPr sz="900">
              <a:solidFill>
                <a:srgbClr val="000000"/>
              </a:solidFill>
              <a:latin typeface="Red Hat Display"/>
              <a:ea typeface="Red Hat Display"/>
              <a:cs typeface="Red Hat Display"/>
              <a:sym typeface="Red Hat Display"/>
            </a:endParaRPr>
          </a:p>
        </p:txBody>
      </p:sp>
      <p:sp>
        <p:nvSpPr>
          <p:cNvPr id="2191" name="Google Shape;2191;p132"/>
          <p:cNvSpPr txBox="1"/>
          <p:nvPr/>
        </p:nvSpPr>
        <p:spPr>
          <a:xfrm>
            <a:off x="1069031" y="1954678"/>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Network</a:t>
            </a:r>
            <a:endParaRPr sz="900">
              <a:solidFill>
                <a:srgbClr val="000000"/>
              </a:solidFill>
              <a:latin typeface="Red Hat Display"/>
              <a:ea typeface="Red Hat Display"/>
              <a:cs typeface="Red Hat Display"/>
              <a:sym typeface="Red Hat Display"/>
            </a:endParaRPr>
          </a:p>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Automation</a:t>
            </a:r>
            <a:endParaRPr sz="900">
              <a:solidFill>
                <a:srgbClr val="000000"/>
              </a:solidFill>
              <a:latin typeface="Red Hat Display"/>
              <a:ea typeface="Red Hat Display"/>
              <a:cs typeface="Red Hat Display"/>
              <a:sym typeface="Red Hat Display"/>
            </a:endParaRPr>
          </a:p>
        </p:txBody>
      </p:sp>
      <p:sp>
        <p:nvSpPr>
          <p:cNvPr id="2192" name="Google Shape;2192;p132"/>
          <p:cNvSpPr txBox="1"/>
          <p:nvPr/>
        </p:nvSpPr>
        <p:spPr>
          <a:xfrm>
            <a:off x="2111819" y="3332825"/>
            <a:ext cx="815400" cy="2772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GitOps</a:t>
            </a:r>
            <a:endParaRPr sz="900">
              <a:solidFill>
                <a:srgbClr val="000000"/>
              </a:solidFill>
              <a:latin typeface="Red Hat Display"/>
              <a:ea typeface="Red Hat Display"/>
              <a:cs typeface="Red Hat Display"/>
              <a:sym typeface="Red Hat Display"/>
            </a:endParaRPr>
          </a:p>
        </p:txBody>
      </p:sp>
      <p:sp>
        <p:nvSpPr>
          <p:cNvPr id="2193" name="Google Shape;2193;p132"/>
          <p:cNvSpPr txBox="1"/>
          <p:nvPr/>
        </p:nvSpPr>
        <p:spPr>
          <a:xfrm>
            <a:off x="2539322" y="4249075"/>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Developer</a:t>
            </a:r>
            <a:endParaRPr sz="900">
              <a:solidFill>
                <a:srgbClr val="000000"/>
              </a:solidFill>
              <a:latin typeface="Red Hat Display"/>
              <a:ea typeface="Red Hat Display"/>
              <a:cs typeface="Red Hat Display"/>
              <a:sym typeface="Red Hat Display"/>
            </a:endParaRPr>
          </a:p>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Workstations</a:t>
            </a:r>
            <a:endParaRPr sz="900">
              <a:solidFill>
                <a:srgbClr val="000000"/>
              </a:solidFill>
              <a:latin typeface="Red Hat Display"/>
              <a:ea typeface="Red Hat Display"/>
              <a:cs typeface="Red Hat Display"/>
              <a:sym typeface="Red Hat Display"/>
            </a:endParaRPr>
          </a:p>
        </p:txBody>
      </p:sp>
      <p:sp>
        <p:nvSpPr>
          <p:cNvPr id="2194" name="Google Shape;2194;p132"/>
          <p:cNvSpPr txBox="1"/>
          <p:nvPr/>
        </p:nvSpPr>
        <p:spPr>
          <a:xfrm>
            <a:off x="3859941" y="4186613"/>
            <a:ext cx="815400" cy="5541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Container Dev Environment</a:t>
            </a:r>
            <a:endParaRPr sz="900">
              <a:solidFill>
                <a:srgbClr val="000000"/>
              </a:solidFill>
              <a:latin typeface="Red Hat Display"/>
              <a:ea typeface="Red Hat Display"/>
              <a:cs typeface="Red Hat Display"/>
              <a:sym typeface="Red Hat Display"/>
            </a:endParaRPr>
          </a:p>
        </p:txBody>
      </p:sp>
      <p:sp>
        <p:nvSpPr>
          <p:cNvPr id="2195" name="Google Shape;2195;p132"/>
          <p:cNvSpPr txBox="1"/>
          <p:nvPr/>
        </p:nvSpPr>
        <p:spPr>
          <a:xfrm>
            <a:off x="4867463" y="4132950"/>
            <a:ext cx="815400" cy="2772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OpenShift</a:t>
            </a:r>
            <a:endParaRPr sz="900">
              <a:solidFill>
                <a:srgbClr val="000000"/>
              </a:solidFill>
              <a:latin typeface="Red Hat Display"/>
              <a:ea typeface="Red Hat Display"/>
              <a:cs typeface="Red Hat Display"/>
              <a:sym typeface="Red Hat Display"/>
            </a:endParaRPr>
          </a:p>
        </p:txBody>
      </p:sp>
      <p:sp>
        <p:nvSpPr>
          <p:cNvPr id="2196" name="Google Shape;2196;p132"/>
          <p:cNvSpPr txBox="1"/>
          <p:nvPr/>
        </p:nvSpPr>
        <p:spPr>
          <a:xfrm>
            <a:off x="6171497" y="3478181"/>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CI/CD Scaffolding</a:t>
            </a:r>
            <a:endParaRPr sz="900">
              <a:solidFill>
                <a:srgbClr val="000000"/>
              </a:solidFill>
              <a:latin typeface="Red Hat Display"/>
              <a:ea typeface="Red Hat Display"/>
              <a:cs typeface="Red Hat Display"/>
              <a:sym typeface="Red Hat Display"/>
            </a:endParaRPr>
          </a:p>
        </p:txBody>
      </p:sp>
      <p:sp>
        <p:nvSpPr>
          <p:cNvPr id="2197" name="Google Shape;2197;p132"/>
          <p:cNvSpPr txBox="1"/>
          <p:nvPr/>
        </p:nvSpPr>
        <p:spPr>
          <a:xfrm>
            <a:off x="9525472" y="1909725"/>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Secured Supply Chain</a:t>
            </a:r>
            <a:endParaRPr sz="900">
              <a:solidFill>
                <a:srgbClr val="000000"/>
              </a:solidFill>
              <a:latin typeface="Red Hat Display"/>
              <a:ea typeface="Red Hat Display"/>
              <a:cs typeface="Red Hat Display"/>
              <a:sym typeface="Red Hat Display"/>
            </a:endParaRPr>
          </a:p>
        </p:txBody>
      </p:sp>
      <p:sp>
        <p:nvSpPr>
          <p:cNvPr id="2198" name="Google Shape;2198;p132"/>
          <p:cNvSpPr txBox="1"/>
          <p:nvPr/>
        </p:nvSpPr>
        <p:spPr>
          <a:xfrm>
            <a:off x="7344609" y="3044294"/>
            <a:ext cx="815400" cy="2772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Zero Trust</a:t>
            </a:r>
            <a:endParaRPr sz="900">
              <a:solidFill>
                <a:srgbClr val="000000"/>
              </a:solidFill>
              <a:latin typeface="Red Hat Display"/>
              <a:ea typeface="Red Hat Display"/>
              <a:cs typeface="Red Hat Display"/>
              <a:sym typeface="Red Hat Display"/>
            </a:endParaRPr>
          </a:p>
        </p:txBody>
      </p:sp>
      <p:sp>
        <p:nvSpPr>
          <p:cNvPr id="2199" name="Google Shape;2199;p132"/>
          <p:cNvSpPr txBox="1"/>
          <p:nvPr/>
        </p:nvSpPr>
        <p:spPr>
          <a:xfrm>
            <a:off x="8577919" y="2538656"/>
            <a:ext cx="815400" cy="2772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Multi-Cloud</a:t>
            </a:r>
            <a:endParaRPr sz="900">
              <a:solidFill>
                <a:srgbClr val="000000"/>
              </a:solidFill>
              <a:latin typeface="Red Hat Display"/>
              <a:ea typeface="Red Hat Display"/>
              <a:cs typeface="Red Hat Display"/>
              <a:sym typeface="Red Hat Display"/>
            </a:endParaRPr>
          </a:p>
        </p:txBody>
      </p:sp>
      <p:cxnSp>
        <p:nvCxnSpPr>
          <p:cNvPr id="2200" name="Google Shape;2200;p132"/>
          <p:cNvCxnSpPr>
            <a:endCxn id="2174" idx="0"/>
          </p:cNvCxnSpPr>
          <p:nvPr/>
        </p:nvCxnSpPr>
        <p:spPr>
          <a:xfrm flipH="1" rot="10800000">
            <a:off x="6391378" y="4766794"/>
            <a:ext cx="1078500" cy="576600"/>
          </a:xfrm>
          <a:prstGeom prst="curvedConnector4">
            <a:avLst>
              <a:gd fmla="val 10688" name="adj1"/>
              <a:gd fmla="val 141298" name="adj2"/>
            </a:avLst>
          </a:prstGeom>
          <a:noFill/>
          <a:ln cap="flat" cmpd="sng" w="19050">
            <a:solidFill>
              <a:srgbClr val="EC0000"/>
            </a:solidFill>
            <a:prstDash val="dash"/>
            <a:round/>
            <a:headEnd len="med" w="med" type="none"/>
            <a:tailEnd len="med" w="med" type="triangle"/>
          </a:ln>
        </p:spPr>
      </p:cxnSp>
      <p:sp>
        <p:nvSpPr>
          <p:cNvPr id="2201" name="Google Shape;2201;p132"/>
          <p:cNvSpPr txBox="1"/>
          <p:nvPr/>
        </p:nvSpPr>
        <p:spPr>
          <a:xfrm>
            <a:off x="6604059" y="4068938"/>
            <a:ext cx="815400" cy="3849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i="1" lang="en" sz="800">
                <a:solidFill>
                  <a:srgbClr val="EC0000"/>
                </a:solidFill>
                <a:latin typeface="Red Hat Display"/>
                <a:ea typeface="Red Hat Display"/>
                <a:cs typeface="Red Hat Display"/>
                <a:sym typeface="Red Hat Display"/>
              </a:rPr>
              <a:t>Enterprise Pipelines</a:t>
            </a:r>
            <a:endParaRPr b="1" i="1" sz="800">
              <a:solidFill>
                <a:srgbClr val="EC0000"/>
              </a:solidFill>
              <a:latin typeface="Red Hat Display"/>
              <a:ea typeface="Red Hat Display"/>
              <a:cs typeface="Red Hat Display"/>
              <a:sym typeface="Red Hat Display"/>
            </a:endParaRPr>
          </a:p>
        </p:txBody>
      </p:sp>
      <p:sp>
        <p:nvSpPr>
          <p:cNvPr id="2202" name="Google Shape;2202;p132"/>
          <p:cNvSpPr txBox="1"/>
          <p:nvPr/>
        </p:nvSpPr>
        <p:spPr>
          <a:xfrm>
            <a:off x="7587328" y="4031138"/>
            <a:ext cx="815400" cy="3849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i="1" lang="en" sz="800">
                <a:solidFill>
                  <a:srgbClr val="EC0000"/>
                </a:solidFill>
                <a:latin typeface="Red Hat Display"/>
                <a:ea typeface="Red Hat Display"/>
                <a:cs typeface="Red Hat Display"/>
                <a:sym typeface="Red Hat Display"/>
              </a:rPr>
              <a:t>Migration Factories</a:t>
            </a:r>
            <a:endParaRPr b="1" i="1" sz="800">
              <a:solidFill>
                <a:srgbClr val="EC0000"/>
              </a:solidFill>
              <a:latin typeface="Red Hat Display"/>
              <a:ea typeface="Red Hat Display"/>
              <a:cs typeface="Red Hat Display"/>
              <a:sym typeface="Red Hat Display"/>
            </a:endParaRPr>
          </a:p>
        </p:txBody>
      </p:sp>
      <p:sp>
        <p:nvSpPr>
          <p:cNvPr id="2203" name="Google Shape;2203;p132"/>
          <p:cNvSpPr txBox="1"/>
          <p:nvPr/>
        </p:nvSpPr>
        <p:spPr>
          <a:xfrm>
            <a:off x="8611078" y="4145438"/>
            <a:ext cx="815400" cy="3849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i="1" lang="en" sz="800">
                <a:solidFill>
                  <a:srgbClr val="EC0000"/>
                </a:solidFill>
                <a:latin typeface="Red Hat Display"/>
                <a:ea typeface="Red Hat Display"/>
                <a:cs typeface="Red Hat Display"/>
                <a:sym typeface="Red Hat Display"/>
              </a:rPr>
              <a:t>OpenShift + ACM + ACS</a:t>
            </a:r>
            <a:endParaRPr b="1" i="1" sz="800">
              <a:solidFill>
                <a:srgbClr val="EC0000"/>
              </a:solidFill>
              <a:latin typeface="Red Hat Display"/>
              <a:ea typeface="Red Hat Display"/>
              <a:cs typeface="Red Hat Display"/>
              <a:sym typeface="Red Hat Display"/>
            </a:endParaRPr>
          </a:p>
        </p:txBody>
      </p:sp>
      <p:sp>
        <p:nvSpPr>
          <p:cNvPr id="2204" name="Google Shape;2204;p132"/>
          <p:cNvSpPr txBox="1"/>
          <p:nvPr/>
        </p:nvSpPr>
        <p:spPr>
          <a:xfrm>
            <a:off x="4453237" y="6026062"/>
            <a:ext cx="2565900" cy="284700"/>
          </a:xfrm>
          <a:prstGeom prst="rect">
            <a:avLst/>
          </a:prstGeom>
          <a:noFill/>
          <a:ln>
            <a:noFill/>
          </a:ln>
        </p:spPr>
        <p:txBody>
          <a:bodyPr anchorCtr="0" anchor="t" bIns="34300" lIns="34300" spcFirstLastPara="1" rIns="34300" wrap="square" tIns="34300">
            <a:spAutoFit/>
          </a:bodyPr>
          <a:lstStyle/>
          <a:p>
            <a:pPr indent="0" lvl="0" marL="0" rtl="0" algn="ctr">
              <a:spcBef>
                <a:spcPts val="0"/>
              </a:spcBef>
              <a:spcAft>
                <a:spcPts val="0"/>
              </a:spcAft>
              <a:buNone/>
            </a:pPr>
            <a:r>
              <a:rPr lang="en">
                <a:latin typeface="Red Hat Text"/>
                <a:ea typeface="Red Hat Text"/>
                <a:cs typeface="Red Hat Text"/>
                <a:sym typeface="Red Hat Text"/>
              </a:rPr>
              <a:t>Time</a:t>
            </a:r>
            <a:endParaRPr sz="1500">
              <a:latin typeface="Red Hat Text"/>
              <a:ea typeface="Red Hat Text"/>
              <a:cs typeface="Red Hat Text"/>
              <a:sym typeface="Red Hat Text"/>
            </a:endParaRPr>
          </a:p>
        </p:txBody>
      </p:sp>
      <p:cxnSp>
        <p:nvCxnSpPr>
          <p:cNvPr id="2205" name="Google Shape;2205;p132"/>
          <p:cNvCxnSpPr/>
          <p:nvPr/>
        </p:nvCxnSpPr>
        <p:spPr>
          <a:xfrm>
            <a:off x="6019800" y="2085975"/>
            <a:ext cx="0" cy="3524100"/>
          </a:xfrm>
          <a:prstGeom prst="straightConnector1">
            <a:avLst/>
          </a:prstGeom>
          <a:noFill/>
          <a:ln cap="flat" cmpd="sng" w="28575">
            <a:solidFill>
              <a:schemeClr val="accent1"/>
            </a:solidFill>
            <a:prstDash val="dot"/>
            <a:round/>
            <a:headEnd len="med" w="med" type="none"/>
            <a:tailEnd len="med" w="med" type="none"/>
          </a:ln>
        </p:spPr>
      </p:cxnSp>
      <p:cxnSp>
        <p:nvCxnSpPr>
          <p:cNvPr id="2206" name="Google Shape;2206;p132"/>
          <p:cNvCxnSpPr/>
          <p:nvPr/>
        </p:nvCxnSpPr>
        <p:spPr>
          <a:xfrm flipH="1" rot="10800000">
            <a:off x="548892" y="2528183"/>
            <a:ext cx="1200" cy="2852700"/>
          </a:xfrm>
          <a:prstGeom prst="straightConnector1">
            <a:avLst/>
          </a:prstGeom>
          <a:noFill/>
          <a:ln cap="flat" cmpd="sng" w="28575">
            <a:solidFill>
              <a:schemeClr val="accent6"/>
            </a:solidFill>
            <a:prstDash val="solid"/>
            <a:round/>
            <a:headEnd len="med" w="med" type="none"/>
            <a:tailEnd len="med" w="med" type="triangle"/>
          </a:ln>
        </p:spPr>
      </p:cxnSp>
      <p:cxnSp>
        <p:nvCxnSpPr>
          <p:cNvPr id="2207" name="Google Shape;2207;p132"/>
          <p:cNvCxnSpPr/>
          <p:nvPr/>
        </p:nvCxnSpPr>
        <p:spPr>
          <a:xfrm>
            <a:off x="1005191" y="5736333"/>
            <a:ext cx="10553100" cy="38100"/>
          </a:xfrm>
          <a:prstGeom prst="straightConnector1">
            <a:avLst/>
          </a:prstGeom>
          <a:noFill/>
          <a:ln cap="flat" cmpd="sng" w="28575">
            <a:solidFill>
              <a:schemeClr val="accent6"/>
            </a:solidFill>
            <a:prstDash val="solid"/>
            <a:round/>
            <a:headEnd len="med" w="med" type="none"/>
            <a:tailEnd len="med" w="med" type="triangle"/>
          </a:ln>
        </p:spPr>
      </p:cxnSp>
      <p:sp>
        <p:nvSpPr>
          <p:cNvPr id="2208" name="Google Shape;2208;p132"/>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lnSpc>
                <a:spcPct val="100000"/>
              </a:lnSpc>
              <a:spcBef>
                <a:spcPts val="0"/>
              </a:spcBef>
              <a:spcAft>
                <a:spcPts val="0"/>
              </a:spcAft>
              <a:buNone/>
            </a:pPr>
            <a:r>
              <a:rPr lang="en"/>
              <a:t>Adapted From: Flight Path End to End by Adam Seeley and Bob Mader</a:t>
            </a:r>
            <a:endParaRPr/>
          </a:p>
        </p:txBody>
      </p:sp>
      <p:sp>
        <p:nvSpPr>
          <p:cNvPr id="2209" name="Google Shape;2209;p132"/>
          <p:cNvSpPr txBox="1"/>
          <p:nvPr/>
        </p:nvSpPr>
        <p:spPr>
          <a:xfrm>
            <a:off x="654175" y="5749500"/>
            <a:ext cx="4111800" cy="74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RH-ISAM can deliver immediate value and is the precursor to success.</a:t>
            </a:r>
            <a:endParaRPr sz="1800">
              <a:latin typeface="Red Hat Display"/>
              <a:ea typeface="Red Hat Display"/>
              <a:cs typeface="Red Hat Display"/>
              <a:sym typeface="Red Hat Display"/>
            </a:endParaRPr>
          </a:p>
        </p:txBody>
      </p:sp>
      <p:sp>
        <p:nvSpPr>
          <p:cNvPr id="2210" name="Google Shape;2210;p132"/>
          <p:cNvSpPr/>
          <p:nvPr/>
        </p:nvSpPr>
        <p:spPr>
          <a:xfrm>
            <a:off x="944775" y="4480195"/>
            <a:ext cx="81000" cy="81000"/>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11" name="Google Shape;2211;p132"/>
          <p:cNvSpPr/>
          <p:nvPr/>
        </p:nvSpPr>
        <p:spPr>
          <a:xfrm>
            <a:off x="1610620" y="2709938"/>
            <a:ext cx="81000" cy="81000"/>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12" name="Google Shape;2212;p132"/>
          <p:cNvSpPr/>
          <p:nvPr/>
        </p:nvSpPr>
        <p:spPr>
          <a:xfrm>
            <a:off x="1933439" y="2190976"/>
            <a:ext cx="81000" cy="81000"/>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13" name="Google Shape;2213;p132"/>
          <p:cNvSpPr/>
          <p:nvPr/>
        </p:nvSpPr>
        <p:spPr>
          <a:xfrm>
            <a:off x="2475365" y="2450119"/>
            <a:ext cx="81000" cy="81000"/>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14" name="Google Shape;2214;p132"/>
          <p:cNvSpPr/>
          <p:nvPr/>
        </p:nvSpPr>
        <p:spPr>
          <a:xfrm>
            <a:off x="2745632" y="3279680"/>
            <a:ext cx="81000" cy="81000"/>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15" name="Google Shape;2215;p132"/>
          <p:cNvSpPr/>
          <p:nvPr/>
        </p:nvSpPr>
        <p:spPr>
          <a:xfrm>
            <a:off x="3076888" y="4026105"/>
            <a:ext cx="81000" cy="81000"/>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16" name="Google Shape;2216;p132"/>
          <p:cNvSpPr/>
          <p:nvPr/>
        </p:nvSpPr>
        <p:spPr>
          <a:xfrm>
            <a:off x="4053423" y="4774193"/>
            <a:ext cx="81000" cy="81000"/>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17" name="Google Shape;2217;p132"/>
          <p:cNvSpPr/>
          <p:nvPr/>
        </p:nvSpPr>
        <p:spPr>
          <a:xfrm>
            <a:off x="5246457" y="4553887"/>
            <a:ext cx="81000" cy="81000"/>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18" name="Google Shape;2218;p132"/>
          <p:cNvSpPr/>
          <p:nvPr/>
        </p:nvSpPr>
        <p:spPr>
          <a:xfrm>
            <a:off x="8108404" y="3379274"/>
            <a:ext cx="81000" cy="81000"/>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19" name="Google Shape;2219;p132"/>
          <p:cNvSpPr/>
          <p:nvPr/>
        </p:nvSpPr>
        <p:spPr>
          <a:xfrm>
            <a:off x="9094217" y="2928769"/>
            <a:ext cx="81000" cy="81000"/>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20" name="Google Shape;2220;p132"/>
          <p:cNvSpPr/>
          <p:nvPr/>
        </p:nvSpPr>
        <p:spPr>
          <a:xfrm>
            <a:off x="10091755" y="2465667"/>
            <a:ext cx="81000" cy="81000"/>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21" name="Google Shape;2221;p132"/>
          <p:cNvSpPr/>
          <p:nvPr/>
        </p:nvSpPr>
        <p:spPr>
          <a:xfrm>
            <a:off x="6389034" y="4118356"/>
            <a:ext cx="81000" cy="81000"/>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22" name="Google Shape;2222;p132"/>
          <p:cNvSpPr txBox="1"/>
          <p:nvPr/>
        </p:nvSpPr>
        <p:spPr>
          <a:xfrm>
            <a:off x="10017725" y="4529025"/>
            <a:ext cx="1835700" cy="60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FlightPath capability matrix</a:t>
            </a:r>
            <a:endParaRPr sz="1800">
              <a:latin typeface="Red Hat Display"/>
              <a:ea typeface="Red Hat Display"/>
              <a:cs typeface="Red Hat Display"/>
              <a:sym typeface="Red Hat Display"/>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6" name="Shape 2226"/>
        <p:cNvGrpSpPr/>
        <p:nvPr/>
      </p:nvGrpSpPr>
      <p:grpSpPr>
        <a:xfrm>
          <a:off x="0" y="0"/>
          <a:ext cx="0" cy="0"/>
          <a:chOff x="0" y="0"/>
          <a:chExt cx="0" cy="0"/>
        </a:xfrm>
      </p:grpSpPr>
      <p:sp>
        <p:nvSpPr>
          <p:cNvPr id="2227" name="Google Shape;2227;p133"/>
          <p:cNvSpPr/>
          <p:nvPr/>
        </p:nvSpPr>
        <p:spPr>
          <a:xfrm>
            <a:off x="3827425" y="2107075"/>
            <a:ext cx="7114990" cy="2803244"/>
          </a:xfrm>
          <a:custGeom>
            <a:rect b="b" l="l" r="r" t="t"/>
            <a:pathLst>
              <a:path extrusionOk="0" h="4854103" w="12008422">
                <a:moveTo>
                  <a:pt x="0" y="4854103"/>
                </a:moveTo>
                <a:cubicBezTo>
                  <a:pt x="453957" y="2624037"/>
                  <a:pt x="1521371" y="404013"/>
                  <a:pt x="2598524" y="243192"/>
                </a:cubicBezTo>
                <a:cubicBezTo>
                  <a:pt x="3675677" y="82371"/>
                  <a:pt x="5351333" y="3670052"/>
                  <a:pt x="6462916" y="3889176"/>
                </a:cubicBezTo>
                <a:cubicBezTo>
                  <a:pt x="7574499" y="4108300"/>
                  <a:pt x="8330495" y="2180734"/>
                  <a:pt x="9268022" y="1557938"/>
                </a:cubicBezTo>
                <a:cubicBezTo>
                  <a:pt x="10205549" y="935142"/>
                  <a:pt x="11657900" y="305376"/>
                  <a:pt x="12008422" y="0"/>
                </a:cubicBezTo>
              </a:path>
            </a:pathLst>
          </a:custGeom>
          <a:noFill/>
          <a:ln cap="flat" cmpd="sng" w="19050">
            <a:solidFill>
              <a:srgbClr val="000099"/>
            </a:solidFill>
            <a:prstDash val="dash"/>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28" name="Google Shape;2228;p133"/>
          <p:cNvSpPr/>
          <p:nvPr/>
        </p:nvSpPr>
        <p:spPr>
          <a:xfrm>
            <a:off x="632425" y="1870900"/>
            <a:ext cx="3120600" cy="37983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2229" name="Google Shape;2229;p13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230" name="Google Shape;2230;p133"/>
          <p:cNvSpPr txBox="1"/>
          <p:nvPr>
            <p:ph idx="4294967295"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Combining OpenShift with the Curve</a:t>
            </a:r>
            <a:endParaRPr/>
          </a:p>
          <a:p>
            <a:pPr indent="0" lvl="0" marL="0" rtl="0" algn="ctr">
              <a:spcBef>
                <a:spcPts val="0"/>
              </a:spcBef>
              <a:spcAft>
                <a:spcPts val="0"/>
              </a:spcAft>
              <a:buNone/>
            </a:pPr>
            <a:r>
              <a:rPr lang="en" sz="1300"/>
              <a:t>Build-up of RHEL, Ansible and OpenShift platform capabilities that are used to accelerate application adoption.</a:t>
            </a:r>
            <a:endParaRPr sz="1300"/>
          </a:p>
        </p:txBody>
      </p:sp>
      <p:sp>
        <p:nvSpPr>
          <p:cNvPr id="2231" name="Google Shape;2231;p13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2232" name="Google Shape;2232;p133"/>
          <p:cNvSpPr txBox="1"/>
          <p:nvPr/>
        </p:nvSpPr>
        <p:spPr>
          <a:xfrm>
            <a:off x="678725" y="1489900"/>
            <a:ext cx="25659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2"/>
                </a:solidFill>
                <a:latin typeface="Red Hat Display Medium"/>
                <a:ea typeface="Red Hat Display Medium"/>
                <a:cs typeface="Red Hat Display Medium"/>
                <a:sym typeface="Red Hat Display Medium"/>
              </a:rPr>
              <a:t>RH-ISAM</a:t>
            </a:r>
            <a:endParaRPr sz="1800">
              <a:solidFill>
                <a:schemeClr val="accent2"/>
              </a:solidFill>
              <a:latin typeface="Red Hat Display Medium"/>
              <a:ea typeface="Red Hat Display Medium"/>
              <a:cs typeface="Red Hat Display Medium"/>
              <a:sym typeface="Red Hat Display Medium"/>
            </a:endParaRPr>
          </a:p>
        </p:txBody>
      </p:sp>
      <p:sp>
        <p:nvSpPr>
          <p:cNvPr id="2233" name="Google Shape;2233;p133"/>
          <p:cNvSpPr/>
          <p:nvPr/>
        </p:nvSpPr>
        <p:spPr>
          <a:xfrm>
            <a:off x="8682113" y="5589225"/>
            <a:ext cx="899400" cy="264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34" name="Google Shape;2234;p133"/>
          <p:cNvSpPr/>
          <p:nvPr/>
        </p:nvSpPr>
        <p:spPr>
          <a:xfrm>
            <a:off x="8201625" y="5500791"/>
            <a:ext cx="1018200" cy="31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35" name="Google Shape;2235;p133"/>
          <p:cNvSpPr/>
          <p:nvPr/>
        </p:nvSpPr>
        <p:spPr>
          <a:xfrm>
            <a:off x="6050906" y="5516944"/>
            <a:ext cx="1018200" cy="31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36" name="Google Shape;2236;p133"/>
          <p:cNvSpPr/>
          <p:nvPr/>
        </p:nvSpPr>
        <p:spPr>
          <a:xfrm>
            <a:off x="8201625" y="5516944"/>
            <a:ext cx="1018200" cy="31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37" name="Google Shape;2237;p133"/>
          <p:cNvSpPr/>
          <p:nvPr/>
        </p:nvSpPr>
        <p:spPr>
          <a:xfrm>
            <a:off x="5147081" y="5516944"/>
            <a:ext cx="1018200" cy="31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aphicFrame>
        <p:nvGraphicFramePr>
          <p:cNvPr id="2238" name="Google Shape;2238;p133"/>
          <p:cNvGraphicFramePr/>
          <p:nvPr/>
        </p:nvGraphicFramePr>
        <p:xfrm>
          <a:off x="763728" y="5186994"/>
          <a:ext cx="3000000" cy="3000000"/>
        </p:xfrm>
        <a:graphic>
          <a:graphicData uri="http://schemas.openxmlformats.org/drawingml/2006/table">
            <a:tbl>
              <a:tblPr>
                <a:noFill/>
                <a:tableStyleId>{A5FF7F8D-138B-4539-A690-A636E2218571}</a:tableStyleId>
              </a:tblPr>
              <a:tblGrid>
                <a:gridCol w="1242325"/>
                <a:gridCol w="1337575"/>
                <a:gridCol w="1337575"/>
                <a:gridCol w="1337575"/>
                <a:gridCol w="1337575"/>
                <a:gridCol w="1337575"/>
                <a:gridCol w="1337575"/>
                <a:gridCol w="1309000"/>
              </a:tblGrid>
              <a:tr h="415500">
                <a:tc>
                  <a:txBody>
                    <a:bodyPr/>
                    <a:lstStyle/>
                    <a:p>
                      <a:pPr indent="0" lvl="0" marL="0" marR="0" rtl="0" algn="ctr">
                        <a:lnSpc>
                          <a:spcPct val="100000"/>
                        </a:lnSpc>
                        <a:spcBef>
                          <a:spcPts val="0"/>
                        </a:spcBef>
                        <a:spcAft>
                          <a:spcPts val="0"/>
                        </a:spcAft>
                        <a:buNone/>
                      </a:pPr>
                      <a:r>
                        <a:rPr b="1" lang="en" sz="900">
                          <a:latin typeface="Red Hat Text"/>
                          <a:ea typeface="Red Hat Text"/>
                          <a:cs typeface="Red Hat Text"/>
                          <a:sym typeface="Red Hat Text"/>
                        </a:rPr>
                        <a:t>Entry Automation</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ctr">
                        <a:lnSpc>
                          <a:spcPct val="100000"/>
                        </a:lnSpc>
                        <a:spcBef>
                          <a:spcPts val="0"/>
                        </a:spcBef>
                        <a:spcAft>
                          <a:spcPts val="0"/>
                        </a:spcAft>
                        <a:buNone/>
                      </a:pPr>
                      <a:r>
                        <a:rPr b="1" lang="en" sz="900">
                          <a:latin typeface="Red Hat Text"/>
                          <a:ea typeface="Red Hat Text"/>
                          <a:cs typeface="Red Hat Text"/>
                          <a:sym typeface="Red Hat Text"/>
                        </a:rPr>
                        <a:t>Infra automation</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900">
                          <a:solidFill>
                            <a:srgbClr val="FFFFFF"/>
                          </a:solidFill>
                          <a:latin typeface="Red Hat Text"/>
                          <a:ea typeface="Red Hat Text"/>
                          <a:cs typeface="Red Hat Text"/>
                          <a:sym typeface="Red Hat Text"/>
                        </a:rPr>
                        <a:t>Container Development</a:t>
                      </a:r>
                      <a:endParaRPr b="1" sz="900">
                        <a:solidFill>
                          <a:srgbClr val="FFFFFF"/>
                        </a:solidFill>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E0000"/>
                    </a:solidFill>
                  </a:tcPr>
                </a:tc>
                <a:tc>
                  <a:txBody>
                    <a:bodyPr/>
                    <a:lstStyle/>
                    <a:p>
                      <a:pPr indent="0" lvl="0" marL="0" rtl="0" algn="ctr">
                        <a:spcBef>
                          <a:spcPts val="0"/>
                        </a:spcBef>
                        <a:spcAft>
                          <a:spcPts val="0"/>
                        </a:spcAft>
                        <a:buNone/>
                      </a:pPr>
                      <a:r>
                        <a:rPr b="1" lang="en" sz="900">
                          <a:solidFill>
                            <a:srgbClr val="FFFFFF"/>
                          </a:solidFill>
                          <a:latin typeface="Red Hat Text"/>
                          <a:ea typeface="Red Hat Text"/>
                          <a:cs typeface="Red Hat Text"/>
                          <a:sym typeface="Red Hat Text"/>
                        </a:rPr>
                        <a:t>Container Platform Essentials</a:t>
                      </a:r>
                      <a:endParaRPr b="1" sz="900">
                        <a:solidFill>
                          <a:srgbClr val="FFFFFF"/>
                        </a:solidFill>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E0000"/>
                    </a:solidFill>
                  </a:tcPr>
                </a:tc>
                <a:tc>
                  <a:txBody>
                    <a:bodyPr/>
                    <a:lstStyle/>
                    <a:p>
                      <a:pPr indent="0" lvl="0" marL="0" rtl="0" algn="ctr">
                        <a:spcBef>
                          <a:spcPts val="0"/>
                        </a:spcBef>
                        <a:spcAft>
                          <a:spcPts val="0"/>
                        </a:spcAft>
                        <a:buNone/>
                      </a:pPr>
                      <a:r>
                        <a:rPr b="1" lang="en" sz="900">
                          <a:solidFill>
                            <a:srgbClr val="FFFFFF"/>
                          </a:solidFill>
                          <a:latin typeface="Red Hat Text"/>
                          <a:ea typeface="Red Hat Text"/>
                          <a:cs typeface="Red Hat Text"/>
                          <a:sym typeface="Red Hat Text"/>
                        </a:rPr>
                        <a:t>Workload Intake Acceleration</a:t>
                      </a:r>
                      <a:endParaRPr b="1" sz="900">
                        <a:solidFill>
                          <a:srgbClr val="FFFFFF"/>
                        </a:solidFill>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E0000"/>
                    </a:solidFill>
                  </a:tcPr>
                </a:tc>
                <a:tc>
                  <a:txBody>
                    <a:bodyPr/>
                    <a:lstStyle/>
                    <a:p>
                      <a:pPr indent="0" lvl="0" marL="0" marR="0" rtl="0" algn="ctr">
                        <a:lnSpc>
                          <a:spcPct val="100000"/>
                        </a:lnSpc>
                        <a:spcBef>
                          <a:spcPts val="0"/>
                        </a:spcBef>
                        <a:spcAft>
                          <a:spcPts val="0"/>
                        </a:spcAft>
                        <a:buNone/>
                      </a:pPr>
                      <a:r>
                        <a:rPr b="1" lang="en" sz="900">
                          <a:latin typeface="Red Hat Text"/>
                          <a:ea typeface="Red Hat Text"/>
                          <a:cs typeface="Red Hat Text"/>
                          <a:sym typeface="Red Hat Text"/>
                        </a:rPr>
                        <a:t>Platform Services</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900">
                          <a:latin typeface="Red Hat Text"/>
                          <a:ea typeface="Red Hat Text"/>
                          <a:cs typeface="Red Hat Text"/>
                          <a:sym typeface="Red Hat Text"/>
                        </a:rPr>
                        <a:t>Advanced Capabilities</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900">
                          <a:latin typeface="Red Hat Text"/>
                          <a:ea typeface="Red Hat Text"/>
                          <a:cs typeface="Red Hat Text"/>
                          <a:sym typeface="Red Hat Text"/>
                        </a:rPr>
                        <a:t>Regulatory Support</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bl>
          </a:graphicData>
        </a:graphic>
      </p:graphicFrame>
      <p:sp>
        <p:nvSpPr>
          <p:cNvPr id="2239" name="Google Shape;2239;p133"/>
          <p:cNvSpPr/>
          <p:nvPr/>
        </p:nvSpPr>
        <p:spPr>
          <a:xfrm>
            <a:off x="763725" y="2107075"/>
            <a:ext cx="10215427" cy="2995564"/>
          </a:xfrm>
          <a:custGeom>
            <a:rect b="b" l="l" r="r" t="t"/>
            <a:pathLst>
              <a:path extrusionOk="0" h="209480" w="560748">
                <a:moveTo>
                  <a:pt x="0" y="209480"/>
                </a:moveTo>
                <a:cubicBezTo>
                  <a:pt x="13100" y="174585"/>
                  <a:pt x="47555" y="3520"/>
                  <a:pt x="78597" y="107"/>
                </a:cubicBezTo>
                <a:cubicBezTo>
                  <a:pt x="109640" y="-3305"/>
                  <a:pt x="105897" y="188895"/>
                  <a:pt x="186255" y="189005"/>
                </a:cubicBezTo>
                <a:cubicBezTo>
                  <a:pt x="266614" y="189115"/>
                  <a:pt x="498333" y="32140"/>
                  <a:pt x="560748" y="767"/>
                </a:cubicBezTo>
              </a:path>
            </a:pathLst>
          </a:custGeom>
          <a:noFill/>
          <a:ln cap="flat" cmpd="sng" w="19050">
            <a:solidFill>
              <a:schemeClr val="accent1"/>
            </a:solidFill>
            <a:prstDash val="dash"/>
            <a:round/>
            <a:headEnd len="med" w="med" type="none"/>
            <a:tailEnd len="med" w="med" type="triangle"/>
          </a:ln>
        </p:spPr>
      </p:sp>
      <p:sp>
        <p:nvSpPr>
          <p:cNvPr id="2240" name="Google Shape;2240;p133"/>
          <p:cNvSpPr txBox="1"/>
          <p:nvPr/>
        </p:nvSpPr>
        <p:spPr>
          <a:xfrm rot="-5400000">
            <a:off x="-956963" y="3663862"/>
            <a:ext cx="2565900" cy="284700"/>
          </a:xfrm>
          <a:prstGeom prst="rect">
            <a:avLst/>
          </a:prstGeom>
          <a:noFill/>
          <a:ln>
            <a:noFill/>
          </a:ln>
        </p:spPr>
        <p:txBody>
          <a:bodyPr anchorCtr="0" anchor="t" bIns="34300" lIns="34300" spcFirstLastPara="1" rIns="34300" wrap="square" tIns="34300">
            <a:spAutoFit/>
          </a:bodyPr>
          <a:lstStyle/>
          <a:p>
            <a:pPr indent="0" lvl="0" marL="0" rtl="0" algn="ctr">
              <a:spcBef>
                <a:spcPts val="0"/>
              </a:spcBef>
              <a:spcAft>
                <a:spcPts val="0"/>
              </a:spcAft>
              <a:buNone/>
            </a:pPr>
            <a:r>
              <a:rPr lang="en">
                <a:latin typeface="Red Hat Text"/>
                <a:ea typeface="Red Hat Text"/>
                <a:cs typeface="Red Hat Text"/>
                <a:sym typeface="Red Hat Text"/>
              </a:rPr>
              <a:t>Return on Investment</a:t>
            </a:r>
            <a:endParaRPr sz="1500">
              <a:latin typeface="Red Hat Text"/>
              <a:ea typeface="Red Hat Text"/>
              <a:cs typeface="Red Hat Text"/>
              <a:sym typeface="Red Hat Text"/>
            </a:endParaRPr>
          </a:p>
        </p:txBody>
      </p:sp>
      <p:sp>
        <p:nvSpPr>
          <p:cNvPr id="2241" name="Google Shape;2241;p133"/>
          <p:cNvSpPr txBox="1"/>
          <p:nvPr/>
        </p:nvSpPr>
        <p:spPr>
          <a:xfrm>
            <a:off x="708613" y="2829156"/>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Server Provisioning</a:t>
            </a:r>
            <a:endParaRPr b="1" sz="900">
              <a:solidFill>
                <a:schemeClr val="accent2"/>
              </a:solidFill>
              <a:latin typeface="Red Hat Display"/>
              <a:ea typeface="Red Hat Display"/>
              <a:cs typeface="Red Hat Display"/>
              <a:sym typeface="Red Hat Display"/>
            </a:endParaRPr>
          </a:p>
        </p:txBody>
      </p:sp>
      <p:sp>
        <p:nvSpPr>
          <p:cNvPr id="2242" name="Google Shape;2242;p133"/>
          <p:cNvSpPr txBox="1"/>
          <p:nvPr/>
        </p:nvSpPr>
        <p:spPr>
          <a:xfrm>
            <a:off x="961819" y="4142438"/>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In-Place Upgrades</a:t>
            </a:r>
            <a:endParaRPr b="1" sz="900">
              <a:solidFill>
                <a:schemeClr val="accent2"/>
              </a:solidFill>
              <a:latin typeface="Red Hat Display"/>
              <a:ea typeface="Red Hat Display"/>
              <a:cs typeface="Red Hat Display"/>
              <a:sym typeface="Red Hat Display"/>
            </a:endParaRPr>
          </a:p>
        </p:txBody>
      </p:sp>
      <p:sp>
        <p:nvSpPr>
          <p:cNvPr id="2243" name="Google Shape;2243;p133"/>
          <p:cNvSpPr txBox="1"/>
          <p:nvPr/>
        </p:nvSpPr>
        <p:spPr>
          <a:xfrm>
            <a:off x="2415419" y="2339547"/>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IaC </a:t>
            </a:r>
            <a:endParaRPr b="1" sz="900">
              <a:solidFill>
                <a:schemeClr val="accent2"/>
              </a:solidFill>
              <a:latin typeface="Red Hat Display"/>
              <a:ea typeface="Red Hat Display"/>
              <a:cs typeface="Red Hat Display"/>
              <a:sym typeface="Red Hat Display"/>
            </a:endParaRPr>
          </a:p>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Builds</a:t>
            </a:r>
            <a:endParaRPr b="1" sz="900">
              <a:solidFill>
                <a:schemeClr val="accent2"/>
              </a:solidFill>
              <a:latin typeface="Red Hat Display"/>
              <a:ea typeface="Red Hat Display"/>
              <a:cs typeface="Red Hat Display"/>
              <a:sym typeface="Red Hat Display"/>
            </a:endParaRPr>
          </a:p>
        </p:txBody>
      </p:sp>
      <p:sp>
        <p:nvSpPr>
          <p:cNvPr id="2244" name="Google Shape;2244;p133"/>
          <p:cNvSpPr txBox="1"/>
          <p:nvPr/>
        </p:nvSpPr>
        <p:spPr>
          <a:xfrm>
            <a:off x="1069031" y="1954678"/>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Network</a:t>
            </a:r>
            <a:endParaRPr b="1" sz="900">
              <a:solidFill>
                <a:schemeClr val="accent2"/>
              </a:solidFill>
              <a:latin typeface="Red Hat Display"/>
              <a:ea typeface="Red Hat Display"/>
              <a:cs typeface="Red Hat Display"/>
              <a:sym typeface="Red Hat Display"/>
            </a:endParaRPr>
          </a:p>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Automation</a:t>
            </a:r>
            <a:endParaRPr b="1" sz="900">
              <a:solidFill>
                <a:schemeClr val="accent2"/>
              </a:solidFill>
              <a:latin typeface="Red Hat Display"/>
              <a:ea typeface="Red Hat Display"/>
              <a:cs typeface="Red Hat Display"/>
              <a:sym typeface="Red Hat Display"/>
            </a:endParaRPr>
          </a:p>
        </p:txBody>
      </p:sp>
      <p:sp>
        <p:nvSpPr>
          <p:cNvPr id="2245" name="Google Shape;2245;p133"/>
          <p:cNvSpPr txBox="1"/>
          <p:nvPr/>
        </p:nvSpPr>
        <p:spPr>
          <a:xfrm>
            <a:off x="2111819" y="3332825"/>
            <a:ext cx="815400" cy="2772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GitOps</a:t>
            </a:r>
            <a:endParaRPr b="1" sz="900">
              <a:solidFill>
                <a:schemeClr val="accent2"/>
              </a:solidFill>
              <a:latin typeface="Red Hat Display"/>
              <a:ea typeface="Red Hat Display"/>
              <a:cs typeface="Red Hat Display"/>
              <a:sym typeface="Red Hat Display"/>
            </a:endParaRPr>
          </a:p>
        </p:txBody>
      </p:sp>
      <p:sp>
        <p:nvSpPr>
          <p:cNvPr id="2246" name="Google Shape;2246;p133"/>
          <p:cNvSpPr txBox="1"/>
          <p:nvPr/>
        </p:nvSpPr>
        <p:spPr>
          <a:xfrm>
            <a:off x="2475375" y="4249075"/>
            <a:ext cx="8793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Developer</a:t>
            </a:r>
            <a:endParaRPr b="1" sz="900">
              <a:solidFill>
                <a:schemeClr val="accent2"/>
              </a:solidFill>
              <a:latin typeface="Red Hat Display"/>
              <a:ea typeface="Red Hat Display"/>
              <a:cs typeface="Red Hat Display"/>
              <a:sym typeface="Red Hat Display"/>
            </a:endParaRPr>
          </a:p>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Workstations</a:t>
            </a:r>
            <a:endParaRPr b="1" sz="900">
              <a:solidFill>
                <a:schemeClr val="accent2"/>
              </a:solidFill>
              <a:latin typeface="Red Hat Display"/>
              <a:ea typeface="Red Hat Display"/>
              <a:cs typeface="Red Hat Display"/>
              <a:sym typeface="Red Hat Display"/>
            </a:endParaRPr>
          </a:p>
        </p:txBody>
      </p:sp>
      <p:sp>
        <p:nvSpPr>
          <p:cNvPr id="2247" name="Google Shape;2247;p133"/>
          <p:cNvSpPr txBox="1"/>
          <p:nvPr/>
        </p:nvSpPr>
        <p:spPr>
          <a:xfrm>
            <a:off x="3859952" y="4186625"/>
            <a:ext cx="9303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Container Dev Environment</a:t>
            </a:r>
            <a:endParaRPr b="1" sz="900">
              <a:solidFill>
                <a:schemeClr val="accent2"/>
              </a:solidFill>
              <a:latin typeface="Red Hat Display"/>
              <a:ea typeface="Red Hat Display"/>
              <a:cs typeface="Red Hat Display"/>
              <a:sym typeface="Red Hat Display"/>
            </a:endParaRPr>
          </a:p>
        </p:txBody>
      </p:sp>
      <p:sp>
        <p:nvSpPr>
          <p:cNvPr id="2248" name="Google Shape;2248;p133"/>
          <p:cNvSpPr txBox="1"/>
          <p:nvPr/>
        </p:nvSpPr>
        <p:spPr>
          <a:xfrm>
            <a:off x="4867463" y="4132950"/>
            <a:ext cx="815400" cy="2772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OpenShift</a:t>
            </a:r>
            <a:endParaRPr b="1" sz="900">
              <a:solidFill>
                <a:schemeClr val="accent2"/>
              </a:solidFill>
              <a:latin typeface="Red Hat Display"/>
              <a:ea typeface="Red Hat Display"/>
              <a:cs typeface="Red Hat Display"/>
              <a:sym typeface="Red Hat Display"/>
            </a:endParaRPr>
          </a:p>
        </p:txBody>
      </p:sp>
      <p:sp>
        <p:nvSpPr>
          <p:cNvPr id="2249" name="Google Shape;2249;p133"/>
          <p:cNvSpPr txBox="1"/>
          <p:nvPr/>
        </p:nvSpPr>
        <p:spPr>
          <a:xfrm>
            <a:off x="6171497" y="3478181"/>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CI/CD Scaffolding</a:t>
            </a:r>
            <a:endParaRPr b="1" sz="900">
              <a:solidFill>
                <a:schemeClr val="accent2"/>
              </a:solidFill>
              <a:latin typeface="Red Hat Display"/>
              <a:ea typeface="Red Hat Display"/>
              <a:cs typeface="Red Hat Display"/>
              <a:sym typeface="Red Hat Display"/>
            </a:endParaRPr>
          </a:p>
        </p:txBody>
      </p:sp>
      <p:sp>
        <p:nvSpPr>
          <p:cNvPr id="2250" name="Google Shape;2250;p133"/>
          <p:cNvSpPr txBox="1"/>
          <p:nvPr/>
        </p:nvSpPr>
        <p:spPr>
          <a:xfrm>
            <a:off x="9322676" y="1909725"/>
            <a:ext cx="10182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Secured Supply Chain</a:t>
            </a:r>
            <a:endParaRPr b="1" sz="900">
              <a:solidFill>
                <a:schemeClr val="accent2"/>
              </a:solidFill>
              <a:latin typeface="Red Hat Display"/>
              <a:ea typeface="Red Hat Display"/>
              <a:cs typeface="Red Hat Display"/>
              <a:sym typeface="Red Hat Display"/>
            </a:endParaRPr>
          </a:p>
        </p:txBody>
      </p:sp>
      <p:sp>
        <p:nvSpPr>
          <p:cNvPr id="2251" name="Google Shape;2251;p133"/>
          <p:cNvSpPr txBox="1"/>
          <p:nvPr/>
        </p:nvSpPr>
        <p:spPr>
          <a:xfrm>
            <a:off x="7344609" y="3044294"/>
            <a:ext cx="815400" cy="2772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Zero Trust</a:t>
            </a:r>
            <a:endParaRPr b="1" sz="900">
              <a:solidFill>
                <a:schemeClr val="accent2"/>
              </a:solidFill>
              <a:latin typeface="Red Hat Display"/>
              <a:ea typeface="Red Hat Display"/>
              <a:cs typeface="Red Hat Display"/>
              <a:sym typeface="Red Hat Display"/>
            </a:endParaRPr>
          </a:p>
        </p:txBody>
      </p:sp>
      <p:sp>
        <p:nvSpPr>
          <p:cNvPr id="2252" name="Google Shape;2252;p133"/>
          <p:cNvSpPr txBox="1"/>
          <p:nvPr/>
        </p:nvSpPr>
        <p:spPr>
          <a:xfrm>
            <a:off x="8577919" y="2538656"/>
            <a:ext cx="815400" cy="2772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Multi-Cloud</a:t>
            </a:r>
            <a:endParaRPr b="1" sz="900">
              <a:solidFill>
                <a:schemeClr val="accent2"/>
              </a:solidFill>
              <a:latin typeface="Red Hat Display"/>
              <a:ea typeface="Red Hat Display"/>
              <a:cs typeface="Red Hat Display"/>
              <a:sym typeface="Red Hat Display"/>
            </a:endParaRPr>
          </a:p>
        </p:txBody>
      </p:sp>
      <p:sp>
        <p:nvSpPr>
          <p:cNvPr id="2253" name="Google Shape;2253;p133"/>
          <p:cNvSpPr txBox="1"/>
          <p:nvPr/>
        </p:nvSpPr>
        <p:spPr>
          <a:xfrm>
            <a:off x="4453237" y="6026062"/>
            <a:ext cx="2565900" cy="284700"/>
          </a:xfrm>
          <a:prstGeom prst="rect">
            <a:avLst/>
          </a:prstGeom>
          <a:noFill/>
          <a:ln>
            <a:noFill/>
          </a:ln>
        </p:spPr>
        <p:txBody>
          <a:bodyPr anchorCtr="0" anchor="t" bIns="34300" lIns="34300" spcFirstLastPara="1" rIns="34300" wrap="square" tIns="34300">
            <a:spAutoFit/>
          </a:bodyPr>
          <a:lstStyle/>
          <a:p>
            <a:pPr indent="0" lvl="0" marL="0" rtl="0" algn="ctr">
              <a:spcBef>
                <a:spcPts val="0"/>
              </a:spcBef>
              <a:spcAft>
                <a:spcPts val="0"/>
              </a:spcAft>
              <a:buNone/>
            </a:pPr>
            <a:r>
              <a:rPr lang="en">
                <a:latin typeface="Red Hat Text"/>
                <a:ea typeface="Red Hat Text"/>
                <a:cs typeface="Red Hat Text"/>
                <a:sym typeface="Red Hat Text"/>
              </a:rPr>
              <a:t>Time</a:t>
            </a:r>
            <a:endParaRPr sz="1500">
              <a:latin typeface="Red Hat Text"/>
              <a:ea typeface="Red Hat Text"/>
              <a:cs typeface="Red Hat Text"/>
              <a:sym typeface="Red Hat Text"/>
            </a:endParaRPr>
          </a:p>
        </p:txBody>
      </p:sp>
      <p:cxnSp>
        <p:nvCxnSpPr>
          <p:cNvPr id="2254" name="Google Shape;2254;p133"/>
          <p:cNvCxnSpPr/>
          <p:nvPr/>
        </p:nvCxnSpPr>
        <p:spPr>
          <a:xfrm>
            <a:off x="6019800" y="2085975"/>
            <a:ext cx="0" cy="3524100"/>
          </a:xfrm>
          <a:prstGeom prst="straightConnector1">
            <a:avLst/>
          </a:prstGeom>
          <a:noFill/>
          <a:ln cap="flat" cmpd="sng" w="28575">
            <a:solidFill>
              <a:schemeClr val="accent1"/>
            </a:solidFill>
            <a:prstDash val="dot"/>
            <a:round/>
            <a:headEnd len="med" w="med" type="none"/>
            <a:tailEnd len="med" w="med" type="none"/>
          </a:ln>
        </p:spPr>
      </p:cxnSp>
      <p:cxnSp>
        <p:nvCxnSpPr>
          <p:cNvPr id="2255" name="Google Shape;2255;p133"/>
          <p:cNvCxnSpPr/>
          <p:nvPr/>
        </p:nvCxnSpPr>
        <p:spPr>
          <a:xfrm flipH="1" rot="10800000">
            <a:off x="548892" y="2528183"/>
            <a:ext cx="1200" cy="2852700"/>
          </a:xfrm>
          <a:prstGeom prst="straightConnector1">
            <a:avLst/>
          </a:prstGeom>
          <a:noFill/>
          <a:ln cap="flat" cmpd="sng" w="28575">
            <a:solidFill>
              <a:schemeClr val="accent6"/>
            </a:solidFill>
            <a:prstDash val="solid"/>
            <a:round/>
            <a:headEnd len="med" w="med" type="none"/>
            <a:tailEnd len="med" w="med" type="triangle"/>
          </a:ln>
        </p:spPr>
      </p:cxnSp>
      <p:cxnSp>
        <p:nvCxnSpPr>
          <p:cNvPr id="2256" name="Google Shape;2256;p133"/>
          <p:cNvCxnSpPr/>
          <p:nvPr/>
        </p:nvCxnSpPr>
        <p:spPr>
          <a:xfrm>
            <a:off x="1005191" y="5736333"/>
            <a:ext cx="10553100" cy="38100"/>
          </a:xfrm>
          <a:prstGeom prst="straightConnector1">
            <a:avLst/>
          </a:prstGeom>
          <a:noFill/>
          <a:ln cap="flat" cmpd="sng" w="28575">
            <a:solidFill>
              <a:schemeClr val="accent6"/>
            </a:solidFill>
            <a:prstDash val="solid"/>
            <a:round/>
            <a:headEnd len="med" w="med" type="none"/>
            <a:tailEnd len="med" w="med" type="triangle"/>
          </a:ln>
        </p:spPr>
      </p:cxnSp>
      <p:sp>
        <p:nvSpPr>
          <p:cNvPr id="2257" name="Google Shape;2257;p133"/>
          <p:cNvSpPr/>
          <p:nvPr/>
        </p:nvSpPr>
        <p:spPr>
          <a:xfrm>
            <a:off x="944775" y="4480195"/>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58" name="Google Shape;2258;p133"/>
          <p:cNvSpPr/>
          <p:nvPr/>
        </p:nvSpPr>
        <p:spPr>
          <a:xfrm>
            <a:off x="1610620" y="2709938"/>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59" name="Google Shape;2259;p133"/>
          <p:cNvSpPr/>
          <p:nvPr/>
        </p:nvSpPr>
        <p:spPr>
          <a:xfrm>
            <a:off x="1933439" y="2190976"/>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60" name="Google Shape;2260;p133"/>
          <p:cNvSpPr/>
          <p:nvPr/>
        </p:nvSpPr>
        <p:spPr>
          <a:xfrm>
            <a:off x="2475365" y="2450119"/>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61" name="Google Shape;2261;p133"/>
          <p:cNvSpPr/>
          <p:nvPr/>
        </p:nvSpPr>
        <p:spPr>
          <a:xfrm>
            <a:off x="2745632" y="3279680"/>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62" name="Google Shape;2262;p133"/>
          <p:cNvSpPr/>
          <p:nvPr/>
        </p:nvSpPr>
        <p:spPr>
          <a:xfrm>
            <a:off x="3076888" y="4026105"/>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63" name="Google Shape;2263;p133"/>
          <p:cNvSpPr/>
          <p:nvPr/>
        </p:nvSpPr>
        <p:spPr>
          <a:xfrm>
            <a:off x="4053423" y="4774193"/>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64" name="Google Shape;2264;p133"/>
          <p:cNvSpPr/>
          <p:nvPr/>
        </p:nvSpPr>
        <p:spPr>
          <a:xfrm>
            <a:off x="5246457" y="4553887"/>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65" name="Google Shape;2265;p133"/>
          <p:cNvSpPr/>
          <p:nvPr/>
        </p:nvSpPr>
        <p:spPr>
          <a:xfrm>
            <a:off x="6392222" y="4123859"/>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66" name="Google Shape;2266;p133"/>
          <p:cNvSpPr/>
          <p:nvPr/>
        </p:nvSpPr>
        <p:spPr>
          <a:xfrm>
            <a:off x="8108404" y="3379274"/>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67" name="Google Shape;2267;p133"/>
          <p:cNvSpPr/>
          <p:nvPr/>
        </p:nvSpPr>
        <p:spPr>
          <a:xfrm>
            <a:off x="9094217" y="2928769"/>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68" name="Google Shape;2268;p133"/>
          <p:cNvSpPr/>
          <p:nvPr/>
        </p:nvSpPr>
        <p:spPr>
          <a:xfrm>
            <a:off x="10091755" y="2465667"/>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69" name="Google Shape;2269;p133"/>
          <p:cNvSpPr txBox="1"/>
          <p:nvPr/>
        </p:nvSpPr>
        <p:spPr>
          <a:xfrm>
            <a:off x="2656400" y="4683661"/>
            <a:ext cx="1211100" cy="4080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99"/>
                </a:solidFill>
                <a:latin typeface="Calibri"/>
                <a:ea typeface="Calibri"/>
                <a:cs typeface="Calibri"/>
                <a:sym typeface="Calibri"/>
              </a:rPr>
              <a:t>Configuration Management</a:t>
            </a:r>
            <a:endParaRPr b="0" i="0" sz="1100" u="none" cap="none" strike="noStrike">
              <a:solidFill>
                <a:srgbClr val="000099"/>
              </a:solidFill>
              <a:latin typeface="Arial"/>
              <a:ea typeface="Arial"/>
              <a:cs typeface="Arial"/>
              <a:sym typeface="Arial"/>
            </a:endParaRPr>
          </a:p>
        </p:txBody>
      </p:sp>
      <p:sp>
        <p:nvSpPr>
          <p:cNvPr id="2270" name="Google Shape;2270;p133"/>
          <p:cNvSpPr txBox="1"/>
          <p:nvPr/>
        </p:nvSpPr>
        <p:spPr>
          <a:xfrm>
            <a:off x="4875924" y="2643067"/>
            <a:ext cx="1211100" cy="2385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99"/>
                </a:solidFill>
                <a:latin typeface="Calibri"/>
                <a:ea typeface="Calibri"/>
                <a:cs typeface="Calibri"/>
                <a:sym typeface="Calibri"/>
              </a:rPr>
              <a:t>Security patching</a:t>
            </a:r>
            <a:endParaRPr b="0" i="0" sz="1100" u="none" cap="none" strike="noStrike">
              <a:solidFill>
                <a:srgbClr val="000099"/>
              </a:solidFill>
              <a:latin typeface="Arial"/>
              <a:ea typeface="Arial"/>
              <a:cs typeface="Arial"/>
              <a:sym typeface="Arial"/>
            </a:endParaRPr>
          </a:p>
        </p:txBody>
      </p:sp>
      <p:sp>
        <p:nvSpPr>
          <p:cNvPr id="2271" name="Google Shape;2271;p133"/>
          <p:cNvSpPr txBox="1"/>
          <p:nvPr/>
        </p:nvSpPr>
        <p:spPr>
          <a:xfrm>
            <a:off x="6388873" y="2890138"/>
            <a:ext cx="1211100" cy="2385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99"/>
                </a:solidFill>
                <a:latin typeface="Calibri"/>
                <a:ea typeface="Calibri"/>
                <a:cs typeface="Calibri"/>
                <a:sym typeface="Calibri"/>
              </a:rPr>
              <a:t>Product upgrades</a:t>
            </a:r>
            <a:endParaRPr b="0" i="0" sz="1100" u="none" cap="none" strike="noStrike">
              <a:solidFill>
                <a:srgbClr val="000099"/>
              </a:solidFill>
              <a:latin typeface="Arial"/>
              <a:ea typeface="Arial"/>
              <a:cs typeface="Arial"/>
              <a:sym typeface="Arial"/>
            </a:endParaRPr>
          </a:p>
        </p:txBody>
      </p:sp>
      <p:sp>
        <p:nvSpPr>
          <p:cNvPr id="2272" name="Google Shape;2272;p133"/>
          <p:cNvSpPr txBox="1"/>
          <p:nvPr/>
        </p:nvSpPr>
        <p:spPr>
          <a:xfrm>
            <a:off x="7219858" y="4435501"/>
            <a:ext cx="1360500" cy="4080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99"/>
                </a:solidFill>
                <a:latin typeface="Calibri"/>
                <a:ea typeface="Calibri"/>
                <a:cs typeface="Calibri"/>
                <a:sym typeface="Calibri"/>
              </a:rPr>
              <a:t>Enterprise grade environment</a:t>
            </a:r>
            <a:endParaRPr b="0" i="0" sz="1100" u="none" cap="none" strike="noStrike">
              <a:solidFill>
                <a:srgbClr val="000099"/>
              </a:solidFill>
              <a:latin typeface="Arial"/>
              <a:ea typeface="Arial"/>
              <a:cs typeface="Arial"/>
              <a:sym typeface="Arial"/>
            </a:endParaRPr>
          </a:p>
        </p:txBody>
      </p:sp>
      <p:sp>
        <p:nvSpPr>
          <p:cNvPr id="2273" name="Google Shape;2273;p133"/>
          <p:cNvSpPr txBox="1"/>
          <p:nvPr/>
        </p:nvSpPr>
        <p:spPr>
          <a:xfrm>
            <a:off x="8521576" y="3961217"/>
            <a:ext cx="1211100" cy="4080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99"/>
                </a:solidFill>
                <a:latin typeface="Calibri"/>
                <a:ea typeface="Calibri"/>
                <a:cs typeface="Calibri"/>
                <a:sym typeface="Calibri"/>
              </a:rPr>
              <a:t>Ephemeral environment</a:t>
            </a:r>
            <a:endParaRPr b="0" i="0" sz="1100" u="none" cap="none" strike="noStrike">
              <a:solidFill>
                <a:srgbClr val="000099"/>
              </a:solidFill>
              <a:latin typeface="Arial"/>
              <a:ea typeface="Arial"/>
              <a:cs typeface="Arial"/>
              <a:sym typeface="Arial"/>
            </a:endParaRPr>
          </a:p>
        </p:txBody>
      </p:sp>
      <p:sp>
        <p:nvSpPr>
          <p:cNvPr id="2274" name="Google Shape;2274;p133"/>
          <p:cNvSpPr txBox="1"/>
          <p:nvPr/>
        </p:nvSpPr>
        <p:spPr>
          <a:xfrm>
            <a:off x="9355782" y="3021943"/>
            <a:ext cx="1211100" cy="2385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99"/>
                </a:solidFill>
                <a:latin typeface="Calibri"/>
                <a:ea typeface="Calibri"/>
                <a:cs typeface="Calibri"/>
                <a:sym typeface="Calibri"/>
              </a:rPr>
              <a:t>Dynamic scaling </a:t>
            </a:r>
            <a:endParaRPr b="0" i="0" sz="1100" u="none" cap="none" strike="noStrike">
              <a:solidFill>
                <a:srgbClr val="000099"/>
              </a:solidFill>
              <a:latin typeface="Arial"/>
              <a:ea typeface="Arial"/>
              <a:cs typeface="Arial"/>
              <a:sym typeface="Arial"/>
            </a:endParaRPr>
          </a:p>
        </p:txBody>
      </p:sp>
      <p:sp>
        <p:nvSpPr>
          <p:cNvPr id="2275" name="Google Shape;2275;p133"/>
          <p:cNvSpPr/>
          <p:nvPr/>
        </p:nvSpPr>
        <p:spPr>
          <a:xfrm>
            <a:off x="3791125" y="4881819"/>
            <a:ext cx="1002000" cy="284700"/>
          </a:xfrm>
          <a:prstGeom prst="rect">
            <a:avLst/>
          </a:prstGeom>
          <a:solidFill>
            <a:srgbClr val="00009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Calibri"/>
                <a:ea typeface="Calibri"/>
                <a:cs typeface="Calibri"/>
                <a:sym typeface="Calibri"/>
              </a:rPr>
              <a:t>Configuration</a:t>
            </a:r>
            <a:endParaRPr b="0" i="0" sz="1100" u="none" cap="none" strike="noStrike">
              <a:solidFill>
                <a:srgbClr val="000000"/>
              </a:solidFill>
              <a:latin typeface="Arial"/>
              <a:ea typeface="Arial"/>
              <a:cs typeface="Arial"/>
              <a:sym typeface="Arial"/>
            </a:endParaRPr>
          </a:p>
        </p:txBody>
      </p:sp>
      <p:sp>
        <p:nvSpPr>
          <p:cNvPr id="2276" name="Google Shape;2276;p133"/>
          <p:cNvSpPr/>
          <p:nvPr/>
        </p:nvSpPr>
        <p:spPr>
          <a:xfrm>
            <a:off x="4814709" y="4881819"/>
            <a:ext cx="1002000" cy="284700"/>
          </a:xfrm>
          <a:prstGeom prst="rect">
            <a:avLst/>
          </a:prstGeom>
          <a:solidFill>
            <a:srgbClr val="00009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Calibri"/>
                <a:ea typeface="Calibri"/>
                <a:cs typeface="Calibri"/>
                <a:sym typeface="Calibri"/>
              </a:rPr>
              <a:t>Non-Production</a:t>
            </a:r>
            <a:endParaRPr b="0" i="0" sz="1100" u="none" cap="none" strike="noStrike">
              <a:solidFill>
                <a:srgbClr val="000000"/>
              </a:solidFill>
              <a:latin typeface="Arial"/>
              <a:ea typeface="Arial"/>
              <a:cs typeface="Arial"/>
              <a:sym typeface="Arial"/>
            </a:endParaRPr>
          </a:p>
        </p:txBody>
      </p:sp>
      <p:sp>
        <p:nvSpPr>
          <p:cNvPr id="2277" name="Google Shape;2277;p133"/>
          <p:cNvSpPr/>
          <p:nvPr/>
        </p:nvSpPr>
        <p:spPr>
          <a:xfrm>
            <a:off x="5838292" y="4881819"/>
            <a:ext cx="1002000" cy="284700"/>
          </a:xfrm>
          <a:prstGeom prst="rect">
            <a:avLst/>
          </a:prstGeom>
          <a:solidFill>
            <a:srgbClr val="00009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Calibri"/>
                <a:ea typeface="Calibri"/>
                <a:cs typeface="Calibri"/>
                <a:sym typeface="Calibri"/>
              </a:rPr>
              <a:t>Lifecycle Management</a:t>
            </a:r>
            <a:endParaRPr b="1" i="0" sz="800" u="none" cap="none" strike="noStrike">
              <a:solidFill>
                <a:srgbClr val="FFFFFF"/>
              </a:solidFill>
              <a:latin typeface="Calibri"/>
              <a:ea typeface="Calibri"/>
              <a:cs typeface="Calibri"/>
              <a:sym typeface="Calibri"/>
            </a:endParaRPr>
          </a:p>
        </p:txBody>
      </p:sp>
      <p:sp>
        <p:nvSpPr>
          <p:cNvPr id="2278" name="Google Shape;2278;p133"/>
          <p:cNvSpPr/>
          <p:nvPr/>
        </p:nvSpPr>
        <p:spPr>
          <a:xfrm>
            <a:off x="6861876" y="4881819"/>
            <a:ext cx="1002000" cy="284700"/>
          </a:xfrm>
          <a:prstGeom prst="rect">
            <a:avLst/>
          </a:prstGeom>
          <a:solidFill>
            <a:srgbClr val="00009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Calibri"/>
                <a:ea typeface="Calibri"/>
                <a:cs typeface="Calibri"/>
                <a:sym typeface="Calibri"/>
              </a:rPr>
              <a:t>GitOps</a:t>
            </a:r>
            <a:endParaRPr b="0" i="0" sz="1100" u="none" cap="none" strike="noStrike">
              <a:solidFill>
                <a:srgbClr val="000000"/>
              </a:solidFill>
              <a:latin typeface="Arial"/>
              <a:ea typeface="Arial"/>
              <a:cs typeface="Arial"/>
              <a:sym typeface="Arial"/>
            </a:endParaRPr>
          </a:p>
        </p:txBody>
      </p:sp>
      <p:sp>
        <p:nvSpPr>
          <p:cNvPr id="2279" name="Google Shape;2279;p133"/>
          <p:cNvSpPr/>
          <p:nvPr/>
        </p:nvSpPr>
        <p:spPr>
          <a:xfrm>
            <a:off x="7885460" y="4881819"/>
            <a:ext cx="1002000" cy="284700"/>
          </a:xfrm>
          <a:prstGeom prst="rect">
            <a:avLst/>
          </a:prstGeom>
          <a:solidFill>
            <a:srgbClr val="00009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Calibri"/>
                <a:ea typeface="Calibri"/>
                <a:cs typeface="Calibri"/>
                <a:sym typeface="Calibri"/>
              </a:rPr>
              <a:t>Production Environments</a:t>
            </a:r>
            <a:endParaRPr b="0" i="0" sz="1100" u="none" cap="none" strike="noStrike">
              <a:solidFill>
                <a:srgbClr val="000000"/>
              </a:solidFill>
              <a:latin typeface="Arial"/>
              <a:ea typeface="Arial"/>
              <a:cs typeface="Arial"/>
              <a:sym typeface="Arial"/>
            </a:endParaRPr>
          </a:p>
        </p:txBody>
      </p:sp>
      <p:sp>
        <p:nvSpPr>
          <p:cNvPr id="2280" name="Google Shape;2280;p133"/>
          <p:cNvSpPr/>
          <p:nvPr/>
        </p:nvSpPr>
        <p:spPr>
          <a:xfrm>
            <a:off x="8909043" y="4881819"/>
            <a:ext cx="1002000" cy="284700"/>
          </a:xfrm>
          <a:prstGeom prst="rect">
            <a:avLst/>
          </a:prstGeom>
          <a:solidFill>
            <a:srgbClr val="00009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Calibri"/>
                <a:ea typeface="Calibri"/>
                <a:cs typeface="Calibri"/>
                <a:sym typeface="Calibri"/>
              </a:rPr>
              <a:t>Self Service</a:t>
            </a:r>
            <a:endParaRPr b="0" i="0" sz="1100" u="none" cap="none" strike="noStrike">
              <a:solidFill>
                <a:srgbClr val="000000"/>
              </a:solidFill>
              <a:latin typeface="Arial"/>
              <a:ea typeface="Arial"/>
              <a:cs typeface="Arial"/>
              <a:sym typeface="Arial"/>
            </a:endParaRPr>
          </a:p>
        </p:txBody>
      </p:sp>
      <p:sp>
        <p:nvSpPr>
          <p:cNvPr id="2281" name="Google Shape;2281;p133"/>
          <p:cNvSpPr/>
          <p:nvPr/>
        </p:nvSpPr>
        <p:spPr>
          <a:xfrm>
            <a:off x="9932626" y="4881819"/>
            <a:ext cx="1002000" cy="284700"/>
          </a:xfrm>
          <a:prstGeom prst="rect">
            <a:avLst/>
          </a:prstGeom>
          <a:solidFill>
            <a:srgbClr val="00009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Calibri"/>
                <a:ea typeface="Calibri"/>
                <a:cs typeface="Calibri"/>
                <a:sym typeface="Calibri"/>
              </a:rPr>
              <a:t>Scale</a:t>
            </a:r>
            <a:endParaRPr b="0" i="0" sz="1100" u="none" cap="none" strike="noStrike">
              <a:solidFill>
                <a:srgbClr val="000000"/>
              </a:solidFill>
              <a:latin typeface="Arial"/>
              <a:ea typeface="Arial"/>
              <a:cs typeface="Arial"/>
              <a:sym typeface="Arial"/>
            </a:endParaRPr>
          </a:p>
        </p:txBody>
      </p:sp>
      <p:sp>
        <p:nvSpPr>
          <p:cNvPr id="2282" name="Google Shape;2282;p133"/>
          <p:cNvSpPr txBox="1"/>
          <p:nvPr/>
        </p:nvSpPr>
        <p:spPr>
          <a:xfrm>
            <a:off x="6325941" y="4099964"/>
            <a:ext cx="1211100" cy="4080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99"/>
                </a:solidFill>
                <a:latin typeface="Calibri"/>
                <a:ea typeface="Calibri"/>
                <a:cs typeface="Calibri"/>
                <a:sym typeface="Calibri"/>
              </a:rPr>
              <a:t>Automated deployments</a:t>
            </a:r>
            <a:endParaRPr b="0" i="0" sz="1100" u="none" cap="none" strike="noStrike">
              <a:solidFill>
                <a:srgbClr val="000099"/>
              </a:solidFill>
              <a:latin typeface="Arial"/>
              <a:ea typeface="Arial"/>
              <a:cs typeface="Arial"/>
              <a:sym typeface="Arial"/>
            </a:endParaRPr>
          </a:p>
        </p:txBody>
      </p:sp>
      <p:sp>
        <p:nvSpPr>
          <p:cNvPr id="2283" name="Google Shape;2283;p133"/>
          <p:cNvSpPr/>
          <p:nvPr/>
        </p:nvSpPr>
        <p:spPr>
          <a:xfrm>
            <a:off x="3830631" y="4736954"/>
            <a:ext cx="81000" cy="81000"/>
          </a:xfrm>
          <a:prstGeom prst="ellipse">
            <a:avLst/>
          </a:prstGeom>
          <a:solidFill>
            <a:srgbClr val="000099"/>
          </a:solidFill>
          <a:ln cap="flat" cmpd="sng" w="12700">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84" name="Google Shape;2284;p133"/>
          <p:cNvSpPr txBox="1"/>
          <p:nvPr/>
        </p:nvSpPr>
        <p:spPr>
          <a:xfrm>
            <a:off x="3866724" y="2145521"/>
            <a:ext cx="992400" cy="4080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99"/>
                </a:solidFill>
                <a:latin typeface="Calibri"/>
                <a:ea typeface="Calibri"/>
                <a:cs typeface="Calibri"/>
                <a:sym typeface="Calibri"/>
              </a:rPr>
              <a:t>Prod-like Sandbox</a:t>
            </a:r>
            <a:endParaRPr b="0" i="0" sz="1100" u="none" cap="none" strike="noStrike">
              <a:solidFill>
                <a:srgbClr val="000099"/>
              </a:solidFill>
              <a:latin typeface="Arial"/>
              <a:ea typeface="Arial"/>
              <a:cs typeface="Arial"/>
              <a:sym typeface="Arial"/>
            </a:endParaRPr>
          </a:p>
        </p:txBody>
      </p:sp>
      <p:sp>
        <p:nvSpPr>
          <p:cNvPr id="2285" name="Google Shape;2285;p133"/>
          <p:cNvSpPr/>
          <p:nvPr/>
        </p:nvSpPr>
        <p:spPr>
          <a:xfrm>
            <a:off x="4535481" y="2908154"/>
            <a:ext cx="81000" cy="81000"/>
          </a:xfrm>
          <a:prstGeom prst="ellipse">
            <a:avLst/>
          </a:prstGeom>
          <a:solidFill>
            <a:srgbClr val="000099"/>
          </a:solidFill>
          <a:ln cap="flat" cmpd="sng" w="12700">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86" name="Google Shape;2286;p133"/>
          <p:cNvSpPr/>
          <p:nvPr/>
        </p:nvSpPr>
        <p:spPr>
          <a:xfrm>
            <a:off x="5907081" y="2527154"/>
            <a:ext cx="81000" cy="81000"/>
          </a:xfrm>
          <a:prstGeom prst="ellipse">
            <a:avLst/>
          </a:prstGeom>
          <a:solidFill>
            <a:srgbClr val="000099"/>
          </a:solidFill>
          <a:ln cap="flat" cmpd="sng" w="12700">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87" name="Google Shape;2287;p133"/>
          <p:cNvSpPr/>
          <p:nvPr/>
        </p:nvSpPr>
        <p:spPr>
          <a:xfrm>
            <a:off x="6440481" y="3146279"/>
            <a:ext cx="81000" cy="81000"/>
          </a:xfrm>
          <a:prstGeom prst="ellipse">
            <a:avLst/>
          </a:prstGeom>
          <a:solidFill>
            <a:srgbClr val="000099"/>
          </a:solidFill>
          <a:ln cap="flat" cmpd="sng" w="12700">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88" name="Google Shape;2288;p133"/>
          <p:cNvSpPr/>
          <p:nvPr/>
        </p:nvSpPr>
        <p:spPr>
          <a:xfrm>
            <a:off x="7202481" y="4051154"/>
            <a:ext cx="81000" cy="81000"/>
          </a:xfrm>
          <a:prstGeom prst="ellipse">
            <a:avLst/>
          </a:prstGeom>
          <a:solidFill>
            <a:srgbClr val="000099"/>
          </a:solidFill>
          <a:ln cap="flat" cmpd="sng" w="12700">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89" name="Google Shape;2289;p133"/>
          <p:cNvSpPr/>
          <p:nvPr/>
        </p:nvSpPr>
        <p:spPr>
          <a:xfrm>
            <a:off x="7850181" y="4317854"/>
            <a:ext cx="81000" cy="81000"/>
          </a:xfrm>
          <a:prstGeom prst="ellipse">
            <a:avLst/>
          </a:prstGeom>
          <a:solidFill>
            <a:srgbClr val="000099"/>
          </a:solidFill>
          <a:ln cap="flat" cmpd="sng" w="12700">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90" name="Google Shape;2290;p133"/>
          <p:cNvSpPr/>
          <p:nvPr/>
        </p:nvSpPr>
        <p:spPr>
          <a:xfrm>
            <a:off x="8688381" y="3603479"/>
            <a:ext cx="81000" cy="81000"/>
          </a:xfrm>
          <a:prstGeom prst="ellipse">
            <a:avLst/>
          </a:prstGeom>
          <a:solidFill>
            <a:srgbClr val="000099"/>
          </a:solidFill>
          <a:ln cap="flat" cmpd="sng" w="12700">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91" name="Google Shape;2291;p133"/>
          <p:cNvSpPr/>
          <p:nvPr/>
        </p:nvSpPr>
        <p:spPr>
          <a:xfrm>
            <a:off x="9678981" y="2746229"/>
            <a:ext cx="81000" cy="81000"/>
          </a:xfrm>
          <a:prstGeom prst="ellipse">
            <a:avLst/>
          </a:prstGeom>
          <a:solidFill>
            <a:srgbClr val="000099"/>
          </a:solidFill>
          <a:ln cap="flat" cmpd="sng" w="12700">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92" name="Google Shape;2292;p133"/>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Adapted From: Flight Path End to End by Adam Seeley and Bob Mader</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6" name="Shape 2296"/>
        <p:cNvGrpSpPr/>
        <p:nvPr/>
      </p:nvGrpSpPr>
      <p:grpSpPr>
        <a:xfrm>
          <a:off x="0" y="0"/>
          <a:ext cx="0" cy="0"/>
          <a:chOff x="0" y="0"/>
          <a:chExt cx="0" cy="0"/>
        </a:xfrm>
      </p:grpSpPr>
      <p:sp>
        <p:nvSpPr>
          <p:cNvPr id="2297" name="Google Shape;2297;p13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2298" name="Google Shape;2298;p134"/>
          <p:cNvSpPr txBox="1"/>
          <p:nvPr>
            <p:ph type="title"/>
          </p:nvPr>
        </p:nvSpPr>
        <p:spPr>
          <a:xfrm>
            <a:off x="2076025" y="1883250"/>
            <a:ext cx="7992000" cy="307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latin typeface="Red Hat Display"/>
                <a:ea typeface="Red Hat Display"/>
                <a:cs typeface="Red Hat Display"/>
                <a:sym typeface="Red Hat Display"/>
              </a:rPr>
              <a:t>A Standard Operating Environment</a:t>
            </a:r>
            <a:endParaRPr>
              <a:latin typeface="Red Hat Display"/>
              <a:ea typeface="Red Hat Display"/>
              <a:cs typeface="Red Hat Display"/>
              <a:sym typeface="Red Hat Display"/>
            </a:endParaRPr>
          </a:p>
        </p:txBody>
      </p:sp>
      <p:sp>
        <p:nvSpPr>
          <p:cNvPr id="2299" name="Google Shape;2299;p13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300" name="Google Shape;2300;p134"/>
          <p:cNvSpPr txBox="1"/>
          <p:nvPr>
            <p:ph idx="4294967295" type="subTitle"/>
          </p:nvPr>
        </p:nvSpPr>
        <p:spPr>
          <a:xfrm>
            <a:off x="2155325" y="3666850"/>
            <a:ext cx="4446300" cy="914400"/>
          </a:xfrm>
          <a:prstGeom prst="rect">
            <a:avLst/>
          </a:prstGeom>
        </p:spPr>
        <p:txBody>
          <a:bodyPr anchorCtr="0" anchor="t" bIns="0" lIns="0" spcFirstLastPara="1" rIns="0" wrap="square" tIns="0">
            <a:noAutofit/>
          </a:bodyPr>
          <a:lstStyle/>
          <a:p>
            <a:pPr indent="0" lvl="0" marL="0" rtl="0" algn="l">
              <a:spcBef>
                <a:spcPts val="0"/>
              </a:spcBef>
              <a:spcAft>
                <a:spcPts val="500"/>
              </a:spcAft>
              <a:buNone/>
            </a:pPr>
            <a:r>
              <a:rPr lang="en">
                <a:solidFill>
                  <a:schemeClr val="lt1"/>
                </a:solidFill>
                <a:latin typeface="Red Hat Display"/>
                <a:ea typeface="Red Hat Display"/>
                <a:cs typeface="Red Hat Display"/>
                <a:sym typeface="Red Hat Display"/>
              </a:rPr>
              <a:t>What is it and why do I need one?</a:t>
            </a:r>
            <a:endParaRPr>
              <a:solidFill>
                <a:schemeClr val="lt1"/>
              </a:solidFill>
              <a:latin typeface="Red Hat Display"/>
              <a:ea typeface="Red Hat Display"/>
              <a:cs typeface="Red Hat Display"/>
              <a:sym typeface="Red Hat Display"/>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4" name="Shape 2304"/>
        <p:cNvGrpSpPr/>
        <p:nvPr/>
      </p:nvGrpSpPr>
      <p:grpSpPr>
        <a:xfrm>
          <a:off x="0" y="0"/>
          <a:ext cx="0" cy="0"/>
          <a:chOff x="0" y="0"/>
          <a:chExt cx="0" cy="0"/>
        </a:xfrm>
      </p:grpSpPr>
      <p:sp>
        <p:nvSpPr>
          <p:cNvPr id="2305" name="Google Shape;2305;p13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solidFill>
                  <a:schemeClr val="accent1"/>
                </a:solidFill>
                <a:latin typeface="Red Hat Display SemiBold"/>
                <a:ea typeface="Red Hat Display SemiBold"/>
                <a:cs typeface="Red Hat Display SemiBold"/>
                <a:sym typeface="Red Hat Display SemiBold"/>
              </a:rPr>
              <a:t>Red Hat Infrastructure Standard Adoption Model</a:t>
            </a:r>
            <a:endParaRPr/>
          </a:p>
        </p:txBody>
      </p:sp>
      <p:sp>
        <p:nvSpPr>
          <p:cNvPr id="2306" name="Google Shape;2306;p13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307" name="Google Shape;2307;p135"/>
          <p:cNvSpPr txBox="1"/>
          <p:nvPr>
            <p:ph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What is a </a:t>
            </a:r>
            <a:r>
              <a:rPr b="1" lang="en"/>
              <a:t>Standard Operating Environment</a:t>
            </a:r>
            <a:r>
              <a:rPr lang="en">
                <a:latin typeface="Red Hat Display Medium"/>
                <a:ea typeface="Red Hat Display Medium"/>
                <a:cs typeface="Red Hat Display Medium"/>
                <a:sym typeface="Red Hat Display Medium"/>
              </a:rPr>
              <a:t>?</a:t>
            </a:r>
            <a:endParaRPr>
              <a:latin typeface="Red Hat Display Medium"/>
              <a:ea typeface="Red Hat Display Medium"/>
              <a:cs typeface="Red Hat Display Medium"/>
              <a:sym typeface="Red Hat Display Medium"/>
            </a:endParaRPr>
          </a:p>
        </p:txBody>
      </p:sp>
      <p:sp>
        <p:nvSpPr>
          <p:cNvPr id="2308" name="Google Shape;2308;p135"/>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2309" name="Google Shape;2309;p135"/>
          <p:cNvSpPr txBox="1"/>
          <p:nvPr/>
        </p:nvSpPr>
        <p:spPr>
          <a:xfrm>
            <a:off x="2428875" y="1895475"/>
            <a:ext cx="8248500" cy="121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latin typeface="Red Hat Display"/>
                <a:ea typeface="Red Hat Display"/>
                <a:cs typeface="Red Hat Display"/>
                <a:sym typeface="Red Hat Display"/>
              </a:rPr>
              <a:t>The </a:t>
            </a:r>
            <a:r>
              <a:rPr b="1" lang="en" sz="2800">
                <a:solidFill>
                  <a:srgbClr val="A30000"/>
                </a:solidFill>
                <a:latin typeface="Red Hat Display"/>
                <a:ea typeface="Red Hat Display"/>
                <a:cs typeface="Red Hat Display"/>
                <a:sym typeface="Red Hat Display"/>
              </a:rPr>
              <a:t>model</a:t>
            </a:r>
            <a:r>
              <a:rPr lang="en" sz="2800">
                <a:latin typeface="Red Hat Display"/>
                <a:ea typeface="Red Hat Display"/>
                <a:cs typeface="Red Hat Display"/>
                <a:sym typeface="Red Hat Display"/>
              </a:rPr>
              <a:t>  for the </a:t>
            </a:r>
            <a:r>
              <a:rPr b="1" lang="en" sz="2800">
                <a:solidFill>
                  <a:srgbClr val="A30000"/>
                </a:solidFill>
                <a:latin typeface="Red Hat Display"/>
                <a:ea typeface="Red Hat Display"/>
                <a:cs typeface="Red Hat Display"/>
                <a:sym typeface="Red Hat Display"/>
              </a:rPr>
              <a:t>conditions</a:t>
            </a:r>
            <a:r>
              <a:rPr lang="en" sz="2800">
                <a:latin typeface="Red Hat Display"/>
                <a:ea typeface="Red Hat Display"/>
                <a:cs typeface="Red Hat Display"/>
                <a:sym typeface="Red Hat Display"/>
              </a:rPr>
              <a:t> under which we </a:t>
            </a:r>
            <a:r>
              <a:rPr b="1" lang="en" sz="2800">
                <a:solidFill>
                  <a:srgbClr val="A30000"/>
                </a:solidFill>
                <a:latin typeface="Red Hat Display"/>
                <a:ea typeface="Red Hat Display"/>
                <a:cs typeface="Red Hat Display"/>
                <a:sym typeface="Red Hat Display"/>
              </a:rPr>
              <a:t>control</a:t>
            </a:r>
            <a:r>
              <a:rPr lang="en" sz="2800">
                <a:latin typeface="Red Hat Display"/>
                <a:ea typeface="Red Hat Display"/>
                <a:cs typeface="Red Hat Display"/>
                <a:sym typeface="Red Hat Display"/>
              </a:rPr>
              <a:t> our machines, systems and processes.</a:t>
            </a:r>
            <a:endParaRPr sz="2800">
              <a:latin typeface="Red Hat Display"/>
              <a:ea typeface="Red Hat Display"/>
              <a:cs typeface="Red Hat Display"/>
              <a:sym typeface="Red Hat Display"/>
            </a:endParaRPr>
          </a:p>
          <a:p>
            <a:pPr indent="0" lvl="0" marL="0" rtl="0" algn="l">
              <a:spcBef>
                <a:spcPts val="0"/>
              </a:spcBef>
              <a:spcAft>
                <a:spcPts val="0"/>
              </a:spcAft>
              <a:buNone/>
            </a:pPr>
            <a:r>
              <a:t/>
            </a:r>
            <a:endParaRPr sz="1100">
              <a:latin typeface="Red Hat Display"/>
              <a:ea typeface="Red Hat Display"/>
              <a:cs typeface="Red Hat Display"/>
              <a:sym typeface="Red Hat Display"/>
            </a:endParaRPr>
          </a:p>
        </p:txBody>
      </p:sp>
      <p:sp>
        <p:nvSpPr>
          <p:cNvPr id="2310" name="Google Shape;2310;p135"/>
          <p:cNvSpPr txBox="1"/>
          <p:nvPr/>
        </p:nvSpPr>
        <p:spPr>
          <a:xfrm>
            <a:off x="2452495" y="5242377"/>
            <a:ext cx="81921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lang="en">
                <a:latin typeface="Red Hat Display SemiBold"/>
                <a:ea typeface="Red Hat Display SemiBold"/>
                <a:cs typeface="Red Hat Display SemiBold"/>
                <a:sym typeface="Red Hat Display SemiBold"/>
              </a:rPr>
              <a:t>A primary goal of the RH-ISAM project is to describe the components used in, and to provide automation for, delivering infrastructure to ease and codify the building and maintaining of SOEs for Red Hat Enterprise Linux environments. </a:t>
            </a:r>
            <a:endParaRPr>
              <a:latin typeface="Red Hat Display SemiBold"/>
              <a:ea typeface="Red Hat Display SemiBold"/>
              <a:cs typeface="Red Hat Display SemiBold"/>
              <a:sym typeface="Red Hat Display SemiBold"/>
            </a:endParaRPr>
          </a:p>
        </p:txBody>
      </p:sp>
      <p:sp>
        <p:nvSpPr>
          <p:cNvPr id="2311" name="Google Shape;2311;p135"/>
          <p:cNvSpPr txBox="1"/>
          <p:nvPr/>
        </p:nvSpPr>
        <p:spPr>
          <a:xfrm>
            <a:off x="2200275" y="3114675"/>
            <a:ext cx="86868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800">
                <a:latin typeface="Red Hat Display"/>
                <a:ea typeface="Red Hat Display"/>
                <a:cs typeface="Red Hat Display"/>
                <a:sym typeface="Red Hat Display"/>
              </a:rPr>
              <a:t>Value</a:t>
            </a:r>
            <a:r>
              <a:rPr lang="en" sz="2800">
                <a:latin typeface="Red Hat Display"/>
                <a:ea typeface="Red Hat Display"/>
                <a:cs typeface="Red Hat Display"/>
                <a:sym typeface="Red Hat Display"/>
              </a:rPr>
              <a:t> </a:t>
            </a:r>
            <a:r>
              <a:rPr lang="en" sz="2600">
                <a:latin typeface="Red Hat Display"/>
                <a:ea typeface="Red Hat Display"/>
                <a:cs typeface="Red Hat Display"/>
                <a:sym typeface="Red Hat Display"/>
              </a:rPr>
              <a:t>is created when we can refactor infrastructure deployments to a short, discrete list of SOEs using select tools designed to work together in well-defined processes, providing a path to integrated</a:t>
            </a:r>
            <a:r>
              <a:rPr lang="en" sz="2800">
                <a:latin typeface="Red Hat Display"/>
                <a:ea typeface="Red Hat Display"/>
                <a:cs typeface="Red Hat Display"/>
                <a:sym typeface="Red Hat Display"/>
              </a:rPr>
              <a:t> </a:t>
            </a:r>
            <a:r>
              <a:rPr b="1" lang="en" sz="2800">
                <a:solidFill>
                  <a:srgbClr val="A30000"/>
                </a:solidFill>
                <a:latin typeface="Red Hat Display"/>
                <a:ea typeface="Red Hat Display"/>
                <a:cs typeface="Red Hat Display"/>
                <a:sym typeface="Red Hat Display"/>
              </a:rPr>
              <a:t>Automation</a:t>
            </a:r>
            <a:r>
              <a:rPr lang="en" sz="2800">
                <a:latin typeface="Red Hat Display"/>
                <a:ea typeface="Red Hat Display"/>
                <a:cs typeface="Red Hat Display"/>
                <a:sym typeface="Red Hat Display"/>
              </a:rPr>
              <a:t>.</a:t>
            </a:r>
            <a:endParaRPr sz="2800">
              <a:latin typeface="Red Hat Display"/>
              <a:ea typeface="Red Hat Display"/>
              <a:cs typeface="Red Hat Display"/>
              <a:sym typeface="Red Hat Display"/>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5" name="Shape 2315"/>
        <p:cNvGrpSpPr/>
        <p:nvPr/>
      </p:nvGrpSpPr>
      <p:grpSpPr>
        <a:xfrm>
          <a:off x="0" y="0"/>
          <a:ext cx="0" cy="0"/>
          <a:chOff x="0" y="0"/>
          <a:chExt cx="0" cy="0"/>
        </a:xfrm>
      </p:grpSpPr>
      <p:sp>
        <p:nvSpPr>
          <p:cNvPr id="2316" name="Google Shape;2316;p13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latin typeface="Red Hat Display SemiBold"/>
                <a:ea typeface="Red Hat Display SemiBold"/>
                <a:cs typeface="Red Hat Display SemiBold"/>
                <a:sym typeface="Red Hat Display SemiBold"/>
              </a:rPr>
              <a:t>Red Hat Infrastructure Standard Adoption Model</a:t>
            </a:r>
            <a:endParaRPr/>
          </a:p>
        </p:txBody>
      </p:sp>
      <p:sp>
        <p:nvSpPr>
          <p:cNvPr id="2317" name="Google Shape;2317;p13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318" name="Google Shape;2318;p136"/>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But Why an SOE?</a:t>
            </a:r>
            <a:endParaRPr>
              <a:latin typeface="Red Hat Display Medium"/>
              <a:ea typeface="Red Hat Display Medium"/>
              <a:cs typeface="Red Hat Display Medium"/>
              <a:sym typeface="Red Hat Display Medium"/>
            </a:endParaRPr>
          </a:p>
        </p:txBody>
      </p:sp>
      <p:sp>
        <p:nvSpPr>
          <p:cNvPr id="2319" name="Google Shape;2319;p136"/>
          <p:cNvSpPr txBox="1"/>
          <p:nvPr/>
        </p:nvSpPr>
        <p:spPr>
          <a:xfrm>
            <a:off x="1324625" y="1561575"/>
            <a:ext cx="2207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Red Hat Display"/>
                <a:ea typeface="Red Hat Display"/>
                <a:cs typeface="Red Hat Display"/>
                <a:sym typeface="Red Hat Display"/>
              </a:rPr>
              <a:t>Efficiency</a:t>
            </a:r>
            <a:endParaRPr b="1">
              <a:latin typeface="Red Hat Display"/>
              <a:ea typeface="Red Hat Display"/>
              <a:cs typeface="Red Hat Display"/>
              <a:sym typeface="Red Hat Display"/>
            </a:endParaRPr>
          </a:p>
        </p:txBody>
      </p:sp>
      <p:sp>
        <p:nvSpPr>
          <p:cNvPr id="2320" name="Google Shape;2320;p136"/>
          <p:cNvSpPr txBox="1"/>
          <p:nvPr/>
        </p:nvSpPr>
        <p:spPr>
          <a:xfrm>
            <a:off x="3839300" y="1561575"/>
            <a:ext cx="22077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Red Hat Display"/>
                <a:ea typeface="Red Hat Display"/>
                <a:cs typeface="Red Hat Display"/>
                <a:sym typeface="Red Hat Display"/>
              </a:rPr>
              <a:t>Simplified Onboarding and Support</a:t>
            </a:r>
            <a:endParaRPr b="1">
              <a:latin typeface="Red Hat Display"/>
              <a:ea typeface="Red Hat Display"/>
              <a:cs typeface="Red Hat Display"/>
              <a:sym typeface="Red Hat Display"/>
            </a:endParaRPr>
          </a:p>
        </p:txBody>
      </p:sp>
      <p:sp>
        <p:nvSpPr>
          <p:cNvPr id="2321" name="Google Shape;2321;p136"/>
          <p:cNvSpPr txBox="1"/>
          <p:nvPr/>
        </p:nvSpPr>
        <p:spPr>
          <a:xfrm>
            <a:off x="6353825" y="1561575"/>
            <a:ext cx="22077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Red Hat Display"/>
                <a:ea typeface="Red Hat Display"/>
                <a:cs typeface="Red Hat Display"/>
                <a:sym typeface="Red Hat Display"/>
              </a:rPr>
              <a:t>Enhanced Compliance and Security</a:t>
            </a:r>
            <a:endParaRPr b="1">
              <a:latin typeface="Red Hat Display"/>
              <a:ea typeface="Red Hat Display"/>
              <a:cs typeface="Red Hat Display"/>
              <a:sym typeface="Red Hat Display"/>
            </a:endParaRPr>
          </a:p>
        </p:txBody>
      </p:sp>
      <p:sp>
        <p:nvSpPr>
          <p:cNvPr id="2322" name="Google Shape;2322;p136"/>
          <p:cNvSpPr txBox="1"/>
          <p:nvPr/>
        </p:nvSpPr>
        <p:spPr>
          <a:xfrm>
            <a:off x="8868425" y="1561575"/>
            <a:ext cx="22077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Red Hat Display"/>
                <a:ea typeface="Red Hat Display"/>
                <a:cs typeface="Red Hat Display"/>
                <a:sym typeface="Red Hat Display"/>
              </a:rPr>
              <a:t>Healthy Patterns sustain Automation</a:t>
            </a:r>
            <a:endParaRPr b="1">
              <a:latin typeface="Red Hat Display"/>
              <a:ea typeface="Red Hat Display"/>
              <a:cs typeface="Red Hat Display"/>
              <a:sym typeface="Red Hat Display"/>
            </a:endParaRPr>
          </a:p>
        </p:txBody>
      </p:sp>
      <p:sp>
        <p:nvSpPr>
          <p:cNvPr id="2323" name="Google Shape;2323;p136"/>
          <p:cNvSpPr/>
          <p:nvPr/>
        </p:nvSpPr>
        <p:spPr>
          <a:xfrm>
            <a:off x="1324625" y="2219210"/>
            <a:ext cx="2207700" cy="30204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Standardization simplifies and streamlines delivery and operations. </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Standardization reduces volume of documentation, special procedures, and allows easier drift detection.</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Infrastructure operations become more responsive as a result </a:t>
            </a:r>
            <a:endParaRPr>
              <a:latin typeface="Red Hat Display"/>
              <a:ea typeface="Red Hat Display"/>
              <a:cs typeface="Red Hat Display"/>
              <a:sym typeface="Red Hat Display"/>
            </a:endParaRPr>
          </a:p>
        </p:txBody>
      </p:sp>
      <p:sp>
        <p:nvSpPr>
          <p:cNvPr id="2324" name="Google Shape;2324;p136"/>
          <p:cNvSpPr/>
          <p:nvPr/>
        </p:nvSpPr>
        <p:spPr>
          <a:xfrm>
            <a:off x="3839225" y="2219210"/>
            <a:ext cx="2207700" cy="30204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Standardization reduces silos, tribal knowledge and allows for deeper knowledge to develop in teams</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Standardization helps new-hires get to day2 faster</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Operations and Helpdesk throughput increases</a:t>
            </a:r>
            <a:endParaRPr>
              <a:latin typeface="Red Hat Display"/>
              <a:ea typeface="Red Hat Display"/>
              <a:cs typeface="Red Hat Display"/>
              <a:sym typeface="Red Hat Display"/>
            </a:endParaRPr>
          </a:p>
        </p:txBody>
      </p:sp>
      <p:sp>
        <p:nvSpPr>
          <p:cNvPr id="2325" name="Google Shape;2325;p136"/>
          <p:cNvSpPr/>
          <p:nvPr/>
        </p:nvSpPr>
        <p:spPr>
          <a:xfrm>
            <a:off x="6353825" y="2219210"/>
            <a:ext cx="2207700" cy="30204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Standardization allows for faster anomaly detection. Configuration, behaviour and logging exceptions outside the norm are more easily spotted.</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Standardization helps teams move beyond the checkbox and deliver on cybersecurity maturity</a:t>
            </a:r>
            <a:endParaRPr>
              <a:latin typeface="Red Hat Display"/>
              <a:ea typeface="Red Hat Display"/>
              <a:cs typeface="Red Hat Display"/>
              <a:sym typeface="Red Hat Display"/>
            </a:endParaRPr>
          </a:p>
        </p:txBody>
      </p:sp>
      <p:sp>
        <p:nvSpPr>
          <p:cNvPr id="2326" name="Google Shape;2326;p136"/>
          <p:cNvSpPr/>
          <p:nvPr/>
        </p:nvSpPr>
        <p:spPr>
          <a:xfrm>
            <a:off x="8868425" y="2219210"/>
            <a:ext cx="2207700" cy="30204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Standardization is a precursor to sustainable automation. </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Delivering on proven design patterns allows for the extension of automation process  beyond simple configuration and extend to systems generation and event driven response</a:t>
            </a:r>
            <a:endParaRPr>
              <a:latin typeface="Red Hat Display"/>
              <a:ea typeface="Red Hat Display"/>
              <a:cs typeface="Red Hat Display"/>
              <a:sym typeface="Red Hat Display"/>
            </a:endParaRPr>
          </a:p>
        </p:txBody>
      </p:sp>
      <p:sp>
        <p:nvSpPr>
          <p:cNvPr id="2327" name="Google Shape;2327;p136"/>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What Hyperscalers do isn’t magic.</a:t>
            </a:r>
            <a:endParaRPr/>
          </a:p>
        </p:txBody>
      </p:sp>
      <p:sp>
        <p:nvSpPr>
          <p:cNvPr id="2328" name="Google Shape;2328;p136"/>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2329" name="Google Shape;2329;p136"/>
          <p:cNvSpPr txBox="1"/>
          <p:nvPr/>
        </p:nvSpPr>
        <p:spPr>
          <a:xfrm>
            <a:off x="1339700" y="5388925"/>
            <a:ext cx="9736500" cy="47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Red Hat Display"/>
                <a:ea typeface="Red Hat Display"/>
                <a:cs typeface="Red Hat Display"/>
                <a:sym typeface="Red Hat Display"/>
              </a:rPr>
              <a:t>These benefits lower your cost and effort.    They allow your teams to focus more time on delivering new services.</a:t>
            </a:r>
            <a:endParaRPr b="1">
              <a:latin typeface="Red Hat Display"/>
              <a:ea typeface="Red Hat Display"/>
              <a:cs typeface="Red Hat Display"/>
              <a:sym typeface="Red Hat Display"/>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3" name="Shape 2333"/>
        <p:cNvGrpSpPr/>
        <p:nvPr/>
      </p:nvGrpSpPr>
      <p:grpSpPr>
        <a:xfrm>
          <a:off x="0" y="0"/>
          <a:ext cx="0" cy="0"/>
          <a:chOff x="0" y="0"/>
          <a:chExt cx="0" cy="0"/>
        </a:xfrm>
      </p:grpSpPr>
      <p:sp>
        <p:nvSpPr>
          <p:cNvPr id="2334" name="Google Shape;2334;p13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2335" name="Google Shape;2335;p13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2336" name="Google Shape;2336;p137"/>
          <p:cNvPicPr preferRelativeResize="0"/>
          <p:nvPr/>
        </p:nvPicPr>
        <p:blipFill>
          <a:blip r:embed="rId3">
            <a:alphaModFix/>
          </a:blip>
          <a:stretch>
            <a:fillRect/>
          </a:stretch>
        </p:blipFill>
        <p:spPr>
          <a:xfrm>
            <a:off x="1346500" y="2305262"/>
            <a:ext cx="5338049" cy="2258799"/>
          </a:xfrm>
          <a:prstGeom prst="rect">
            <a:avLst/>
          </a:prstGeom>
          <a:noFill/>
          <a:ln>
            <a:noFill/>
          </a:ln>
        </p:spPr>
      </p:pic>
      <p:pic>
        <p:nvPicPr>
          <p:cNvPr id="2337" name="Google Shape;2337;p137"/>
          <p:cNvPicPr preferRelativeResize="0"/>
          <p:nvPr/>
        </p:nvPicPr>
        <p:blipFill rotWithShape="1">
          <a:blip r:embed="rId4">
            <a:alphaModFix/>
          </a:blip>
          <a:srcRect b="8558" l="0" r="0" t="11607"/>
          <a:stretch/>
        </p:blipFill>
        <p:spPr>
          <a:xfrm>
            <a:off x="2824775" y="4693575"/>
            <a:ext cx="9153524" cy="1404675"/>
          </a:xfrm>
          <a:prstGeom prst="rect">
            <a:avLst/>
          </a:prstGeom>
          <a:noFill/>
          <a:ln cap="flat" cmpd="sng" w="19050">
            <a:solidFill>
              <a:schemeClr val="accent1"/>
            </a:solidFill>
            <a:prstDash val="solid"/>
            <a:round/>
            <a:headEnd len="sm" w="sm" type="none"/>
            <a:tailEnd len="sm" w="sm" type="none"/>
          </a:ln>
        </p:spPr>
      </p:pic>
      <p:pic>
        <p:nvPicPr>
          <p:cNvPr id="2338" name="Google Shape;2338;p137"/>
          <p:cNvPicPr preferRelativeResize="0"/>
          <p:nvPr/>
        </p:nvPicPr>
        <p:blipFill>
          <a:blip r:embed="rId5">
            <a:alphaModFix/>
          </a:blip>
          <a:stretch>
            <a:fillRect/>
          </a:stretch>
        </p:blipFill>
        <p:spPr>
          <a:xfrm>
            <a:off x="347576" y="969852"/>
            <a:ext cx="3793600" cy="1555225"/>
          </a:xfrm>
          <a:prstGeom prst="rect">
            <a:avLst/>
          </a:prstGeom>
          <a:noFill/>
          <a:ln>
            <a:noFill/>
          </a:ln>
        </p:spPr>
      </p:pic>
      <p:sp>
        <p:nvSpPr>
          <p:cNvPr id="2339" name="Google Shape;2339;p137"/>
          <p:cNvSpPr txBox="1"/>
          <p:nvPr/>
        </p:nvSpPr>
        <p:spPr>
          <a:xfrm>
            <a:off x="4336425" y="1418195"/>
            <a:ext cx="2056500" cy="51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Red Hat Display"/>
                <a:ea typeface="Red Hat Display"/>
                <a:cs typeface="Red Hat Display"/>
                <a:sym typeface="Red Hat Display"/>
              </a:rPr>
              <a:t>From Concept…</a:t>
            </a:r>
            <a:endParaRPr b="1" sz="1800">
              <a:latin typeface="Red Hat Display"/>
              <a:ea typeface="Red Hat Display"/>
              <a:cs typeface="Red Hat Display"/>
              <a:sym typeface="Red Hat Display"/>
            </a:endParaRPr>
          </a:p>
        </p:txBody>
      </p:sp>
      <p:sp>
        <p:nvSpPr>
          <p:cNvPr id="2340" name="Google Shape;2340;p137"/>
          <p:cNvSpPr txBox="1"/>
          <p:nvPr/>
        </p:nvSpPr>
        <p:spPr>
          <a:xfrm>
            <a:off x="6774825" y="3014005"/>
            <a:ext cx="2056500" cy="51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Red Hat Display"/>
                <a:ea typeface="Red Hat Display"/>
                <a:cs typeface="Red Hat Display"/>
                <a:sym typeface="Red Hat Display"/>
              </a:rPr>
              <a:t>To Model…</a:t>
            </a:r>
            <a:endParaRPr b="1" sz="1800">
              <a:latin typeface="Red Hat Display"/>
              <a:ea typeface="Red Hat Display"/>
              <a:cs typeface="Red Hat Display"/>
              <a:sym typeface="Red Hat Display"/>
            </a:endParaRPr>
          </a:p>
        </p:txBody>
      </p:sp>
      <p:sp>
        <p:nvSpPr>
          <p:cNvPr id="2341" name="Google Shape;2341;p137"/>
          <p:cNvSpPr txBox="1"/>
          <p:nvPr/>
        </p:nvSpPr>
        <p:spPr>
          <a:xfrm>
            <a:off x="9419650" y="4067075"/>
            <a:ext cx="2117100" cy="51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Red Hat Display"/>
                <a:ea typeface="Red Hat Display"/>
                <a:cs typeface="Red Hat Display"/>
                <a:sym typeface="Red Hat Display"/>
              </a:rPr>
              <a:t>To Pipeline…</a:t>
            </a:r>
            <a:endParaRPr b="1" sz="1800">
              <a:latin typeface="Red Hat Display"/>
              <a:ea typeface="Red Hat Display"/>
              <a:cs typeface="Red Hat Display"/>
              <a:sym typeface="Red Hat Display"/>
            </a:endParaRPr>
          </a:p>
        </p:txBody>
      </p:sp>
      <p:sp>
        <p:nvSpPr>
          <p:cNvPr id="2342" name="Google Shape;2342;p137"/>
          <p:cNvSpPr txBox="1"/>
          <p:nvPr/>
        </p:nvSpPr>
        <p:spPr>
          <a:xfrm>
            <a:off x="3940225" y="631775"/>
            <a:ext cx="7905300" cy="51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latin typeface="Red Hat Display"/>
                <a:ea typeface="Red Hat Display"/>
                <a:cs typeface="Red Hat Display"/>
                <a:sym typeface="Red Hat Display"/>
              </a:rPr>
              <a:t>The </a:t>
            </a:r>
            <a:r>
              <a:rPr b="1" lang="en" sz="2600">
                <a:latin typeface="Red Hat Display"/>
                <a:ea typeface="Red Hat Display"/>
                <a:cs typeface="Red Hat Display"/>
                <a:sym typeface="Red Hat Display"/>
              </a:rPr>
              <a:t>RH-ISAM Journey takes your SOE… </a:t>
            </a:r>
            <a:endParaRPr b="1" sz="2600">
              <a:latin typeface="Red Hat Display"/>
              <a:ea typeface="Red Hat Display"/>
              <a:cs typeface="Red Hat Display"/>
              <a:sym typeface="Red Hat Display"/>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6" name="Shape 2346"/>
        <p:cNvGrpSpPr/>
        <p:nvPr/>
      </p:nvGrpSpPr>
      <p:grpSpPr>
        <a:xfrm>
          <a:off x="0" y="0"/>
          <a:ext cx="0" cy="0"/>
          <a:chOff x="0" y="0"/>
          <a:chExt cx="0" cy="0"/>
        </a:xfrm>
      </p:grpSpPr>
      <p:grpSp>
        <p:nvGrpSpPr>
          <p:cNvPr id="2347" name="Google Shape;2347;p138"/>
          <p:cNvGrpSpPr/>
          <p:nvPr/>
        </p:nvGrpSpPr>
        <p:grpSpPr>
          <a:xfrm>
            <a:off x="115196" y="1035769"/>
            <a:ext cx="11888603" cy="4977176"/>
            <a:chOff x="127533" y="929814"/>
            <a:chExt cx="8916675" cy="3732975"/>
          </a:xfrm>
        </p:grpSpPr>
        <p:cxnSp>
          <p:nvCxnSpPr>
            <p:cNvPr id="2348" name="Google Shape;2348;p138"/>
            <p:cNvCxnSpPr/>
            <p:nvPr/>
          </p:nvCxnSpPr>
          <p:spPr>
            <a:xfrm>
              <a:off x="4721416" y="1442743"/>
              <a:ext cx="0" cy="2774400"/>
            </a:xfrm>
            <a:prstGeom prst="straightConnector1">
              <a:avLst/>
            </a:prstGeom>
            <a:noFill/>
            <a:ln cap="flat" cmpd="sng" w="38100">
              <a:solidFill>
                <a:srgbClr val="EE0000"/>
              </a:solidFill>
              <a:prstDash val="solid"/>
              <a:round/>
              <a:headEnd len="med" w="med" type="none"/>
              <a:tailEnd len="med" w="med" type="none"/>
            </a:ln>
          </p:spPr>
        </p:cxnSp>
        <p:grpSp>
          <p:nvGrpSpPr>
            <p:cNvPr id="2349" name="Google Shape;2349;p138"/>
            <p:cNvGrpSpPr/>
            <p:nvPr/>
          </p:nvGrpSpPr>
          <p:grpSpPr>
            <a:xfrm>
              <a:off x="3209733" y="1619546"/>
              <a:ext cx="3022843" cy="2420525"/>
              <a:chOff x="2935975" y="1211775"/>
              <a:chExt cx="3009900" cy="3021125"/>
            </a:xfrm>
          </p:grpSpPr>
          <p:sp>
            <p:nvSpPr>
              <p:cNvPr id="2350" name="Google Shape;2350;p138"/>
              <p:cNvSpPr/>
              <p:nvPr/>
            </p:nvSpPr>
            <p:spPr>
              <a:xfrm>
                <a:off x="2935975" y="1211775"/>
                <a:ext cx="2857500" cy="2857500"/>
              </a:xfrm>
              <a:prstGeom prst="pie">
                <a:avLst>
                  <a:gd fmla="val 10812404" name="adj1"/>
                  <a:gd fmla="val 16200000" name="adj2"/>
                </a:avLst>
              </a:prstGeom>
              <a:solidFill>
                <a:schemeClr val="lt2"/>
              </a:solidFill>
              <a:ln>
                <a:noFill/>
              </a:ln>
            </p:spPr>
            <p:txBody>
              <a:bodyPr anchorCtr="0" anchor="ctr" bIns="122400" lIns="122400" spcFirstLastPara="1" rIns="122400" wrap="square" tIns="122400">
                <a:noAutofit/>
              </a:bodyPr>
              <a:lstStyle/>
              <a:p>
                <a:pPr indent="0" lvl="0" marL="0" rtl="0" algn="l">
                  <a:spcBef>
                    <a:spcPts val="0"/>
                  </a:spcBef>
                  <a:spcAft>
                    <a:spcPts val="0"/>
                  </a:spcAft>
                  <a:buNone/>
                </a:pPr>
                <a:r>
                  <a:t/>
                </a:r>
                <a:endParaRPr/>
              </a:p>
            </p:txBody>
          </p:sp>
          <p:sp>
            <p:nvSpPr>
              <p:cNvPr id="2351" name="Google Shape;2351;p138"/>
              <p:cNvSpPr/>
              <p:nvPr/>
            </p:nvSpPr>
            <p:spPr>
              <a:xfrm rot="5400000">
                <a:off x="3088375" y="1211775"/>
                <a:ext cx="2857500" cy="2857500"/>
              </a:xfrm>
              <a:prstGeom prst="pie">
                <a:avLst>
                  <a:gd fmla="val 10812404" name="adj1"/>
                  <a:gd fmla="val 16200000" name="adj2"/>
                </a:avLst>
              </a:prstGeom>
              <a:solidFill>
                <a:schemeClr val="lt2"/>
              </a:solidFill>
              <a:ln>
                <a:noFill/>
              </a:ln>
            </p:spPr>
            <p:txBody>
              <a:bodyPr anchorCtr="0" anchor="ctr" bIns="122400" lIns="122400" spcFirstLastPara="1" rIns="122400" wrap="square" tIns="122400">
                <a:noAutofit/>
              </a:bodyPr>
              <a:lstStyle/>
              <a:p>
                <a:pPr indent="0" lvl="0" marL="0" rtl="0" algn="l">
                  <a:spcBef>
                    <a:spcPts val="0"/>
                  </a:spcBef>
                  <a:spcAft>
                    <a:spcPts val="0"/>
                  </a:spcAft>
                  <a:buNone/>
                </a:pPr>
                <a:r>
                  <a:t/>
                </a:r>
                <a:endParaRPr/>
              </a:p>
            </p:txBody>
          </p:sp>
          <p:sp>
            <p:nvSpPr>
              <p:cNvPr id="2352" name="Google Shape;2352;p138"/>
              <p:cNvSpPr/>
              <p:nvPr/>
            </p:nvSpPr>
            <p:spPr>
              <a:xfrm rot="10800000">
                <a:off x="3088375" y="1375400"/>
                <a:ext cx="2857500" cy="2857500"/>
              </a:xfrm>
              <a:prstGeom prst="pie">
                <a:avLst>
                  <a:gd fmla="val 10812404" name="adj1"/>
                  <a:gd fmla="val 16200000" name="adj2"/>
                </a:avLst>
              </a:prstGeom>
              <a:solidFill>
                <a:schemeClr val="lt2"/>
              </a:solidFill>
              <a:ln>
                <a:noFill/>
              </a:ln>
            </p:spPr>
            <p:txBody>
              <a:bodyPr anchorCtr="0" anchor="ctr" bIns="122400" lIns="122400" spcFirstLastPara="1" rIns="122400" wrap="square" tIns="122400">
                <a:noAutofit/>
              </a:bodyPr>
              <a:lstStyle/>
              <a:p>
                <a:pPr indent="0" lvl="0" marL="0" rtl="0" algn="l">
                  <a:spcBef>
                    <a:spcPts val="0"/>
                  </a:spcBef>
                  <a:spcAft>
                    <a:spcPts val="0"/>
                  </a:spcAft>
                  <a:buNone/>
                </a:pPr>
                <a:r>
                  <a:t/>
                </a:r>
                <a:endParaRPr/>
              </a:p>
            </p:txBody>
          </p:sp>
          <p:sp>
            <p:nvSpPr>
              <p:cNvPr id="2353" name="Google Shape;2353;p138"/>
              <p:cNvSpPr/>
              <p:nvPr/>
            </p:nvSpPr>
            <p:spPr>
              <a:xfrm rot="-5400000">
                <a:off x="2935975" y="1375400"/>
                <a:ext cx="2857500" cy="2857500"/>
              </a:xfrm>
              <a:prstGeom prst="pie">
                <a:avLst>
                  <a:gd fmla="val 10812404" name="adj1"/>
                  <a:gd fmla="val 16200000" name="adj2"/>
                </a:avLst>
              </a:prstGeom>
              <a:solidFill>
                <a:schemeClr val="lt2"/>
              </a:solidFill>
              <a:ln>
                <a:noFill/>
              </a:ln>
            </p:spPr>
            <p:txBody>
              <a:bodyPr anchorCtr="0" anchor="ctr" bIns="122400" lIns="122400" spcFirstLastPara="1" rIns="122400" wrap="square" tIns="122400">
                <a:noAutofit/>
              </a:bodyPr>
              <a:lstStyle/>
              <a:p>
                <a:pPr indent="0" lvl="0" marL="0" rtl="0" algn="l">
                  <a:spcBef>
                    <a:spcPts val="0"/>
                  </a:spcBef>
                  <a:spcAft>
                    <a:spcPts val="0"/>
                  </a:spcAft>
                  <a:buNone/>
                </a:pPr>
                <a:r>
                  <a:t/>
                </a:r>
                <a:endParaRPr/>
              </a:p>
            </p:txBody>
          </p:sp>
        </p:grpSp>
        <p:cxnSp>
          <p:nvCxnSpPr>
            <p:cNvPr id="2354" name="Google Shape;2354;p138"/>
            <p:cNvCxnSpPr/>
            <p:nvPr/>
          </p:nvCxnSpPr>
          <p:spPr>
            <a:xfrm>
              <a:off x="4721462" y="1091135"/>
              <a:ext cx="0" cy="3477600"/>
            </a:xfrm>
            <a:prstGeom prst="straightConnector1">
              <a:avLst/>
            </a:prstGeom>
            <a:noFill/>
            <a:ln cap="flat" cmpd="sng" w="38100">
              <a:solidFill>
                <a:srgbClr val="EE0000"/>
              </a:solidFill>
              <a:prstDash val="solid"/>
              <a:round/>
              <a:headEnd len="med" w="med" type="none"/>
              <a:tailEnd len="med" w="med" type="none"/>
            </a:ln>
          </p:spPr>
        </p:cxnSp>
        <p:sp>
          <p:nvSpPr>
            <p:cNvPr id="2355" name="Google Shape;2355;p138"/>
            <p:cNvSpPr txBox="1"/>
            <p:nvPr/>
          </p:nvSpPr>
          <p:spPr>
            <a:xfrm>
              <a:off x="4206097" y="1176544"/>
              <a:ext cx="1077300" cy="312300"/>
            </a:xfrm>
            <a:prstGeom prst="rect">
              <a:avLst/>
            </a:prstGeom>
            <a:solidFill>
              <a:srgbClr val="EE0000"/>
            </a:solidFill>
            <a:ln cap="flat" cmpd="sng" w="9525">
              <a:solidFill>
                <a:srgbClr val="EE0000"/>
              </a:solidFill>
              <a:prstDash val="solid"/>
              <a:round/>
              <a:headEnd len="sm" w="sm" type="none"/>
              <a:tailEnd len="sm" w="sm" type="none"/>
            </a:ln>
          </p:spPr>
          <p:txBody>
            <a:bodyPr anchorCtr="0" anchor="t" bIns="122400" lIns="122400" spcFirstLastPara="1" rIns="122400" wrap="square" tIns="122400">
              <a:spAutoFit/>
            </a:bodyPr>
            <a:lstStyle/>
            <a:p>
              <a:pPr indent="0" lvl="0" marL="0" rtl="0" algn="ctr">
                <a:spcBef>
                  <a:spcPts val="0"/>
                </a:spcBef>
                <a:spcAft>
                  <a:spcPts val="0"/>
                </a:spcAft>
                <a:buNone/>
              </a:pPr>
              <a:r>
                <a:rPr lang="en" sz="1100">
                  <a:solidFill>
                    <a:srgbClr val="FFFFFF"/>
                  </a:solidFill>
                  <a:latin typeface="Red Hat Display Black"/>
                  <a:ea typeface="Red Hat Display Black"/>
                  <a:cs typeface="Red Hat Display Black"/>
                  <a:sym typeface="Red Hat Display Black"/>
                </a:rPr>
                <a:t>TANGIBLE</a:t>
              </a:r>
              <a:endParaRPr sz="1100">
                <a:solidFill>
                  <a:srgbClr val="FFFFFF"/>
                </a:solidFill>
                <a:latin typeface="Red Hat Display Black"/>
                <a:ea typeface="Red Hat Display Black"/>
                <a:cs typeface="Red Hat Display Black"/>
                <a:sym typeface="Red Hat Display Black"/>
              </a:endParaRPr>
            </a:p>
          </p:txBody>
        </p:sp>
        <p:sp>
          <p:nvSpPr>
            <p:cNvPr id="2356" name="Google Shape;2356;p138"/>
            <p:cNvSpPr txBox="1"/>
            <p:nvPr/>
          </p:nvSpPr>
          <p:spPr>
            <a:xfrm>
              <a:off x="4263142" y="4224445"/>
              <a:ext cx="1077300" cy="312300"/>
            </a:xfrm>
            <a:prstGeom prst="rect">
              <a:avLst/>
            </a:prstGeom>
            <a:solidFill>
              <a:srgbClr val="EE0000"/>
            </a:solidFill>
            <a:ln cap="flat" cmpd="sng" w="9525">
              <a:solidFill>
                <a:srgbClr val="EE0000"/>
              </a:solidFill>
              <a:prstDash val="solid"/>
              <a:round/>
              <a:headEnd len="sm" w="sm" type="none"/>
              <a:tailEnd len="sm" w="sm" type="none"/>
            </a:ln>
          </p:spPr>
          <p:txBody>
            <a:bodyPr anchorCtr="0" anchor="t" bIns="122400" lIns="122400" spcFirstLastPara="1" rIns="122400" wrap="square" tIns="122400">
              <a:spAutoFit/>
            </a:bodyPr>
            <a:lstStyle/>
            <a:p>
              <a:pPr indent="0" lvl="0" marL="0" rtl="0" algn="ctr">
                <a:spcBef>
                  <a:spcPts val="0"/>
                </a:spcBef>
                <a:spcAft>
                  <a:spcPts val="0"/>
                </a:spcAft>
                <a:buNone/>
              </a:pPr>
              <a:r>
                <a:rPr lang="en" sz="1100">
                  <a:solidFill>
                    <a:srgbClr val="FFFFFF"/>
                  </a:solidFill>
                  <a:latin typeface="Red Hat Display Black"/>
                  <a:ea typeface="Red Hat Display Black"/>
                  <a:cs typeface="Red Hat Display Black"/>
                  <a:sym typeface="Red Hat Display Black"/>
                </a:rPr>
                <a:t>INTANGIBLE</a:t>
              </a:r>
              <a:endParaRPr sz="1100">
                <a:solidFill>
                  <a:srgbClr val="FFFFFF"/>
                </a:solidFill>
                <a:latin typeface="Red Hat Display Black"/>
                <a:ea typeface="Red Hat Display Black"/>
                <a:cs typeface="Red Hat Display Black"/>
                <a:sym typeface="Red Hat Display Black"/>
              </a:endParaRPr>
            </a:p>
          </p:txBody>
        </p:sp>
        <p:sp>
          <p:nvSpPr>
            <p:cNvPr id="2357" name="Google Shape;2357;p138"/>
            <p:cNvSpPr txBox="1"/>
            <p:nvPr/>
          </p:nvSpPr>
          <p:spPr>
            <a:xfrm>
              <a:off x="6460242" y="2630338"/>
              <a:ext cx="1362000" cy="312300"/>
            </a:xfrm>
            <a:prstGeom prst="rect">
              <a:avLst/>
            </a:prstGeom>
            <a:solidFill>
              <a:srgbClr val="EE0000"/>
            </a:solidFill>
            <a:ln cap="flat" cmpd="sng" w="9525">
              <a:solidFill>
                <a:srgbClr val="EE0000"/>
              </a:solidFill>
              <a:prstDash val="solid"/>
              <a:round/>
              <a:headEnd len="sm" w="sm" type="none"/>
              <a:tailEnd len="sm" w="sm" type="none"/>
            </a:ln>
          </p:spPr>
          <p:txBody>
            <a:bodyPr anchorCtr="0" anchor="t" bIns="122400" lIns="27525" spcFirstLastPara="1" rIns="27525" wrap="square" tIns="122400">
              <a:spAutoFit/>
            </a:bodyPr>
            <a:lstStyle/>
            <a:p>
              <a:pPr indent="0" lvl="0" marL="0" rtl="0" algn="ctr">
                <a:spcBef>
                  <a:spcPts val="0"/>
                </a:spcBef>
                <a:spcAft>
                  <a:spcPts val="0"/>
                </a:spcAft>
                <a:buNone/>
              </a:pPr>
              <a:r>
                <a:rPr lang="en" sz="1100">
                  <a:solidFill>
                    <a:srgbClr val="FFFFFF"/>
                  </a:solidFill>
                  <a:latin typeface="Red Hat Display Black"/>
                  <a:ea typeface="Red Hat Display Black"/>
                  <a:cs typeface="Red Hat Display Black"/>
                  <a:sym typeface="Red Hat Display Black"/>
                </a:rPr>
                <a:t>BOTTOM LINE</a:t>
              </a:r>
              <a:endParaRPr sz="1100">
                <a:solidFill>
                  <a:srgbClr val="FFFFFF"/>
                </a:solidFill>
                <a:latin typeface="Red Hat Display Black"/>
                <a:ea typeface="Red Hat Display Black"/>
                <a:cs typeface="Red Hat Display Black"/>
                <a:sym typeface="Red Hat Display Black"/>
              </a:endParaRPr>
            </a:p>
          </p:txBody>
        </p:sp>
        <p:sp>
          <p:nvSpPr>
            <p:cNvPr id="2358" name="Google Shape;2358;p138"/>
            <p:cNvSpPr txBox="1"/>
            <p:nvPr/>
          </p:nvSpPr>
          <p:spPr>
            <a:xfrm>
              <a:off x="1620983" y="2630338"/>
              <a:ext cx="1362000" cy="312300"/>
            </a:xfrm>
            <a:prstGeom prst="rect">
              <a:avLst/>
            </a:prstGeom>
            <a:solidFill>
              <a:srgbClr val="EE0000"/>
            </a:solidFill>
            <a:ln cap="flat" cmpd="sng" w="9525">
              <a:solidFill>
                <a:srgbClr val="EE0000"/>
              </a:solidFill>
              <a:prstDash val="solid"/>
              <a:round/>
              <a:headEnd len="sm" w="sm" type="none"/>
              <a:tailEnd len="sm" w="sm" type="none"/>
            </a:ln>
          </p:spPr>
          <p:txBody>
            <a:bodyPr anchorCtr="0" anchor="t" bIns="122400" lIns="122400" spcFirstLastPara="1" rIns="122400" wrap="square" tIns="122400">
              <a:spAutoFit/>
            </a:bodyPr>
            <a:lstStyle/>
            <a:p>
              <a:pPr indent="0" lvl="0" marL="0" rtl="0" algn="ctr">
                <a:spcBef>
                  <a:spcPts val="0"/>
                </a:spcBef>
                <a:spcAft>
                  <a:spcPts val="0"/>
                </a:spcAft>
                <a:buNone/>
              </a:pPr>
              <a:r>
                <a:rPr lang="en" sz="1100">
                  <a:solidFill>
                    <a:srgbClr val="FFFFFF"/>
                  </a:solidFill>
                  <a:latin typeface="Red Hat Display Black"/>
                  <a:ea typeface="Red Hat Display Black"/>
                  <a:cs typeface="Red Hat Display Black"/>
                  <a:sym typeface="Red Hat Display Black"/>
                </a:rPr>
                <a:t>TOP LINE</a:t>
              </a:r>
              <a:endParaRPr sz="1100">
                <a:solidFill>
                  <a:srgbClr val="FFFFFF"/>
                </a:solidFill>
                <a:latin typeface="Red Hat Display Black"/>
                <a:ea typeface="Red Hat Display Black"/>
                <a:cs typeface="Red Hat Display Black"/>
                <a:sym typeface="Red Hat Display Black"/>
              </a:endParaRPr>
            </a:p>
          </p:txBody>
        </p:sp>
        <p:grpSp>
          <p:nvGrpSpPr>
            <p:cNvPr id="2359" name="Google Shape;2359;p138"/>
            <p:cNvGrpSpPr/>
            <p:nvPr/>
          </p:nvGrpSpPr>
          <p:grpSpPr>
            <a:xfrm>
              <a:off x="4898355" y="2023535"/>
              <a:ext cx="1334175" cy="553725"/>
              <a:chOff x="6531140" y="2698047"/>
              <a:chExt cx="1778900" cy="738300"/>
            </a:xfrm>
          </p:grpSpPr>
          <p:sp>
            <p:nvSpPr>
              <p:cNvPr id="2360" name="Google Shape;2360;p138"/>
              <p:cNvSpPr/>
              <p:nvPr/>
            </p:nvSpPr>
            <p:spPr>
              <a:xfrm>
                <a:off x="6542660" y="2717427"/>
                <a:ext cx="1664100" cy="702300"/>
              </a:xfrm>
              <a:prstGeom prst="rect">
                <a:avLst/>
              </a:prstGeom>
              <a:solidFill>
                <a:srgbClr val="EEEEEE"/>
              </a:solidFill>
              <a:ln>
                <a:noFill/>
              </a:ln>
              <a:effectLst>
                <a:outerShdw blurRad="57150" rotWithShape="0" algn="bl" dir="5520000" dist="19050">
                  <a:srgbClr val="000000">
                    <a:alpha val="58000"/>
                  </a:srgbClr>
                </a:outerShdw>
              </a:effectLst>
            </p:spPr>
            <p:txBody>
              <a:bodyPr anchorCtr="0" anchor="ctr" bIns="122400" lIns="122400" spcFirstLastPara="1" rIns="122400" wrap="square" tIns="122400">
                <a:noAutofit/>
              </a:bodyPr>
              <a:lstStyle/>
              <a:p>
                <a:pPr indent="0" lvl="0" marL="0" rtl="0" algn="l">
                  <a:spcBef>
                    <a:spcPts val="0"/>
                  </a:spcBef>
                  <a:spcAft>
                    <a:spcPts val="0"/>
                  </a:spcAft>
                  <a:buNone/>
                </a:pPr>
                <a:r>
                  <a:t/>
                </a:r>
                <a:endParaRPr sz="1500">
                  <a:latin typeface="Red Hat Display"/>
                  <a:ea typeface="Red Hat Display"/>
                  <a:cs typeface="Red Hat Display"/>
                  <a:sym typeface="Red Hat Display"/>
                </a:endParaRPr>
              </a:p>
            </p:txBody>
          </p:sp>
          <p:sp>
            <p:nvSpPr>
              <p:cNvPr id="2361" name="Google Shape;2361;p138"/>
              <p:cNvSpPr txBox="1"/>
              <p:nvPr/>
            </p:nvSpPr>
            <p:spPr>
              <a:xfrm>
                <a:off x="6873640" y="2698047"/>
                <a:ext cx="1436400" cy="738300"/>
              </a:xfrm>
              <a:prstGeom prst="rect">
                <a:avLst/>
              </a:prstGeom>
              <a:noFill/>
              <a:ln>
                <a:noFill/>
              </a:ln>
            </p:spPr>
            <p:txBody>
              <a:bodyPr anchorCtr="0" anchor="ctr" bIns="122400" lIns="122400" spcFirstLastPara="1" rIns="122400" wrap="square" tIns="122400">
                <a:noAutofit/>
              </a:bodyPr>
              <a:lstStyle/>
              <a:p>
                <a:pPr indent="0" lvl="0" marL="0" marR="0" rtl="0" algn="l">
                  <a:lnSpc>
                    <a:spcPct val="100000"/>
                  </a:lnSpc>
                  <a:spcBef>
                    <a:spcPts val="0"/>
                  </a:spcBef>
                  <a:spcAft>
                    <a:spcPts val="0"/>
                  </a:spcAft>
                  <a:buNone/>
                </a:pPr>
                <a:r>
                  <a:rPr b="1" lang="en" sz="1300">
                    <a:solidFill>
                      <a:srgbClr val="EE0000"/>
                    </a:solidFill>
                    <a:latin typeface="Red Hat Display"/>
                    <a:ea typeface="Red Hat Display"/>
                    <a:cs typeface="Red Hat Display"/>
                    <a:sym typeface="Red Hat Display"/>
                  </a:rPr>
                  <a:t>Cost Optimization</a:t>
                </a:r>
                <a:endParaRPr b="1" sz="1300">
                  <a:solidFill>
                    <a:srgbClr val="EE0000"/>
                  </a:solidFill>
                  <a:latin typeface="Red Hat Display"/>
                  <a:ea typeface="Red Hat Display"/>
                  <a:cs typeface="Red Hat Display"/>
                  <a:sym typeface="Red Hat Display"/>
                </a:endParaRPr>
              </a:p>
            </p:txBody>
          </p:sp>
          <p:pic>
            <p:nvPicPr>
              <p:cNvPr id="2362" name="Google Shape;2362;p138"/>
              <p:cNvPicPr preferRelativeResize="0"/>
              <p:nvPr/>
            </p:nvPicPr>
            <p:blipFill rotWithShape="1">
              <a:blip r:embed="rId3">
                <a:alphaModFix/>
              </a:blip>
              <a:srcRect b="0" l="0" r="0" t="0"/>
              <a:stretch/>
            </p:blipFill>
            <p:spPr>
              <a:xfrm>
                <a:off x="6531140" y="2803982"/>
                <a:ext cx="474083" cy="474074"/>
              </a:xfrm>
              <a:prstGeom prst="rect">
                <a:avLst/>
              </a:prstGeom>
              <a:noFill/>
              <a:ln>
                <a:noFill/>
              </a:ln>
            </p:spPr>
          </p:pic>
        </p:grpSp>
        <p:grpSp>
          <p:nvGrpSpPr>
            <p:cNvPr id="2363" name="Google Shape;2363;p138"/>
            <p:cNvGrpSpPr/>
            <p:nvPr/>
          </p:nvGrpSpPr>
          <p:grpSpPr>
            <a:xfrm>
              <a:off x="4903701" y="3014126"/>
              <a:ext cx="1251412" cy="553632"/>
              <a:chOff x="6538267" y="4018835"/>
              <a:chExt cx="1668549" cy="738177"/>
            </a:xfrm>
          </p:grpSpPr>
          <p:grpSp>
            <p:nvGrpSpPr>
              <p:cNvPr id="2364" name="Google Shape;2364;p138"/>
              <p:cNvGrpSpPr/>
              <p:nvPr/>
            </p:nvGrpSpPr>
            <p:grpSpPr>
              <a:xfrm>
                <a:off x="6538267" y="4018835"/>
                <a:ext cx="1668549" cy="738177"/>
                <a:chOff x="4738164" y="2992505"/>
                <a:chExt cx="1143155" cy="633900"/>
              </a:xfrm>
            </p:grpSpPr>
            <p:sp>
              <p:nvSpPr>
                <p:cNvPr id="2365" name="Google Shape;2365;p138"/>
                <p:cNvSpPr/>
                <p:nvPr/>
              </p:nvSpPr>
              <p:spPr>
                <a:xfrm>
                  <a:off x="4738164" y="3017754"/>
                  <a:ext cx="1140000" cy="555900"/>
                </a:xfrm>
                <a:prstGeom prst="rect">
                  <a:avLst/>
                </a:prstGeom>
                <a:solidFill>
                  <a:srgbClr val="EEEEEE"/>
                </a:solidFill>
                <a:ln>
                  <a:noFill/>
                </a:ln>
                <a:effectLst>
                  <a:outerShdw blurRad="57150" rotWithShape="0" algn="bl" dir="5520000" dist="19050">
                    <a:srgbClr val="000000">
                      <a:alpha val="58000"/>
                    </a:srgbClr>
                  </a:outerShdw>
                </a:effectLst>
              </p:spPr>
              <p:txBody>
                <a:bodyPr anchorCtr="0" anchor="ctr" bIns="122400" lIns="122400" spcFirstLastPara="1" rIns="122400" wrap="square" tIns="122400">
                  <a:noAutofit/>
                </a:bodyPr>
                <a:lstStyle/>
                <a:p>
                  <a:pPr indent="0" lvl="0" marL="0" rtl="0" algn="l">
                    <a:spcBef>
                      <a:spcPts val="0"/>
                    </a:spcBef>
                    <a:spcAft>
                      <a:spcPts val="0"/>
                    </a:spcAft>
                    <a:buNone/>
                  </a:pPr>
                  <a:r>
                    <a:t/>
                  </a:r>
                  <a:endParaRPr sz="1500">
                    <a:latin typeface="Red Hat Display"/>
                    <a:ea typeface="Red Hat Display"/>
                    <a:cs typeface="Red Hat Display"/>
                    <a:sym typeface="Red Hat Display"/>
                  </a:endParaRPr>
                </a:p>
              </p:txBody>
            </p:sp>
            <p:sp>
              <p:nvSpPr>
                <p:cNvPr id="2366" name="Google Shape;2366;p138"/>
                <p:cNvSpPr txBox="1"/>
                <p:nvPr/>
              </p:nvSpPr>
              <p:spPr>
                <a:xfrm>
                  <a:off x="5058719" y="2992505"/>
                  <a:ext cx="822600" cy="633900"/>
                </a:xfrm>
                <a:prstGeom prst="rect">
                  <a:avLst/>
                </a:prstGeom>
                <a:noFill/>
                <a:ln>
                  <a:noFill/>
                </a:ln>
              </p:spPr>
              <p:txBody>
                <a:bodyPr anchorCtr="0" anchor="ctr" bIns="122400" lIns="122400" spcFirstLastPara="1" rIns="122400" wrap="square" tIns="122400">
                  <a:noAutofit/>
                </a:bodyPr>
                <a:lstStyle/>
                <a:p>
                  <a:pPr indent="0" lvl="0" marL="0" rtl="0" algn="l">
                    <a:spcBef>
                      <a:spcPts val="0"/>
                    </a:spcBef>
                    <a:spcAft>
                      <a:spcPts val="0"/>
                    </a:spcAft>
                    <a:buNone/>
                  </a:pPr>
                  <a:r>
                    <a:rPr b="1" lang="en" sz="1300">
                      <a:solidFill>
                        <a:srgbClr val="EE0000"/>
                      </a:solidFill>
                      <a:latin typeface="Red Hat Display"/>
                      <a:ea typeface="Red Hat Display"/>
                      <a:cs typeface="Red Hat Display"/>
                      <a:sym typeface="Red Hat Display"/>
                    </a:rPr>
                    <a:t>Risk Mngmnt</a:t>
                  </a:r>
                  <a:endParaRPr b="1" sz="1300">
                    <a:solidFill>
                      <a:srgbClr val="EE0000"/>
                    </a:solidFill>
                    <a:latin typeface="Red Hat Display"/>
                    <a:ea typeface="Red Hat Display"/>
                    <a:cs typeface="Red Hat Display"/>
                    <a:sym typeface="Red Hat Display"/>
                  </a:endParaRPr>
                </a:p>
              </p:txBody>
            </p:sp>
          </p:grpSp>
          <p:pic>
            <p:nvPicPr>
              <p:cNvPr id="2367" name="Google Shape;2367;p138"/>
              <p:cNvPicPr preferRelativeResize="0"/>
              <p:nvPr/>
            </p:nvPicPr>
            <p:blipFill rotWithShape="1">
              <a:blip r:embed="rId4">
                <a:alphaModFix/>
              </a:blip>
              <a:srcRect b="0" l="0" r="0" t="0"/>
              <a:stretch/>
            </p:blipFill>
            <p:spPr>
              <a:xfrm>
                <a:off x="6646789" y="4120507"/>
                <a:ext cx="390000" cy="389986"/>
              </a:xfrm>
              <a:prstGeom prst="rect">
                <a:avLst/>
              </a:prstGeom>
              <a:noFill/>
              <a:ln>
                <a:noFill/>
              </a:ln>
            </p:spPr>
          </p:pic>
        </p:grpSp>
        <p:grpSp>
          <p:nvGrpSpPr>
            <p:cNvPr id="2368" name="Google Shape;2368;p138"/>
            <p:cNvGrpSpPr/>
            <p:nvPr/>
          </p:nvGrpSpPr>
          <p:grpSpPr>
            <a:xfrm>
              <a:off x="3222462" y="3040985"/>
              <a:ext cx="1316596" cy="609817"/>
              <a:chOff x="4296617" y="4054646"/>
              <a:chExt cx="1755461" cy="813090"/>
            </a:xfrm>
          </p:grpSpPr>
          <p:grpSp>
            <p:nvGrpSpPr>
              <p:cNvPr id="2369" name="Google Shape;2369;p138"/>
              <p:cNvGrpSpPr/>
              <p:nvPr/>
            </p:nvGrpSpPr>
            <p:grpSpPr>
              <a:xfrm>
                <a:off x="4296617" y="4054646"/>
                <a:ext cx="1755461" cy="813090"/>
                <a:chOff x="3202366" y="3023257"/>
                <a:chExt cx="1202700" cy="698231"/>
              </a:xfrm>
            </p:grpSpPr>
            <p:sp>
              <p:nvSpPr>
                <p:cNvPr id="2370" name="Google Shape;2370;p138"/>
                <p:cNvSpPr/>
                <p:nvPr/>
              </p:nvSpPr>
              <p:spPr>
                <a:xfrm>
                  <a:off x="3202366" y="3023257"/>
                  <a:ext cx="1202700" cy="555900"/>
                </a:xfrm>
                <a:prstGeom prst="rect">
                  <a:avLst/>
                </a:prstGeom>
                <a:solidFill>
                  <a:srgbClr val="EEEEEE"/>
                </a:solidFill>
                <a:ln>
                  <a:noFill/>
                </a:ln>
                <a:effectLst>
                  <a:outerShdw blurRad="57150" rotWithShape="0" algn="bl" dir="5520000" dist="19050">
                    <a:srgbClr val="000000">
                      <a:alpha val="58000"/>
                    </a:srgbClr>
                  </a:outerShdw>
                </a:effectLst>
              </p:spPr>
              <p:txBody>
                <a:bodyPr anchorCtr="0" anchor="ctr" bIns="122400" lIns="122400" spcFirstLastPara="1" rIns="122400" wrap="square" tIns="122400">
                  <a:noAutofit/>
                </a:bodyPr>
                <a:lstStyle/>
                <a:p>
                  <a:pPr indent="0" lvl="0" marL="0" rtl="0" algn="l">
                    <a:spcBef>
                      <a:spcPts val="0"/>
                    </a:spcBef>
                    <a:spcAft>
                      <a:spcPts val="0"/>
                    </a:spcAft>
                    <a:buNone/>
                  </a:pPr>
                  <a:r>
                    <a:t/>
                  </a:r>
                  <a:endParaRPr sz="1500">
                    <a:latin typeface="Red Hat Display"/>
                    <a:ea typeface="Red Hat Display"/>
                    <a:cs typeface="Red Hat Display"/>
                    <a:sym typeface="Red Hat Display"/>
                  </a:endParaRPr>
                </a:p>
              </p:txBody>
            </p:sp>
            <p:sp>
              <p:nvSpPr>
                <p:cNvPr id="2371" name="Google Shape;2371;p138"/>
                <p:cNvSpPr txBox="1"/>
                <p:nvPr/>
              </p:nvSpPr>
              <p:spPr>
                <a:xfrm>
                  <a:off x="3253860" y="3087588"/>
                  <a:ext cx="727200" cy="633900"/>
                </a:xfrm>
                <a:prstGeom prst="rect">
                  <a:avLst/>
                </a:prstGeom>
                <a:noFill/>
                <a:ln>
                  <a:noFill/>
                </a:ln>
              </p:spPr>
              <p:txBody>
                <a:bodyPr anchorCtr="0" anchor="ctr" bIns="122400" lIns="122400" spcFirstLastPara="1" rIns="122400" wrap="square" tIns="122400">
                  <a:noAutofit/>
                </a:bodyPr>
                <a:lstStyle/>
                <a:p>
                  <a:pPr indent="0" lvl="0" marL="0" rtl="0" algn="r">
                    <a:spcBef>
                      <a:spcPts val="0"/>
                    </a:spcBef>
                    <a:spcAft>
                      <a:spcPts val="0"/>
                    </a:spcAft>
                    <a:buNone/>
                  </a:pPr>
                  <a:r>
                    <a:rPr b="1" lang="en" sz="1300">
                      <a:solidFill>
                        <a:srgbClr val="EE0000"/>
                      </a:solidFill>
                      <a:latin typeface="Red Hat Display"/>
                      <a:ea typeface="Red Hat Display"/>
                      <a:cs typeface="Red Hat Display"/>
                      <a:sym typeface="Red Hat Display"/>
                    </a:rPr>
                    <a:t>Strategic </a:t>
                  </a:r>
                  <a:endParaRPr b="1" sz="1300">
                    <a:solidFill>
                      <a:srgbClr val="EE0000"/>
                    </a:solidFill>
                    <a:latin typeface="Red Hat Display"/>
                    <a:ea typeface="Red Hat Display"/>
                    <a:cs typeface="Red Hat Display"/>
                    <a:sym typeface="Red Hat Display"/>
                  </a:endParaRPr>
                </a:p>
                <a:p>
                  <a:pPr indent="0" lvl="0" marL="0" rtl="0" algn="r">
                    <a:spcBef>
                      <a:spcPts val="0"/>
                    </a:spcBef>
                    <a:spcAft>
                      <a:spcPts val="0"/>
                    </a:spcAft>
                    <a:buNone/>
                  </a:pPr>
                  <a:r>
                    <a:rPr b="1" lang="en" sz="1300">
                      <a:solidFill>
                        <a:srgbClr val="EE0000"/>
                      </a:solidFill>
                      <a:latin typeface="Red Hat Display"/>
                      <a:ea typeface="Red Hat Display"/>
                      <a:cs typeface="Red Hat Display"/>
                      <a:sym typeface="Red Hat Display"/>
                    </a:rPr>
                    <a:t>Goals</a:t>
                  </a:r>
                  <a:endParaRPr b="1" sz="1300">
                    <a:solidFill>
                      <a:srgbClr val="EE0000"/>
                    </a:solidFill>
                    <a:latin typeface="Red Hat Display"/>
                    <a:ea typeface="Red Hat Display"/>
                    <a:cs typeface="Red Hat Display"/>
                    <a:sym typeface="Red Hat Display"/>
                  </a:endParaRPr>
                </a:p>
              </p:txBody>
            </p:sp>
          </p:grpSp>
          <p:pic>
            <p:nvPicPr>
              <p:cNvPr id="2372" name="Google Shape;2372;p138"/>
              <p:cNvPicPr preferRelativeResize="0"/>
              <p:nvPr/>
            </p:nvPicPr>
            <p:blipFill rotWithShape="1">
              <a:blip r:embed="rId5">
                <a:alphaModFix/>
              </a:blip>
              <a:srcRect b="0" l="0" r="0" t="0"/>
              <a:stretch/>
            </p:blipFill>
            <p:spPr>
              <a:xfrm>
                <a:off x="5469581" y="4115856"/>
                <a:ext cx="474079" cy="474075"/>
              </a:xfrm>
              <a:prstGeom prst="rect">
                <a:avLst/>
              </a:prstGeom>
              <a:noFill/>
              <a:ln>
                <a:noFill/>
              </a:ln>
            </p:spPr>
          </p:pic>
        </p:grpSp>
        <p:grpSp>
          <p:nvGrpSpPr>
            <p:cNvPr id="2373" name="Google Shape;2373;p138"/>
            <p:cNvGrpSpPr/>
            <p:nvPr/>
          </p:nvGrpSpPr>
          <p:grpSpPr>
            <a:xfrm>
              <a:off x="3227789" y="2025952"/>
              <a:ext cx="1316700" cy="553725"/>
              <a:chOff x="4303718" y="2701269"/>
              <a:chExt cx="1755600" cy="738300"/>
            </a:xfrm>
          </p:grpSpPr>
          <p:sp>
            <p:nvSpPr>
              <p:cNvPr id="2374" name="Google Shape;2374;p138"/>
              <p:cNvSpPr/>
              <p:nvPr/>
            </p:nvSpPr>
            <p:spPr>
              <a:xfrm>
                <a:off x="4303718" y="2701269"/>
                <a:ext cx="1755600" cy="738300"/>
              </a:xfrm>
              <a:prstGeom prst="rect">
                <a:avLst/>
              </a:prstGeom>
              <a:solidFill>
                <a:srgbClr val="EEEEEE"/>
              </a:solidFill>
              <a:ln>
                <a:noFill/>
              </a:ln>
              <a:effectLst>
                <a:outerShdw blurRad="57150" rotWithShape="0" algn="bl" dir="5520000" dist="19050">
                  <a:srgbClr val="000000">
                    <a:alpha val="58000"/>
                  </a:srgbClr>
                </a:outerShdw>
              </a:effectLst>
            </p:spPr>
            <p:txBody>
              <a:bodyPr anchorCtr="0" anchor="ctr" bIns="122400" lIns="122400" spcFirstLastPara="1" rIns="122400" wrap="square" tIns="122400">
                <a:noAutofit/>
              </a:bodyPr>
              <a:lstStyle/>
              <a:p>
                <a:pPr indent="0" lvl="0" marL="0" rtl="0" algn="l">
                  <a:spcBef>
                    <a:spcPts val="0"/>
                  </a:spcBef>
                  <a:spcAft>
                    <a:spcPts val="0"/>
                  </a:spcAft>
                  <a:buNone/>
                </a:pPr>
                <a:r>
                  <a:t/>
                </a:r>
                <a:endParaRPr sz="1500">
                  <a:latin typeface="Red Hat Display"/>
                  <a:ea typeface="Red Hat Display"/>
                  <a:cs typeface="Red Hat Display"/>
                  <a:sym typeface="Red Hat Display"/>
                </a:endParaRPr>
              </a:p>
            </p:txBody>
          </p:sp>
          <p:sp>
            <p:nvSpPr>
              <p:cNvPr id="2375" name="Google Shape;2375;p138"/>
              <p:cNvSpPr txBox="1"/>
              <p:nvPr/>
            </p:nvSpPr>
            <p:spPr>
              <a:xfrm>
                <a:off x="4397581" y="2717325"/>
                <a:ext cx="1101000" cy="647400"/>
              </a:xfrm>
              <a:prstGeom prst="rect">
                <a:avLst/>
              </a:prstGeom>
              <a:noFill/>
              <a:ln>
                <a:noFill/>
              </a:ln>
            </p:spPr>
            <p:txBody>
              <a:bodyPr anchorCtr="0" anchor="ctr" bIns="122400" lIns="122400" spcFirstLastPara="1" rIns="122400" wrap="square" tIns="122400">
                <a:noAutofit/>
              </a:bodyPr>
              <a:lstStyle/>
              <a:p>
                <a:pPr indent="0" lvl="0" marL="0" rtl="0" algn="r">
                  <a:spcBef>
                    <a:spcPts val="0"/>
                  </a:spcBef>
                  <a:spcAft>
                    <a:spcPts val="0"/>
                  </a:spcAft>
                  <a:buNone/>
                </a:pPr>
                <a:r>
                  <a:rPr b="1" lang="en" sz="1300">
                    <a:solidFill>
                      <a:srgbClr val="EE0000"/>
                    </a:solidFill>
                    <a:latin typeface="Red Hat Display"/>
                    <a:ea typeface="Red Hat Display"/>
                    <a:cs typeface="Red Hat Display"/>
                    <a:sym typeface="Red Hat Display"/>
                  </a:rPr>
                  <a:t>Revenue Growth</a:t>
                </a:r>
                <a:endParaRPr b="1" sz="1300">
                  <a:solidFill>
                    <a:srgbClr val="EE0000"/>
                  </a:solidFill>
                  <a:latin typeface="Red Hat Display"/>
                  <a:ea typeface="Red Hat Display"/>
                  <a:cs typeface="Red Hat Display"/>
                  <a:sym typeface="Red Hat Display"/>
                </a:endParaRPr>
              </a:p>
            </p:txBody>
          </p:sp>
          <p:pic>
            <p:nvPicPr>
              <p:cNvPr id="2376" name="Google Shape;2376;p138"/>
              <p:cNvPicPr preferRelativeResize="0"/>
              <p:nvPr/>
            </p:nvPicPr>
            <p:blipFill rotWithShape="1">
              <a:blip r:embed="rId6">
                <a:alphaModFix/>
              </a:blip>
              <a:srcRect b="0" l="0" r="0" t="0"/>
              <a:stretch/>
            </p:blipFill>
            <p:spPr>
              <a:xfrm>
                <a:off x="5498719" y="2816327"/>
                <a:ext cx="474079" cy="474088"/>
              </a:xfrm>
              <a:prstGeom prst="rect">
                <a:avLst/>
              </a:prstGeom>
              <a:noFill/>
              <a:ln>
                <a:noFill/>
              </a:ln>
            </p:spPr>
          </p:pic>
        </p:grpSp>
        <p:sp>
          <p:nvSpPr>
            <p:cNvPr id="2377" name="Google Shape;2377;p138"/>
            <p:cNvSpPr/>
            <p:nvPr/>
          </p:nvSpPr>
          <p:spPr>
            <a:xfrm>
              <a:off x="160156" y="973889"/>
              <a:ext cx="1244700" cy="1539300"/>
            </a:xfrm>
            <a:prstGeom prst="roundRect">
              <a:avLst>
                <a:gd fmla="val 7644" name="adj"/>
              </a:avLst>
            </a:prstGeom>
            <a:solidFill>
              <a:schemeClr val="dk1"/>
            </a:solidFill>
            <a:ln>
              <a:noFill/>
            </a:ln>
            <a:effectLst>
              <a:outerShdw blurRad="114300" rotWithShape="0" algn="bl" dir="5400000" dist="95250">
                <a:srgbClr val="000000">
                  <a:alpha val="20000"/>
                </a:srgbClr>
              </a:outerShdw>
            </a:effectLst>
          </p:spPr>
          <p:txBody>
            <a:bodyPr anchorCtr="0" anchor="ctr" bIns="34400" lIns="68875" spcFirstLastPara="1" rIns="68875" wrap="square" tIns="34400">
              <a:noAutofit/>
            </a:bodyPr>
            <a:lstStyle/>
            <a:p>
              <a:pPr indent="0" lvl="1" marL="0" marR="0" rtl="0" algn="ctr">
                <a:lnSpc>
                  <a:spcPct val="100000"/>
                </a:lnSpc>
                <a:spcBef>
                  <a:spcPts val="0"/>
                </a:spcBef>
                <a:spcAft>
                  <a:spcPts val="0"/>
                </a:spcAft>
                <a:buNone/>
              </a:pPr>
              <a:r>
                <a:t/>
              </a:r>
              <a:endParaRPr b="1" sz="1300"/>
            </a:p>
          </p:txBody>
        </p:sp>
        <p:grpSp>
          <p:nvGrpSpPr>
            <p:cNvPr id="2378" name="Google Shape;2378;p138"/>
            <p:cNvGrpSpPr/>
            <p:nvPr/>
          </p:nvGrpSpPr>
          <p:grpSpPr>
            <a:xfrm>
              <a:off x="127533" y="1123239"/>
              <a:ext cx="1362000" cy="1848000"/>
              <a:chOff x="127470" y="1142206"/>
              <a:chExt cx="1362000" cy="1848000"/>
            </a:xfrm>
          </p:grpSpPr>
          <p:sp>
            <p:nvSpPr>
              <p:cNvPr id="2379" name="Google Shape;2379;p138"/>
              <p:cNvSpPr txBox="1"/>
              <p:nvPr/>
            </p:nvSpPr>
            <p:spPr>
              <a:xfrm>
                <a:off x="127470" y="1142206"/>
                <a:ext cx="1362000" cy="1848000"/>
              </a:xfrm>
              <a:prstGeom prst="rect">
                <a:avLst/>
              </a:prstGeom>
              <a:noFill/>
              <a:ln>
                <a:noFill/>
              </a:ln>
            </p:spPr>
            <p:txBody>
              <a:bodyPr anchorCtr="0" anchor="t" bIns="122425" lIns="122425" spcFirstLastPara="1" rIns="122425" wrap="square" tIns="122425">
                <a:spAutoFit/>
              </a:bodyPr>
              <a:lstStyle/>
              <a:p>
                <a:pPr indent="0" lvl="0" marL="609600" rtl="0" algn="l">
                  <a:spcBef>
                    <a:spcPts val="0"/>
                  </a:spcBef>
                  <a:spcAft>
                    <a:spcPts val="0"/>
                  </a:spcAft>
                  <a:buNone/>
                </a:pPr>
                <a:r>
                  <a:rPr lang="en" sz="1200">
                    <a:solidFill>
                      <a:schemeClr val="lt1"/>
                    </a:solidFill>
                    <a:latin typeface="Red Hat Text"/>
                    <a:ea typeface="Red Hat Text"/>
                    <a:cs typeface="Red Hat Text"/>
                    <a:sym typeface="Red Hat Text"/>
                  </a:rPr>
                  <a:t>Revenue</a:t>
                </a:r>
                <a:endParaRPr sz="1200">
                  <a:solidFill>
                    <a:schemeClr val="lt1"/>
                  </a:solidFill>
                  <a:latin typeface="Red Hat Text"/>
                  <a:ea typeface="Red Hat Text"/>
                  <a:cs typeface="Red Hat Text"/>
                  <a:sym typeface="Red Hat Text"/>
                </a:endParaRPr>
              </a:p>
              <a:p>
                <a:pPr indent="0" lvl="0" marL="609600" rtl="0" algn="l">
                  <a:spcBef>
                    <a:spcPts val="0"/>
                  </a:spcBef>
                  <a:spcAft>
                    <a:spcPts val="0"/>
                  </a:spcAft>
                  <a:buNone/>
                </a:pPr>
                <a:r>
                  <a:t/>
                </a:r>
                <a:endParaRPr sz="1200">
                  <a:solidFill>
                    <a:schemeClr val="lt1"/>
                  </a:solidFill>
                  <a:latin typeface="Red Hat Text"/>
                  <a:ea typeface="Red Hat Text"/>
                  <a:cs typeface="Red Hat Text"/>
                  <a:sym typeface="Red Hat Text"/>
                </a:endParaRPr>
              </a:p>
              <a:p>
                <a:pPr indent="0" lvl="0" marL="609600" rtl="0" algn="l">
                  <a:spcBef>
                    <a:spcPts val="0"/>
                  </a:spcBef>
                  <a:spcAft>
                    <a:spcPts val="0"/>
                  </a:spcAft>
                  <a:buNone/>
                </a:pPr>
                <a:r>
                  <a:rPr lang="en" sz="1200">
                    <a:solidFill>
                      <a:schemeClr val="lt1"/>
                    </a:solidFill>
                    <a:latin typeface="Red Hat Text"/>
                    <a:ea typeface="Red Hat Text"/>
                    <a:cs typeface="Red Hat Text"/>
                    <a:sym typeface="Red Hat Text"/>
                  </a:rPr>
                  <a:t>AppDev productivity</a:t>
                </a:r>
                <a:endParaRPr sz="1200">
                  <a:solidFill>
                    <a:schemeClr val="lt1"/>
                  </a:solidFill>
                  <a:latin typeface="Red Hat Text"/>
                  <a:ea typeface="Red Hat Text"/>
                  <a:cs typeface="Red Hat Text"/>
                  <a:sym typeface="Red Hat Text"/>
                </a:endParaRPr>
              </a:p>
              <a:p>
                <a:pPr indent="0" lvl="0" marL="609600" rtl="0" algn="l">
                  <a:spcBef>
                    <a:spcPts val="0"/>
                  </a:spcBef>
                  <a:spcAft>
                    <a:spcPts val="0"/>
                  </a:spcAft>
                  <a:buNone/>
                </a:pPr>
                <a:r>
                  <a:t/>
                </a:r>
                <a:endParaRPr sz="1200">
                  <a:solidFill>
                    <a:schemeClr val="lt1"/>
                  </a:solidFill>
                  <a:latin typeface="Red Hat Text"/>
                  <a:ea typeface="Red Hat Text"/>
                  <a:cs typeface="Red Hat Text"/>
                  <a:sym typeface="Red Hat Text"/>
                </a:endParaRPr>
              </a:p>
              <a:p>
                <a:pPr indent="0" lvl="0" marL="609600" rtl="0" algn="l">
                  <a:spcBef>
                    <a:spcPts val="0"/>
                  </a:spcBef>
                  <a:spcAft>
                    <a:spcPts val="0"/>
                  </a:spcAft>
                  <a:buNone/>
                </a:pPr>
                <a:r>
                  <a:rPr lang="en" sz="1200">
                    <a:solidFill>
                      <a:schemeClr val="lt1"/>
                    </a:solidFill>
                    <a:latin typeface="Red Hat Text"/>
                    <a:ea typeface="Red Hat Text"/>
                    <a:cs typeface="Red Hat Text"/>
                    <a:sym typeface="Red Hat Text"/>
                  </a:rPr>
                  <a:t>NPS</a:t>
                </a:r>
                <a:endParaRPr sz="1200">
                  <a:solidFill>
                    <a:schemeClr val="lt1"/>
                  </a:solidFill>
                  <a:latin typeface="Red Hat Text"/>
                  <a:ea typeface="Red Hat Text"/>
                  <a:cs typeface="Red Hat Text"/>
                  <a:sym typeface="Red Hat Text"/>
                </a:endParaRPr>
              </a:p>
              <a:p>
                <a:pPr indent="0" lvl="0" marL="609600" rtl="0" algn="l">
                  <a:spcBef>
                    <a:spcPts val="0"/>
                  </a:spcBef>
                  <a:spcAft>
                    <a:spcPts val="0"/>
                  </a:spcAft>
                  <a:buNone/>
                </a:pPr>
                <a:r>
                  <a:t/>
                </a:r>
                <a:endParaRPr sz="1200">
                  <a:solidFill>
                    <a:schemeClr val="lt1"/>
                  </a:solidFill>
                  <a:latin typeface="Red Hat Text"/>
                  <a:ea typeface="Red Hat Text"/>
                  <a:cs typeface="Red Hat Text"/>
                  <a:sym typeface="Red Hat Text"/>
                </a:endParaRPr>
              </a:p>
              <a:p>
                <a:pPr indent="0" lvl="0" marL="609600" rtl="0" algn="l">
                  <a:spcBef>
                    <a:spcPts val="0"/>
                  </a:spcBef>
                  <a:spcAft>
                    <a:spcPts val="0"/>
                  </a:spcAft>
                  <a:buNone/>
                </a:pPr>
                <a:r>
                  <a:rPr lang="en" sz="1200">
                    <a:solidFill>
                      <a:schemeClr val="lt1"/>
                    </a:solidFill>
                    <a:latin typeface="Red Hat Text"/>
                    <a:ea typeface="Red Hat Text"/>
                    <a:cs typeface="Red Hat Text"/>
                    <a:sym typeface="Red Hat Text"/>
                  </a:rPr>
                  <a:t>Market share</a:t>
                </a:r>
                <a:endParaRPr sz="1200">
                  <a:solidFill>
                    <a:schemeClr val="lt1"/>
                  </a:solidFill>
                  <a:latin typeface="Red Hat Text"/>
                  <a:ea typeface="Red Hat Text"/>
                  <a:cs typeface="Red Hat Text"/>
                  <a:sym typeface="Red Hat Text"/>
                </a:endParaRPr>
              </a:p>
              <a:p>
                <a:pPr indent="0" lvl="0" marL="609600" rtl="0" algn="l">
                  <a:spcBef>
                    <a:spcPts val="0"/>
                  </a:spcBef>
                  <a:spcAft>
                    <a:spcPts val="0"/>
                  </a:spcAft>
                  <a:buNone/>
                </a:pPr>
                <a:r>
                  <a:t/>
                </a:r>
                <a:endParaRPr sz="1200">
                  <a:solidFill>
                    <a:schemeClr val="lt1"/>
                  </a:solidFill>
                  <a:latin typeface="Red Hat Text"/>
                  <a:ea typeface="Red Hat Text"/>
                  <a:cs typeface="Red Hat Text"/>
                  <a:sym typeface="Red Hat Text"/>
                </a:endParaRPr>
              </a:p>
              <a:p>
                <a:pPr indent="0" lvl="0" marL="609600" rtl="0" algn="l">
                  <a:spcBef>
                    <a:spcPts val="0"/>
                  </a:spcBef>
                  <a:spcAft>
                    <a:spcPts val="0"/>
                  </a:spcAft>
                  <a:buNone/>
                </a:pPr>
                <a:r>
                  <a:t/>
                </a:r>
                <a:endParaRPr sz="1200">
                  <a:solidFill>
                    <a:schemeClr val="lt1"/>
                  </a:solidFill>
                  <a:latin typeface="Red Hat Text"/>
                  <a:ea typeface="Red Hat Text"/>
                  <a:cs typeface="Red Hat Text"/>
                  <a:sym typeface="Red Hat Text"/>
                </a:endParaRPr>
              </a:p>
              <a:p>
                <a:pPr indent="0" lvl="0" marL="609600" rtl="0" algn="l">
                  <a:spcBef>
                    <a:spcPts val="0"/>
                  </a:spcBef>
                  <a:spcAft>
                    <a:spcPts val="0"/>
                  </a:spcAft>
                  <a:buNone/>
                </a:pPr>
                <a:r>
                  <a:t/>
                </a:r>
                <a:endParaRPr sz="1200">
                  <a:solidFill>
                    <a:schemeClr val="lt1"/>
                  </a:solidFill>
                  <a:latin typeface="Red Hat Text"/>
                  <a:ea typeface="Red Hat Text"/>
                  <a:cs typeface="Red Hat Text"/>
                  <a:sym typeface="Red Hat Text"/>
                </a:endParaRPr>
              </a:p>
              <a:p>
                <a:pPr indent="0" lvl="0" marL="609600" rtl="0" algn="l">
                  <a:spcBef>
                    <a:spcPts val="0"/>
                  </a:spcBef>
                  <a:spcAft>
                    <a:spcPts val="0"/>
                  </a:spcAft>
                  <a:buNone/>
                </a:pPr>
                <a:r>
                  <a:t/>
                </a:r>
                <a:endParaRPr sz="1200">
                  <a:solidFill>
                    <a:schemeClr val="lt1"/>
                  </a:solidFill>
                  <a:latin typeface="Red Hat Text"/>
                  <a:ea typeface="Red Hat Text"/>
                  <a:cs typeface="Red Hat Text"/>
                  <a:sym typeface="Red Hat Text"/>
                </a:endParaRPr>
              </a:p>
            </p:txBody>
          </p:sp>
          <p:sp>
            <p:nvSpPr>
              <p:cNvPr id="2380" name="Google Shape;2380;p138"/>
              <p:cNvSpPr/>
              <p:nvPr/>
            </p:nvSpPr>
            <p:spPr>
              <a:xfrm flipH="1">
                <a:off x="299095" y="1142206"/>
                <a:ext cx="292500" cy="1293600"/>
              </a:xfrm>
              <a:prstGeom prst="upArrow">
                <a:avLst>
                  <a:gd fmla="val 50000" name="adj1"/>
                  <a:gd fmla="val 50000" name="adj2"/>
                </a:avLst>
              </a:prstGeom>
              <a:solidFill>
                <a:srgbClr val="AEDCDD"/>
              </a:solidFill>
              <a:ln>
                <a:noFill/>
              </a:ln>
            </p:spPr>
            <p:txBody>
              <a:bodyPr anchorCtr="0" anchor="ctr" bIns="91825" lIns="91825" spcFirstLastPara="1" rIns="91825" wrap="square" tIns="91825">
                <a:noAutofit/>
              </a:bodyPr>
              <a:lstStyle/>
              <a:p>
                <a:pPr indent="0" lvl="0" marL="0" rtl="0" algn="l">
                  <a:spcBef>
                    <a:spcPts val="0"/>
                  </a:spcBef>
                  <a:spcAft>
                    <a:spcPts val="0"/>
                  </a:spcAft>
                  <a:buNone/>
                </a:pPr>
                <a:r>
                  <a:t/>
                </a:r>
                <a:endParaRPr sz="2000"/>
              </a:p>
            </p:txBody>
          </p:sp>
        </p:grpSp>
        <p:grpSp>
          <p:nvGrpSpPr>
            <p:cNvPr id="2381" name="Google Shape;2381;p138"/>
            <p:cNvGrpSpPr/>
            <p:nvPr/>
          </p:nvGrpSpPr>
          <p:grpSpPr>
            <a:xfrm>
              <a:off x="7884408" y="929814"/>
              <a:ext cx="1159800" cy="1635000"/>
              <a:chOff x="7898242" y="949750"/>
              <a:chExt cx="1159800" cy="1635000"/>
            </a:xfrm>
          </p:grpSpPr>
          <p:sp>
            <p:nvSpPr>
              <p:cNvPr id="2382" name="Google Shape;2382;p138"/>
              <p:cNvSpPr/>
              <p:nvPr/>
            </p:nvSpPr>
            <p:spPr>
              <a:xfrm>
                <a:off x="7898242" y="949750"/>
                <a:ext cx="1159800" cy="1635000"/>
              </a:xfrm>
              <a:prstGeom prst="roundRect">
                <a:avLst>
                  <a:gd fmla="val 7644" name="adj"/>
                </a:avLst>
              </a:prstGeom>
              <a:solidFill>
                <a:schemeClr val="dk1"/>
              </a:solidFill>
              <a:ln>
                <a:noFill/>
              </a:ln>
              <a:effectLst>
                <a:outerShdw blurRad="114300" rotWithShape="0" algn="bl" dir="2760000" dist="95250">
                  <a:srgbClr val="000000">
                    <a:alpha val="21000"/>
                  </a:srgbClr>
                </a:outerShdw>
              </a:effectLst>
            </p:spPr>
            <p:txBody>
              <a:bodyPr anchorCtr="0" anchor="ctr" bIns="34400" lIns="68875" spcFirstLastPara="1" rIns="68875" wrap="square" tIns="34400">
                <a:noAutofit/>
              </a:bodyPr>
              <a:lstStyle/>
              <a:p>
                <a:pPr indent="0" lvl="1" marL="0" marR="0" rtl="0" algn="ctr">
                  <a:lnSpc>
                    <a:spcPct val="100000"/>
                  </a:lnSpc>
                  <a:spcBef>
                    <a:spcPts val="0"/>
                  </a:spcBef>
                  <a:spcAft>
                    <a:spcPts val="0"/>
                  </a:spcAft>
                  <a:buNone/>
                </a:pPr>
                <a:r>
                  <a:t/>
                </a:r>
                <a:endParaRPr b="1" sz="1300"/>
              </a:p>
            </p:txBody>
          </p:sp>
          <p:grpSp>
            <p:nvGrpSpPr>
              <p:cNvPr id="2383" name="Google Shape;2383;p138"/>
              <p:cNvGrpSpPr/>
              <p:nvPr/>
            </p:nvGrpSpPr>
            <p:grpSpPr>
              <a:xfrm>
                <a:off x="8009430" y="1057991"/>
                <a:ext cx="292816" cy="1343477"/>
                <a:chOff x="8009430" y="1058960"/>
                <a:chExt cx="292816" cy="1343477"/>
              </a:xfrm>
            </p:grpSpPr>
            <p:sp>
              <p:nvSpPr>
                <p:cNvPr id="2384" name="Google Shape;2384;p138"/>
                <p:cNvSpPr/>
                <p:nvPr/>
              </p:nvSpPr>
              <p:spPr>
                <a:xfrm rot="10800000">
                  <a:off x="8009430" y="1058960"/>
                  <a:ext cx="292800" cy="629400"/>
                </a:xfrm>
                <a:prstGeom prst="upArrow">
                  <a:avLst>
                    <a:gd fmla="val 50000" name="adj1"/>
                    <a:gd fmla="val 50000" name="adj2"/>
                  </a:avLst>
                </a:prstGeom>
                <a:solidFill>
                  <a:srgbClr val="AEDCDD"/>
                </a:solidFill>
                <a:ln>
                  <a:noFill/>
                </a:ln>
                <a:effectLst>
                  <a:outerShdw blurRad="57150" rotWithShape="0" algn="bl" dir="2760000" dist="19050">
                    <a:srgbClr val="000000">
                      <a:alpha val="21000"/>
                    </a:srgbClr>
                  </a:outerShdw>
                </a:effectLst>
              </p:spPr>
              <p:txBody>
                <a:bodyPr anchorCtr="0" anchor="ctr" bIns="91825" lIns="91825" spcFirstLastPara="1" rIns="91825" wrap="square" tIns="91825">
                  <a:noAutofit/>
                </a:bodyPr>
                <a:lstStyle/>
                <a:p>
                  <a:pPr indent="0" lvl="0" marL="0" rtl="0" algn="l">
                    <a:spcBef>
                      <a:spcPts val="0"/>
                    </a:spcBef>
                    <a:spcAft>
                      <a:spcPts val="0"/>
                    </a:spcAft>
                    <a:buNone/>
                  </a:pPr>
                  <a:r>
                    <a:t/>
                  </a:r>
                  <a:endParaRPr sz="2000">
                    <a:solidFill>
                      <a:srgbClr val="007FFF"/>
                    </a:solidFill>
                  </a:endParaRPr>
                </a:p>
              </p:txBody>
            </p:sp>
            <p:sp>
              <p:nvSpPr>
                <p:cNvPr id="2385" name="Google Shape;2385;p138"/>
                <p:cNvSpPr/>
                <p:nvPr/>
              </p:nvSpPr>
              <p:spPr>
                <a:xfrm flipH="1">
                  <a:off x="8009446" y="1771537"/>
                  <a:ext cx="292800" cy="630900"/>
                </a:xfrm>
                <a:prstGeom prst="upArrow">
                  <a:avLst>
                    <a:gd fmla="val 50000" name="adj1"/>
                    <a:gd fmla="val 50000" name="adj2"/>
                  </a:avLst>
                </a:prstGeom>
                <a:solidFill>
                  <a:srgbClr val="AEDCDD"/>
                </a:solidFill>
                <a:ln>
                  <a:noFill/>
                </a:ln>
                <a:effectLst>
                  <a:outerShdw blurRad="57150" rotWithShape="0" algn="bl" dir="2760000" dist="19050">
                    <a:srgbClr val="000000">
                      <a:alpha val="21000"/>
                    </a:srgbClr>
                  </a:outerShdw>
                </a:effectLst>
              </p:spPr>
              <p:txBody>
                <a:bodyPr anchorCtr="0" anchor="ctr" bIns="91825" lIns="91825" spcFirstLastPara="1" rIns="91825" wrap="square" tIns="91825">
                  <a:noAutofit/>
                </a:bodyPr>
                <a:lstStyle/>
                <a:p>
                  <a:pPr indent="0" lvl="0" marL="0" rtl="0" algn="l">
                    <a:spcBef>
                      <a:spcPts val="0"/>
                    </a:spcBef>
                    <a:spcAft>
                      <a:spcPts val="0"/>
                    </a:spcAft>
                    <a:buNone/>
                  </a:pPr>
                  <a:r>
                    <a:t/>
                  </a:r>
                  <a:endParaRPr sz="2000">
                    <a:solidFill>
                      <a:srgbClr val="007FFF"/>
                    </a:solidFill>
                  </a:endParaRPr>
                </a:p>
              </p:txBody>
            </p:sp>
          </p:grpSp>
        </p:grpSp>
        <p:grpSp>
          <p:nvGrpSpPr>
            <p:cNvPr id="2386" name="Google Shape;2386;p138"/>
            <p:cNvGrpSpPr/>
            <p:nvPr/>
          </p:nvGrpSpPr>
          <p:grpSpPr>
            <a:xfrm>
              <a:off x="7884134" y="3082914"/>
              <a:ext cx="1159800" cy="1575900"/>
              <a:chOff x="7884134" y="3067461"/>
              <a:chExt cx="1159800" cy="1575900"/>
            </a:xfrm>
          </p:grpSpPr>
          <p:sp>
            <p:nvSpPr>
              <p:cNvPr id="2387" name="Google Shape;2387;p138"/>
              <p:cNvSpPr/>
              <p:nvPr/>
            </p:nvSpPr>
            <p:spPr>
              <a:xfrm>
                <a:off x="7884134" y="3067461"/>
                <a:ext cx="1159800" cy="1575900"/>
              </a:xfrm>
              <a:prstGeom prst="roundRect">
                <a:avLst>
                  <a:gd fmla="val 7644" name="adj"/>
                </a:avLst>
              </a:prstGeom>
              <a:solidFill>
                <a:schemeClr val="dk1"/>
              </a:solidFill>
              <a:ln>
                <a:noFill/>
              </a:ln>
              <a:effectLst>
                <a:outerShdw blurRad="114300" rotWithShape="0" algn="bl" dir="12480000" dist="95250">
                  <a:srgbClr val="000000">
                    <a:alpha val="21000"/>
                  </a:srgbClr>
                </a:outerShdw>
              </a:effectLst>
            </p:spPr>
            <p:txBody>
              <a:bodyPr anchorCtr="0" anchor="ctr" bIns="34400" lIns="68875" spcFirstLastPara="1" rIns="68875" wrap="square" tIns="34400">
                <a:noAutofit/>
              </a:bodyPr>
              <a:lstStyle/>
              <a:p>
                <a:pPr indent="0" lvl="1" marL="0" marR="0" rtl="0" algn="ctr">
                  <a:lnSpc>
                    <a:spcPct val="100000"/>
                  </a:lnSpc>
                  <a:spcBef>
                    <a:spcPts val="0"/>
                  </a:spcBef>
                  <a:spcAft>
                    <a:spcPts val="0"/>
                  </a:spcAft>
                  <a:buNone/>
                </a:pPr>
                <a:r>
                  <a:t/>
                </a:r>
                <a:endParaRPr b="1" sz="1300"/>
              </a:p>
            </p:txBody>
          </p:sp>
          <p:grpSp>
            <p:nvGrpSpPr>
              <p:cNvPr id="2388" name="Google Shape;2388;p138"/>
              <p:cNvGrpSpPr/>
              <p:nvPr/>
            </p:nvGrpSpPr>
            <p:grpSpPr>
              <a:xfrm>
                <a:off x="7995908" y="3257061"/>
                <a:ext cx="298925" cy="1204675"/>
                <a:chOff x="7995908" y="3231780"/>
                <a:chExt cx="298925" cy="1204675"/>
              </a:xfrm>
            </p:grpSpPr>
            <p:sp>
              <p:nvSpPr>
                <p:cNvPr id="2389" name="Google Shape;2389;p138"/>
                <p:cNvSpPr/>
                <p:nvPr/>
              </p:nvSpPr>
              <p:spPr>
                <a:xfrm flipH="1">
                  <a:off x="7995908" y="3231780"/>
                  <a:ext cx="292800" cy="485400"/>
                </a:xfrm>
                <a:prstGeom prst="upArrow">
                  <a:avLst>
                    <a:gd fmla="val 50000" name="adj1"/>
                    <a:gd fmla="val 50000" name="adj2"/>
                  </a:avLst>
                </a:prstGeom>
                <a:solidFill>
                  <a:srgbClr val="AEDCDD"/>
                </a:solidFill>
                <a:ln>
                  <a:noFill/>
                </a:ln>
              </p:spPr>
              <p:txBody>
                <a:bodyPr anchorCtr="0" anchor="ctr" bIns="91825" lIns="91825" spcFirstLastPara="1" rIns="91825" wrap="square" tIns="91825">
                  <a:noAutofit/>
                </a:bodyPr>
                <a:lstStyle/>
                <a:p>
                  <a:pPr indent="0" lvl="0" marL="0" rtl="0" algn="l">
                    <a:spcBef>
                      <a:spcPts val="0"/>
                    </a:spcBef>
                    <a:spcAft>
                      <a:spcPts val="0"/>
                    </a:spcAft>
                    <a:buNone/>
                  </a:pPr>
                  <a:r>
                    <a:t/>
                  </a:r>
                  <a:endParaRPr sz="2000"/>
                </a:p>
              </p:txBody>
            </p:sp>
            <p:sp>
              <p:nvSpPr>
                <p:cNvPr id="2390" name="Google Shape;2390;p138"/>
                <p:cNvSpPr/>
                <p:nvPr/>
              </p:nvSpPr>
              <p:spPr>
                <a:xfrm rot="10800000">
                  <a:off x="7997533" y="3835855"/>
                  <a:ext cx="297300" cy="600600"/>
                </a:xfrm>
                <a:prstGeom prst="upArrow">
                  <a:avLst>
                    <a:gd fmla="val 50000" name="adj1"/>
                    <a:gd fmla="val 50000" name="adj2"/>
                  </a:avLst>
                </a:prstGeom>
                <a:solidFill>
                  <a:srgbClr val="AEDCDD"/>
                </a:solidFill>
                <a:ln>
                  <a:noFill/>
                </a:ln>
              </p:spPr>
              <p:txBody>
                <a:bodyPr anchorCtr="0" anchor="ctr" bIns="91825" lIns="91825" spcFirstLastPara="1" rIns="91825" wrap="square" tIns="91825">
                  <a:noAutofit/>
                </a:bodyPr>
                <a:lstStyle/>
                <a:p>
                  <a:pPr indent="0" lvl="0" marL="0" rtl="0" algn="l">
                    <a:spcBef>
                      <a:spcPts val="0"/>
                    </a:spcBef>
                    <a:spcAft>
                      <a:spcPts val="0"/>
                    </a:spcAft>
                    <a:buNone/>
                  </a:pPr>
                  <a:r>
                    <a:t/>
                  </a:r>
                  <a:endParaRPr sz="2000"/>
                </a:p>
              </p:txBody>
            </p:sp>
          </p:grpSp>
        </p:grpSp>
        <p:sp>
          <p:nvSpPr>
            <p:cNvPr id="2391" name="Google Shape;2391;p138"/>
            <p:cNvSpPr/>
            <p:nvPr/>
          </p:nvSpPr>
          <p:spPr>
            <a:xfrm>
              <a:off x="160158" y="3086889"/>
              <a:ext cx="1244700" cy="1575900"/>
            </a:xfrm>
            <a:prstGeom prst="roundRect">
              <a:avLst>
                <a:gd fmla="val 7644" name="adj"/>
              </a:avLst>
            </a:prstGeom>
            <a:solidFill>
              <a:schemeClr val="dk1"/>
            </a:solidFill>
            <a:ln>
              <a:noFill/>
            </a:ln>
            <a:effectLst>
              <a:outerShdw blurRad="114300" rotWithShape="0" algn="bl" dir="1800000" dist="95250">
                <a:srgbClr val="000000">
                  <a:alpha val="21000"/>
                </a:srgbClr>
              </a:outerShdw>
            </a:effectLst>
          </p:spPr>
          <p:txBody>
            <a:bodyPr anchorCtr="0" anchor="ctr" bIns="34400" lIns="68875" spcFirstLastPara="1" rIns="68875" wrap="square" tIns="34400">
              <a:noAutofit/>
            </a:bodyPr>
            <a:lstStyle/>
            <a:p>
              <a:pPr indent="0" lvl="1" marL="0" marR="0" rtl="0" algn="ctr">
                <a:lnSpc>
                  <a:spcPct val="100000"/>
                </a:lnSpc>
                <a:spcBef>
                  <a:spcPts val="0"/>
                </a:spcBef>
                <a:spcAft>
                  <a:spcPts val="0"/>
                </a:spcAft>
                <a:buNone/>
              </a:pPr>
              <a:r>
                <a:t/>
              </a:r>
              <a:endParaRPr b="1" sz="1300"/>
            </a:p>
          </p:txBody>
        </p:sp>
      </p:grpSp>
      <p:sp>
        <p:nvSpPr>
          <p:cNvPr id="2392" name="Google Shape;2392;p138"/>
          <p:cNvSpPr txBox="1"/>
          <p:nvPr/>
        </p:nvSpPr>
        <p:spPr>
          <a:xfrm>
            <a:off x="10984000" y="1180133"/>
            <a:ext cx="1040100" cy="986100"/>
          </a:xfrm>
          <a:prstGeom prst="rect">
            <a:avLst/>
          </a:prstGeom>
          <a:noFill/>
          <a:ln>
            <a:noFill/>
          </a:ln>
          <a:effectLst>
            <a:outerShdw blurRad="57150" rotWithShape="0" algn="bl" dir="2760000" dist="19050">
              <a:srgbClr val="000000">
                <a:alpha val="21000"/>
              </a:srgbClr>
            </a:outerShdw>
          </a:effectLst>
        </p:spPr>
        <p:txBody>
          <a:bodyPr anchorCtr="0" anchor="t" bIns="122425" lIns="122425" spcFirstLastPara="1" rIns="122425" wrap="square" tIns="122425">
            <a:spAutoFit/>
          </a:bodyPr>
          <a:lstStyle/>
          <a:p>
            <a:pPr indent="0" lvl="0" marL="0" rtl="0" algn="l">
              <a:spcBef>
                <a:spcPts val="0"/>
              </a:spcBef>
              <a:spcAft>
                <a:spcPts val="0"/>
              </a:spcAft>
              <a:buNone/>
            </a:pPr>
            <a:r>
              <a:rPr lang="en" sz="1200">
                <a:solidFill>
                  <a:schemeClr val="lt1"/>
                </a:solidFill>
                <a:latin typeface="Red Hat Text"/>
                <a:ea typeface="Red Hat Text"/>
                <a:cs typeface="Red Hat Text"/>
                <a:sym typeface="Red Hat Text"/>
              </a:rPr>
              <a:t>Budget</a:t>
            </a:r>
            <a:endParaRPr sz="1200">
              <a:solidFill>
                <a:schemeClr val="lt1"/>
              </a:solidFill>
              <a:latin typeface="Red Hat Text"/>
              <a:ea typeface="Red Hat Text"/>
              <a:cs typeface="Red Hat Text"/>
              <a:sym typeface="Red Hat Text"/>
            </a:endParaRPr>
          </a:p>
          <a:p>
            <a:pPr indent="0" lvl="0" marL="0" rtl="0" algn="l">
              <a:spcBef>
                <a:spcPts val="0"/>
              </a:spcBef>
              <a:spcAft>
                <a:spcPts val="0"/>
              </a:spcAft>
              <a:buNone/>
            </a:pPr>
            <a:r>
              <a:t/>
            </a:r>
            <a:endParaRPr sz="1200">
              <a:solidFill>
                <a:schemeClr val="lt1"/>
              </a:solidFill>
              <a:latin typeface="Red Hat Text"/>
              <a:ea typeface="Red Hat Text"/>
              <a:cs typeface="Red Hat Text"/>
              <a:sym typeface="Red Hat Text"/>
            </a:endParaRPr>
          </a:p>
          <a:p>
            <a:pPr indent="0" lvl="0" marL="0" rtl="0" algn="l">
              <a:spcBef>
                <a:spcPts val="0"/>
              </a:spcBef>
              <a:spcAft>
                <a:spcPts val="0"/>
              </a:spcAft>
              <a:buNone/>
            </a:pPr>
            <a:r>
              <a:rPr lang="en" sz="1200">
                <a:solidFill>
                  <a:schemeClr val="lt1"/>
                </a:solidFill>
                <a:latin typeface="Red Hat Text"/>
                <a:ea typeface="Red Hat Text"/>
                <a:cs typeface="Red Hat Text"/>
                <a:sym typeface="Red Hat Text"/>
              </a:rPr>
              <a:t>OpEx</a:t>
            </a:r>
            <a:endParaRPr sz="1200">
              <a:solidFill>
                <a:schemeClr val="lt1"/>
              </a:solidFill>
              <a:latin typeface="Red Hat Text"/>
              <a:ea typeface="Red Hat Text"/>
              <a:cs typeface="Red Hat Text"/>
              <a:sym typeface="Red Hat Text"/>
            </a:endParaRPr>
          </a:p>
          <a:p>
            <a:pPr indent="0" lvl="0" marL="0" rtl="0" algn="l">
              <a:spcBef>
                <a:spcPts val="0"/>
              </a:spcBef>
              <a:spcAft>
                <a:spcPts val="0"/>
              </a:spcAft>
              <a:buNone/>
            </a:pPr>
            <a:r>
              <a:rPr lang="en" sz="1200">
                <a:solidFill>
                  <a:schemeClr val="lt1"/>
                </a:solidFill>
                <a:latin typeface="Red Hat Text"/>
                <a:ea typeface="Red Hat Text"/>
                <a:cs typeface="Red Hat Text"/>
                <a:sym typeface="Red Hat Text"/>
              </a:rPr>
              <a:t> </a:t>
            </a:r>
            <a:endParaRPr sz="1200">
              <a:solidFill>
                <a:schemeClr val="lt1"/>
              </a:solidFill>
              <a:latin typeface="Red Hat Text"/>
              <a:ea typeface="Red Hat Text"/>
              <a:cs typeface="Red Hat Text"/>
              <a:sym typeface="Red Hat Text"/>
            </a:endParaRPr>
          </a:p>
        </p:txBody>
      </p:sp>
      <p:sp>
        <p:nvSpPr>
          <p:cNvPr id="2393" name="Google Shape;2393;p138"/>
          <p:cNvSpPr txBox="1"/>
          <p:nvPr/>
        </p:nvSpPr>
        <p:spPr>
          <a:xfrm>
            <a:off x="10761333" y="3967800"/>
            <a:ext cx="1266900" cy="1909800"/>
          </a:xfrm>
          <a:prstGeom prst="rect">
            <a:avLst/>
          </a:prstGeom>
          <a:noFill/>
          <a:ln>
            <a:noFill/>
          </a:ln>
        </p:spPr>
        <p:txBody>
          <a:bodyPr anchorCtr="0" anchor="t" bIns="122425" lIns="122425" spcFirstLastPara="1" rIns="122425" wrap="square" tIns="122425">
            <a:spAutoFit/>
          </a:bodyPr>
          <a:lstStyle/>
          <a:p>
            <a:pPr indent="0" lvl="0" marL="139700" rtl="0" algn="l">
              <a:spcBef>
                <a:spcPts val="0"/>
              </a:spcBef>
              <a:spcAft>
                <a:spcPts val="0"/>
              </a:spcAft>
              <a:buNone/>
            </a:pPr>
            <a:r>
              <a:t/>
            </a:r>
            <a:endParaRPr sz="1200">
              <a:solidFill>
                <a:schemeClr val="lt1"/>
              </a:solidFill>
              <a:latin typeface="Red Hat Text"/>
              <a:ea typeface="Red Hat Text"/>
              <a:cs typeface="Red Hat Text"/>
              <a:sym typeface="Red Hat Text"/>
            </a:endParaRPr>
          </a:p>
          <a:p>
            <a:pPr indent="0" lvl="0" marL="139700" rtl="0" algn="l">
              <a:spcBef>
                <a:spcPts val="0"/>
              </a:spcBef>
              <a:spcAft>
                <a:spcPts val="0"/>
              </a:spcAft>
              <a:buNone/>
            </a:pPr>
            <a:r>
              <a:rPr lang="en" sz="1200">
                <a:solidFill>
                  <a:schemeClr val="lt1"/>
                </a:solidFill>
                <a:latin typeface="Red Hat Text"/>
                <a:ea typeface="Red Hat Text"/>
                <a:cs typeface="Red Hat Text"/>
                <a:sym typeface="Red Hat Text"/>
              </a:rPr>
              <a:t>Security posture &amp; stability </a:t>
            </a:r>
            <a:endParaRPr sz="1200">
              <a:solidFill>
                <a:schemeClr val="lt1"/>
              </a:solidFill>
              <a:latin typeface="Red Hat Text"/>
              <a:ea typeface="Red Hat Text"/>
              <a:cs typeface="Red Hat Text"/>
              <a:sym typeface="Red Hat Text"/>
            </a:endParaRPr>
          </a:p>
          <a:p>
            <a:pPr indent="0" lvl="0" marL="139700" rtl="0" algn="l">
              <a:spcBef>
                <a:spcPts val="0"/>
              </a:spcBef>
              <a:spcAft>
                <a:spcPts val="0"/>
              </a:spcAft>
              <a:buNone/>
            </a:pPr>
            <a:r>
              <a:t/>
            </a:r>
            <a:endParaRPr sz="1200">
              <a:solidFill>
                <a:schemeClr val="lt1"/>
              </a:solidFill>
              <a:latin typeface="Red Hat Text"/>
              <a:ea typeface="Red Hat Text"/>
              <a:cs typeface="Red Hat Text"/>
              <a:sym typeface="Red Hat Text"/>
            </a:endParaRPr>
          </a:p>
          <a:p>
            <a:pPr indent="0" lvl="0" marL="139700" rtl="0" algn="l">
              <a:spcBef>
                <a:spcPts val="0"/>
              </a:spcBef>
              <a:spcAft>
                <a:spcPts val="0"/>
              </a:spcAft>
              <a:buNone/>
            </a:pPr>
            <a:r>
              <a:t/>
            </a:r>
            <a:endParaRPr sz="1200">
              <a:solidFill>
                <a:schemeClr val="lt1"/>
              </a:solidFill>
              <a:latin typeface="Red Hat Text"/>
              <a:ea typeface="Red Hat Text"/>
              <a:cs typeface="Red Hat Text"/>
              <a:sym typeface="Red Hat Text"/>
            </a:endParaRPr>
          </a:p>
          <a:p>
            <a:pPr indent="0" lvl="0" marL="139700" rtl="0" algn="l">
              <a:spcBef>
                <a:spcPts val="0"/>
              </a:spcBef>
              <a:spcAft>
                <a:spcPts val="0"/>
              </a:spcAft>
              <a:buNone/>
            </a:pPr>
            <a:r>
              <a:rPr lang="en" sz="1200">
                <a:solidFill>
                  <a:schemeClr val="lt1"/>
                </a:solidFill>
                <a:latin typeface="Red Hat Text"/>
                <a:ea typeface="Red Hat Text"/>
                <a:cs typeface="Red Hat Text"/>
                <a:sym typeface="Red Hat Text"/>
              </a:rPr>
              <a:t>Remediation</a:t>
            </a:r>
            <a:endParaRPr sz="1200">
              <a:solidFill>
                <a:schemeClr val="lt1"/>
              </a:solidFill>
              <a:latin typeface="Red Hat Text"/>
              <a:ea typeface="Red Hat Text"/>
              <a:cs typeface="Red Hat Text"/>
              <a:sym typeface="Red Hat Text"/>
            </a:endParaRPr>
          </a:p>
          <a:p>
            <a:pPr indent="0" lvl="0" marL="139700" rtl="0" algn="l">
              <a:spcBef>
                <a:spcPts val="0"/>
              </a:spcBef>
              <a:spcAft>
                <a:spcPts val="0"/>
              </a:spcAft>
              <a:buNone/>
            </a:pPr>
            <a:r>
              <a:rPr lang="en" sz="1200">
                <a:solidFill>
                  <a:schemeClr val="lt1"/>
                </a:solidFill>
                <a:latin typeface="Red Hat Text"/>
                <a:ea typeface="Red Hat Text"/>
                <a:cs typeface="Red Hat Text"/>
                <a:sym typeface="Red Hat Text"/>
              </a:rPr>
              <a:t>Downtime</a:t>
            </a:r>
            <a:endParaRPr sz="1200">
              <a:solidFill>
                <a:schemeClr val="lt1"/>
              </a:solidFill>
              <a:latin typeface="Red Hat Text"/>
              <a:ea typeface="Red Hat Text"/>
              <a:cs typeface="Red Hat Text"/>
              <a:sym typeface="Red Hat Text"/>
            </a:endParaRPr>
          </a:p>
          <a:p>
            <a:pPr indent="0" lvl="0" marL="139700" rtl="0" algn="l">
              <a:spcBef>
                <a:spcPts val="0"/>
              </a:spcBef>
              <a:spcAft>
                <a:spcPts val="0"/>
              </a:spcAft>
              <a:buNone/>
            </a:pPr>
            <a:r>
              <a:t/>
            </a:r>
            <a:endParaRPr sz="1200">
              <a:solidFill>
                <a:schemeClr val="lt1"/>
              </a:solidFill>
              <a:latin typeface="Red Hat Text"/>
              <a:ea typeface="Red Hat Text"/>
              <a:cs typeface="Red Hat Text"/>
              <a:sym typeface="Red Hat Text"/>
            </a:endParaRPr>
          </a:p>
        </p:txBody>
      </p:sp>
      <p:sp>
        <p:nvSpPr>
          <p:cNvPr id="2394" name="Google Shape;2394;p138"/>
          <p:cNvSpPr txBox="1"/>
          <p:nvPr/>
        </p:nvSpPr>
        <p:spPr>
          <a:xfrm>
            <a:off x="2073675" y="1180125"/>
            <a:ext cx="2847000" cy="1739400"/>
          </a:xfrm>
          <a:prstGeom prst="rect">
            <a:avLst/>
          </a:prstGeom>
          <a:noFill/>
          <a:ln>
            <a:noFill/>
          </a:ln>
        </p:spPr>
        <p:txBody>
          <a:bodyPr anchorCtr="0" anchor="t" bIns="68575" lIns="68575" spcFirstLastPara="1" rIns="68575" wrap="square" tIns="68575">
            <a:spAutoFit/>
          </a:bodyPr>
          <a:lstStyle/>
          <a:p>
            <a:pPr indent="-158750" lvl="0" marL="139700" rtl="0" algn="l">
              <a:spcBef>
                <a:spcPts val="0"/>
              </a:spcBef>
              <a:spcAft>
                <a:spcPts val="0"/>
              </a:spcAft>
              <a:buClr>
                <a:srgbClr val="EE0000"/>
              </a:buClr>
              <a:buSzPts val="1300"/>
              <a:buFont typeface="Red Hat Text"/>
              <a:buChar char="▸"/>
            </a:pPr>
            <a:r>
              <a:rPr b="1" lang="en" sz="1300">
                <a:solidFill>
                  <a:schemeClr val="dk1"/>
                </a:solidFill>
                <a:latin typeface="Red Hat Text"/>
                <a:ea typeface="Red Hat Text"/>
                <a:cs typeface="Red Hat Text"/>
                <a:sym typeface="Red Hat Text"/>
              </a:rPr>
              <a:t>Consistently build and test in the same environment, accelerating delivery for AppDev</a:t>
            </a:r>
            <a:endParaRPr b="1" sz="1300">
              <a:solidFill>
                <a:schemeClr val="dk1"/>
              </a:solidFill>
              <a:latin typeface="Red Hat Text"/>
              <a:ea typeface="Red Hat Text"/>
              <a:cs typeface="Red Hat Text"/>
              <a:sym typeface="Red Hat Text"/>
            </a:endParaRPr>
          </a:p>
          <a:p>
            <a:pPr indent="-158750" lvl="0" marL="139700" rtl="0" algn="l">
              <a:spcBef>
                <a:spcPts val="0"/>
              </a:spcBef>
              <a:spcAft>
                <a:spcPts val="0"/>
              </a:spcAft>
              <a:buClr>
                <a:srgbClr val="EE0000"/>
              </a:buClr>
              <a:buSzPts val="1300"/>
              <a:buFont typeface="Red Hat Text"/>
              <a:buChar char="▸"/>
            </a:pPr>
            <a:r>
              <a:rPr lang="en" sz="1300">
                <a:solidFill>
                  <a:schemeClr val="dk1"/>
                </a:solidFill>
                <a:latin typeface="Red Hat Text"/>
                <a:ea typeface="Red Hat Text"/>
                <a:cs typeface="Red Hat Text"/>
                <a:sym typeface="Red Hat Text"/>
              </a:rPr>
              <a:t>HW and SW vendor certs extend mkt reach</a:t>
            </a:r>
            <a:endParaRPr sz="1300">
              <a:solidFill>
                <a:schemeClr val="dk1"/>
              </a:solidFill>
              <a:latin typeface="Red Hat Text"/>
              <a:ea typeface="Red Hat Text"/>
              <a:cs typeface="Red Hat Text"/>
              <a:sym typeface="Red Hat Text"/>
            </a:endParaRPr>
          </a:p>
          <a:p>
            <a:pPr indent="-158750" lvl="0" marL="139700" rtl="0" algn="l">
              <a:spcBef>
                <a:spcPts val="0"/>
              </a:spcBef>
              <a:spcAft>
                <a:spcPts val="0"/>
              </a:spcAft>
              <a:buClr>
                <a:srgbClr val="EE0000"/>
              </a:buClr>
              <a:buSzPts val="1300"/>
              <a:buFont typeface="Red Hat Text"/>
              <a:buChar char="▸"/>
            </a:pPr>
            <a:r>
              <a:rPr b="1" lang="en" sz="1300">
                <a:solidFill>
                  <a:schemeClr val="dk1"/>
                </a:solidFill>
                <a:latin typeface="Red Hat Text"/>
                <a:ea typeface="Red Hat Text"/>
                <a:cs typeface="Red Hat Text"/>
                <a:sym typeface="Red Hat Text"/>
              </a:rPr>
              <a:t>Platform ubiquity - RHEL anywhere, any cloud</a:t>
            </a:r>
            <a:endParaRPr b="1" sz="1300">
              <a:solidFill>
                <a:schemeClr val="dk1"/>
              </a:solidFill>
              <a:latin typeface="Red Hat Text"/>
              <a:ea typeface="Red Hat Text"/>
              <a:cs typeface="Red Hat Text"/>
              <a:sym typeface="Red Hat Text"/>
            </a:endParaRPr>
          </a:p>
        </p:txBody>
      </p:sp>
      <p:sp>
        <p:nvSpPr>
          <p:cNvPr id="2395" name="Google Shape;2395;p138"/>
          <p:cNvSpPr txBox="1"/>
          <p:nvPr/>
        </p:nvSpPr>
        <p:spPr>
          <a:xfrm>
            <a:off x="2071900" y="4828800"/>
            <a:ext cx="3201900" cy="1339200"/>
          </a:xfrm>
          <a:prstGeom prst="rect">
            <a:avLst/>
          </a:prstGeom>
          <a:noFill/>
          <a:ln>
            <a:noFill/>
          </a:ln>
        </p:spPr>
        <p:txBody>
          <a:bodyPr anchorCtr="0" anchor="t" bIns="68575" lIns="68575" spcFirstLastPara="1" rIns="68575" wrap="square" tIns="68575">
            <a:spAutoFit/>
          </a:bodyPr>
          <a:lstStyle/>
          <a:p>
            <a:pPr indent="-260350" lvl="0" marL="152400" rtl="0" algn="l">
              <a:spcBef>
                <a:spcPts val="0"/>
              </a:spcBef>
              <a:spcAft>
                <a:spcPts val="0"/>
              </a:spcAft>
              <a:buClr>
                <a:srgbClr val="EE0000"/>
              </a:buClr>
              <a:buSzPts val="1300"/>
              <a:buFont typeface="Red Hat Display"/>
              <a:buChar char="▸"/>
            </a:pPr>
            <a:r>
              <a:rPr lang="en" sz="1300">
                <a:solidFill>
                  <a:schemeClr val="dk1"/>
                </a:solidFill>
                <a:latin typeface="Red Hat Display"/>
                <a:ea typeface="Red Hat Display"/>
                <a:cs typeface="Red Hat Display"/>
                <a:sym typeface="Red Hat Display"/>
              </a:rPr>
              <a:t>Largest catalog of certified partners and ISVs</a:t>
            </a:r>
            <a:endParaRPr sz="1300">
              <a:solidFill>
                <a:schemeClr val="dk1"/>
              </a:solidFill>
              <a:latin typeface="Red Hat Display"/>
              <a:ea typeface="Red Hat Display"/>
              <a:cs typeface="Red Hat Display"/>
              <a:sym typeface="Red Hat Display"/>
            </a:endParaRPr>
          </a:p>
          <a:p>
            <a:pPr indent="-260350" lvl="0" marL="152400" rtl="0" algn="l">
              <a:spcBef>
                <a:spcPts val="0"/>
              </a:spcBef>
              <a:spcAft>
                <a:spcPts val="0"/>
              </a:spcAft>
              <a:buClr>
                <a:srgbClr val="EE0000"/>
              </a:buClr>
              <a:buSzPts val="1300"/>
              <a:buFont typeface="Red Hat Display"/>
              <a:buChar char="▸"/>
            </a:pPr>
            <a:r>
              <a:rPr b="1" lang="en" sz="1300">
                <a:solidFill>
                  <a:schemeClr val="dk1"/>
                </a:solidFill>
                <a:latin typeface="Red Hat Display"/>
                <a:ea typeface="Red Hat Display"/>
                <a:cs typeface="Red Hat Display"/>
                <a:sym typeface="Red Hat Display"/>
              </a:rPr>
              <a:t>Integrations with fleet management tools</a:t>
            </a:r>
            <a:endParaRPr b="1" sz="1300">
              <a:solidFill>
                <a:schemeClr val="dk1"/>
              </a:solidFill>
              <a:latin typeface="Red Hat Display"/>
              <a:ea typeface="Red Hat Display"/>
              <a:cs typeface="Red Hat Display"/>
              <a:sym typeface="Red Hat Display"/>
            </a:endParaRPr>
          </a:p>
          <a:p>
            <a:pPr indent="-260350" lvl="0" marL="152400" rtl="0" algn="l">
              <a:spcBef>
                <a:spcPts val="0"/>
              </a:spcBef>
              <a:spcAft>
                <a:spcPts val="0"/>
              </a:spcAft>
              <a:buClr>
                <a:srgbClr val="EE0000"/>
              </a:buClr>
              <a:buSzPts val="1300"/>
              <a:buFont typeface="Red Hat Display"/>
              <a:buChar char="▸"/>
            </a:pPr>
            <a:r>
              <a:rPr b="1" lang="en" sz="1300">
                <a:solidFill>
                  <a:schemeClr val="dk1"/>
                </a:solidFill>
                <a:latin typeface="Red Hat Display"/>
                <a:ea typeface="Red Hat Display"/>
                <a:cs typeface="Red Hat Display"/>
                <a:sym typeface="Red Hat Display"/>
              </a:rPr>
              <a:t>Toil reduced through standardization</a:t>
            </a:r>
            <a:endParaRPr b="1" sz="1300">
              <a:solidFill>
                <a:schemeClr val="dk1"/>
              </a:solidFill>
              <a:latin typeface="Red Hat Display"/>
              <a:ea typeface="Red Hat Display"/>
              <a:cs typeface="Red Hat Display"/>
              <a:sym typeface="Red Hat Display"/>
            </a:endParaRPr>
          </a:p>
          <a:p>
            <a:pPr indent="-260350" lvl="0" marL="152400" rtl="0" algn="l">
              <a:spcBef>
                <a:spcPts val="0"/>
              </a:spcBef>
              <a:spcAft>
                <a:spcPts val="0"/>
              </a:spcAft>
              <a:buClr>
                <a:srgbClr val="EE0000"/>
              </a:buClr>
              <a:buSzPts val="1300"/>
              <a:buFont typeface="Red Hat Display"/>
              <a:buChar char="▸"/>
            </a:pPr>
            <a:r>
              <a:rPr lang="en" sz="1300">
                <a:solidFill>
                  <a:schemeClr val="dk1"/>
                </a:solidFill>
                <a:latin typeface="Red Hat Display"/>
                <a:ea typeface="Red Hat Display"/>
                <a:cs typeface="Red Hat Display"/>
                <a:sym typeface="Red Hat Display"/>
              </a:rPr>
              <a:t>Power of Open Source community</a:t>
            </a:r>
            <a:endParaRPr sz="1300">
              <a:solidFill>
                <a:schemeClr val="dk1"/>
              </a:solidFill>
              <a:latin typeface="Red Hat Display"/>
              <a:ea typeface="Red Hat Display"/>
              <a:cs typeface="Red Hat Display"/>
              <a:sym typeface="Red Hat Display"/>
            </a:endParaRPr>
          </a:p>
        </p:txBody>
      </p:sp>
      <p:sp>
        <p:nvSpPr>
          <p:cNvPr id="2396" name="Google Shape;2396;p138"/>
          <p:cNvSpPr txBox="1"/>
          <p:nvPr/>
        </p:nvSpPr>
        <p:spPr>
          <a:xfrm>
            <a:off x="7025267" y="1130167"/>
            <a:ext cx="3326100" cy="1339200"/>
          </a:xfrm>
          <a:prstGeom prst="rect">
            <a:avLst/>
          </a:prstGeom>
          <a:noFill/>
          <a:ln>
            <a:noFill/>
          </a:ln>
        </p:spPr>
        <p:txBody>
          <a:bodyPr anchorCtr="0" anchor="t" bIns="68575" lIns="68575" spcFirstLastPara="1" rIns="68575" wrap="square" tIns="68575">
            <a:spAutoFit/>
          </a:bodyPr>
          <a:lstStyle/>
          <a:p>
            <a:pPr indent="-260350" lvl="0" marL="381000" rtl="0" algn="l">
              <a:spcBef>
                <a:spcPts val="0"/>
              </a:spcBef>
              <a:spcAft>
                <a:spcPts val="0"/>
              </a:spcAft>
              <a:buClr>
                <a:srgbClr val="EE0000"/>
              </a:buClr>
              <a:buSzPts val="1300"/>
              <a:buFont typeface="Red Hat Display"/>
              <a:buChar char="▸"/>
            </a:pPr>
            <a:r>
              <a:rPr b="1" lang="en" sz="1300">
                <a:solidFill>
                  <a:schemeClr val="dk1"/>
                </a:solidFill>
                <a:highlight>
                  <a:schemeClr val="lt1"/>
                </a:highlight>
                <a:latin typeface="Red Hat Display"/>
                <a:ea typeface="Red Hat Display"/>
                <a:cs typeface="Red Hat Display"/>
                <a:sym typeface="Red Hat Display"/>
              </a:rPr>
              <a:t>Streamlined management at scale, across environments</a:t>
            </a:r>
            <a:endParaRPr b="1" sz="1300">
              <a:solidFill>
                <a:schemeClr val="dk1"/>
              </a:solidFill>
              <a:latin typeface="Red Hat Display"/>
              <a:ea typeface="Red Hat Display"/>
              <a:cs typeface="Red Hat Display"/>
              <a:sym typeface="Red Hat Display"/>
            </a:endParaRPr>
          </a:p>
          <a:p>
            <a:pPr indent="-260350" lvl="0" marL="381000" rtl="0" algn="l">
              <a:spcBef>
                <a:spcPts val="0"/>
              </a:spcBef>
              <a:spcAft>
                <a:spcPts val="0"/>
              </a:spcAft>
              <a:buClr>
                <a:srgbClr val="EE0000"/>
              </a:buClr>
              <a:buSzPts val="1300"/>
              <a:buFont typeface="Red Hat Text"/>
              <a:buChar char="▸"/>
            </a:pPr>
            <a:r>
              <a:rPr b="1" lang="en" sz="1300">
                <a:solidFill>
                  <a:schemeClr val="dk1"/>
                </a:solidFill>
                <a:highlight>
                  <a:schemeClr val="lt1"/>
                </a:highlight>
                <a:latin typeface="Red Hat Display"/>
                <a:ea typeface="Red Hat Display"/>
                <a:cs typeface="Red Hat Display"/>
                <a:sym typeface="Red Hat Display"/>
              </a:rPr>
              <a:t>Automated identification and remediation of vulnerabilities</a:t>
            </a:r>
            <a:endParaRPr b="1" sz="1300">
              <a:solidFill>
                <a:schemeClr val="dk1"/>
              </a:solidFill>
              <a:highlight>
                <a:schemeClr val="lt1"/>
              </a:highlight>
              <a:latin typeface="Red Hat Display"/>
              <a:ea typeface="Red Hat Display"/>
              <a:cs typeface="Red Hat Display"/>
              <a:sym typeface="Red Hat Display"/>
            </a:endParaRPr>
          </a:p>
          <a:p>
            <a:pPr indent="-260350" lvl="0" marL="381000" rtl="0" algn="l">
              <a:spcBef>
                <a:spcPts val="0"/>
              </a:spcBef>
              <a:spcAft>
                <a:spcPts val="0"/>
              </a:spcAft>
              <a:buClr>
                <a:srgbClr val="EE0000"/>
              </a:buClr>
              <a:buSzPts val="1300"/>
              <a:buFont typeface="Red Hat Text"/>
              <a:buChar char="▸"/>
            </a:pPr>
            <a:r>
              <a:rPr b="1" lang="en" sz="1300">
                <a:solidFill>
                  <a:schemeClr val="dk1"/>
                </a:solidFill>
                <a:highlight>
                  <a:schemeClr val="lt1"/>
                </a:highlight>
                <a:latin typeface="Red Hat Display"/>
                <a:ea typeface="Red Hat Display"/>
                <a:cs typeface="Red Hat Display"/>
                <a:sym typeface="Red Hat Display"/>
              </a:rPr>
              <a:t>Predictive analytics that turn break-fixes into scheduled actions</a:t>
            </a:r>
            <a:r>
              <a:rPr b="1" lang="en" sz="1300">
                <a:solidFill>
                  <a:schemeClr val="dk1"/>
                </a:solidFill>
                <a:latin typeface="Red Hat Display"/>
                <a:ea typeface="Red Hat Display"/>
                <a:cs typeface="Red Hat Display"/>
                <a:sym typeface="Red Hat Display"/>
              </a:rPr>
              <a:t> </a:t>
            </a:r>
            <a:endParaRPr b="1" sz="1300">
              <a:solidFill>
                <a:schemeClr val="dk1"/>
              </a:solidFill>
              <a:latin typeface="Red Hat Display"/>
              <a:ea typeface="Red Hat Display"/>
              <a:cs typeface="Red Hat Display"/>
              <a:sym typeface="Red Hat Display"/>
            </a:endParaRPr>
          </a:p>
        </p:txBody>
      </p:sp>
      <p:sp>
        <p:nvSpPr>
          <p:cNvPr id="2397" name="Google Shape;2397;p138"/>
          <p:cNvSpPr txBox="1"/>
          <p:nvPr/>
        </p:nvSpPr>
        <p:spPr>
          <a:xfrm>
            <a:off x="10906414" y="2426065"/>
            <a:ext cx="1170300" cy="432000"/>
          </a:xfrm>
          <a:prstGeom prst="rect">
            <a:avLst/>
          </a:prstGeom>
          <a:noFill/>
          <a:ln>
            <a:noFill/>
          </a:ln>
          <a:effectLst>
            <a:outerShdw blurRad="57150" rotWithShape="0" algn="bl" dir="2760000" dist="19050">
              <a:srgbClr val="000000">
                <a:alpha val="21000"/>
              </a:srgbClr>
            </a:outerShdw>
          </a:effectLst>
        </p:spPr>
        <p:txBody>
          <a:bodyPr anchorCtr="0" anchor="t" bIns="122425" lIns="122425" spcFirstLastPara="1" rIns="122425" wrap="square" tIns="122425">
            <a:spAutoFit/>
          </a:bodyPr>
          <a:lstStyle/>
          <a:p>
            <a:pPr indent="0" lvl="0" marL="0" rtl="0" algn="l">
              <a:spcBef>
                <a:spcPts val="0"/>
              </a:spcBef>
              <a:spcAft>
                <a:spcPts val="0"/>
              </a:spcAft>
              <a:buNone/>
            </a:pPr>
            <a:r>
              <a:rPr lang="en" sz="1200">
                <a:solidFill>
                  <a:schemeClr val="lt1"/>
                </a:solidFill>
                <a:latin typeface="Red Hat Text"/>
                <a:ea typeface="Red Hat Text"/>
                <a:cs typeface="Red Hat Text"/>
                <a:sym typeface="Red Hat Text"/>
              </a:rPr>
              <a:t>Productivity </a:t>
            </a:r>
            <a:endParaRPr sz="1200">
              <a:solidFill>
                <a:schemeClr val="lt1"/>
              </a:solidFill>
              <a:latin typeface="Red Hat Text"/>
              <a:ea typeface="Red Hat Text"/>
              <a:cs typeface="Red Hat Text"/>
              <a:sym typeface="Red Hat Text"/>
            </a:endParaRPr>
          </a:p>
        </p:txBody>
      </p:sp>
      <p:sp>
        <p:nvSpPr>
          <p:cNvPr id="2398" name="Google Shape;2398;p138"/>
          <p:cNvSpPr txBox="1"/>
          <p:nvPr/>
        </p:nvSpPr>
        <p:spPr>
          <a:xfrm>
            <a:off x="7044611" y="4828800"/>
            <a:ext cx="3326100" cy="1739400"/>
          </a:xfrm>
          <a:prstGeom prst="rect">
            <a:avLst/>
          </a:prstGeom>
          <a:noFill/>
          <a:ln>
            <a:noFill/>
          </a:ln>
        </p:spPr>
        <p:txBody>
          <a:bodyPr anchorCtr="0" anchor="t" bIns="68575" lIns="68575" spcFirstLastPara="1" rIns="68575" wrap="square" tIns="68575">
            <a:spAutoFit/>
          </a:bodyPr>
          <a:lstStyle/>
          <a:p>
            <a:pPr indent="-260350" lvl="0" marL="342900" rtl="0" algn="l">
              <a:spcBef>
                <a:spcPts val="0"/>
              </a:spcBef>
              <a:spcAft>
                <a:spcPts val="0"/>
              </a:spcAft>
              <a:buClr>
                <a:srgbClr val="EE0000"/>
              </a:buClr>
              <a:buSzPts val="1300"/>
              <a:buFont typeface="Red Hat Display"/>
              <a:buChar char="▸"/>
            </a:pPr>
            <a:r>
              <a:rPr b="1" lang="en" sz="1300">
                <a:solidFill>
                  <a:schemeClr val="dk1"/>
                </a:solidFill>
                <a:highlight>
                  <a:schemeClr val="lt1"/>
                </a:highlight>
                <a:latin typeface="Red Hat Display"/>
                <a:ea typeface="Red Hat Display"/>
                <a:cs typeface="Red Hat Display"/>
                <a:sym typeface="Red Hat Display"/>
              </a:rPr>
              <a:t>Secure software supply chain</a:t>
            </a:r>
            <a:endParaRPr b="1" sz="1300">
              <a:solidFill>
                <a:schemeClr val="dk1"/>
              </a:solidFill>
              <a:highlight>
                <a:schemeClr val="lt1"/>
              </a:highlight>
              <a:latin typeface="Red Hat Display"/>
              <a:ea typeface="Red Hat Display"/>
              <a:cs typeface="Red Hat Display"/>
              <a:sym typeface="Red Hat Display"/>
            </a:endParaRPr>
          </a:p>
          <a:p>
            <a:pPr indent="-260350" lvl="0" marL="342900" rtl="0" algn="l">
              <a:spcBef>
                <a:spcPts val="0"/>
              </a:spcBef>
              <a:spcAft>
                <a:spcPts val="0"/>
              </a:spcAft>
              <a:buClr>
                <a:srgbClr val="EE0000"/>
              </a:buClr>
              <a:buSzPts val="1300"/>
              <a:buFont typeface="Red Hat Display"/>
              <a:buChar char="▸"/>
            </a:pPr>
            <a:r>
              <a:rPr b="1" lang="en" sz="1300">
                <a:solidFill>
                  <a:schemeClr val="dk1"/>
                </a:solidFill>
                <a:highlight>
                  <a:schemeClr val="lt1"/>
                </a:highlight>
                <a:latin typeface="Red Hat Display"/>
                <a:ea typeface="Red Hat Display"/>
                <a:cs typeface="Red Hat Display"/>
                <a:sym typeface="Red Hat Display"/>
              </a:rPr>
              <a:t>Automated detection of config  drift</a:t>
            </a:r>
            <a:endParaRPr b="1" sz="1300">
              <a:solidFill>
                <a:schemeClr val="dk1"/>
              </a:solidFill>
              <a:highlight>
                <a:schemeClr val="lt1"/>
              </a:highlight>
              <a:latin typeface="Red Hat Display"/>
              <a:ea typeface="Red Hat Display"/>
              <a:cs typeface="Red Hat Display"/>
              <a:sym typeface="Red Hat Display"/>
            </a:endParaRPr>
          </a:p>
          <a:p>
            <a:pPr indent="-260350" lvl="0" marL="342900" rtl="0" algn="l">
              <a:spcBef>
                <a:spcPts val="0"/>
              </a:spcBef>
              <a:spcAft>
                <a:spcPts val="0"/>
              </a:spcAft>
              <a:buClr>
                <a:srgbClr val="F01716"/>
              </a:buClr>
              <a:buSzPts val="1300"/>
              <a:buFont typeface="Red Hat Display"/>
              <a:buChar char="▸"/>
            </a:pPr>
            <a:r>
              <a:rPr b="1" lang="en" sz="1300">
                <a:solidFill>
                  <a:schemeClr val="dk1"/>
                </a:solidFill>
                <a:highlight>
                  <a:schemeClr val="lt1"/>
                </a:highlight>
                <a:latin typeface="Red Hat Display"/>
                <a:ea typeface="Red Hat Display"/>
                <a:cs typeface="Red Hat Display"/>
                <a:sym typeface="Red Hat Display"/>
              </a:rPr>
              <a:t>Faster tracking of system patch status</a:t>
            </a:r>
            <a:endParaRPr b="1" sz="1300">
              <a:solidFill>
                <a:schemeClr val="dk1"/>
              </a:solidFill>
              <a:highlight>
                <a:schemeClr val="lt1"/>
              </a:highlight>
              <a:latin typeface="Red Hat Display"/>
              <a:ea typeface="Red Hat Display"/>
              <a:cs typeface="Red Hat Display"/>
              <a:sym typeface="Red Hat Display"/>
            </a:endParaRPr>
          </a:p>
          <a:p>
            <a:pPr indent="-260350" lvl="0" marL="342900" rtl="0" algn="l">
              <a:spcBef>
                <a:spcPts val="0"/>
              </a:spcBef>
              <a:spcAft>
                <a:spcPts val="0"/>
              </a:spcAft>
              <a:buClr>
                <a:srgbClr val="EE0000"/>
              </a:buClr>
              <a:buSzPts val="1300"/>
              <a:buFont typeface="Red Hat Display"/>
              <a:buChar char="▸"/>
            </a:pPr>
            <a:r>
              <a:rPr lang="en" sz="1300">
                <a:solidFill>
                  <a:schemeClr val="dk1"/>
                </a:solidFill>
                <a:highlight>
                  <a:schemeClr val="lt1"/>
                </a:highlight>
                <a:latin typeface="Red Hat Display"/>
                <a:ea typeface="Red Hat Display"/>
                <a:cs typeface="Red Hat Display"/>
                <a:sym typeface="Red Hat Display"/>
              </a:rPr>
              <a:t>Gov and public sector certifications</a:t>
            </a:r>
            <a:endParaRPr sz="1300">
              <a:solidFill>
                <a:schemeClr val="dk1"/>
              </a:solidFill>
              <a:highlight>
                <a:schemeClr val="lt1"/>
              </a:highlight>
              <a:latin typeface="Red Hat Display"/>
              <a:ea typeface="Red Hat Display"/>
              <a:cs typeface="Red Hat Display"/>
              <a:sym typeface="Red Hat Display"/>
            </a:endParaRPr>
          </a:p>
          <a:p>
            <a:pPr indent="-260350" lvl="0" marL="342900" rtl="0" algn="l">
              <a:spcBef>
                <a:spcPts val="0"/>
              </a:spcBef>
              <a:spcAft>
                <a:spcPts val="0"/>
              </a:spcAft>
              <a:buClr>
                <a:srgbClr val="EE0000"/>
              </a:buClr>
              <a:buSzPts val="1300"/>
              <a:buFont typeface="Red Hat Display"/>
              <a:buChar char="▸"/>
            </a:pPr>
            <a:r>
              <a:rPr b="1" lang="en" sz="1300">
                <a:solidFill>
                  <a:schemeClr val="dk1"/>
                </a:solidFill>
                <a:highlight>
                  <a:schemeClr val="lt1"/>
                </a:highlight>
                <a:latin typeface="Red Hat Display"/>
                <a:ea typeface="Red Hat Display"/>
                <a:cs typeface="Red Hat Display"/>
                <a:sym typeface="Red Hat Display"/>
              </a:rPr>
              <a:t>Audit reports generation</a:t>
            </a:r>
            <a:endParaRPr b="1" sz="1300">
              <a:solidFill>
                <a:schemeClr val="dk1"/>
              </a:solidFill>
              <a:highlight>
                <a:schemeClr val="lt1"/>
              </a:highlight>
              <a:latin typeface="Red Hat Display"/>
              <a:ea typeface="Red Hat Display"/>
              <a:cs typeface="Red Hat Display"/>
              <a:sym typeface="Red Hat Display"/>
            </a:endParaRPr>
          </a:p>
          <a:p>
            <a:pPr indent="0" lvl="0" marL="0" rtl="0" algn="l">
              <a:spcBef>
                <a:spcPts val="0"/>
              </a:spcBef>
              <a:spcAft>
                <a:spcPts val="0"/>
              </a:spcAft>
              <a:buNone/>
            </a:pPr>
            <a:r>
              <a:t/>
            </a:r>
            <a:endParaRPr sz="1300">
              <a:solidFill>
                <a:schemeClr val="dk1"/>
              </a:solidFill>
              <a:highlight>
                <a:schemeClr val="lt1"/>
              </a:highlight>
              <a:latin typeface="Red Hat Display"/>
              <a:ea typeface="Red Hat Display"/>
              <a:cs typeface="Red Hat Display"/>
              <a:sym typeface="Red Hat Display"/>
            </a:endParaRPr>
          </a:p>
        </p:txBody>
      </p:sp>
      <p:sp>
        <p:nvSpPr>
          <p:cNvPr id="2399" name="Google Shape;2399;p138"/>
          <p:cNvSpPr/>
          <p:nvPr/>
        </p:nvSpPr>
        <p:spPr>
          <a:xfrm flipH="1">
            <a:off x="378092" y="4144338"/>
            <a:ext cx="390300" cy="797700"/>
          </a:xfrm>
          <a:prstGeom prst="upArrow">
            <a:avLst>
              <a:gd fmla="val 50000" name="adj1"/>
              <a:gd fmla="val 50000" name="adj2"/>
            </a:avLst>
          </a:prstGeom>
          <a:solidFill>
            <a:srgbClr val="AEDCDD"/>
          </a:solidFill>
          <a:ln>
            <a:noFill/>
          </a:ln>
        </p:spPr>
        <p:txBody>
          <a:bodyPr anchorCtr="0" anchor="ctr" bIns="91825" lIns="91825" spcFirstLastPara="1" rIns="91825" wrap="square" tIns="91825">
            <a:noAutofit/>
          </a:bodyPr>
          <a:lstStyle/>
          <a:p>
            <a:pPr indent="0" lvl="0" marL="0" rtl="0" algn="l">
              <a:spcBef>
                <a:spcPts val="0"/>
              </a:spcBef>
              <a:spcAft>
                <a:spcPts val="0"/>
              </a:spcAft>
              <a:buNone/>
            </a:pPr>
            <a:r>
              <a:t/>
            </a:r>
            <a:endParaRPr sz="2000"/>
          </a:p>
        </p:txBody>
      </p:sp>
      <p:sp>
        <p:nvSpPr>
          <p:cNvPr id="2400" name="Google Shape;2400;p138"/>
          <p:cNvSpPr txBox="1"/>
          <p:nvPr/>
        </p:nvSpPr>
        <p:spPr>
          <a:xfrm>
            <a:off x="628800" y="4144333"/>
            <a:ext cx="1170300" cy="1725000"/>
          </a:xfrm>
          <a:prstGeom prst="rect">
            <a:avLst/>
          </a:prstGeom>
          <a:noFill/>
          <a:ln>
            <a:noFill/>
          </a:ln>
        </p:spPr>
        <p:txBody>
          <a:bodyPr anchorCtr="0" anchor="t" bIns="122425" lIns="122425" spcFirstLastPara="1" rIns="122425" wrap="square" tIns="122425">
            <a:spAutoFit/>
          </a:bodyPr>
          <a:lstStyle/>
          <a:p>
            <a:pPr indent="0" lvl="0" marL="139700" rtl="0" algn="l">
              <a:spcBef>
                <a:spcPts val="0"/>
              </a:spcBef>
              <a:spcAft>
                <a:spcPts val="0"/>
              </a:spcAft>
              <a:buNone/>
            </a:pPr>
            <a:r>
              <a:rPr lang="en" sz="1200">
                <a:solidFill>
                  <a:schemeClr val="lt1"/>
                </a:solidFill>
                <a:latin typeface="Red Hat Text"/>
                <a:ea typeface="Red Hat Text"/>
                <a:cs typeface="Red Hat Text"/>
                <a:sym typeface="Red Hat Text"/>
              </a:rPr>
              <a:t>Innovation</a:t>
            </a:r>
            <a:endParaRPr sz="1200">
              <a:solidFill>
                <a:schemeClr val="lt1"/>
              </a:solidFill>
              <a:latin typeface="Red Hat Text"/>
              <a:ea typeface="Red Hat Text"/>
              <a:cs typeface="Red Hat Text"/>
              <a:sym typeface="Red Hat Text"/>
            </a:endParaRPr>
          </a:p>
          <a:p>
            <a:pPr indent="0" lvl="0" marL="139700" rtl="0" algn="l">
              <a:spcBef>
                <a:spcPts val="0"/>
              </a:spcBef>
              <a:spcAft>
                <a:spcPts val="0"/>
              </a:spcAft>
              <a:buNone/>
            </a:pPr>
            <a:r>
              <a:t/>
            </a:r>
            <a:endParaRPr sz="1200">
              <a:solidFill>
                <a:schemeClr val="lt1"/>
              </a:solidFill>
              <a:latin typeface="Red Hat Text"/>
              <a:ea typeface="Red Hat Text"/>
              <a:cs typeface="Red Hat Text"/>
              <a:sym typeface="Red Hat Text"/>
            </a:endParaRPr>
          </a:p>
          <a:p>
            <a:pPr indent="0" lvl="0" marL="139700" rtl="0" algn="l">
              <a:spcBef>
                <a:spcPts val="0"/>
              </a:spcBef>
              <a:spcAft>
                <a:spcPts val="0"/>
              </a:spcAft>
              <a:buNone/>
            </a:pPr>
            <a:r>
              <a:t/>
            </a:r>
            <a:endParaRPr sz="1200">
              <a:solidFill>
                <a:schemeClr val="lt1"/>
              </a:solidFill>
              <a:latin typeface="Red Hat Text"/>
              <a:ea typeface="Red Hat Text"/>
              <a:cs typeface="Red Hat Text"/>
              <a:sym typeface="Red Hat Text"/>
            </a:endParaRPr>
          </a:p>
          <a:p>
            <a:pPr indent="0" lvl="0" marL="139700" rtl="0" algn="l">
              <a:spcBef>
                <a:spcPts val="0"/>
              </a:spcBef>
              <a:spcAft>
                <a:spcPts val="0"/>
              </a:spcAft>
              <a:buNone/>
            </a:pPr>
            <a:r>
              <a:t/>
            </a:r>
            <a:endParaRPr sz="1200">
              <a:solidFill>
                <a:schemeClr val="lt1"/>
              </a:solidFill>
              <a:latin typeface="Red Hat Text"/>
              <a:ea typeface="Red Hat Text"/>
              <a:cs typeface="Red Hat Text"/>
              <a:sym typeface="Red Hat Text"/>
            </a:endParaRPr>
          </a:p>
          <a:p>
            <a:pPr indent="0" lvl="0" marL="139700" rtl="0" algn="l">
              <a:spcBef>
                <a:spcPts val="0"/>
              </a:spcBef>
              <a:spcAft>
                <a:spcPts val="0"/>
              </a:spcAft>
              <a:buNone/>
            </a:pPr>
            <a:r>
              <a:t/>
            </a:r>
            <a:endParaRPr sz="1200">
              <a:solidFill>
                <a:schemeClr val="lt1"/>
              </a:solidFill>
              <a:latin typeface="Red Hat Text"/>
              <a:ea typeface="Red Hat Text"/>
              <a:cs typeface="Red Hat Text"/>
              <a:sym typeface="Red Hat Text"/>
            </a:endParaRPr>
          </a:p>
          <a:p>
            <a:pPr indent="0" lvl="0" marL="139700" rtl="0" algn="l">
              <a:spcBef>
                <a:spcPts val="0"/>
              </a:spcBef>
              <a:spcAft>
                <a:spcPts val="0"/>
              </a:spcAft>
              <a:buNone/>
            </a:pPr>
            <a:r>
              <a:rPr lang="en" sz="1200">
                <a:solidFill>
                  <a:schemeClr val="lt1"/>
                </a:solidFill>
                <a:latin typeface="Red Hat Text"/>
                <a:ea typeface="Red Hat Text"/>
                <a:cs typeface="Red Hat Text"/>
                <a:sym typeface="Red Hat Text"/>
              </a:rPr>
              <a:t>Turnover</a:t>
            </a:r>
            <a:endParaRPr sz="1200">
              <a:solidFill>
                <a:schemeClr val="lt1"/>
              </a:solidFill>
              <a:latin typeface="Red Hat Text"/>
              <a:ea typeface="Red Hat Text"/>
              <a:cs typeface="Red Hat Text"/>
              <a:sym typeface="Red Hat Text"/>
            </a:endParaRPr>
          </a:p>
          <a:p>
            <a:pPr indent="0" lvl="0" marL="0" rtl="0" algn="l">
              <a:spcBef>
                <a:spcPts val="0"/>
              </a:spcBef>
              <a:spcAft>
                <a:spcPts val="0"/>
              </a:spcAft>
              <a:buNone/>
            </a:pPr>
            <a:r>
              <a:rPr lang="en" sz="1200">
                <a:solidFill>
                  <a:schemeClr val="lt1"/>
                </a:solidFill>
                <a:latin typeface="Red Hat Text"/>
                <a:ea typeface="Red Hat Text"/>
                <a:cs typeface="Red Hat Text"/>
                <a:sym typeface="Red Hat Text"/>
              </a:rPr>
              <a:t>    Burn-out</a:t>
            </a:r>
            <a:endParaRPr sz="1200">
              <a:solidFill>
                <a:schemeClr val="lt1"/>
              </a:solidFill>
              <a:latin typeface="Red Hat Text"/>
              <a:ea typeface="Red Hat Text"/>
              <a:cs typeface="Red Hat Text"/>
              <a:sym typeface="Red Hat Text"/>
            </a:endParaRPr>
          </a:p>
          <a:p>
            <a:pPr indent="0" lvl="0" marL="139700" rtl="0" algn="l">
              <a:spcBef>
                <a:spcPts val="0"/>
              </a:spcBef>
              <a:spcAft>
                <a:spcPts val="0"/>
              </a:spcAft>
              <a:buNone/>
            </a:pPr>
            <a:r>
              <a:t/>
            </a:r>
            <a:endParaRPr sz="1200">
              <a:solidFill>
                <a:schemeClr val="lt1"/>
              </a:solidFill>
              <a:latin typeface="Red Hat Text"/>
              <a:ea typeface="Red Hat Text"/>
              <a:cs typeface="Red Hat Text"/>
              <a:sym typeface="Red Hat Text"/>
            </a:endParaRPr>
          </a:p>
        </p:txBody>
      </p:sp>
      <p:sp>
        <p:nvSpPr>
          <p:cNvPr id="2401" name="Google Shape;2401;p138"/>
          <p:cNvSpPr/>
          <p:nvPr/>
        </p:nvSpPr>
        <p:spPr>
          <a:xfrm rot="10800000">
            <a:off x="378102" y="5157202"/>
            <a:ext cx="390300" cy="553200"/>
          </a:xfrm>
          <a:prstGeom prst="upArrow">
            <a:avLst>
              <a:gd fmla="val 50000" name="adj1"/>
              <a:gd fmla="val 50000" name="adj2"/>
            </a:avLst>
          </a:prstGeom>
          <a:solidFill>
            <a:srgbClr val="AEDCDD"/>
          </a:solidFill>
          <a:ln>
            <a:noFill/>
          </a:ln>
        </p:spPr>
        <p:txBody>
          <a:bodyPr anchorCtr="0" anchor="ctr" bIns="91825" lIns="91825" spcFirstLastPara="1" rIns="91825" wrap="square" tIns="91825">
            <a:noAutofit/>
          </a:bodyPr>
          <a:lstStyle/>
          <a:p>
            <a:pPr indent="0" lvl="0" marL="0" rtl="0" algn="l">
              <a:spcBef>
                <a:spcPts val="0"/>
              </a:spcBef>
              <a:spcAft>
                <a:spcPts val="0"/>
              </a:spcAft>
              <a:buNone/>
            </a:pPr>
            <a:r>
              <a:t/>
            </a:r>
            <a:endParaRPr sz="2000"/>
          </a:p>
        </p:txBody>
      </p:sp>
      <p:sp>
        <p:nvSpPr>
          <p:cNvPr id="2402" name="Google Shape;2402;p138"/>
          <p:cNvSpPr txBox="1"/>
          <p:nvPr/>
        </p:nvSpPr>
        <p:spPr>
          <a:xfrm>
            <a:off x="628800" y="6613475"/>
            <a:ext cx="7369500" cy="3849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lang="en" sz="900"/>
              <a:t>*includes Insights</a:t>
            </a:r>
            <a:endParaRPr sz="900"/>
          </a:p>
        </p:txBody>
      </p:sp>
      <p:sp>
        <p:nvSpPr>
          <p:cNvPr id="2403" name="Google Shape;2403;p138"/>
          <p:cNvSpPr txBox="1"/>
          <p:nvPr/>
        </p:nvSpPr>
        <p:spPr>
          <a:xfrm>
            <a:off x="548626" y="135475"/>
            <a:ext cx="10480500" cy="815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lang="en" sz="2800">
                <a:latin typeface="Red Hat Display ExtraBold"/>
                <a:ea typeface="Red Hat Display ExtraBold"/>
                <a:cs typeface="Red Hat Display ExtraBold"/>
                <a:sym typeface="Red Hat Display ExtraBold"/>
              </a:rPr>
              <a:t>The Business Value of RHEL Standardization</a:t>
            </a:r>
            <a:endParaRPr sz="2800">
              <a:solidFill>
                <a:srgbClr val="000000"/>
              </a:solidFill>
              <a:latin typeface="Red Hat Display ExtraBold"/>
              <a:ea typeface="Red Hat Display ExtraBold"/>
              <a:cs typeface="Red Hat Display ExtraBold"/>
              <a:sym typeface="Red Hat Display ExtraBold"/>
            </a:endParaRPr>
          </a:p>
          <a:p>
            <a:pPr indent="0" lvl="0" marL="0" rtl="0" algn="l">
              <a:spcBef>
                <a:spcPts val="0"/>
              </a:spcBef>
              <a:spcAft>
                <a:spcPts val="0"/>
              </a:spcAft>
              <a:buClr>
                <a:srgbClr val="000000"/>
              </a:buClr>
              <a:buSzPts val="2800"/>
              <a:buFont typeface="Arial"/>
              <a:buNone/>
            </a:pPr>
            <a:r>
              <a:rPr lang="en" sz="1900">
                <a:solidFill>
                  <a:srgbClr val="EE0000"/>
                </a:solidFill>
                <a:latin typeface="Red Hat Display"/>
                <a:ea typeface="Red Hat Display"/>
                <a:cs typeface="Red Hat Display"/>
                <a:sym typeface="Red Hat Display"/>
              </a:rPr>
              <a:t>Articulating the Value of Automation + RHEL SOEs </a:t>
            </a:r>
            <a:endParaRPr sz="1900">
              <a:solidFill>
                <a:srgbClr val="EE0000"/>
              </a:solidFill>
              <a:latin typeface="Red Hat Display ExtraBold"/>
              <a:ea typeface="Red Hat Display ExtraBold"/>
              <a:cs typeface="Red Hat Display ExtraBold"/>
              <a:sym typeface="Red Hat Display ExtraBold"/>
            </a:endParaRPr>
          </a:p>
        </p:txBody>
      </p:sp>
      <p:sp>
        <p:nvSpPr>
          <p:cNvPr id="2404" name="Google Shape;2404;p13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9" name="Shape 2409"/>
        <p:cNvGrpSpPr/>
        <p:nvPr/>
      </p:nvGrpSpPr>
      <p:grpSpPr>
        <a:xfrm>
          <a:off x="0" y="0"/>
          <a:ext cx="0" cy="0"/>
          <a:chOff x="0" y="0"/>
          <a:chExt cx="0" cy="0"/>
        </a:xfrm>
      </p:grpSpPr>
      <p:sp>
        <p:nvSpPr>
          <p:cNvPr id="2410" name="Google Shape;2410;p139"/>
          <p:cNvSpPr txBox="1"/>
          <p:nvPr/>
        </p:nvSpPr>
        <p:spPr>
          <a:xfrm>
            <a:off x="1102200" y="484430"/>
            <a:ext cx="9987600" cy="875700"/>
          </a:xfrm>
          <a:prstGeom prst="rect">
            <a:avLst/>
          </a:prstGeom>
          <a:noFill/>
          <a:ln>
            <a:noFill/>
          </a:ln>
        </p:spPr>
        <p:txBody>
          <a:bodyPr anchorCtr="0" anchor="ctr" bIns="121900" lIns="121900" spcFirstLastPara="1" rIns="121900" wrap="square" tIns="121900">
            <a:noAutofit/>
          </a:bodyPr>
          <a:lstStyle/>
          <a:p>
            <a:pPr indent="0" lvl="0" marL="0" rtl="0" algn="ctr">
              <a:lnSpc>
                <a:spcPct val="115000"/>
              </a:lnSpc>
              <a:spcBef>
                <a:spcPts val="0"/>
              </a:spcBef>
              <a:spcAft>
                <a:spcPts val="0"/>
              </a:spcAft>
              <a:buNone/>
            </a:pPr>
            <a:r>
              <a:rPr lang="en" sz="1900">
                <a:solidFill>
                  <a:schemeClr val="accent1"/>
                </a:solidFill>
                <a:latin typeface="Red Hat Text"/>
                <a:ea typeface="Red Hat Text"/>
                <a:cs typeface="Red Hat Text"/>
                <a:sym typeface="Red Hat Text"/>
              </a:rPr>
              <a:t>Continuous Delivery Lifecycle</a:t>
            </a:r>
            <a:endParaRPr sz="1900">
              <a:solidFill>
                <a:schemeClr val="accent1"/>
              </a:solidFill>
              <a:latin typeface="Red Hat Text"/>
              <a:ea typeface="Red Hat Text"/>
              <a:cs typeface="Red Hat Text"/>
              <a:sym typeface="Red Hat Text"/>
            </a:endParaRPr>
          </a:p>
        </p:txBody>
      </p:sp>
      <p:sp>
        <p:nvSpPr>
          <p:cNvPr id="2411" name="Google Shape;2411;p139"/>
          <p:cNvSpPr txBox="1"/>
          <p:nvPr>
            <p:ph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lnSpc>
                <a:spcPct val="115000"/>
              </a:lnSpc>
              <a:spcBef>
                <a:spcPts val="0"/>
              </a:spcBef>
              <a:spcAft>
                <a:spcPts val="0"/>
              </a:spcAft>
              <a:buClr>
                <a:schemeClr val="dk1"/>
              </a:buClr>
              <a:buSzPts val="1500"/>
              <a:buFont typeface="Arial"/>
              <a:buNone/>
            </a:pPr>
            <a:r>
              <a:rPr lang="en" sz="2700">
                <a:solidFill>
                  <a:schemeClr val="accent1"/>
                </a:solidFill>
                <a:latin typeface="Red Hat Text Medium"/>
                <a:ea typeface="Red Hat Text Medium"/>
                <a:cs typeface="Red Hat Text Medium"/>
                <a:sym typeface="Red Hat Text Medium"/>
              </a:rPr>
              <a:t>Platform Is Frictionless</a:t>
            </a:r>
            <a:endParaRPr sz="2700">
              <a:solidFill>
                <a:schemeClr val="accent1"/>
              </a:solidFill>
              <a:latin typeface="Red Hat Text Medium"/>
              <a:ea typeface="Red Hat Text Medium"/>
              <a:cs typeface="Red Hat Text Medium"/>
              <a:sym typeface="Red Hat Text Medium"/>
            </a:endParaRPr>
          </a:p>
        </p:txBody>
      </p:sp>
      <p:sp>
        <p:nvSpPr>
          <p:cNvPr id="2412" name="Google Shape;2412;p139"/>
          <p:cNvSpPr/>
          <p:nvPr/>
        </p:nvSpPr>
        <p:spPr>
          <a:xfrm>
            <a:off x="2616474" y="4405125"/>
            <a:ext cx="1196100" cy="579300"/>
          </a:xfrm>
          <a:prstGeom prst="rect">
            <a:avLst/>
          </a:prstGeom>
          <a:solidFill>
            <a:srgbClr val="FFFFFF"/>
          </a:solidFill>
          <a:ln cap="flat" cmpd="sng" w="19050">
            <a:solidFill>
              <a:srgbClr val="595959"/>
            </a:solidFill>
            <a:prstDash val="dash"/>
            <a:bevel/>
            <a:headEnd len="sm" w="sm" type="none"/>
            <a:tailEnd len="sm" w="sm" type="none"/>
          </a:ln>
        </p:spPr>
        <p:txBody>
          <a:bodyPr anchorCtr="0" anchor="ctr" bIns="60925" lIns="121900" spcFirstLastPara="1" rIns="121900" wrap="square" tIns="60925">
            <a:noAutofit/>
          </a:bodyPr>
          <a:lstStyle/>
          <a:p>
            <a:pPr indent="0" lvl="0" marL="0" rtl="0" algn="ctr">
              <a:spcBef>
                <a:spcPts val="0"/>
              </a:spcBef>
              <a:spcAft>
                <a:spcPts val="0"/>
              </a:spcAft>
              <a:buClr>
                <a:schemeClr val="dk1"/>
              </a:buClr>
              <a:buFont typeface="Arial"/>
              <a:buNone/>
            </a:pPr>
            <a:r>
              <a:rPr lang="en" sz="1100">
                <a:solidFill>
                  <a:schemeClr val="dk1"/>
                </a:solidFill>
                <a:latin typeface="Red Hat Text"/>
                <a:ea typeface="Red Hat Text"/>
                <a:cs typeface="Red Hat Text"/>
                <a:sym typeface="Red Hat Text"/>
              </a:rPr>
              <a:t>EVERYTHING</a:t>
            </a:r>
            <a:r>
              <a:rPr lang="en" sz="900">
                <a:solidFill>
                  <a:schemeClr val="dk1"/>
                </a:solidFill>
                <a:latin typeface="Red Hat Text"/>
                <a:ea typeface="Red Hat Text"/>
                <a:cs typeface="Red Hat Text"/>
                <a:sym typeface="Red Hat Text"/>
              </a:rPr>
              <a:t> as </a:t>
            </a:r>
            <a:r>
              <a:rPr lang="en" sz="1100">
                <a:solidFill>
                  <a:schemeClr val="dk1"/>
                </a:solidFill>
                <a:latin typeface="Red Hat Text"/>
                <a:ea typeface="Red Hat Text"/>
                <a:cs typeface="Red Hat Text"/>
                <a:sym typeface="Red Hat Text"/>
              </a:rPr>
              <a:t>CODE</a:t>
            </a:r>
            <a:endParaRPr i="0" sz="1300" u="none" cap="none" strike="noStrike">
              <a:solidFill>
                <a:srgbClr val="000000"/>
              </a:solidFill>
              <a:latin typeface="Red Hat Text"/>
              <a:ea typeface="Red Hat Text"/>
              <a:cs typeface="Red Hat Text"/>
              <a:sym typeface="Red Hat Text"/>
            </a:endParaRPr>
          </a:p>
        </p:txBody>
      </p:sp>
      <p:sp>
        <p:nvSpPr>
          <p:cNvPr id="2413" name="Google Shape;2413;p139"/>
          <p:cNvSpPr/>
          <p:nvPr/>
        </p:nvSpPr>
        <p:spPr>
          <a:xfrm>
            <a:off x="3989129" y="4405175"/>
            <a:ext cx="1196100" cy="579300"/>
          </a:xfrm>
          <a:prstGeom prst="rect">
            <a:avLst/>
          </a:prstGeom>
          <a:solidFill>
            <a:srgbClr val="FFFFFF"/>
          </a:solidFill>
          <a:ln cap="flat" cmpd="sng" w="19050">
            <a:solidFill>
              <a:srgbClr val="595959"/>
            </a:solidFill>
            <a:prstDash val="dash"/>
            <a:bevel/>
            <a:headEnd len="sm" w="sm" type="none"/>
            <a:tailEnd len="sm" w="sm" type="none"/>
          </a:ln>
        </p:spPr>
        <p:txBody>
          <a:bodyPr anchorCtr="0" anchor="ctr" bIns="60925" lIns="121900" spcFirstLastPara="1" rIns="121900" wrap="square" tIns="60925">
            <a:noAutofit/>
          </a:bodyPr>
          <a:lstStyle/>
          <a:p>
            <a:pPr indent="0" lvl="0" marL="0" rtl="0" algn="ctr">
              <a:spcBef>
                <a:spcPts val="0"/>
              </a:spcBef>
              <a:spcAft>
                <a:spcPts val="0"/>
              </a:spcAft>
              <a:buClr>
                <a:schemeClr val="dk1"/>
              </a:buClr>
              <a:buFont typeface="Arial"/>
              <a:buNone/>
            </a:pPr>
            <a:r>
              <a:rPr lang="en" sz="1100">
                <a:solidFill>
                  <a:schemeClr val="dk1"/>
                </a:solidFill>
                <a:latin typeface="Red Hat Text"/>
                <a:ea typeface="Red Hat Text"/>
                <a:cs typeface="Red Hat Text"/>
                <a:sym typeface="Red Hat Text"/>
              </a:rPr>
              <a:t>AUTOMATION</a:t>
            </a:r>
            <a:endParaRPr sz="3600">
              <a:latin typeface="Red Hat Text"/>
              <a:ea typeface="Red Hat Text"/>
              <a:cs typeface="Red Hat Text"/>
              <a:sym typeface="Red Hat Text"/>
            </a:endParaRPr>
          </a:p>
        </p:txBody>
      </p:sp>
      <p:sp>
        <p:nvSpPr>
          <p:cNvPr id="2414" name="Google Shape;2414;p139"/>
          <p:cNvSpPr/>
          <p:nvPr/>
        </p:nvSpPr>
        <p:spPr>
          <a:xfrm>
            <a:off x="5361784" y="4405175"/>
            <a:ext cx="1196100" cy="579300"/>
          </a:xfrm>
          <a:prstGeom prst="rect">
            <a:avLst/>
          </a:prstGeom>
          <a:solidFill>
            <a:srgbClr val="FFFFFF"/>
          </a:solidFill>
          <a:ln cap="flat" cmpd="sng" w="19050">
            <a:solidFill>
              <a:srgbClr val="595959"/>
            </a:solidFill>
            <a:prstDash val="dash"/>
            <a:bevel/>
            <a:headEnd len="sm" w="sm" type="none"/>
            <a:tailEnd len="sm" w="sm" type="none"/>
          </a:ln>
        </p:spPr>
        <p:txBody>
          <a:bodyPr anchorCtr="0" anchor="ctr" bIns="60925" lIns="121900" spcFirstLastPara="1" rIns="121900" wrap="square" tIns="60925">
            <a:noAutofit/>
          </a:bodyPr>
          <a:lstStyle/>
          <a:p>
            <a:pPr indent="0" lvl="0" marL="0" rtl="0" algn="ctr">
              <a:spcBef>
                <a:spcPts val="0"/>
              </a:spcBef>
              <a:spcAft>
                <a:spcPts val="0"/>
              </a:spcAft>
              <a:buClr>
                <a:schemeClr val="dk1"/>
              </a:buClr>
              <a:buFont typeface="Arial"/>
              <a:buNone/>
            </a:pPr>
            <a:r>
              <a:rPr lang="en" sz="1100">
                <a:solidFill>
                  <a:schemeClr val="dk1"/>
                </a:solidFill>
                <a:latin typeface="Red Hat Text"/>
                <a:ea typeface="Red Hat Text"/>
                <a:cs typeface="Red Hat Text"/>
                <a:sym typeface="Red Hat Text"/>
              </a:rPr>
              <a:t>CONTINUOUS</a:t>
            </a:r>
            <a:endParaRPr sz="1100">
              <a:solidFill>
                <a:schemeClr val="dk1"/>
              </a:solidFill>
              <a:latin typeface="Red Hat Text"/>
              <a:ea typeface="Red Hat Text"/>
              <a:cs typeface="Red Hat Text"/>
              <a:sym typeface="Red Hat Text"/>
            </a:endParaRPr>
          </a:p>
          <a:p>
            <a:pPr indent="0" lvl="0" marL="0" rtl="0" algn="ctr">
              <a:spcBef>
                <a:spcPts val="0"/>
              </a:spcBef>
              <a:spcAft>
                <a:spcPts val="0"/>
              </a:spcAft>
              <a:buClr>
                <a:schemeClr val="dk1"/>
              </a:buClr>
              <a:buFont typeface="Arial"/>
              <a:buNone/>
            </a:pPr>
            <a:r>
              <a:rPr lang="en" sz="1100">
                <a:solidFill>
                  <a:schemeClr val="dk1"/>
                </a:solidFill>
                <a:latin typeface="Red Hat Text"/>
                <a:ea typeface="Red Hat Text"/>
                <a:cs typeface="Red Hat Text"/>
                <a:sym typeface="Red Hat Text"/>
              </a:rPr>
              <a:t>INTEGRATION</a:t>
            </a:r>
            <a:endParaRPr sz="3600">
              <a:latin typeface="Red Hat Text"/>
              <a:ea typeface="Red Hat Text"/>
              <a:cs typeface="Red Hat Text"/>
              <a:sym typeface="Red Hat Text"/>
            </a:endParaRPr>
          </a:p>
        </p:txBody>
      </p:sp>
      <p:sp>
        <p:nvSpPr>
          <p:cNvPr id="2415" name="Google Shape;2415;p139"/>
          <p:cNvSpPr/>
          <p:nvPr/>
        </p:nvSpPr>
        <p:spPr>
          <a:xfrm>
            <a:off x="8107094" y="4405200"/>
            <a:ext cx="1196100" cy="579300"/>
          </a:xfrm>
          <a:prstGeom prst="rect">
            <a:avLst/>
          </a:prstGeom>
          <a:solidFill>
            <a:srgbClr val="FFFFFF"/>
          </a:solidFill>
          <a:ln cap="flat" cmpd="sng" w="19050">
            <a:solidFill>
              <a:srgbClr val="595959"/>
            </a:solidFill>
            <a:prstDash val="dash"/>
            <a:bevel/>
            <a:headEnd len="sm" w="sm" type="none"/>
            <a:tailEnd len="sm" w="sm" type="none"/>
          </a:ln>
        </p:spPr>
        <p:txBody>
          <a:bodyPr anchorCtr="0" anchor="ctr" bIns="60925" lIns="121900" spcFirstLastPara="1" rIns="121900" wrap="square" tIns="60925">
            <a:noAutofit/>
          </a:bodyPr>
          <a:lstStyle/>
          <a:p>
            <a:pPr indent="0" lvl="0" marL="0" rtl="0" algn="ctr">
              <a:spcBef>
                <a:spcPts val="0"/>
              </a:spcBef>
              <a:spcAft>
                <a:spcPts val="0"/>
              </a:spcAft>
              <a:buClr>
                <a:schemeClr val="dk1"/>
              </a:buClr>
              <a:buFont typeface="Arial"/>
              <a:buNone/>
            </a:pPr>
            <a:r>
              <a:rPr lang="en" sz="1100">
                <a:solidFill>
                  <a:schemeClr val="dk1"/>
                </a:solidFill>
                <a:latin typeface="Red Hat Text"/>
                <a:ea typeface="Red Hat Text"/>
                <a:cs typeface="Red Hat Text"/>
                <a:sym typeface="Red Hat Text"/>
              </a:rPr>
              <a:t>MONITORING</a:t>
            </a:r>
            <a:endParaRPr sz="1100">
              <a:solidFill>
                <a:schemeClr val="dk1"/>
              </a:solidFill>
              <a:latin typeface="Red Hat Text"/>
              <a:ea typeface="Red Hat Text"/>
              <a:cs typeface="Red Hat Text"/>
              <a:sym typeface="Red Hat Text"/>
            </a:endParaRPr>
          </a:p>
        </p:txBody>
      </p:sp>
      <p:sp>
        <p:nvSpPr>
          <p:cNvPr id="2416" name="Google Shape;2416;p139"/>
          <p:cNvSpPr/>
          <p:nvPr/>
        </p:nvSpPr>
        <p:spPr>
          <a:xfrm>
            <a:off x="2606422" y="5098855"/>
            <a:ext cx="6727500" cy="789600"/>
          </a:xfrm>
          <a:prstGeom prst="rect">
            <a:avLst/>
          </a:prstGeom>
          <a:solidFill>
            <a:srgbClr val="0499C5"/>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17" name="Google Shape;2417;p139"/>
          <p:cNvSpPr/>
          <p:nvPr/>
        </p:nvSpPr>
        <p:spPr>
          <a:xfrm>
            <a:off x="2606422" y="1738346"/>
            <a:ext cx="6727500" cy="2552400"/>
          </a:xfrm>
          <a:prstGeom prst="rect">
            <a:avLst/>
          </a:prstGeom>
          <a:solidFill>
            <a:srgbClr val="93D3E6"/>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18" name="Google Shape;2418;p139"/>
          <p:cNvSpPr/>
          <p:nvPr/>
        </p:nvSpPr>
        <p:spPr>
          <a:xfrm>
            <a:off x="2750189" y="1851359"/>
            <a:ext cx="1525500" cy="727200"/>
          </a:xfrm>
          <a:prstGeom prst="rect">
            <a:avLst/>
          </a:prstGeom>
          <a:solidFill>
            <a:srgbClr val="FFFFFF"/>
          </a:solidFill>
          <a:ln>
            <a:noFill/>
          </a:ln>
        </p:spPr>
        <p:txBody>
          <a:bodyPr anchorCtr="0" anchor="ctr" bIns="60925" lIns="121900" spcFirstLastPara="1" rIns="121900" wrap="square" tIns="60925">
            <a:noAutofit/>
          </a:bodyPr>
          <a:lstStyle/>
          <a:p>
            <a:pPr indent="0" lvl="0" marL="0" rtl="0" algn="ctr">
              <a:spcBef>
                <a:spcPts val="0"/>
              </a:spcBef>
              <a:spcAft>
                <a:spcPts val="0"/>
              </a:spcAft>
              <a:buClr>
                <a:schemeClr val="dk1"/>
              </a:buClr>
              <a:buFont typeface="Arial"/>
              <a:buNone/>
            </a:pPr>
            <a:r>
              <a:rPr lang="en" sz="1100">
                <a:solidFill>
                  <a:srgbClr val="616770"/>
                </a:solidFill>
                <a:latin typeface="Red Hat Text"/>
                <a:ea typeface="Red Hat Text"/>
                <a:cs typeface="Red Hat Text"/>
                <a:sym typeface="Red Hat Text"/>
              </a:rPr>
              <a:t>SELF</a:t>
            </a:r>
            <a:endParaRPr sz="1100">
              <a:solidFill>
                <a:schemeClr val="dk1"/>
              </a:solidFill>
              <a:latin typeface="Red Hat Text"/>
              <a:ea typeface="Red Hat Text"/>
              <a:cs typeface="Red Hat Text"/>
              <a:sym typeface="Red Hat Text"/>
            </a:endParaRPr>
          </a:p>
          <a:p>
            <a:pPr indent="0" lvl="0" marL="0" rtl="0" algn="ctr">
              <a:spcBef>
                <a:spcPts val="0"/>
              </a:spcBef>
              <a:spcAft>
                <a:spcPts val="0"/>
              </a:spcAft>
              <a:buClr>
                <a:schemeClr val="dk1"/>
              </a:buClr>
              <a:buFont typeface="Arial"/>
              <a:buNone/>
            </a:pPr>
            <a:r>
              <a:rPr lang="en" sz="1100">
                <a:solidFill>
                  <a:srgbClr val="616770"/>
                </a:solidFill>
                <a:latin typeface="Red Hat Text"/>
                <a:ea typeface="Red Hat Text"/>
                <a:cs typeface="Red Hat Text"/>
                <a:sym typeface="Red Hat Text"/>
              </a:rPr>
              <a:t>PROVISIONING</a:t>
            </a:r>
            <a:endParaRPr sz="1100">
              <a:latin typeface="Red Hat Text"/>
              <a:ea typeface="Red Hat Text"/>
              <a:cs typeface="Red Hat Text"/>
              <a:sym typeface="Red Hat Text"/>
            </a:endParaRPr>
          </a:p>
        </p:txBody>
      </p:sp>
      <p:sp>
        <p:nvSpPr>
          <p:cNvPr id="2419" name="Google Shape;2419;p139"/>
          <p:cNvSpPr/>
          <p:nvPr/>
        </p:nvSpPr>
        <p:spPr>
          <a:xfrm>
            <a:off x="4388861" y="1851359"/>
            <a:ext cx="1525500" cy="727200"/>
          </a:xfrm>
          <a:prstGeom prst="rect">
            <a:avLst/>
          </a:prstGeom>
          <a:solidFill>
            <a:srgbClr val="FFFFFF"/>
          </a:solidFill>
          <a:ln>
            <a:noFill/>
          </a:ln>
        </p:spPr>
        <p:txBody>
          <a:bodyPr anchorCtr="0" anchor="ctr" bIns="60925" lIns="121900" spcFirstLastPara="1" rIns="121900" wrap="square" tIns="60925">
            <a:noAutofit/>
          </a:bodyPr>
          <a:lstStyle/>
          <a:p>
            <a:pPr indent="0" lvl="0" marL="0" rtl="0" algn="ctr">
              <a:spcBef>
                <a:spcPts val="0"/>
              </a:spcBef>
              <a:spcAft>
                <a:spcPts val="0"/>
              </a:spcAft>
              <a:buClr>
                <a:schemeClr val="dk1"/>
              </a:buClr>
              <a:buFont typeface="Arial"/>
              <a:buNone/>
            </a:pPr>
            <a:r>
              <a:rPr lang="en" sz="1100">
                <a:solidFill>
                  <a:srgbClr val="616770"/>
                </a:solidFill>
                <a:latin typeface="Red Hat Text"/>
                <a:ea typeface="Red Hat Text"/>
                <a:cs typeface="Red Hat Text"/>
                <a:sym typeface="Red Hat Text"/>
              </a:rPr>
              <a:t>ENVIRONMENT</a:t>
            </a:r>
            <a:endParaRPr sz="1100">
              <a:solidFill>
                <a:schemeClr val="dk1"/>
              </a:solidFill>
              <a:latin typeface="Red Hat Text"/>
              <a:ea typeface="Red Hat Text"/>
              <a:cs typeface="Red Hat Text"/>
              <a:sym typeface="Red Hat Text"/>
            </a:endParaRPr>
          </a:p>
          <a:p>
            <a:pPr indent="0" lvl="0" marL="0" rtl="0" algn="ctr">
              <a:spcBef>
                <a:spcPts val="0"/>
              </a:spcBef>
              <a:spcAft>
                <a:spcPts val="0"/>
              </a:spcAft>
              <a:buClr>
                <a:schemeClr val="dk1"/>
              </a:buClr>
              <a:buFont typeface="Arial"/>
              <a:buNone/>
            </a:pPr>
            <a:r>
              <a:rPr lang="en" sz="1100">
                <a:solidFill>
                  <a:srgbClr val="616770"/>
                </a:solidFill>
                <a:latin typeface="Red Hat Text"/>
                <a:ea typeface="Red Hat Text"/>
                <a:cs typeface="Red Hat Text"/>
                <a:sym typeface="Red Hat Text"/>
              </a:rPr>
              <a:t>STANDARDIZATION</a:t>
            </a:r>
            <a:endParaRPr sz="1100">
              <a:latin typeface="Red Hat Text"/>
              <a:ea typeface="Red Hat Text"/>
              <a:cs typeface="Red Hat Text"/>
              <a:sym typeface="Red Hat Text"/>
            </a:endParaRPr>
          </a:p>
        </p:txBody>
      </p:sp>
      <p:sp>
        <p:nvSpPr>
          <p:cNvPr id="2420" name="Google Shape;2420;p139"/>
          <p:cNvSpPr/>
          <p:nvPr/>
        </p:nvSpPr>
        <p:spPr>
          <a:xfrm>
            <a:off x="6026202" y="1851359"/>
            <a:ext cx="1525500" cy="727200"/>
          </a:xfrm>
          <a:prstGeom prst="rect">
            <a:avLst/>
          </a:prstGeom>
          <a:solidFill>
            <a:srgbClr val="FFFFFF"/>
          </a:solidFill>
          <a:ln>
            <a:noFill/>
          </a:ln>
        </p:spPr>
        <p:txBody>
          <a:bodyPr anchorCtr="0" anchor="ctr" bIns="60925" lIns="121900" spcFirstLastPara="1" rIns="121900" wrap="square" tIns="60925">
            <a:noAutofit/>
          </a:bodyPr>
          <a:lstStyle/>
          <a:p>
            <a:pPr indent="0" lvl="0" marL="0" rtl="0" algn="ctr">
              <a:spcBef>
                <a:spcPts val="0"/>
              </a:spcBef>
              <a:spcAft>
                <a:spcPts val="0"/>
              </a:spcAft>
              <a:buClr>
                <a:schemeClr val="dk1"/>
              </a:buClr>
              <a:buFont typeface="Arial"/>
              <a:buNone/>
            </a:pPr>
            <a:r>
              <a:rPr lang="en" sz="1100">
                <a:solidFill>
                  <a:srgbClr val="616770"/>
                </a:solidFill>
                <a:latin typeface="Red Hat Text"/>
                <a:ea typeface="Red Hat Text"/>
                <a:cs typeface="Red Hat Text"/>
                <a:sym typeface="Red Hat Text"/>
              </a:rPr>
              <a:t>AUTO</a:t>
            </a:r>
            <a:endParaRPr sz="1100">
              <a:solidFill>
                <a:schemeClr val="dk1"/>
              </a:solidFill>
              <a:latin typeface="Red Hat Text"/>
              <a:ea typeface="Red Hat Text"/>
              <a:cs typeface="Red Hat Text"/>
              <a:sym typeface="Red Hat Text"/>
            </a:endParaRPr>
          </a:p>
          <a:p>
            <a:pPr indent="0" lvl="0" marL="0" rtl="0" algn="ctr">
              <a:spcBef>
                <a:spcPts val="0"/>
              </a:spcBef>
              <a:spcAft>
                <a:spcPts val="0"/>
              </a:spcAft>
              <a:buNone/>
            </a:pPr>
            <a:r>
              <a:rPr lang="en" sz="1100">
                <a:solidFill>
                  <a:srgbClr val="616770"/>
                </a:solidFill>
                <a:latin typeface="Red Hat Text"/>
                <a:ea typeface="Red Hat Text"/>
                <a:cs typeface="Red Hat Text"/>
                <a:sym typeface="Red Hat Text"/>
              </a:rPr>
              <a:t>SCALING</a:t>
            </a:r>
            <a:endParaRPr sz="1100">
              <a:latin typeface="Red Hat Text"/>
              <a:ea typeface="Red Hat Text"/>
              <a:cs typeface="Red Hat Text"/>
              <a:sym typeface="Red Hat Text"/>
            </a:endParaRPr>
          </a:p>
        </p:txBody>
      </p:sp>
      <p:sp>
        <p:nvSpPr>
          <p:cNvPr id="2421" name="Google Shape;2421;p139"/>
          <p:cNvSpPr/>
          <p:nvPr/>
        </p:nvSpPr>
        <p:spPr>
          <a:xfrm>
            <a:off x="7664875" y="1851359"/>
            <a:ext cx="1525500" cy="727200"/>
          </a:xfrm>
          <a:prstGeom prst="rect">
            <a:avLst/>
          </a:prstGeom>
          <a:solidFill>
            <a:srgbClr val="FFFFFF"/>
          </a:solidFill>
          <a:ln>
            <a:noFill/>
          </a:ln>
        </p:spPr>
        <p:txBody>
          <a:bodyPr anchorCtr="0" anchor="ctr" bIns="60925" lIns="121900" spcFirstLastPara="1" rIns="121900" wrap="square" tIns="60925">
            <a:noAutofit/>
          </a:bodyPr>
          <a:lstStyle/>
          <a:p>
            <a:pPr indent="0" lvl="0" marL="0" rtl="0" algn="ctr">
              <a:spcBef>
                <a:spcPts val="0"/>
              </a:spcBef>
              <a:spcAft>
                <a:spcPts val="0"/>
              </a:spcAft>
              <a:buNone/>
            </a:pPr>
            <a:r>
              <a:rPr lang="en" sz="1100">
                <a:solidFill>
                  <a:srgbClr val="616770"/>
                </a:solidFill>
                <a:latin typeface="Red Hat Text"/>
                <a:ea typeface="Red Hat Text"/>
                <a:cs typeface="Red Hat Text"/>
                <a:sym typeface="Red Hat Text"/>
              </a:rPr>
              <a:t>AUTOMATED TESTING</a:t>
            </a:r>
            <a:endParaRPr sz="1100">
              <a:latin typeface="Red Hat Text"/>
              <a:ea typeface="Red Hat Text"/>
              <a:cs typeface="Red Hat Text"/>
              <a:sym typeface="Red Hat Text"/>
            </a:endParaRPr>
          </a:p>
        </p:txBody>
      </p:sp>
      <p:sp>
        <p:nvSpPr>
          <p:cNvPr id="2422" name="Google Shape;2422;p139"/>
          <p:cNvSpPr/>
          <p:nvPr/>
        </p:nvSpPr>
        <p:spPr>
          <a:xfrm>
            <a:off x="3643405" y="2715193"/>
            <a:ext cx="4643126" cy="950866"/>
          </a:xfrm>
          <a:custGeom>
            <a:rect b="b" l="l" r="r" t="t"/>
            <a:pathLst>
              <a:path extrusionOk="0" h="251" w="1196">
                <a:moveTo>
                  <a:pt x="1196" y="60"/>
                </a:moveTo>
                <a:cubicBezTo>
                  <a:pt x="1087" y="60"/>
                  <a:pt x="1087" y="60"/>
                  <a:pt x="1087" y="60"/>
                </a:cubicBezTo>
                <a:cubicBezTo>
                  <a:pt x="1087" y="23"/>
                  <a:pt x="1087" y="23"/>
                  <a:pt x="1087" y="23"/>
                </a:cubicBezTo>
                <a:cubicBezTo>
                  <a:pt x="1087" y="21"/>
                  <a:pt x="1085" y="19"/>
                  <a:pt x="1083" y="19"/>
                </a:cubicBezTo>
                <a:cubicBezTo>
                  <a:pt x="946" y="19"/>
                  <a:pt x="946" y="19"/>
                  <a:pt x="946" y="19"/>
                </a:cubicBezTo>
                <a:cubicBezTo>
                  <a:pt x="946" y="2"/>
                  <a:pt x="946" y="2"/>
                  <a:pt x="946" y="2"/>
                </a:cubicBezTo>
                <a:cubicBezTo>
                  <a:pt x="946" y="1"/>
                  <a:pt x="945" y="1"/>
                  <a:pt x="944" y="0"/>
                </a:cubicBezTo>
                <a:cubicBezTo>
                  <a:pt x="944" y="0"/>
                  <a:pt x="943" y="0"/>
                  <a:pt x="942" y="0"/>
                </a:cubicBezTo>
                <a:cubicBezTo>
                  <a:pt x="900" y="19"/>
                  <a:pt x="900" y="19"/>
                  <a:pt x="900" y="19"/>
                </a:cubicBezTo>
                <a:cubicBezTo>
                  <a:pt x="620" y="19"/>
                  <a:pt x="620" y="19"/>
                  <a:pt x="620" y="19"/>
                </a:cubicBezTo>
                <a:cubicBezTo>
                  <a:pt x="620" y="2"/>
                  <a:pt x="620" y="2"/>
                  <a:pt x="620" y="2"/>
                </a:cubicBezTo>
                <a:cubicBezTo>
                  <a:pt x="620" y="1"/>
                  <a:pt x="620" y="1"/>
                  <a:pt x="619" y="0"/>
                </a:cubicBezTo>
                <a:cubicBezTo>
                  <a:pt x="618" y="0"/>
                  <a:pt x="617" y="0"/>
                  <a:pt x="617" y="0"/>
                </a:cubicBezTo>
                <a:cubicBezTo>
                  <a:pt x="574" y="19"/>
                  <a:pt x="574" y="19"/>
                  <a:pt x="574" y="19"/>
                </a:cubicBezTo>
                <a:cubicBezTo>
                  <a:pt x="307" y="19"/>
                  <a:pt x="307" y="19"/>
                  <a:pt x="307" y="19"/>
                </a:cubicBezTo>
                <a:cubicBezTo>
                  <a:pt x="307" y="2"/>
                  <a:pt x="307" y="2"/>
                  <a:pt x="307" y="2"/>
                </a:cubicBezTo>
                <a:cubicBezTo>
                  <a:pt x="307" y="1"/>
                  <a:pt x="306" y="1"/>
                  <a:pt x="305" y="0"/>
                </a:cubicBezTo>
                <a:cubicBezTo>
                  <a:pt x="305" y="0"/>
                  <a:pt x="304" y="0"/>
                  <a:pt x="303" y="0"/>
                </a:cubicBezTo>
                <a:cubicBezTo>
                  <a:pt x="260" y="19"/>
                  <a:pt x="260" y="19"/>
                  <a:pt x="260" y="19"/>
                </a:cubicBezTo>
                <a:cubicBezTo>
                  <a:pt x="260" y="19"/>
                  <a:pt x="260" y="19"/>
                  <a:pt x="260" y="19"/>
                </a:cubicBezTo>
                <a:cubicBezTo>
                  <a:pt x="103" y="19"/>
                  <a:pt x="103" y="19"/>
                  <a:pt x="103" y="19"/>
                </a:cubicBezTo>
                <a:cubicBezTo>
                  <a:pt x="101" y="19"/>
                  <a:pt x="99" y="21"/>
                  <a:pt x="99" y="23"/>
                </a:cubicBezTo>
                <a:cubicBezTo>
                  <a:pt x="99" y="60"/>
                  <a:pt x="99" y="60"/>
                  <a:pt x="99" y="60"/>
                </a:cubicBezTo>
                <a:cubicBezTo>
                  <a:pt x="0" y="60"/>
                  <a:pt x="0" y="60"/>
                  <a:pt x="0" y="60"/>
                </a:cubicBezTo>
                <a:cubicBezTo>
                  <a:pt x="0" y="186"/>
                  <a:pt x="0" y="186"/>
                  <a:pt x="0" y="186"/>
                </a:cubicBezTo>
                <a:cubicBezTo>
                  <a:pt x="99" y="186"/>
                  <a:pt x="99" y="186"/>
                  <a:pt x="99" y="186"/>
                </a:cubicBezTo>
                <a:cubicBezTo>
                  <a:pt x="99" y="228"/>
                  <a:pt x="99" y="228"/>
                  <a:pt x="99" y="228"/>
                </a:cubicBezTo>
                <a:cubicBezTo>
                  <a:pt x="99" y="230"/>
                  <a:pt x="101" y="232"/>
                  <a:pt x="103" y="232"/>
                </a:cubicBezTo>
                <a:cubicBezTo>
                  <a:pt x="241" y="232"/>
                  <a:pt x="241" y="232"/>
                  <a:pt x="241" y="232"/>
                </a:cubicBezTo>
                <a:cubicBezTo>
                  <a:pt x="241" y="249"/>
                  <a:pt x="241" y="249"/>
                  <a:pt x="241" y="249"/>
                </a:cubicBezTo>
                <a:cubicBezTo>
                  <a:pt x="241" y="250"/>
                  <a:pt x="241" y="250"/>
                  <a:pt x="242" y="251"/>
                </a:cubicBezTo>
                <a:cubicBezTo>
                  <a:pt x="243" y="251"/>
                  <a:pt x="244" y="251"/>
                  <a:pt x="245" y="251"/>
                </a:cubicBezTo>
                <a:cubicBezTo>
                  <a:pt x="287" y="232"/>
                  <a:pt x="287" y="232"/>
                  <a:pt x="287" y="232"/>
                </a:cubicBezTo>
                <a:cubicBezTo>
                  <a:pt x="435" y="232"/>
                  <a:pt x="435" y="232"/>
                  <a:pt x="435" y="232"/>
                </a:cubicBezTo>
                <a:cubicBezTo>
                  <a:pt x="435" y="232"/>
                  <a:pt x="435" y="232"/>
                  <a:pt x="435" y="232"/>
                </a:cubicBezTo>
                <a:cubicBezTo>
                  <a:pt x="436" y="232"/>
                  <a:pt x="436" y="232"/>
                  <a:pt x="436" y="232"/>
                </a:cubicBezTo>
                <a:cubicBezTo>
                  <a:pt x="566" y="232"/>
                  <a:pt x="566" y="232"/>
                  <a:pt x="566" y="232"/>
                </a:cubicBezTo>
                <a:cubicBezTo>
                  <a:pt x="566" y="249"/>
                  <a:pt x="566" y="249"/>
                  <a:pt x="566" y="249"/>
                </a:cubicBezTo>
                <a:cubicBezTo>
                  <a:pt x="566" y="250"/>
                  <a:pt x="567" y="250"/>
                  <a:pt x="567" y="251"/>
                </a:cubicBezTo>
                <a:cubicBezTo>
                  <a:pt x="568" y="251"/>
                  <a:pt x="569" y="251"/>
                  <a:pt x="570" y="251"/>
                </a:cubicBezTo>
                <a:cubicBezTo>
                  <a:pt x="612" y="232"/>
                  <a:pt x="612" y="232"/>
                  <a:pt x="612" y="232"/>
                </a:cubicBezTo>
                <a:cubicBezTo>
                  <a:pt x="756" y="232"/>
                  <a:pt x="756" y="232"/>
                  <a:pt x="756" y="232"/>
                </a:cubicBezTo>
                <a:cubicBezTo>
                  <a:pt x="757" y="232"/>
                  <a:pt x="757" y="232"/>
                  <a:pt x="757" y="232"/>
                </a:cubicBezTo>
                <a:cubicBezTo>
                  <a:pt x="757" y="232"/>
                  <a:pt x="757" y="232"/>
                  <a:pt x="757" y="232"/>
                </a:cubicBezTo>
                <a:cubicBezTo>
                  <a:pt x="880" y="232"/>
                  <a:pt x="880" y="232"/>
                  <a:pt x="880" y="232"/>
                </a:cubicBezTo>
                <a:cubicBezTo>
                  <a:pt x="880" y="249"/>
                  <a:pt x="880" y="249"/>
                  <a:pt x="880" y="249"/>
                </a:cubicBezTo>
                <a:cubicBezTo>
                  <a:pt x="880" y="250"/>
                  <a:pt x="880" y="250"/>
                  <a:pt x="881" y="251"/>
                </a:cubicBezTo>
                <a:cubicBezTo>
                  <a:pt x="882" y="251"/>
                  <a:pt x="883" y="251"/>
                  <a:pt x="883" y="251"/>
                </a:cubicBezTo>
                <a:cubicBezTo>
                  <a:pt x="926" y="232"/>
                  <a:pt x="926" y="232"/>
                  <a:pt x="926" y="232"/>
                </a:cubicBezTo>
                <a:cubicBezTo>
                  <a:pt x="926" y="232"/>
                  <a:pt x="927" y="232"/>
                  <a:pt x="927" y="232"/>
                </a:cubicBezTo>
                <a:cubicBezTo>
                  <a:pt x="1083" y="232"/>
                  <a:pt x="1083" y="232"/>
                  <a:pt x="1083" y="232"/>
                </a:cubicBezTo>
                <a:cubicBezTo>
                  <a:pt x="1085" y="232"/>
                  <a:pt x="1087" y="230"/>
                  <a:pt x="1087" y="228"/>
                </a:cubicBezTo>
                <a:cubicBezTo>
                  <a:pt x="1087" y="186"/>
                  <a:pt x="1087" y="186"/>
                  <a:pt x="1087" y="186"/>
                </a:cubicBezTo>
                <a:cubicBezTo>
                  <a:pt x="1196" y="186"/>
                  <a:pt x="1196" y="186"/>
                  <a:pt x="1196" y="186"/>
                </a:cubicBezTo>
                <a:lnTo>
                  <a:pt x="1196" y="60"/>
                </a:lnTo>
                <a:close/>
                <a:moveTo>
                  <a:pt x="753" y="27"/>
                </a:moveTo>
                <a:cubicBezTo>
                  <a:pt x="753" y="60"/>
                  <a:pt x="753" y="60"/>
                  <a:pt x="753" y="60"/>
                </a:cubicBezTo>
                <a:cubicBezTo>
                  <a:pt x="641" y="60"/>
                  <a:pt x="641" y="60"/>
                  <a:pt x="641" y="60"/>
                </a:cubicBezTo>
                <a:cubicBezTo>
                  <a:pt x="641" y="186"/>
                  <a:pt x="641" y="186"/>
                  <a:pt x="641" y="186"/>
                </a:cubicBezTo>
                <a:cubicBezTo>
                  <a:pt x="753" y="186"/>
                  <a:pt x="753" y="186"/>
                  <a:pt x="753" y="186"/>
                </a:cubicBezTo>
                <a:cubicBezTo>
                  <a:pt x="753" y="224"/>
                  <a:pt x="753" y="224"/>
                  <a:pt x="753" y="224"/>
                </a:cubicBezTo>
                <a:cubicBezTo>
                  <a:pt x="611" y="224"/>
                  <a:pt x="611" y="224"/>
                  <a:pt x="611" y="224"/>
                </a:cubicBezTo>
                <a:cubicBezTo>
                  <a:pt x="570" y="205"/>
                  <a:pt x="570" y="205"/>
                  <a:pt x="570" y="205"/>
                </a:cubicBezTo>
                <a:cubicBezTo>
                  <a:pt x="569" y="204"/>
                  <a:pt x="568" y="204"/>
                  <a:pt x="567" y="205"/>
                </a:cubicBezTo>
                <a:cubicBezTo>
                  <a:pt x="567" y="205"/>
                  <a:pt x="566" y="206"/>
                  <a:pt x="566" y="207"/>
                </a:cubicBezTo>
                <a:cubicBezTo>
                  <a:pt x="566" y="224"/>
                  <a:pt x="566" y="224"/>
                  <a:pt x="566" y="224"/>
                </a:cubicBezTo>
                <a:cubicBezTo>
                  <a:pt x="439" y="224"/>
                  <a:pt x="439" y="224"/>
                  <a:pt x="439" y="224"/>
                </a:cubicBezTo>
                <a:cubicBezTo>
                  <a:pt x="439" y="186"/>
                  <a:pt x="439" y="186"/>
                  <a:pt x="439" y="186"/>
                </a:cubicBezTo>
                <a:cubicBezTo>
                  <a:pt x="555" y="186"/>
                  <a:pt x="555" y="186"/>
                  <a:pt x="555" y="186"/>
                </a:cubicBezTo>
                <a:cubicBezTo>
                  <a:pt x="555" y="60"/>
                  <a:pt x="555" y="60"/>
                  <a:pt x="555" y="60"/>
                </a:cubicBezTo>
                <a:cubicBezTo>
                  <a:pt x="439" y="60"/>
                  <a:pt x="439" y="60"/>
                  <a:pt x="439" y="60"/>
                </a:cubicBezTo>
                <a:cubicBezTo>
                  <a:pt x="439" y="27"/>
                  <a:pt x="439" y="27"/>
                  <a:pt x="439" y="27"/>
                </a:cubicBezTo>
                <a:cubicBezTo>
                  <a:pt x="575" y="27"/>
                  <a:pt x="575" y="27"/>
                  <a:pt x="575" y="27"/>
                </a:cubicBezTo>
                <a:cubicBezTo>
                  <a:pt x="617" y="46"/>
                  <a:pt x="617" y="46"/>
                  <a:pt x="617" y="46"/>
                </a:cubicBezTo>
                <a:cubicBezTo>
                  <a:pt x="617" y="47"/>
                  <a:pt x="618" y="47"/>
                  <a:pt x="619" y="46"/>
                </a:cubicBezTo>
                <a:cubicBezTo>
                  <a:pt x="620" y="46"/>
                  <a:pt x="620" y="45"/>
                  <a:pt x="620" y="44"/>
                </a:cubicBezTo>
                <a:cubicBezTo>
                  <a:pt x="620" y="27"/>
                  <a:pt x="620" y="27"/>
                  <a:pt x="620" y="27"/>
                </a:cubicBezTo>
                <a:lnTo>
                  <a:pt x="753" y="27"/>
                </a:lnTo>
                <a:close/>
                <a:moveTo>
                  <a:pt x="107" y="224"/>
                </a:moveTo>
                <a:cubicBezTo>
                  <a:pt x="107" y="186"/>
                  <a:pt x="107" y="186"/>
                  <a:pt x="107" y="186"/>
                </a:cubicBezTo>
                <a:cubicBezTo>
                  <a:pt x="233" y="186"/>
                  <a:pt x="233" y="186"/>
                  <a:pt x="233" y="186"/>
                </a:cubicBezTo>
                <a:cubicBezTo>
                  <a:pt x="233" y="60"/>
                  <a:pt x="233" y="60"/>
                  <a:pt x="233" y="60"/>
                </a:cubicBezTo>
                <a:cubicBezTo>
                  <a:pt x="107" y="60"/>
                  <a:pt x="107" y="60"/>
                  <a:pt x="107" y="60"/>
                </a:cubicBezTo>
                <a:cubicBezTo>
                  <a:pt x="107" y="27"/>
                  <a:pt x="107" y="27"/>
                  <a:pt x="107" y="27"/>
                </a:cubicBezTo>
                <a:cubicBezTo>
                  <a:pt x="260" y="27"/>
                  <a:pt x="260" y="27"/>
                  <a:pt x="260" y="27"/>
                </a:cubicBezTo>
                <a:cubicBezTo>
                  <a:pt x="260" y="27"/>
                  <a:pt x="261" y="27"/>
                  <a:pt x="261" y="27"/>
                </a:cubicBezTo>
                <a:cubicBezTo>
                  <a:pt x="303" y="46"/>
                  <a:pt x="303" y="46"/>
                  <a:pt x="303" y="46"/>
                </a:cubicBezTo>
                <a:cubicBezTo>
                  <a:pt x="304" y="47"/>
                  <a:pt x="305" y="47"/>
                  <a:pt x="305" y="46"/>
                </a:cubicBezTo>
                <a:cubicBezTo>
                  <a:pt x="306" y="46"/>
                  <a:pt x="307" y="45"/>
                  <a:pt x="307" y="44"/>
                </a:cubicBezTo>
                <a:cubicBezTo>
                  <a:pt x="307" y="27"/>
                  <a:pt x="307" y="27"/>
                  <a:pt x="307" y="27"/>
                </a:cubicBezTo>
                <a:cubicBezTo>
                  <a:pt x="432" y="27"/>
                  <a:pt x="432" y="27"/>
                  <a:pt x="432" y="27"/>
                </a:cubicBezTo>
                <a:cubicBezTo>
                  <a:pt x="432" y="60"/>
                  <a:pt x="432" y="60"/>
                  <a:pt x="432" y="60"/>
                </a:cubicBezTo>
                <a:cubicBezTo>
                  <a:pt x="322" y="60"/>
                  <a:pt x="322" y="60"/>
                  <a:pt x="322" y="60"/>
                </a:cubicBezTo>
                <a:cubicBezTo>
                  <a:pt x="322" y="186"/>
                  <a:pt x="322" y="186"/>
                  <a:pt x="322" y="186"/>
                </a:cubicBezTo>
                <a:cubicBezTo>
                  <a:pt x="432" y="186"/>
                  <a:pt x="432" y="186"/>
                  <a:pt x="432" y="186"/>
                </a:cubicBezTo>
                <a:cubicBezTo>
                  <a:pt x="432" y="224"/>
                  <a:pt x="432" y="224"/>
                  <a:pt x="432" y="224"/>
                </a:cubicBezTo>
                <a:cubicBezTo>
                  <a:pt x="286" y="224"/>
                  <a:pt x="286" y="224"/>
                  <a:pt x="286" y="224"/>
                </a:cubicBezTo>
                <a:cubicBezTo>
                  <a:pt x="245" y="205"/>
                  <a:pt x="245" y="205"/>
                  <a:pt x="245" y="205"/>
                </a:cubicBezTo>
                <a:cubicBezTo>
                  <a:pt x="244" y="204"/>
                  <a:pt x="243" y="204"/>
                  <a:pt x="242" y="205"/>
                </a:cubicBezTo>
                <a:cubicBezTo>
                  <a:pt x="241" y="205"/>
                  <a:pt x="241" y="206"/>
                  <a:pt x="241" y="207"/>
                </a:cubicBezTo>
                <a:cubicBezTo>
                  <a:pt x="241" y="224"/>
                  <a:pt x="241" y="224"/>
                  <a:pt x="241" y="224"/>
                </a:cubicBezTo>
                <a:lnTo>
                  <a:pt x="107" y="224"/>
                </a:lnTo>
                <a:close/>
                <a:moveTo>
                  <a:pt x="1079" y="224"/>
                </a:moveTo>
                <a:cubicBezTo>
                  <a:pt x="927" y="224"/>
                  <a:pt x="927" y="224"/>
                  <a:pt x="927" y="224"/>
                </a:cubicBezTo>
                <a:cubicBezTo>
                  <a:pt x="926" y="224"/>
                  <a:pt x="926" y="224"/>
                  <a:pt x="925" y="224"/>
                </a:cubicBezTo>
                <a:cubicBezTo>
                  <a:pt x="883" y="205"/>
                  <a:pt x="883" y="205"/>
                  <a:pt x="883" y="205"/>
                </a:cubicBezTo>
                <a:cubicBezTo>
                  <a:pt x="883" y="204"/>
                  <a:pt x="882" y="204"/>
                  <a:pt x="881" y="205"/>
                </a:cubicBezTo>
                <a:cubicBezTo>
                  <a:pt x="880" y="205"/>
                  <a:pt x="880" y="206"/>
                  <a:pt x="880" y="207"/>
                </a:cubicBezTo>
                <a:cubicBezTo>
                  <a:pt x="880" y="224"/>
                  <a:pt x="880" y="224"/>
                  <a:pt x="880" y="224"/>
                </a:cubicBezTo>
                <a:cubicBezTo>
                  <a:pt x="761" y="224"/>
                  <a:pt x="761" y="224"/>
                  <a:pt x="761" y="224"/>
                </a:cubicBezTo>
                <a:cubicBezTo>
                  <a:pt x="761" y="186"/>
                  <a:pt x="761" y="186"/>
                  <a:pt x="761" y="186"/>
                </a:cubicBezTo>
                <a:cubicBezTo>
                  <a:pt x="874" y="186"/>
                  <a:pt x="874" y="186"/>
                  <a:pt x="874" y="186"/>
                </a:cubicBezTo>
                <a:cubicBezTo>
                  <a:pt x="874" y="60"/>
                  <a:pt x="874" y="60"/>
                  <a:pt x="874" y="60"/>
                </a:cubicBezTo>
                <a:cubicBezTo>
                  <a:pt x="761" y="60"/>
                  <a:pt x="761" y="60"/>
                  <a:pt x="761" y="60"/>
                </a:cubicBezTo>
                <a:cubicBezTo>
                  <a:pt x="761" y="27"/>
                  <a:pt x="761" y="27"/>
                  <a:pt x="761" y="27"/>
                </a:cubicBezTo>
                <a:cubicBezTo>
                  <a:pt x="901" y="27"/>
                  <a:pt x="901" y="27"/>
                  <a:pt x="901" y="27"/>
                </a:cubicBezTo>
                <a:cubicBezTo>
                  <a:pt x="942" y="46"/>
                  <a:pt x="942" y="46"/>
                  <a:pt x="942" y="46"/>
                </a:cubicBezTo>
                <a:cubicBezTo>
                  <a:pt x="943" y="47"/>
                  <a:pt x="944" y="47"/>
                  <a:pt x="944" y="46"/>
                </a:cubicBezTo>
                <a:cubicBezTo>
                  <a:pt x="945" y="46"/>
                  <a:pt x="946" y="45"/>
                  <a:pt x="946" y="44"/>
                </a:cubicBezTo>
                <a:cubicBezTo>
                  <a:pt x="946" y="27"/>
                  <a:pt x="946" y="27"/>
                  <a:pt x="946" y="27"/>
                </a:cubicBezTo>
                <a:cubicBezTo>
                  <a:pt x="1079" y="27"/>
                  <a:pt x="1079" y="27"/>
                  <a:pt x="1079" y="27"/>
                </a:cubicBezTo>
                <a:cubicBezTo>
                  <a:pt x="1079" y="60"/>
                  <a:pt x="1079" y="60"/>
                  <a:pt x="1079" y="60"/>
                </a:cubicBezTo>
                <a:cubicBezTo>
                  <a:pt x="963" y="60"/>
                  <a:pt x="963" y="60"/>
                  <a:pt x="963" y="60"/>
                </a:cubicBezTo>
                <a:cubicBezTo>
                  <a:pt x="963" y="186"/>
                  <a:pt x="963" y="186"/>
                  <a:pt x="963" y="186"/>
                </a:cubicBezTo>
                <a:cubicBezTo>
                  <a:pt x="1079" y="186"/>
                  <a:pt x="1079" y="186"/>
                  <a:pt x="1079" y="186"/>
                </a:cubicBezTo>
                <a:lnTo>
                  <a:pt x="1079" y="224"/>
                </a:ln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23" name="Google Shape;2423;p139"/>
          <p:cNvSpPr txBox="1"/>
          <p:nvPr/>
        </p:nvSpPr>
        <p:spPr>
          <a:xfrm>
            <a:off x="866163" y="3963250"/>
            <a:ext cx="1851300" cy="327600"/>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rPr lang="en" sz="1600">
                <a:solidFill>
                  <a:schemeClr val="accent1"/>
                </a:solidFill>
                <a:latin typeface="Red Hat Text"/>
                <a:ea typeface="Red Hat Text"/>
                <a:cs typeface="Red Hat Text"/>
                <a:sym typeface="Red Hat Text"/>
              </a:rPr>
              <a:t>SPEC / REQUIREMENT</a:t>
            </a:r>
            <a:endParaRPr i="0" sz="1600" u="none" cap="none" strike="noStrike">
              <a:solidFill>
                <a:schemeClr val="accent1"/>
              </a:solidFill>
              <a:latin typeface="Red Hat Text"/>
              <a:ea typeface="Red Hat Text"/>
              <a:cs typeface="Red Hat Text"/>
              <a:sym typeface="Red Hat Text"/>
            </a:endParaRPr>
          </a:p>
        </p:txBody>
      </p:sp>
      <p:sp>
        <p:nvSpPr>
          <p:cNvPr id="2424" name="Google Shape;2424;p139"/>
          <p:cNvSpPr txBox="1"/>
          <p:nvPr/>
        </p:nvSpPr>
        <p:spPr>
          <a:xfrm>
            <a:off x="9595548" y="3999200"/>
            <a:ext cx="1394100" cy="5793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None/>
            </a:pPr>
            <a:r>
              <a:rPr lang="en" sz="1600">
                <a:solidFill>
                  <a:schemeClr val="accent1"/>
                </a:solidFill>
                <a:latin typeface="Red Hat Text"/>
                <a:ea typeface="Red Hat Text"/>
                <a:cs typeface="Red Hat Text"/>
                <a:sym typeface="Red Hat Text"/>
              </a:rPr>
              <a:t>BUILD</a:t>
            </a:r>
            <a:endParaRPr i="0" sz="1600" u="none" cap="none" strike="noStrike">
              <a:solidFill>
                <a:schemeClr val="accent1"/>
              </a:solidFill>
              <a:latin typeface="Red Hat Text"/>
              <a:ea typeface="Red Hat Text"/>
              <a:cs typeface="Red Hat Text"/>
              <a:sym typeface="Red Hat Text"/>
            </a:endParaRPr>
          </a:p>
        </p:txBody>
      </p:sp>
      <p:sp>
        <p:nvSpPr>
          <p:cNvPr id="2425" name="Google Shape;2425;p139"/>
          <p:cNvSpPr txBox="1"/>
          <p:nvPr/>
        </p:nvSpPr>
        <p:spPr>
          <a:xfrm>
            <a:off x="3700867" y="2975250"/>
            <a:ext cx="774000" cy="4029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None/>
            </a:pPr>
            <a:r>
              <a:rPr i="0" lang="en" sz="1300" u="none" cap="none" strike="noStrike">
                <a:solidFill>
                  <a:srgbClr val="616770"/>
                </a:solidFill>
                <a:latin typeface="Red Hat Text"/>
                <a:ea typeface="Red Hat Text"/>
                <a:cs typeface="Red Hat Text"/>
                <a:sym typeface="Red Hat Text"/>
              </a:rPr>
              <a:t>DEV</a:t>
            </a:r>
            <a:endParaRPr i="0" sz="1300" u="none" cap="none" strike="noStrike">
              <a:solidFill>
                <a:srgbClr val="616770"/>
              </a:solidFill>
              <a:latin typeface="Red Hat Text"/>
              <a:ea typeface="Red Hat Text"/>
              <a:cs typeface="Red Hat Text"/>
              <a:sym typeface="Red Hat Text"/>
            </a:endParaRPr>
          </a:p>
        </p:txBody>
      </p:sp>
      <p:sp>
        <p:nvSpPr>
          <p:cNvPr id="2426" name="Google Shape;2426;p139"/>
          <p:cNvSpPr txBox="1"/>
          <p:nvPr/>
        </p:nvSpPr>
        <p:spPr>
          <a:xfrm>
            <a:off x="4947167" y="2975267"/>
            <a:ext cx="774000" cy="4029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None/>
            </a:pPr>
            <a:r>
              <a:rPr i="0" lang="en" sz="1300" u="none" cap="none" strike="noStrike">
                <a:solidFill>
                  <a:srgbClr val="616770"/>
                </a:solidFill>
                <a:latin typeface="Red Hat Text"/>
                <a:ea typeface="Red Hat Text"/>
                <a:cs typeface="Red Hat Text"/>
                <a:sym typeface="Red Hat Text"/>
              </a:rPr>
              <a:t>QA</a:t>
            </a:r>
            <a:endParaRPr i="0" sz="1300" u="none" cap="none" strike="noStrike">
              <a:solidFill>
                <a:srgbClr val="616770"/>
              </a:solidFill>
              <a:latin typeface="Red Hat Text"/>
              <a:ea typeface="Red Hat Text"/>
              <a:cs typeface="Red Hat Text"/>
              <a:sym typeface="Red Hat Text"/>
            </a:endParaRPr>
          </a:p>
        </p:txBody>
      </p:sp>
      <p:sp>
        <p:nvSpPr>
          <p:cNvPr id="2427" name="Google Shape;2427;p139"/>
          <p:cNvSpPr txBox="1"/>
          <p:nvPr/>
        </p:nvSpPr>
        <p:spPr>
          <a:xfrm>
            <a:off x="6192700" y="2975267"/>
            <a:ext cx="774000" cy="4029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None/>
            </a:pPr>
            <a:r>
              <a:rPr i="0" lang="en" sz="1300" u="none" cap="none" strike="noStrike">
                <a:solidFill>
                  <a:srgbClr val="616770"/>
                </a:solidFill>
                <a:latin typeface="Red Hat Text"/>
                <a:ea typeface="Red Hat Text"/>
                <a:cs typeface="Red Hat Text"/>
                <a:sym typeface="Red Hat Text"/>
              </a:rPr>
              <a:t>UAT</a:t>
            </a:r>
            <a:endParaRPr i="0" sz="1300" u="none" cap="none" strike="noStrike">
              <a:solidFill>
                <a:srgbClr val="616770"/>
              </a:solidFill>
              <a:latin typeface="Red Hat Text"/>
              <a:ea typeface="Red Hat Text"/>
              <a:cs typeface="Red Hat Text"/>
              <a:sym typeface="Red Hat Text"/>
            </a:endParaRPr>
          </a:p>
        </p:txBody>
      </p:sp>
      <p:sp>
        <p:nvSpPr>
          <p:cNvPr id="2428" name="Google Shape;2428;p139"/>
          <p:cNvSpPr txBox="1"/>
          <p:nvPr/>
        </p:nvSpPr>
        <p:spPr>
          <a:xfrm>
            <a:off x="7438795" y="2975267"/>
            <a:ext cx="774000" cy="4029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None/>
            </a:pPr>
            <a:r>
              <a:rPr i="0" lang="en" sz="1300" u="none" cap="none" strike="noStrike">
                <a:solidFill>
                  <a:srgbClr val="616770"/>
                </a:solidFill>
                <a:latin typeface="Red Hat Text"/>
                <a:ea typeface="Red Hat Text"/>
                <a:cs typeface="Red Hat Text"/>
                <a:sym typeface="Red Hat Text"/>
              </a:rPr>
              <a:t>PROD</a:t>
            </a:r>
            <a:endParaRPr i="0" sz="1300" u="none" cap="none" strike="noStrike">
              <a:solidFill>
                <a:srgbClr val="616770"/>
              </a:solidFill>
              <a:latin typeface="Red Hat Text"/>
              <a:ea typeface="Red Hat Text"/>
              <a:cs typeface="Red Hat Text"/>
              <a:sym typeface="Red Hat Text"/>
            </a:endParaRPr>
          </a:p>
        </p:txBody>
      </p:sp>
      <p:sp>
        <p:nvSpPr>
          <p:cNvPr id="2429" name="Google Shape;2429;p139"/>
          <p:cNvSpPr txBox="1"/>
          <p:nvPr/>
        </p:nvSpPr>
        <p:spPr>
          <a:xfrm>
            <a:off x="2868780" y="5116055"/>
            <a:ext cx="974400" cy="3531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rPr i="0" lang="en" sz="1100" u="none" cap="none" strike="noStrike">
                <a:solidFill>
                  <a:srgbClr val="FFFFFF"/>
                </a:solidFill>
                <a:latin typeface="Red Hat Text"/>
                <a:ea typeface="Red Hat Text"/>
                <a:cs typeface="Red Hat Text"/>
                <a:sym typeface="Red Hat Text"/>
              </a:rPr>
              <a:t>PRODUCT</a:t>
            </a:r>
            <a:br>
              <a:rPr i="0" lang="en" sz="1100" u="none" cap="none" strike="noStrike">
                <a:solidFill>
                  <a:srgbClr val="FFFFFF"/>
                </a:solidFill>
                <a:latin typeface="Red Hat Text"/>
                <a:ea typeface="Red Hat Text"/>
                <a:cs typeface="Red Hat Text"/>
                <a:sym typeface="Red Hat Text"/>
              </a:rPr>
            </a:br>
            <a:r>
              <a:rPr i="0" lang="en" sz="1100" u="none" cap="none" strike="noStrike">
                <a:solidFill>
                  <a:srgbClr val="FFFFFF"/>
                </a:solidFill>
                <a:latin typeface="Red Hat Text"/>
                <a:ea typeface="Red Hat Text"/>
                <a:cs typeface="Red Hat Text"/>
                <a:sym typeface="Red Hat Text"/>
              </a:rPr>
              <a:t>MANAGER</a:t>
            </a:r>
            <a:endParaRPr i="0" sz="1100" u="none" cap="none" strike="noStrike">
              <a:solidFill>
                <a:srgbClr val="FFFFFF"/>
              </a:solidFill>
              <a:latin typeface="Red Hat Text"/>
              <a:ea typeface="Red Hat Text"/>
              <a:cs typeface="Red Hat Text"/>
              <a:sym typeface="Red Hat Text"/>
            </a:endParaRPr>
          </a:p>
        </p:txBody>
      </p:sp>
      <p:sp>
        <p:nvSpPr>
          <p:cNvPr id="2430" name="Google Shape;2430;p139"/>
          <p:cNvSpPr txBox="1"/>
          <p:nvPr/>
        </p:nvSpPr>
        <p:spPr>
          <a:xfrm>
            <a:off x="4185033" y="5116075"/>
            <a:ext cx="1196100" cy="3531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rPr i="0" lang="en" sz="1100" u="none" cap="none" strike="noStrike">
                <a:solidFill>
                  <a:srgbClr val="FFFFFF"/>
                </a:solidFill>
                <a:latin typeface="Red Hat Text"/>
                <a:ea typeface="Red Hat Text"/>
                <a:cs typeface="Red Hat Text"/>
                <a:sym typeface="Red Hat Text"/>
              </a:rPr>
              <a:t>DEVELOPERS</a:t>
            </a:r>
            <a:endParaRPr i="0" sz="1100" u="none" cap="none" strike="noStrike">
              <a:solidFill>
                <a:srgbClr val="FFFFFF"/>
              </a:solidFill>
              <a:latin typeface="Red Hat Text"/>
              <a:ea typeface="Red Hat Text"/>
              <a:cs typeface="Red Hat Text"/>
              <a:sym typeface="Red Hat Text"/>
            </a:endParaRPr>
          </a:p>
        </p:txBody>
      </p:sp>
      <p:sp>
        <p:nvSpPr>
          <p:cNvPr id="2431" name="Google Shape;2431;p139"/>
          <p:cNvSpPr txBox="1"/>
          <p:nvPr/>
        </p:nvSpPr>
        <p:spPr>
          <a:xfrm>
            <a:off x="6969032" y="5116055"/>
            <a:ext cx="1520100" cy="3483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rPr i="0" lang="en" sz="1100" u="none" cap="none" strike="noStrike">
                <a:solidFill>
                  <a:srgbClr val="FFFFFF"/>
                </a:solidFill>
                <a:latin typeface="Red Hat Text"/>
                <a:ea typeface="Red Hat Text"/>
                <a:cs typeface="Red Hat Text"/>
                <a:sym typeface="Red Hat Text"/>
              </a:rPr>
              <a:t>TEST</a:t>
            </a:r>
            <a:endParaRPr sz="1100">
              <a:latin typeface="Red Hat Text"/>
              <a:ea typeface="Red Hat Text"/>
              <a:cs typeface="Red Hat Text"/>
              <a:sym typeface="Red Hat Text"/>
            </a:endParaRPr>
          </a:p>
          <a:p>
            <a:pPr indent="0" lvl="0" marL="0" marR="0" rtl="0" algn="l">
              <a:lnSpc>
                <a:spcPct val="100000"/>
              </a:lnSpc>
              <a:spcBef>
                <a:spcPts val="0"/>
              </a:spcBef>
              <a:spcAft>
                <a:spcPts val="0"/>
              </a:spcAft>
              <a:buNone/>
            </a:pPr>
            <a:r>
              <a:rPr i="0" lang="en" sz="1100" u="none" cap="none" strike="noStrike">
                <a:solidFill>
                  <a:srgbClr val="FFFFFF"/>
                </a:solidFill>
                <a:latin typeface="Red Hat Text"/>
                <a:ea typeface="Red Hat Text"/>
                <a:cs typeface="Red Hat Text"/>
                <a:sym typeface="Red Hat Text"/>
              </a:rPr>
              <a:t>ENGINEERS</a:t>
            </a:r>
            <a:endParaRPr i="0" sz="1100" u="none" cap="none" strike="noStrike">
              <a:solidFill>
                <a:srgbClr val="FFFFFF"/>
              </a:solidFill>
              <a:latin typeface="Red Hat Text"/>
              <a:ea typeface="Red Hat Text"/>
              <a:cs typeface="Red Hat Text"/>
              <a:sym typeface="Red Hat Text"/>
            </a:endParaRPr>
          </a:p>
        </p:txBody>
      </p:sp>
      <p:sp>
        <p:nvSpPr>
          <p:cNvPr id="2432" name="Google Shape;2432;p139"/>
          <p:cNvSpPr txBox="1"/>
          <p:nvPr/>
        </p:nvSpPr>
        <p:spPr>
          <a:xfrm>
            <a:off x="8250882" y="5116055"/>
            <a:ext cx="1196100" cy="3531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rPr i="0" lang="en" sz="1100" u="none" cap="none" strike="noStrike">
                <a:solidFill>
                  <a:srgbClr val="FFFFFF"/>
                </a:solidFill>
                <a:latin typeface="Red Hat Text"/>
                <a:ea typeface="Red Hat Text"/>
                <a:cs typeface="Red Hat Text"/>
                <a:sym typeface="Red Hat Text"/>
              </a:rPr>
              <a:t>OPERATIONS</a:t>
            </a:r>
            <a:endParaRPr sz="1100">
              <a:latin typeface="Red Hat Text"/>
              <a:ea typeface="Red Hat Text"/>
              <a:cs typeface="Red Hat Text"/>
              <a:sym typeface="Red Hat Text"/>
            </a:endParaRPr>
          </a:p>
          <a:p>
            <a:pPr indent="0" lvl="0" marL="0" marR="0" rtl="0" algn="l">
              <a:lnSpc>
                <a:spcPct val="100000"/>
              </a:lnSpc>
              <a:spcBef>
                <a:spcPts val="0"/>
              </a:spcBef>
              <a:spcAft>
                <a:spcPts val="0"/>
              </a:spcAft>
              <a:buNone/>
            </a:pPr>
            <a:r>
              <a:rPr i="0" lang="en" sz="1100" u="none" cap="none" strike="noStrike">
                <a:solidFill>
                  <a:srgbClr val="FFFFFF"/>
                </a:solidFill>
                <a:latin typeface="Red Hat Text"/>
                <a:ea typeface="Red Hat Text"/>
                <a:cs typeface="Red Hat Text"/>
                <a:sym typeface="Red Hat Text"/>
              </a:rPr>
              <a:t>PERSONNEL</a:t>
            </a:r>
            <a:endParaRPr i="0" sz="1100" u="none" cap="none" strike="noStrike">
              <a:solidFill>
                <a:srgbClr val="FFFFFF"/>
              </a:solidFill>
              <a:latin typeface="Red Hat Text"/>
              <a:ea typeface="Red Hat Text"/>
              <a:cs typeface="Red Hat Text"/>
              <a:sym typeface="Red Hat Text"/>
            </a:endParaRPr>
          </a:p>
        </p:txBody>
      </p:sp>
      <p:sp>
        <p:nvSpPr>
          <p:cNvPr id="2433" name="Google Shape;2433;p139"/>
          <p:cNvSpPr txBox="1"/>
          <p:nvPr/>
        </p:nvSpPr>
        <p:spPr>
          <a:xfrm>
            <a:off x="3294625" y="3758300"/>
            <a:ext cx="5340600" cy="3276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None/>
            </a:pPr>
            <a:r>
              <a:rPr b="0" i="0" lang="en" sz="1900" u="none" cap="none" strike="noStrike">
                <a:solidFill>
                  <a:srgbClr val="FFFFFF"/>
                </a:solidFill>
                <a:latin typeface="Proxima Nova"/>
                <a:ea typeface="Proxima Nova"/>
                <a:cs typeface="Proxima Nova"/>
                <a:sym typeface="Proxima Nova"/>
              </a:rPr>
              <a:t>CONTINUOUS</a:t>
            </a:r>
            <a:r>
              <a:rPr lang="en" sz="1900">
                <a:solidFill>
                  <a:srgbClr val="FFFFFF"/>
                </a:solidFill>
                <a:latin typeface="Proxima Nova"/>
                <a:ea typeface="Proxima Nova"/>
                <a:cs typeface="Proxima Nova"/>
                <a:sym typeface="Proxima Nova"/>
              </a:rPr>
              <a:t>LY</a:t>
            </a:r>
            <a:r>
              <a:rPr b="0" i="0" lang="en" sz="1900" u="none" cap="none" strike="noStrike">
                <a:solidFill>
                  <a:srgbClr val="FFFFFF"/>
                </a:solidFill>
                <a:latin typeface="Proxima Nova"/>
                <a:ea typeface="Proxima Nova"/>
                <a:cs typeface="Proxima Nova"/>
                <a:sym typeface="Proxima Nova"/>
              </a:rPr>
              <a:t> DELIVER</a:t>
            </a:r>
            <a:r>
              <a:rPr lang="en" sz="1900">
                <a:solidFill>
                  <a:srgbClr val="FFFFFF"/>
                </a:solidFill>
                <a:latin typeface="Proxima Nova"/>
                <a:ea typeface="Proxima Nova"/>
                <a:cs typeface="Proxima Nova"/>
                <a:sym typeface="Proxima Nova"/>
              </a:rPr>
              <a:t> EVERYTHING</a:t>
            </a:r>
            <a:endParaRPr b="0" i="0" sz="1900" u="none" cap="none" strike="noStrike">
              <a:solidFill>
                <a:srgbClr val="FFFFFF"/>
              </a:solidFill>
              <a:latin typeface="Proxima Nova"/>
              <a:ea typeface="Proxima Nova"/>
              <a:cs typeface="Proxima Nova"/>
              <a:sym typeface="Proxima Nova"/>
            </a:endParaRPr>
          </a:p>
        </p:txBody>
      </p:sp>
      <p:sp>
        <p:nvSpPr>
          <p:cNvPr id="2434" name="Google Shape;2434;p139"/>
          <p:cNvSpPr/>
          <p:nvPr/>
        </p:nvSpPr>
        <p:spPr>
          <a:xfrm>
            <a:off x="3294628" y="4031683"/>
            <a:ext cx="5340662" cy="177963"/>
          </a:xfrm>
          <a:custGeom>
            <a:rect b="b" l="l" r="r" t="t"/>
            <a:pathLst>
              <a:path extrusionOk="0" h="47" w="1375">
                <a:moveTo>
                  <a:pt x="1373" y="22"/>
                </a:moveTo>
                <a:cubicBezTo>
                  <a:pt x="1328" y="0"/>
                  <a:pt x="1328" y="0"/>
                  <a:pt x="1328" y="0"/>
                </a:cubicBezTo>
                <a:cubicBezTo>
                  <a:pt x="1327" y="0"/>
                  <a:pt x="1326" y="0"/>
                  <a:pt x="1325" y="1"/>
                </a:cubicBezTo>
                <a:cubicBezTo>
                  <a:pt x="1325" y="1"/>
                  <a:pt x="1324" y="2"/>
                  <a:pt x="1324" y="3"/>
                </a:cubicBezTo>
                <a:cubicBezTo>
                  <a:pt x="1324" y="20"/>
                  <a:pt x="1324" y="20"/>
                  <a:pt x="1324" y="20"/>
                </a:cubicBezTo>
                <a:cubicBezTo>
                  <a:pt x="4" y="20"/>
                  <a:pt x="4" y="20"/>
                  <a:pt x="4" y="20"/>
                </a:cubicBezTo>
                <a:cubicBezTo>
                  <a:pt x="2" y="20"/>
                  <a:pt x="0" y="21"/>
                  <a:pt x="0" y="24"/>
                </a:cubicBezTo>
                <a:cubicBezTo>
                  <a:pt x="0" y="26"/>
                  <a:pt x="2" y="28"/>
                  <a:pt x="4" y="28"/>
                </a:cubicBezTo>
                <a:cubicBezTo>
                  <a:pt x="1324" y="28"/>
                  <a:pt x="1324" y="28"/>
                  <a:pt x="1324" y="28"/>
                </a:cubicBezTo>
                <a:cubicBezTo>
                  <a:pt x="1324" y="44"/>
                  <a:pt x="1324" y="44"/>
                  <a:pt x="1324" y="44"/>
                </a:cubicBezTo>
                <a:cubicBezTo>
                  <a:pt x="1324" y="45"/>
                  <a:pt x="1325" y="46"/>
                  <a:pt x="1325" y="47"/>
                </a:cubicBezTo>
                <a:cubicBezTo>
                  <a:pt x="1326" y="47"/>
                  <a:pt x="1327" y="47"/>
                  <a:pt x="1328" y="47"/>
                </a:cubicBezTo>
                <a:cubicBezTo>
                  <a:pt x="1373" y="26"/>
                  <a:pt x="1373" y="26"/>
                  <a:pt x="1373" y="26"/>
                </a:cubicBezTo>
                <a:cubicBezTo>
                  <a:pt x="1374" y="26"/>
                  <a:pt x="1375" y="25"/>
                  <a:pt x="1375" y="24"/>
                </a:cubicBezTo>
                <a:cubicBezTo>
                  <a:pt x="1375" y="24"/>
                  <a:pt x="1375" y="24"/>
                  <a:pt x="1375" y="24"/>
                </a:cubicBezTo>
                <a:cubicBezTo>
                  <a:pt x="1375" y="23"/>
                  <a:pt x="1374" y="22"/>
                  <a:pt x="1373" y="22"/>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i="0" sz="3500" u="none" cap="none" strike="noStrike">
              <a:solidFill>
                <a:srgbClr val="000000"/>
              </a:solidFill>
              <a:latin typeface="Red Hat Text"/>
              <a:ea typeface="Red Hat Text"/>
              <a:cs typeface="Red Hat Text"/>
              <a:sym typeface="Red Hat Text"/>
            </a:endParaRPr>
          </a:p>
        </p:txBody>
      </p:sp>
      <p:grpSp>
        <p:nvGrpSpPr>
          <p:cNvPr id="2435" name="Google Shape;2435;p139"/>
          <p:cNvGrpSpPr/>
          <p:nvPr/>
        </p:nvGrpSpPr>
        <p:grpSpPr>
          <a:xfrm>
            <a:off x="1295575" y="4511520"/>
            <a:ext cx="992475" cy="967060"/>
            <a:chOff x="-4119418" y="3635086"/>
            <a:chExt cx="1060450" cy="1058863"/>
          </a:xfrm>
        </p:grpSpPr>
        <p:sp>
          <p:nvSpPr>
            <p:cNvPr id="2436" name="Google Shape;2436;p139"/>
            <p:cNvSpPr/>
            <p:nvPr/>
          </p:nvSpPr>
          <p:spPr>
            <a:xfrm>
              <a:off x="-4119418" y="3635086"/>
              <a:ext cx="1060450" cy="1058863"/>
            </a:xfrm>
            <a:custGeom>
              <a:rect b="b" l="l" r="r" t="t"/>
              <a:pathLst>
                <a:path extrusionOk="0" h="263" w="264">
                  <a:moveTo>
                    <a:pt x="217" y="47"/>
                  </a:moveTo>
                  <a:cubicBezTo>
                    <a:pt x="264" y="94"/>
                    <a:pt x="264" y="170"/>
                    <a:pt x="217" y="217"/>
                  </a:cubicBezTo>
                  <a:cubicBezTo>
                    <a:pt x="170" y="263"/>
                    <a:pt x="94" y="263"/>
                    <a:pt x="47" y="217"/>
                  </a:cubicBezTo>
                  <a:cubicBezTo>
                    <a:pt x="0" y="170"/>
                    <a:pt x="0" y="94"/>
                    <a:pt x="47" y="47"/>
                  </a:cubicBezTo>
                  <a:cubicBezTo>
                    <a:pt x="94" y="0"/>
                    <a:pt x="170" y="0"/>
                    <a:pt x="217" y="47"/>
                  </a:cubicBezTo>
                  <a:close/>
                </a:path>
              </a:pathLst>
            </a:custGeom>
            <a:solidFill>
              <a:srgbClr val="BB1729"/>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grpSp>
          <p:nvGrpSpPr>
            <p:cNvPr id="2437" name="Google Shape;2437;p139"/>
            <p:cNvGrpSpPr/>
            <p:nvPr/>
          </p:nvGrpSpPr>
          <p:grpSpPr>
            <a:xfrm>
              <a:off x="-3810649" y="3823998"/>
              <a:ext cx="455613" cy="700088"/>
              <a:chOff x="2114550" y="2722562"/>
              <a:chExt cx="455613" cy="700088"/>
            </a:xfrm>
          </p:grpSpPr>
          <p:sp>
            <p:nvSpPr>
              <p:cNvPr id="2438" name="Google Shape;2438;p139"/>
              <p:cNvSpPr/>
              <p:nvPr/>
            </p:nvSpPr>
            <p:spPr>
              <a:xfrm>
                <a:off x="2114550" y="2722562"/>
                <a:ext cx="455613" cy="700088"/>
              </a:xfrm>
              <a:custGeom>
                <a:rect b="b" l="l" r="r" t="t"/>
                <a:pathLst>
                  <a:path extrusionOk="0" h="174" w="113">
                    <a:moveTo>
                      <a:pt x="57" y="1"/>
                    </a:moveTo>
                    <a:cubicBezTo>
                      <a:pt x="26" y="0"/>
                      <a:pt x="0" y="25"/>
                      <a:pt x="0" y="56"/>
                    </a:cubicBezTo>
                    <a:cubicBezTo>
                      <a:pt x="0" y="69"/>
                      <a:pt x="2" y="79"/>
                      <a:pt x="5" y="86"/>
                    </a:cubicBezTo>
                    <a:cubicBezTo>
                      <a:pt x="9" y="97"/>
                      <a:pt x="17" y="104"/>
                      <a:pt x="22" y="110"/>
                    </a:cubicBezTo>
                    <a:cubicBezTo>
                      <a:pt x="25" y="113"/>
                      <a:pt x="27" y="116"/>
                      <a:pt x="29" y="120"/>
                    </a:cubicBezTo>
                    <a:cubicBezTo>
                      <a:pt x="31" y="124"/>
                      <a:pt x="32" y="128"/>
                      <a:pt x="32" y="134"/>
                    </a:cubicBezTo>
                    <a:cubicBezTo>
                      <a:pt x="32" y="136"/>
                      <a:pt x="32" y="137"/>
                      <a:pt x="33" y="138"/>
                    </a:cubicBezTo>
                    <a:cubicBezTo>
                      <a:pt x="31" y="139"/>
                      <a:pt x="30" y="141"/>
                      <a:pt x="30" y="143"/>
                    </a:cubicBezTo>
                    <a:cubicBezTo>
                      <a:pt x="30" y="144"/>
                      <a:pt x="30" y="144"/>
                      <a:pt x="30" y="144"/>
                    </a:cubicBezTo>
                    <a:cubicBezTo>
                      <a:pt x="30" y="145"/>
                      <a:pt x="31" y="146"/>
                      <a:pt x="31" y="147"/>
                    </a:cubicBezTo>
                    <a:cubicBezTo>
                      <a:pt x="31" y="148"/>
                      <a:pt x="30" y="149"/>
                      <a:pt x="30" y="151"/>
                    </a:cubicBezTo>
                    <a:cubicBezTo>
                      <a:pt x="30" y="151"/>
                      <a:pt x="30" y="151"/>
                      <a:pt x="30" y="151"/>
                    </a:cubicBezTo>
                    <a:cubicBezTo>
                      <a:pt x="30" y="153"/>
                      <a:pt x="31" y="154"/>
                      <a:pt x="31" y="155"/>
                    </a:cubicBezTo>
                    <a:cubicBezTo>
                      <a:pt x="31" y="156"/>
                      <a:pt x="30" y="157"/>
                      <a:pt x="30" y="158"/>
                    </a:cubicBezTo>
                    <a:cubicBezTo>
                      <a:pt x="30" y="159"/>
                      <a:pt x="30" y="159"/>
                      <a:pt x="30" y="159"/>
                    </a:cubicBezTo>
                    <a:cubicBezTo>
                      <a:pt x="30" y="161"/>
                      <a:pt x="31" y="162"/>
                      <a:pt x="32" y="164"/>
                    </a:cubicBezTo>
                    <a:cubicBezTo>
                      <a:pt x="32" y="164"/>
                      <a:pt x="32" y="164"/>
                      <a:pt x="33" y="164"/>
                    </a:cubicBezTo>
                    <a:cubicBezTo>
                      <a:pt x="35" y="165"/>
                      <a:pt x="37" y="167"/>
                      <a:pt x="38" y="168"/>
                    </a:cubicBezTo>
                    <a:cubicBezTo>
                      <a:pt x="42" y="171"/>
                      <a:pt x="45" y="174"/>
                      <a:pt x="55" y="174"/>
                    </a:cubicBezTo>
                    <a:cubicBezTo>
                      <a:pt x="65" y="174"/>
                      <a:pt x="68" y="171"/>
                      <a:pt x="72" y="168"/>
                    </a:cubicBezTo>
                    <a:cubicBezTo>
                      <a:pt x="73" y="167"/>
                      <a:pt x="75" y="166"/>
                      <a:pt x="77" y="165"/>
                    </a:cubicBezTo>
                    <a:cubicBezTo>
                      <a:pt x="78" y="164"/>
                      <a:pt x="78" y="164"/>
                      <a:pt x="78" y="164"/>
                    </a:cubicBezTo>
                    <a:cubicBezTo>
                      <a:pt x="79" y="163"/>
                      <a:pt x="80" y="161"/>
                      <a:pt x="80" y="159"/>
                    </a:cubicBezTo>
                    <a:cubicBezTo>
                      <a:pt x="80" y="159"/>
                      <a:pt x="80" y="159"/>
                      <a:pt x="80" y="159"/>
                    </a:cubicBezTo>
                    <a:cubicBezTo>
                      <a:pt x="80" y="157"/>
                      <a:pt x="80" y="156"/>
                      <a:pt x="79" y="155"/>
                    </a:cubicBezTo>
                    <a:cubicBezTo>
                      <a:pt x="80" y="154"/>
                      <a:pt x="80" y="153"/>
                      <a:pt x="80" y="152"/>
                    </a:cubicBezTo>
                    <a:cubicBezTo>
                      <a:pt x="80" y="151"/>
                      <a:pt x="80" y="151"/>
                      <a:pt x="80" y="151"/>
                    </a:cubicBezTo>
                    <a:cubicBezTo>
                      <a:pt x="80" y="150"/>
                      <a:pt x="80" y="149"/>
                      <a:pt x="79" y="148"/>
                    </a:cubicBezTo>
                    <a:cubicBezTo>
                      <a:pt x="80" y="147"/>
                      <a:pt x="80" y="146"/>
                      <a:pt x="80" y="144"/>
                    </a:cubicBezTo>
                    <a:cubicBezTo>
                      <a:pt x="80" y="144"/>
                      <a:pt x="80" y="144"/>
                      <a:pt x="80" y="144"/>
                    </a:cubicBezTo>
                    <a:cubicBezTo>
                      <a:pt x="80" y="142"/>
                      <a:pt x="79" y="140"/>
                      <a:pt x="78" y="138"/>
                    </a:cubicBezTo>
                    <a:cubicBezTo>
                      <a:pt x="78" y="137"/>
                      <a:pt x="79" y="136"/>
                      <a:pt x="79" y="135"/>
                    </a:cubicBezTo>
                    <a:cubicBezTo>
                      <a:pt x="79" y="127"/>
                      <a:pt x="81" y="122"/>
                      <a:pt x="84" y="117"/>
                    </a:cubicBezTo>
                    <a:cubicBezTo>
                      <a:pt x="86" y="114"/>
                      <a:pt x="89" y="111"/>
                      <a:pt x="92" y="108"/>
                    </a:cubicBezTo>
                    <a:cubicBezTo>
                      <a:pt x="97" y="103"/>
                      <a:pt x="102" y="98"/>
                      <a:pt x="106" y="90"/>
                    </a:cubicBezTo>
                    <a:cubicBezTo>
                      <a:pt x="110" y="82"/>
                      <a:pt x="112" y="72"/>
                      <a:pt x="113" y="57"/>
                    </a:cubicBezTo>
                    <a:cubicBezTo>
                      <a:pt x="113" y="26"/>
                      <a:pt x="88" y="1"/>
                      <a:pt x="57" y="1"/>
                    </a:cubicBezTo>
                    <a:close/>
                    <a:moveTo>
                      <a:pt x="76" y="144"/>
                    </a:moveTo>
                    <a:cubicBezTo>
                      <a:pt x="76" y="145"/>
                      <a:pt x="75" y="146"/>
                      <a:pt x="75" y="146"/>
                    </a:cubicBezTo>
                    <a:cubicBezTo>
                      <a:pt x="74" y="147"/>
                      <a:pt x="74" y="148"/>
                      <a:pt x="75" y="149"/>
                    </a:cubicBezTo>
                    <a:cubicBezTo>
                      <a:pt x="75" y="150"/>
                      <a:pt x="76" y="150"/>
                      <a:pt x="76" y="151"/>
                    </a:cubicBezTo>
                    <a:cubicBezTo>
                      <a:pt x="75" y="152"/>
                      <a:pt x="75" y="152"/>
                      <a:pt x="75" y="152"/>
                    </a:cubicBezTo>
                    <a:cubicBezTo>
                      <a:pt x="75" y="153"/>
                      <a:pt x="75" y="153"/>
                      <a:pt x="75" y="154"/>
                    </a:cubicBezTo>
                    <a:cubicBezTo>
                      <a:pt x="74" y="155"/>
                      <a:pt x="74" y="156"/>
                      <a:pt x="75" y="157"/>
                    </a:cubicBezTo>
                    <a:cubicBezTo>
                      <a:pt x="75" y="157"/>
                      <a:pt x="75" y="158"/>
                      <a:pt x="75" y="159"/>
                    </a:cubicBezTo>
                    <a:cubicBezTo>
                      <a:pt x="75" y="159"/>
                      <a:pt x="75" y="159"/>
                      <a:pt x="75" y="159"/>
                    </a:cubicBezTo>
                    <a:cubicBezTo>
                      <a:pt x="75" y="160"/>
                      <a:pt x="75" y="160"/>
                      <a:pt x="75" y="161"/>
                    </a:cubicBezTo>
                    <a:cubicBezTo>
                      <a:pt x="72" y="162"/>
                      <a:pt x="71" y="164"/>
                      <a:pt x="69" y="165"/>
                    </a:cubicBezTo>
                    <a:cubicBezTo>
                      <a:pt x="66" y="168"/>
                      <a:pt x="63" y="170"/>
                      <a:pt x="55" y="170"/>
                    </a:cubicBezTo>
                    <a:cubicBezTo>
                      <a:pt x="47" y="169"/>
                      <a:pt x="44" y="167"/>
                      <a:pt x="41" y="165"/>
                    </a:cubicBezTo>
                    <a:cubicBezTo>
                      <a:pt x="39" y="163"/>
                      <a:pt x="38" y="162"/>
                      <a:pt x="35" y="160"/>
                    </a:cubicBezTo>
                    <a:cubicBezTo>
                      <a:pt x="35" y="160"/>
                      <a:pt x="35" y="159"/>
                      <a:pt x="35" y="159"/>
                    </a:cubicBezTo>
                    <a:cubicBezTo>
                      <a:pt x="35" y="158"/>
                      <a:pt x="35" y="158"/>
                      <a:pt x="35" y="158"/>
                    </a:cubicBezTo>
                    <a:cubicBezTo>
                      <a:pt x="35" y="158"/>
                      <a:pt x="35" y="157"/>
                      <a:pt x="35" y="156"/>
                    </a:cubicBezTo>
                    <a:cubicBezTo>
                      <a:pt x="36" y="156"/>
                      <a:pt x="36" y="154"/>
                      <a:pt x="35" y="153"/>
                    </a:cubicBezTo>
                    <a:cubicBezTo>
                      <a:pt x="35" y="153"/>
                      <a:pt x="35" y="152"/>
                      <a:pt x="35" y="152"/>
                    </a:cubicBezTo>
                    <a:cubicBezTo>
                      <a:pt x="35" y="151"/>
                      <a:pt x="35" y="151"/>
                      <a:pt x="35" y="151"/>
                    </a:cubicBezTo>
                    <a:cubicBezTo>
                      <a:pt x="35" y="150"/>
                      <a:pt x="35" y="149"/>
                      <a:pt x="35" y="149"/>
                    </a:cubicBezTo>
                    <a:cubicBezTo>
                      <a:pt x="36" y="148"/>
                      <a:pt x="36" y="147"/>
                      <a:pt x="36" y="146"/>
                    </a:cubicBezTo>
                    <a:cubicBezTo>
                      <a:pt x="35" y="145"/>
                      <a:pt x="35" y="145"/>
                      <a:pt x="35" y="144"/>
                    </a:cubicBezTo>
                    <a:cubicBezTo>
                      <a:pt x="35" y="143"/>
                      <a:pt x="35" y="143"/>
                      <a:pt x="35" y="143"/>
                    </a:cubicBezTo>
                    <a:cubicBezTo>
                      <a:pt x="35" y="142"/>
                      <a:pt x="36" y="141"/>
                      <a:pt x="37" y="141"/>
                    </a:cubicBezTo>
                    <a:cubicBezTo>
                      <a:pt x="38" y="141"/>
                      <a:pt x="38" y="141"/>
                      <a:pt x="38" y="141"/>
                    </a:cubicBezTo>
                    <a:cubicBezTo>
                      <a:pt x="72" y="141"/>
                      <a:pt x="72" y="141"/>
                      <a:pt x="72" y="141"/>
                    </a:cubicBezTo>
                    <a:cubicBezTo>
                      <a:pt x="74" y="141"/>
                      <a:pt x="74" y="141"/>
                      <a:pt x="74" y="141"/>
                    </a:cubicBezTo>
                    <a:cubicBezTo>
                      <a:pt x="75" y="141"/>
                      <a:pt x="76" y="142"/>
                      <a:pt x="76" y="144"/>
                    </a:cubicBezTo>
                    <a:cubicBezTo>
                      <a:pt x="76" y="144"/>
                      <a:pt x="76" y="144"/>
                      <a:pt x="76" y="144"/>
                    </a:cubicBezTo>
                    <a:close/>
                    <a:moveTo>
                      <a:pt x="103" y="85"/>
                    </a:moveTo>
                    <a:cubicBezTo>
                      <a:pt x="98" y="96"/>
                      <a:pt x="92" y="101"/>
                      <a:pt x="86" y="108"/>
                    </a:cubicBezTo>
                    <a:cubicBezTo>
                      <a:pt x="83" y="111"/>
                      <a:pt x="80" y="115"/>
                      <a:pt x="78" y="119"/>
                    </a:cubicBezTo>
                    <a:cubicBezTo>
                      <a:pt x="76" y="123"/>
                      <a:pt x="74" y="128"/>
                      <a:pt x="74" y="135"/>
                    </a:cubicBezTo>
                    <a:cubicBezTo>
                      <a:pt x="74" y="136"/>
                      <a:pt x="73" y="137"/>
                      <a:pt x="72" y="137"/>
                    </a:cubicBezTo>
                    <a:cubicBezTo>
                      <a:pt x="39" y="137"/>
                      <a:pt x="39" y="137"/>
                      <a:pt x="39" y="137"/>
                    </a:cubicBezTo>
                    <a:cubicBezTo>
                      <a:pt x="37" y="136"/>
                      <a:pt x="36" y="135"/>
                      <a:pt x="36" y="134"/>
                    </a:cubicBezTo>
                    <a:cubicBezTo>
                      <a:pt x="36" y="126"/>
                      <a:pt x="34" y="119"/>
                      <a:pt x="31" y="114"/>
                    </a:cubicBezTo>
                    <a:cubicBezTo>
                      <a:pt x="29" y="110"/>
                      <a:pt x="26" y="107"/>
                      <a:pt x="23" y="104"/>
                    </a:cubicBezTo>
                    <a:cubicBezTo>
                      <a:pt x="18" y="99"/>
                      <a:pt x="13" y="94"/>
                      <a:pt x="10" y="87"/>
                    </a:cubicBezTo>
                    <a:cubicBezTo>
                      <a:pt x="6" y="80"/>
                      <a:pt x="4" y="70"/>
                      <a:pt x="4" y="56"/>
                    </a:cubicBezTo>
                    <a:cubicBezTo>
                      <a:pt x="4" y="42"/>
                      <a:pt x="10" y="29"/>
                      <a:pt x="20" y="20"/>
                    </a:cubicBezTo>
                    <a:cubicBezTo>
                      <a:pt x="29" y="11"/>
                      <a:pt x="42" y="5"/>
                      <a:pt x="57" y="5"/>
                    </a:cubicBezTo>
                    <a:cubicBezTo>
                      <a:pt x="71" y="5"/>
                      <a:pt x="84" y="11"/>
                      <a:pt x="93" y="21"/>
                    </a:cubicBezTo>
                    <a:cubicBezTo>
                      <a:pt x="103" y="30"/>
                      <a:pt x="108" y="43"/>
                      <a:pt x="108" y="57"/>
                    </a:cubicBezTo>
                    <a:cubicBezTo>
                      <a:pt x="108" y="70"/>
                      <a:pt x="106" y="79"/>
                      <a:pt x="103" y="85"/>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39" name="Google Shape;2439;p139"/>
              <p:cNvSpPr/>
              <p:nvPr/>
            </p:nvSpPr>
            <p:spPr>
              <a:xfrm>
                <a:off x="2497138" y="3048000"/>
                <a:ext cx="12700" cy="15875"/>
              </a:xfrm>
              <a:custGeom>
                <a:rect b="b" l="l" r="r" t="t"/>
                <a:pathLst>
                  <a:path extrusionOk="0" h="4" w="3">
                    <a:moveTo>
                      <a:pt x="3" y="0"/>
                    </a:moveTo>
                    <a:cubicBezTo>
                      <a:pt x="2" y="0"/>
                      <a:pt x="1" y="0"/>
                      <a:pt x="1" y="0"/>
                    </a:cubicBezTo>
                    <a:cubicBezTo>
                      <a:pt x="1" y="1"/>
                      <a:pt x="0" y="2"/>
                      <a:pt x="0" y="3"/>
                    </a:cubicBezTo>
                    <a:cubicBezTo>
                      <a:pt x="0" y="3"/>
                      <a:pt x="0" y="4"/>
                      <a:pt x="0" y="4"/>
                    </a:cubicBezTo>
                    <a:cubicBezTo>
                      <a:pt x="1" y="4"/>
                      <a:pt x="1" y="4"/>
                      <a:pt x="1" y="4"/>
                    </a:cubicBezTo>
                    <a:cubicBezTo>
                      <a:pt x="1" y="4"/>
                      <a:pt x="2" y="4"/>
                      <a:pt x="2" y="4"/>
                    </a:cubicBezTo>
                    <a:cubicBezTo>
                      <a:pt x="2" y="3"/>
                      <a:pt x="3" y="2"/>
                      <a:pt x="3" y="1"/>
                    </a:cubicBezTo>
                    <a:cubicBezTo>
                      <a:pt x="3" y="1"/>
                      <a:pt x="3" y="0"/>
                      <a:pt x="3" y="0"/>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40" name="Google Shape;2440;p139"/>
              <p:cNvSpPr/>
              <p:nvPr/>
            </p:nvSpPr>
            <p:spPr>
              <a:xfrm>
                <a:off x="2509838" y="2984500"/>
                <a:ext cx="15875" cy="47625"/>
              </a:xfrm>
              <a:custGeom>
                <a:rect b="b" l="l" r="r" t="t"/>
                <a:pathLst>
                  <a:path extrusionOk="0" h="12" w="4">
                    <a:moveTo>
                      <a:pt x="3" y="0"/>
                    </a:moveTo>
                    <a:cubicBezTo>
                      <a:pt x="2" y="0"/>
                      <a:pt x="2" y="0"/>
                      <a:pt x="2" y="1"/>
                    </a:cubicBezTo>
                    <a:cubicBezTo>
                      <a:pt x="2" y="2"/>
                      <a:pt x="1" y="3"/>
                      <a:pt x="1" y="4"/>
                    </a:cubicBezTo>
                    <a:cubicBezTo>
                      <a:pt x="1" y="6"/>
                      <a:pt x="1" y="7"/>
                      <a:pt x="1" y="8"/>
                    </a:cubicBezTo>
                    <a:cubicBezTo>
                      <a:pt x="0" y="9"/>
                      <a:pt x="0" y="10"/>
                      <a:pt x="0" y="11"/>
                    </a:cubicBezTo>
                    <a:cubicBezTo>
                      <a:pt x="0" y="12"/>
                      <a:pt x="0" y="12"/>
                      <a:pt x="1" y="12"/>
                    </a:cubicBezTo>
                    <a:cubicBezTo>
                      <a:pt x="1" y="12"/>
                      <a:pt x="1" y="12"/>
                      <a:pt x="1" y="12"/>
                    </a:cubicBezTo>
                    <a:cubicBezTo>
                      <a:pt x="1" y="12"/>
                      <a:pt x="2" y="12"/>
                      <a:pt x="2" y="12"/>
                    </a:cubicBezTo>
                    <a:cubicBezTo>
                      <a:pt x="2" y="10"/>
                      <a:pt x="3" y="9"/>
                      <a:pt x="3" y="8"/>
                    </a:cubicBezTo>
                    <a:cubicBezTo>
                      <a:pt x="3" y="7"/>
                      <a:pt x="3" y="6"/>
                      <a:pt x="4" y="5"/>
                    </a:cubicBezTo>
                    <a:cubicBezTo>
                      <a:pt x="4" y="4"/>
                      <a:pt x="4" y="2"/>
                      <a:pt x="4" y="1"/>
                    </a:cubicBezTo>
                    <a:cubicBezTo>
                      <a:pt x="4" y="0"/>
                      <a:pt x="4" y="0"/>
                      <a:pt x="3" y="0"/>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41" name="Google Shape;2441;p139"/>
              <p:cNvSpPr/>
              <p:nvPr/>
            </p:nvSpPr>
            <p:spPr>
              <a:xfrm>
                <a:off x="2436813" y="2798763"/>
                <a:ext cx="88900" cy="157163"/>
              </a:xfrm>
              <a:custGeom>
                <a:rect b="b" l="l" r="r" t="t"/>
                <a:pathLst>
                  <a:path extrusionOk="0" h="39" w="22">
                    <a:moveTo>
                      <a:pt x="22" y="29"/>
                    </a:moveTo>
                    <a:cubicBezTo>
                      <a:pt x="21" y="28"/>
                      <a:pt x="21" y="26"/>
                      <a:pt x="21" y="25"/>
                    </a:cubicBezTo>
                    <a:cubicBezTo>
                      <a:pt x="20" y="23"/>
                      <a:pt x="20" y="22"/>
                      <a:pt x="19" y="20"/>
                    </a:cubicBezTo>
                    <a:cubicBezTo>
                      <a:pt x="18" y="19"/>
                      <a:pt x="18" y="18"/>
                      <a:pt x="17" y="16"/>
                    </a:cubicBezTo>
                    <a:cubicBezTo>
                      <a:pt x="16" y="15"/>
                      <a:pt x="16" y="14"/>
                      <a:pt x="15" y="12"/>
                    </a:cubicBezTo>
                    <a:cubicBezTo>
                      <a:pt x="14" y="11"/>
                      <a:pt x="13" y="10"/>
                      <a:pt x="12" y="9"/>
                    </a:cubicBezTo>
                    <a:cubicBezTo>
                      <a:pt x="11" y="8"/>
                      <a:pt x="10" y="7"/>
                      <a:pt x="9" y="6"/>
                    </a:cubicBezTo>
                    <a:cubicBezTo>
                      <a:pt x="8" y="5"/>
                      <a:pt x="7" y="4"/>
                      <a:pt x="6" y="3"/>
                    </a:cubicBezTo>
                    <a:cubicBezTo>
                      <a:pt x="5" y="2"/>
                      <a:pt x="4" y="1"/>
                      <a:pt x="2" y="0"/>
                    </a:cubicBezTo>
                    <a:cubicBezTo>
                      <a:pt x="2" y="0"/>
                      <a:pt x="1" y="0"/>
                      <a:pt x="1" y="0"/>
                    </a:cubicBezTo>
                    <a:cubicBezTo>
                      <a:pt x="0" y="1"/>
                      <a:pt x="1" y="1"/>
                      <a:pt x="1" y="2"/>
                    </a:cubicBezTo>
                    <a:cubicBezTo>
                      <a:pt x="2" y="3"/>
                      <a:pt x="3" y="3"/>
                      <a:pt x="5" y="4"/>
                    </a:cubicBezTo>
                    <a:cubicBezTo>
                      <a:pt x="6" y="5"/>
                      <a:pt x="7" y="6"/>
                      <a:pt x="8" y="7"/>
                    </a:cubicBezTo>
                    <a:cubicBezTo>
                      <a:pt x="9" y="8"/>
                      <a:pt x="10" y="9"/>
                      <a:pt x="10" y="10"/>
                    </a:cubicBezTo>
                    <a:cubicBezTo>
                      <a:pt x="11" y="11"/>
                      <a:pt x="12" y="13"/>
                      <a:pt x="13" y="14"/>
                    </a:cubicBezTo>
                    <a:cubicBezTo>
                      <a:pt x="14" y="15"/>
                      <a:pt x="14" y="16"/>
                      <a:pt x="15" y="17"/>
                    </a:cubicBezTo>
                    <a:cubicBezTo>
                      <a:pt x="16" y="19"/>
                      <a:pt x="16" y="20"/>
                      <a:pt x="17" y="21"/>
                    </a:cubicBezTo>
                    <a:cubicBezTo>
                      <a:pt x="17" y="23"/>
                      <a:pt x="18" y="24"/>
                      <a:pt x="18" y="25"/>
                    </a:cubicBezTo>
                    <a:cubicBezTo>
                      <a:pt x="19" y="27"/>
                      <a:pt x="19" y="28"/>
                      <a:pt x="19" y="29"/>
                    </a:cubicBezTo>
                    <a:cubicBezTo>
                      <a:pt x="20" y="31"/>
                      <a:pt x="20" y="32"/>
                      <a:pt x="20" y="34"/>
                    </a:cubicBezTo>
                    <a:cubicBezTo>
                      <a:pt x="20" y="35"/>
                      <a:pt x="20" y="37"/>
                      <a:pt x="20" y="38"/>
                    </a:cubicBezTo>
                    <a:cubicBezTo>
                      <a:pt x="20" y="39"/>
                      <a:pt x="21" y="39"/>
                      <a:pt x="21" y="39"/>
                    </a:cubicBezTo>
                    <a:cubicBezTo>
                      <a:pt x="22" y="39"/>
                      <a:pt x="22" y="39"/>
                      <a:pt x="22" y="38"/>
                    </a:cubicBezTo>
                    <a:cubicBezTo>
                      <a:pt x="22" y="37"/>
                      <a:pt x="22" y="35"/>
                      <a:pt x="22" y="34"/>
                    </a:cubicBezTo>
                    <a:cubicBezTo>
                      <a:pt x="22" y="32"/>
                      <a:pt x="22" y="31"/>
                      <a:pt x="22" y="29"/>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42" name="Google Shape;2442;p139"/>
              <p:cNvSpPr/>
              <p:nvPr/>
            </p:nvSpPr>
            <p:spPr>
              <a:xfrm>
                <a:off x="2244725" y="2955925"/>
                <a:ext cx="192088" cy="285750"/>
              </a:xfrm>
              <a:custGeom>
                <a:rect b="b" l="l" r="r" t="t"/>
                <a:pathLst>
                  <a:path extrusionOk="0" h="71" w="48">
                    <a:moveTo>
                      <a:pt x="47" y="0"/>
                    </a:moveTo>
                    <a:cubicBezTo>
                      <a:pt x="46" y="0"/>
                      <a:pt x="45" y="1"/>
                      <a:pt x="45" y="1"/>
                    </a:cubicBezTo>
                    <a:cubicBezTo>
                      <a:pt x="44" y="5"/>
                      <a:pt x="44" y="5"/>
                      <a:pt x="44" y="5"/>
                    </a:cubicBezTo>
                    <a:cubicBezTo>
                      <a:pt x="42" y="4"/>
                      <a:pt x="42" y="4"/>
                      <a:pt x="41" y="3"/>
                    </a:cubicBezTo>
                    <a:cubicBezTo>
                      <a:pt x="41" y="2"/>
                      <a:pt x="41" y="2"/>
                      <a:pt x="41" y="2"/>
                    </a:cubicBezTo>
                    <a:cubicBezTo>
                      <a:pt x="40" y="2"/>
                      <a:pt x="40" y="2"/>
                      <a:pt x="40" y="2"/>
                    </a:cubicBezTo>
                    <a:cubicBezTo>
                      <a:pt x="40" y="1"/>
                      <a:pt x="39" y="0"/>
                      <a:pt x="38" y="0"/>
                    </a:cubicBezTo>
                    <a:cubicBezTo>
                      <a:pt x="36" y="0"/>
                      <a:pt x="35" y="1"/>
                      <a:pt x="35" y="2"/>
                    </a:cubicBezTo>
                    <a:cubicBezTo>
                      <a:pt x="35" y="2"/>
                      <a:pt x="35" y="2"/>
                      <a:pt x="34" y="2"/>
                    </a:cubicBezTo>
                    <a:cubicBezTo>
                      <a:pt x="34" y="3"/>
                      <a:pt x="34" y="3"/>
                      <a:pt x="34" y="3"/>
                    </a:cubicBezTo>
                    <a:cubicBezTo>
                      <a:pt x="33" y="4"/>
                      <a:pt x="33" y="4"/>
                      <a:pt x="31" y="4"/>
                    </a:cubicBezTo>
                    <a:cubicBezTo>
                      <a:pt x="29" y="4"/>
                      <a:pt x="28" y="3"/>
                      <a:pt x="27" y="2"/>
                    </a:cubicBezTo>
                    <a:cubicBezTo>
                      <a:pt x="27" y="2"/>
                      <a:pt x="27" y="2"/>
                      <a:pt x="27" y="2"/>
                    </a:cubicBezTo>
                    <a:cubicBezTo>
                      <a:pt x="27" y="1"/>
                      <a:pt x="26" y="0"/>
                      <a:pt x="24" y="0"/>
                    </a:cubicBezTo>
                    <a:cubicBezTo>
                      <a:pt x="23" y="0"/>
                      <a:pt x="22" y="1"/>
                      <a:pt x="21" y="2"/>
                    </a:cubicBezTo>
                    <a:cubicBezTo>
                      <a:pt x="21" y="2"/>
                      <a:pt x="21" y="2"/>
                      <a:pt x="21" y="2"/>
                    </a:cubicBezTo>
                    <a:cubicBezTo>
                      <a:pt x="21" y="2"/>
                      <a:pt x="21" y="2"/>
                      <a:pt x="21" y="2"/>
                    </a:cubicBezTo>
                    <a:cubicBezTo>
                      <a:pt x="20" y="3"/>
                      <a:pt x="19" y="4"/>
                      <a:pt x="17" y="4"/>
                    </a:cubicBezTo>
                    <a:cubicBezTo>
                      <a:pt x="16" y="4"/>
                      <a:pt x="15" y="3"/>
                      <a:pt x="14" y="2"/>
                    </a:cubicBezTo>
                    <a:cubicBezTo>
                      <a:pt x="14" y="2"/>
                      <a:pt x="14" y="2"/>
                      <a:pt x="14" y="2"/>
                    </a:cubicBezTo>
                    <a:cubicBezTo>
                      <a:pt x="13" y="1"/>
                      <a:pt x="13" y="0"/>
                      <a:pt x="11" y="0"/>
                    </a:cubicBezTo>
                    <a:cubicBezTo>
                      <a:pt x="9" y="0"/>
                      <a:pt x="8" y="1"/>
                      <a:pt x="8" y="2"/>
                    </a:cubicBezTo>
                    <a:cubicBezTo>
                      <a:pt x="8" y="2"/>
                      <a:pt x="8" y="2"/>
                      <a:pt x="8" y="2"/>
                    </a:cubicBezTo>
                    <a:cubicBezTo>
                      <a:pt x="7" y="3"/>
                      <a:pt x="6" y="4"/>
                      <a:pt x="4" y="4"/>
                    </a:cubicBezTo>
                    <a:cubicBezTo>
                      <a:pt x="3" y="1"/>
                      <a:pt x="3" y="1"/>
                      <a:pt x="3" y="1"/>
                    </a:cubicBezTo>
                    <a:cubicBezTo>
                      <a:pt x="3" y="0"/>
                      <a:pt x="2" y="0"/>
                      <a:pt x="1" y="0"/>
                    </a:cubicBezTo>
                    <a:cubicBezTo>
                      <a:pt x="0" y="0"/>
                      <a:pt x="0" y="1"/>
                      <a:pt x="0" y="2"/>
                    </a:cubicBezTo>
                    <a:cubicBezTo>
                      <a:pt x="10" y="31"/>
                      <a:pt x="10" y="31"/>
                      <a:pt x="10" y="31"/>
                    </a:cubicBezTo>
                    <a:cubicBezTo>
                      <a:pt x="11" y="33"/>
                      <a:pt x="11" y="36"/>
                      <a:pt x="11" y="37"/>
                    </a:cubicBezTo>
                    <a:cubicBezTo>
                      <a:pt x="12" y="69"/>
                      <a:pt x="12" y="69"/>
                      <a:pt x="12" y="69"/>
                    </a:cubicBezTo>
                    <a:cubicBezTo>
                      <a:pt x="13" y="70"/>
                      <a:pt x="13" y="71"/>
                      <a:pt x="14" y="71"/>
                    </a:cubicBezTo>
                    <a:cubicBezTo>
                      <a:pt x="14" y="71"/>
                      <a:pt x="14" y="71"/>
                      <a:pt x="14" y="71"/>
                    </a:cubicBezTo>
                    <a:cubicBezTo>
                      <a:pt x="15" y="70"/>
                      <a:pt x="16" y="70"/>
                      <a:pt x="16" y="69"/>
                    </a:cubicBezTo>
                    <a:cubicBezTo>
                      <a:pt x="15" y="37"/>
                      <a:pt x="15" y="37"/>
                      <a:pt x="15" y="37"/>
                    </a:cubicBezTo>
                    <a:cubicBezTo>
                      <a:pt x="14" y="35"/>
                      <a:pt x="14" y="32"/>
                      <a:pt x="13" y="30"/>
                    </a:cubicBezTo>
                    <a:cubicBezTo>
                      <a:pt x="5" y="6"/>
                      <a:pt x="5" y="6"/>
                      <a:pt x="5" y="6"/>
                    </a:cubicBezTo>
                    <a:cubicBezTo>
                      <a:pt x="8" y="6"/>
                      <a:pt x="9" y="4"/>
                      <a:pt x="9" y="3"/>
                    </a:cubicBezTo>
                    <a:cubicBezTo>
                      <a:pt x="10" y="3"/>
                      <a:pt x="10" y="3"/>
                      <a:pt x="10" y="3"/>
                    </a:cubicBezTo>
                    <a:cubicBezTo>
                      <a:pt x="10" y="2"/>
                      <a:pt x="10" y="2"/>
                      <a:pt x="11" y="2"/>
                    </a:cubicBezTo>
                    <a:cubicBezTo>
                      <a:pt x="11" y="2"/>
                      <a:pt x="11" y="2"/>
                      <a:pt x="12" y="3"/>
                    </a:cubicBezTo>
                    <a:cubicBezTo>
                      <a:pt x="12" y="3"/>
                      <a:pt x="12" y="3"/>
                      <a:pt x="12" y="3"/>
                    </a:cubicBezTo>
                    <a:cubicBezTo>
                      <a:pt x="13" y="5"/>
                      <a:pt x="14" y="7"/>
                      <a:pt x="17" y="7"/>
                    </a:cubicBezTo>
                    <a:cubicBezTo>
                      <a:pt x="20" y="7"/>
                      <a:pt x="22" y="5"/>
                      <a:pt x="22" y="4"/>
                    </a:cubicBezTo>
                    <a:cubicBezTo>
                      <a:pt x="23" y="4"/>
                      <a:pt x="23" y="4"/>
                      <a:pt x="23" y="4"/>
                    </a:cubicBezTo>
                    <a:cubicBezTo>
                      <a:pt x="23" y="3"/>
                      <a:pt x="23" y="3"/>
                      <a:pt x="23" y="3"/>
                    </a:cubicBezTo>
                    <a:cubicBezTo>
                      <a:pt x="24" y="2"/>
                      <a:pt x="24" y="2"/>
                      <a:pt x="24" y="2"/>
                    </a:cubicBezTo>
                    <a:cubicBezTo>
                      <a:pt x="24" y="2"/>
                      <a:pt x="25" y="2"/>
                      <a:pt x="25" y="3"/>
                    </a:cubicBezTo>
                    <a:cubicBezTo>
                      <a:pt x="25" y="3"/>
                      <a:pt x="25" y="3"/>
                      <a:pt x="25" y="4"/>
                    </a:cubicBezTo>
                    <a:cubicBezTo>
                      <a:pt x="26" y="5"/>
                      <a:pt x="28" y="7"/>
                      <a:pt x="31" y="7"/>
                    </a:cubicBezTo>
                    <a:cubicBezTo>
                      <a:pt x="34" y="7"/>
                      <a:pt x="35" y="5"/>
                      <a:pt x="36" y="4"/>
                    </a:cubicBezTo>
                    <a:cubicBezTo>
                      <a:pt x="36" y="4"/>
                      <a:pt x="36" y="4"/>
                      <a:pt x="36" y="4"/>
                    </a:cubicBezTo>
                    <a:cubicBezTo>
                      <a:pt x="36" y="4"/>
                      <a:pt x="36" y="3"/>
                      <a:pt x="36" y="3"/>
                    </a:cubicBezTo>
                    <a:cubicBezTo>
                      <a:pt x="37" y="3"/>
                      <a:pt x="37" y="2"/>
                      <a:pt x="38" y="2"/>
                    </a:cubicBezTo>
                    <a:cubicBezTo>
                      <a:pt x="38" y="2"/>
                      <a:pt x="38" y="2"/>
                      <a:pt x="38" y="3"/>
                    </a:cubicBezTo>
                    <a:cubicBezTo>
                      <a:pt x="38" y="3"/>
                      <a:pt x="39" y="4"/>
                      <a:pt x="39" y="4"/>
                    </a:cubicBezTo>
                    <a:cubicBezTo>
                      <a:pt x="39" y="4"/>
                      <a:pt x="39" y="4"/>
                      <a:pt x="39" y="4"/>
                    </a:cubicBezTo>
                    <a:cubicBezTo>
                      <a:pt x="40" y="5"/>
                      <a:pt x="41" y="6"/>
                      <a:pt x="43" y="7"/>
                    </a:cubicBezTo>
                    <a:cubicBezTo>
                      <a:pt x="34" y="30"/>
                      <a:pt x="34" y="30"/>
                      <a:pt x="34" y="30"/>
                    </a:cubicBezTo>
                    <a:cubicBezTo>
                      <a:pt x="34" y="32"/>
                      <a:pt x="33" y="35"/>
                      <a:pt x="33" y="37"/>
                    </a:cubicBezTo>
                    <a:cubicBezTo>
                      <a:pt x="31" y="69"/>
                      <a:pt x="31" y="69"/>
                      <a:pt x="31" y="69"/>
                    </a:cubicBezTo>
                    <a:cubicBezTo>
                      <a:pt x="31" y="70"/>
                      <a:pt x="32" y="70"/>
                      <a:pt x="33" y="70"/>
                    </a:cubicBezTo>
                    <a:cubicBezTo>
                      <a:pt x="33" y="70"/>
                      <a:pt x="33" y="70"/>
                      <a:pt x="33" y="70"/>
                    </a:cubicBezTo>
                    <a:cubicBezTo>
                      <a:pt x="34" y="70"/>
                      <a:pt x="34" y="70"/>
                      <a:pt x="34" y="69"/>
                    </a:cubicBezTo>
                    <a:cubicBezTo>
                      <a:pt x="36" y="37"/>
                      <a:pt x="36" y="37"/>
                      <a:pt x="36" y="37"/>
                    </a:cubicBezTo>
                    <a:cubicBezTo>
                      <a:pt x="36" y="36"/>
                      <a:pt x="37" y="33"/>
                      <a:pt x="38" y="31"/>
                    </a:cubicBezTo>
                    <a:cubicBezTo>
                      <a:pt x="48" y="3"/>
                      <a:pt x="48" y="3"/>
                      <a:pt x="48" y="3"/>
                    </a:cubicBezTo>
                    <a:cubicBezTo>
                      <a:pt x="48" y="2"/>
                      <a:pt x="48" y="1"/>
                      <a:pt x="47" y="0"/>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43" name="Google Shape;2443;p139"/>
              <p:cNvSpPr/>
              <p:nvPr/>
            </p:nvSpPr>
            <p:spPr>
              <a:xfrm>
                <a:off x="2279650" y="3313113"/>
                <a:ext cx="96838" cy="7938"/>
              </a:xfrm>
              <a:custGeom>
                <a:rect b="b" l="l" r="r" t="t"/>
                <a:pathLst>
                  <a:path extrusionOk="0" h="2" w="24">
                    <a:moveTo>
                      <a:pt x="1" y="2"/>
                    </a:moveTo>
                    <a:cubicBezTo>
                      <a:pt x="23" y="2"/>
                      <a:pt x="23" y="2"/>
                      <a:pt x="23" y="2"/>
                    </a:cubicBezTo>
                    <a:cubicBezTo>
                      <a:pt x="23" y="2"/>
                      <a:pt x="24" y="1"/>
                      <a:pt x="24" y="1"/>
                    </a:cubicBezTo>
                    <a:cubicBezTo>
                      <a:pt x="24" y="0"/>
                      <a:pt x="23" y="0"/>
                      <a:pt x="23" y="0"/>
                    </a:cubicBezTo>
                    <a:cubicBezTo>
                      <a:pt x="1" y="0"/>
                      <a:pt x="1" y="0"/>
                      <a:pt x="1" y="0"/>
                    </a:cubicBezTo>
                    <a:cubicBezTo>
                      <a:pt x="1" y="0"/>
                      <a:pt x="0" y="0"/>
                      <a:pt x="0" y="1"/>
                    </a:cubicBezTo>
                    <a:cubicBezTo>
                      <a:pt x="0" y="1"/>
                      <a:pt x="1" y="2"/>
                      <a:pt x="1" y="2"/>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44" name="Google Shape;2444;p139"/>
              <p:cNvSpPr/>
              <p:nvPr/>
            </p:nvSpPr>
            <p:spPr>
              <a:xfrm>
                <a:off x="2271713" y="3341688"/>
                <a:ext cx="133350" cy="7938"/>
              </a:xfrm>
              <a:custGeom>
                <a:rect b="b" l="l" r="r" t="t"/>
                <a:pathLst>
                  <a:path extrusionOk="0" h="2" w="33">
                    <a:moveTo>
                      <a:pt x="32" y="0"/>
                    </a:moveTo>
                    <a:cubicBezTo>
                      <a:pt x="1" y="0"/>
                      <a:pt x="1" y="0"/>
                      <a:pt x="1" y="0"/>
                    </a:cubicBezTo>
                    <a:cubicBezTo>
                      <a:pt x="1" y="0"/>
                      <a:pt x="0" y="0"/>
                      <a:pt x="0" y="1"/>
                    </a:cubicBezTo>
                    <a:cubicBezTo>
                      <a:pt x="0" y="1"/>
                      <a:pt x="1" y="2"/>
                      <a:pt x="1" y="2"/>
                    </a:cubicBezTo>
                    <a:cubicBezTo>
                      <a:pt x="31" y="2"/>
                      <a:pt x="31" y="2"/>
                      <a:pt x="31" y="2"/>
                    </a:cubicBezTo>
                    <a:cubicBezTo>
                      <a:pt x="32" y="2"/>
                      <a:pt x="33" y="2"/>
                      <a:pt x="33" y="1"/>
                    </a:cubicBezTo>
                    <a:cubicBezTo>
                      <a:pt x="33" y="1"/>
                      <a:pt x="32" y="0"/>
                      <a:pt x="32" y="0"/>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45" name="Google Shape;2445;p139"/>
              <p:cNvSpPr/>
              <p:nvPr/>
            </p:nvSpPr>
            <p:spPr>
              <a:xfrm>
                <a:off x="2300288" y="3370263"/>
                <a:ext cx="76200" cy="7938"/>
              </a:xfrm>
              <a:custGeom>
                <a:rect b="b" l="l" r="r" t="t"/>
                <a:pathLst>
                  <a:path extrusionOk="0" h="2" w="19">
                    <a:moveTo>
                      <a:pt x="18" y="0"/>
                    </a:moveTo>
                    <a:cubicBezTo>
                      <a:pt x="1" y="0"/>
                      <a:pt x="1" y="0"/>
                      <a:pt x="1" y="0"/>
                    </a:cubicBezTo>
                    <a:cubicBezTo>
                      <a:pt x="0" y="0"/>
                      <a:pt x="0" y="1"/>
                      <a:pt x="0" y="1"/>
                    </a:cubicBezTo>
                    <a:cubicBezTo>
                      <a:pt x="0" y="2"/>
                      <a:pt x="0" y="2"/>
                      <a:pt x="1" y="2"/>
                    </a:cubicBezTo>
                    <a:cubicBezTo>
                      <a:pt x="18" y="2"/>
                      <a:pt x="18" y="2"/>
                      <a:pt x="18" y="2"/>
                    </a:cubicBezTo>
                    <a:cubicBezTo>
                      <a:pt x="18" y="2"/>
                      <a:pt x="19" y="2"/>
                      <a:pt x="19" y="1"/>
                    </a:cubicBezTo>
                    <a:cubicBezTo>
                      <a:pt x="19" y="1"/>
                      <a:pt x="18" y="0"/>
                      <a:pt x="18" y="0"/>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grpSp>
      </p:grpSp>
      <p:grpSp>
        <p:nvGrpSpPr>
          <p:cNvPr id="2446" name="Google Shape;2446;p139"/>
          <p:cNvGrpSpPr/>
          <p:nvPr/>
        </p:nvGrpSpPr>
        <p:grpSpPr>
          <a:xfrm>
            <a:off x="9687374" y="4511520"/>
            <a:ext cx="992475" cy="967060"/>
            <a:chOff x="147782" y="3635086"/>
            <a:chExt cx="1060450" cy="1058863"/>
          </a:xfrm>
        </p:grpSpPr>
        <p:sp>
          <p:nvSpPr>
            <p:cNvPr id="2447" name="Google Shape;2447;p139"/>
            <p:cNvSpPr/>
            <p:nvPr/>
          </p:nvSpPr>
          <p:spPr>
            <a:xfrm>
              <a:off x="147782" y="3635086"/>
              <a:ext cx="1060450" cy="1058863"/>
            </a:xfrm>
            <a:custGeom>
              <a:rect b="b" l="l" r="r" t="t"/>
              <a:pathLst>
                <a:path extrusionOk="0" h="263" w="264">
                  <a:moveTo>
                    <a:pt x="217" y="47"/>
                  </a:moveTo>
                  <a:cubicBezTo>
                    <a:pt x="264" y="94"/>
                    <a:pt x="264" y="170"/>
                    <a:pt x="217" y="217"/>
                  </a:cubicBezTo>
                  <a:cubicBezTo>
                    <a:pt x="170" y="263"/>
                    <a:pt x="94" y="263"/>
                    <a:pt x="47" y="217"/>
                  </a:cubicBezTo>
                  <a:cubicBezTo>
                    <a:pt x="0" y="170"/>
                    <a:pt x="0" y="94"/>
                    <a:pt x="47" y="47"/>
                  </a:cubicBezTo>
                  <a:cubicBezTo>
                    <a:pt x="94" y="0"/>
                    <a:pt x="170" y="0"/>
                    <a:pt x="217" y="47"/>
                  </a:cubicBezTo>
                  <a:close/>
                </a:path>
              </a:pathLst>
            </a:custGeom>
            <a:solidFill>
              <a:srgbClr val="BB1729"/>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grpSp>
          <p:nvGrpSpPr>
            <p:cNvPr id="2448" name="Google Shape;2448;p139"/>
            <p:cNvGrpSpPr/>
            <p:nvPr/>
          </p:nvGrpSpPr>
          <p:grpSpPr>
            <a:xfrm>
              <a:off x="377970" y="3830349"/>
              <a:ext cx="593725" cy="668337"/>
              <a:chOff x="6303963" y="2728913"/>
              <a:chExt cx="593725" cy="668337"/>
            </a:xfrm>
          </p:grpSpPr>
          <p:sp>
            <p:nvSpPr>
              <p:cNvPr id="2449" name="Google Shape;2449;p139"/>
              <p:cNvSpPr/>
              <p:nvPr/>
            </p:nvSpPr>
            <p:spPr>
              <a:xfrm>
                <a:off x="6303963" y="2728913"/>
                <a:ext cx="593725" cy="668337"/>
              </a:xfrm>
              <a:custGeom>
                <a:rect b="b" l="l" r="r" t="t"/>
                <a:pathLst>
                  <a:path extrusionOk="0" h="167" w="149">
                    <a:moveTo>
                      <a:pt x="148" y="38"/>
                    </a:moveTo>
                    <a:cubicBezTo>
                      <a:pt x="148" y="38"/>
                      <a:pt x="148" y="38"/>
                      <a:pt x="148" y="38"/>
                    </a:cubicBezTo>
                    <a:cubicBezTo>
                      <a:pt x="148" y="38"/>
                      <a:pt x="148" y="38"/>
                      <a:pt x="148" y="38"/>
                    </a:cubicBezTo>
                    <a:cubicBezTo>
                      <a:pt x="148" y="37"/>
                      <a:pt x="148" y="37"/>
                      <a:pt x="148" y="37"/>
                    </a:cubicBezTo>
                    <a:cubicBezTo>
                      <a:pt x="148" y="37"/>
                      <a:pt x="148" y="37"/>
                      <a:pt x="148" y="37"/>
                    </a:cubicBezTo>
                    <a:cubicBezTo>
                      <a:pt x="148" y="37"/>
                      <a:pt x="148" y="37"/>
                      <a:pt x="148" y="37"/>
                    </a:cubicBezTo>
                    <a:cubicBezTo>
                      <a:pt x="148" y="37"/>
                      <a:pt x="148" y="37"/>
                      <a:pt x="148" y="37"/>
                    </a:cubicBezTo>
                    <a:cubicBezTo>
                      <a:pt x="147" y="37"/>
                      <a:pt x="147" y="36"/>
                      <a:pt x="147" y="36"/>
                    </a:cubicBezTo>
                    <a:cubicBezTo>
                      <a:pt x="75" y="0"/>
                      <a:pt x="75" y="0"/>
                      <a:pt x="75" y="0"/>
                    </a:cubicBezTo>
                    <a:cubicBezTo>
                      <a:pt x="75" y="0"/>
                      <a:pt x="74" y="0"/>
                      <a:pt x="73" y="0"/>
                    </a:cubicBezTo>
                    <a:cubicBezTo>
                      <a:pt x="1" y="36"/>
                      <a:pt x="1" y="36"/>
                      <a:pt x="1" y="36"/>
                    </a:cubicBezTo>
                    <a:cubicBezTo>
                      <a:pt x="1" y="36"/>
                      <a:pt x="1" y="37"/>
                      <a:pt x="1" y="37"/>
                    </a:cubicBezTo>
                    <a:cubicBezTo>
                      <a:pt x="1" y="37"/>
                      <a:pt x="1" y="37"/>
                      <a:pt x="1" y="37"/>
                    </a:cubicBezTo>
                    <a:cubicBezTo>
                      <a:pt x="1" y="37"/>
                      <a:pt x="1" y="37"/>
                      <a:pt x="0" y="37"/>
                    </a:cubicBezTo>
                    <a:cubicBezTo>
                      <a:pt x="0" y="37"/>
                      <a:pt x="0" y="37"/>
                      <a:pt x="0" y="37"/>
                    </a:cubicBezTo>
                    <a:cubicBezTo>
                      <a:pt x="0" y="37"/>
                      <a:pt x="0" y="37"/>
                      <a:pt x="0" y="38"/>
                    </a:cubicBezTo>
                    <a:cubicBezTo>
                      <a:pt x="0" y="38"/>
                      <a:pt x="0" y="38"/>
                      <a:pt x="0" y="38"/>
                    </a:cubicBezTo>
                    <a:cubicBezTo>
                      <a:pt x="0" y="38"/>
                      <a:pt x="0" y="38"/>
                      <a:pt x="0" y="38"/>
                    </a:cubicBezTo>
                    <a:cubicBezTo>
                      <a:pt x="0" y="38"/>
                      <a:pt x="0" y="38"/>
                      <a:pt x="0" y="38"/>
                    </a:cubicBezTo>
                    <a:cubicBezTo>
                      <a:pt x="0" y="128"/>
                      <a:pt x="0" y="128"/>
                      <a:pt x="0" y="128"/>
                    </a:cubicBezTo>
                    <a:cubicBezTo>
                      <a:pt x="0" y="129"/>
                      <a:pt x="1" y="130"/>
                      <a:pt x="1" y="130"/>
                    </a:cubicBezTo>
                    <a:cubicBezTo>
                      <a:pt x="73" y="166"/>
                      <a:pt x="73" y="166"/>
                      <a:pt x="73" y="166"/>
                    </a:cubicBezTo>
                    <a:cubicBezTo>
                      <a:pt x="73" y="166"/>
                      <a:pt x="73" y="166"/>
                      <a:pt x="73" y="166"/>
                    </a:cubicBezTo>
                    <a:cubicBezTo>
                      <a:pt x="74" y="166"/>
                      <a:pt x="74" y="167"/>
                      <a:pt x="74" y="167"/>
                    </a:cubicBezTo>
                    <a:cubicBezTo>
                      <a:pt x="74" y="167"/>
                      <a:pt x="74" y="167"/>
                      <a:pt x="74" y="167"/>
                    </a:cubicBezTo>
                    <a:cubicBezTo>
                      <a:pt x="74" y="167"/>
                      <a:pt x="74" y="167"/>
                      <a:pt x="74" y="167"/>
                    </a:cubicBezTo>
                    <a:cubicBezTo>
                      <a:pt x="75" y="167"/>
                      <a:pt x="75" y="166"/>
                      <a:pt x="75" y="166"/>
                    </a:cubicBezTo>
                    <a:cubicBezTo>
                      <a:pt x="75" y="166"/>
                      <a:pt x="75" y="166"/>
                      <a:pt x="75" y="166"/>
                    </a:cubicBezTo>
                    <a:cubicBezTo>
                      <a:pt x="147" y="130"/>
                      <a:pt x="147" y="130"/>
                      <a:pt x="147" y="130"/>
                    </a:cubicBezTo>
                    <a:cubicBezTo>
                      <a:pt x="148" y="130"/>
                      <a:pt x="149" y="129"/>
                      <a:pt x="149" y="128"/>
                    </a:cubicBezTo>
                    <a:cubicBezTo>
                      <a:pt x="149" y="38"/>
                      <a:pt x="149" y="38"/>
                      <a:pt x="149" y="38"/>
                    </a:cubicBezTo>
                    <a:cubicBezTo>
                      <a:pt x="149" y="38"/>
                      <a:pt x="148" y="38"/>
                      <a:pt x="148" y="38"/>
                    </a:cubicBezTo>
                    <a:close/>
                    <a:moveTo>
                      <a:pt x="74" y="72"/>
                    </a:moveTo>
                    <a:cubicBezTo>
                      <a:pt x="43" y="56"/>
                      <a:pt x="43" y="56"/>
                      <a:pt x="43" y="56"/>
                    </a:cubicBezTo>
                    <a:cubicBezTo>
                      <a:pt x="110" y="23"/>
                      <a:pt x="110" y="23"/>
                      <a:pt x="110" y="23"/>
                    </a:cubicBezTo>
                    <a:cubicBezTo>
                      <a:pt x="141" y="38"/>
                      <a:pt x="141" y="38"/>
                      <a:pt x="141" y="38"/>
                    </a:cubicBezTo>
                    <a:lnTo>
                      <a:pt x="74" y="72"/>
                    </a:lnTo>
                    <a:close/>
                    <a:moveTo>
                      <a:pt x="74" y="5"/>
                    </a:moveTo>
                    <a:cubicBezTo>
                      <a:pt x="108" y="22"/>
                      <a:pt x="108" y="22"/>
                      <a:pt x="108" y="22"/>
                    </a:cubicBezTo>
                    <a:cubicBezTo>
                      <a:pt x="41" y="55"/>
                      <a:pt x="41" y="55"/>
                      <a:pt x="41" y="55"/>
                    </a:cubicBezTo>
                    <a:cubicBezTo>
                      <a:pt x="8" y="38"/>
                      <a:pt x="8" y="38"/>
                      <a:pt x="8" y="38"/>
                    </a:cubicBezTo>
                    <a:lnTo>
                      <a:pt x="74" y="5"/>
                    </a:lnTo>
                    <a:close/>
                    <a:moveTo>
                      <a:pt x="5" y="42"/>
                    </a:moveTo>
                    <a:cubicBezTo>
                      <a:pt x="72" y="76"/>
                      <a:pt x="72" y="76"/>
                      <a:pt x="72" y="76"/>
                    </a:cubicBezTo>
                    <a:cubicBezTo>
                      <a:pt x="72" y="161"/>
                      <a:pt x="72" y="161"/>
                      <a:pt x="72" y="161"/>
                    </a:cubicBezTo>
                    <a:cubicBezTo>
                      <a:pt x="5" y="127"/>
                      <a:pt x="5" y="127"/>
                      <a:pt x="5" y="127"/>
                    </a:cubicBezTo>
                    <a:lnTo>
                      <a:pt x="5" y="42"/>
                    </a:lnTo>
                    <a:close/>
                    <a:moveTo>
                      <a:pt x="77" y="161"/>
                    </a:moveTo>
                    <a:cubicBezTo>
                      <a:pt x="77" y="76"/>
                      <a:pt x="77" y="76"/>
                      <a:pt x="77" y="76"/>
                    </a:cubicBezTo>
                    <a:cubicBezTo>
                      <a:pt x="144" y="42"/>
                      <a:pt x="144" y="42"/>
                      <a:pt x="144" y="42"/>
                    </a:cubicBezTo>
                    <a:cubicBezTo>
                      <a:pt x="144" y="127"/>
                      <a:pt x="144" y="127"/>
                      <a:pt x="144" y="127"/>
                    </a:cubicBezTo>
                    <a:lnTo>
                      <a:pt x="77" y="161"/>
                    </a:ln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50" name="Google Shape;2450;p139"/>
              <p:cNvSpPr/>
              <p:nvPr/>
            </p:nvSpPr>
            <p:spPr>
              <a:xfrm>
                <a:off x="6757988" y="3152775"/>
                <a:ext cx="107950" cy="128587"/>
              </a:xfrm>
              <a:custGeom>
                <a:rect b="b" l="l" r="r" t="t"/>
                <a:pathLst>
                  <a:path extrusionOk="0" h="32" w="27">
                    <a:moveTo>
                      <a:pt x="26" y="0"/>
                    </a:moveTo>
                    <a:cubicBezTo>
                      <a:pt x="25" y="0"/>
                      <a:pt x="25" y="0"/>
                      <a:pt x="25" y="1"/>
                    </a:cubicBezTo>
                    <a:cubicBezTo>
                      <a:pt x="25" y="17"/>
                      <a:pt x="25" y="17"/>
                      <a:pt x="25" y="17"/>
                    </a:cubicBezTo>
                    <a:cubicBezTo>
                      <a:pt x="0" y="29"/>
                      <a:pt x="0" y="29"/>
                      <a:pt x="0" y="29"/>
                    </a:cubicBezTo>
                    <a:cubicBezTo>
                      <a:pt x="0" y="30"/>
                      <a:pt x="0" y="30"/>
                      <a:pt x="0" y="31"/>
                    </a:cubicBezTo>
                    <a:cubicBezTo>
                      <a:pt x="0" y="31"/>
                      <a:pt x="0" y="32"/>
                      <a:pt x="1" y="32"/>
                    </a:cubicBezTo>
                    <a:cubicBezTo>
                      <a:pt x="1" y="31"/>
                      <a:pt x="1" y="31"/>
                      <a:pt x="1" y="31"/>
                    </a:cubicBezTo>
                    <a:cubicBezTo>
                      <a:pt x="26" y="19"/>
                      <a:pt x="26" y="19"/>
                      <a:pt x="26" y="19"/>
                    </a:cubicBezTo>
                    <a:cubicBezTo>
                      <a:pt x="27" y="19"/>
                      <a:pt x="27" y="18"/>
                      <a:pt x="27" y="18"/>
                    </a:cubicBezTo>
                    <a:cubicBezTo>
                      <a:pt x="27" y="1"/>
                      <a:pt x="27" y="1"/>
                      <a:pt x="27" y="1"/>
                    </a:cubicBezTo>
                    <a:cubicBezTo>
                      <a:pt x="27" y="0"/>
                      <a:pt x="26" y="0"/>
                      <a:pt x="26" y="0"/>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51" name="Google Shape;2451;p139"/>
              <p:cNvSpPr/>
              <p:nvPr/>
            </p:nvSpPr>
            <p:spPr>
              <a:xfrm>
                <a:off x="6348413" y="3017838"/>
                <a:ext cx="219075" cy="284162"/>
              </a:xfrm>
              <a:custGeom>
                <a:rect b="b" l="l" r="r" t="t"/>
                <a:pathLst>
                  <a:path extrusionOk="0" h="71" w="55">
                    <a:moveTo>
                      <a:pt x="51" y="59"/>
                    </a:moveTo>
                    <a:cubicBezTo>
                      <a:pt x="51" y="46"/>
                      <a:pt x="51" y="46"/>
                      <a:pt x="51" y="46"/>
                    </a:cubicBezTo>
                    <a:cubicBezTo>
                      <a:pt x="53" y="47"/>
                      <a:pt x="55" y="45"/>
                      <a:pt x="55" y="43"/>
                    </a:cubicBezTo>
                    <a:cubicBezTo>
                      <a:pt x="55" y="40"/>
                      <a:pt x="53" y="36"/>
                      <a:pt x="50" y="35"/>
                    </a:cubicBezTo>
                    <a:cubicBezTo>
                      <a:pt x="47" y="34"/>
                      <a:pt x="45" y="35"/>
                      <a:pt x="45" y="37"/>
                    </a:cubicBezTo>
                    <a:cubicBezTo>
                      <a:pt x="33" y="31"/>
                      <a:pt x="33" y="31"/>
                      <a:pt x="33" y="31"/>
                    </a:cubicBezTo>
                    <a:cubicBezTo>
                      <a:pt x="33" y="29"/>
                      <a:pt x="31" y="27"/>
                      <a:pt x="29" y="25"/>
                    </a:cubicBezTo>
                    <a:cubicBezTo>
                      <a:pt x="29" y="12"/>
                      <a:pt x="29" y="12"/>
                      <a:pt x="29" y="12"/>
                    </a:cubicBezTo>
                    <a:cubicBezTo>
                      <a:pt x="32" y="13"/>
                      <a:pt x="33" y="12"/>
                      <a:pt x="33" y="9"/>
                    </a:cubicBezTo>
                    <a:cubicBezTo>
                      <a:pt x="33" y="6"/>
                      <a:pt x="31" y="3"/>
                      <a:pt x="28" y="1"/>
                    </a:cubicBezTo>
                    <a:cubicBezTo>
                      <a:pt x="25" y="0"/>
                      <a:pt x="23" y="1"/>
                      <a:pt x="23" y="4"/>
                    </a:cubicBezTo>
                    <a:cubicBezTo>
                      <a:pt x="23" y="7"/>
                      <a:pt x="25" y="10"/>
                      <a:pt x="27" y="11"/>
                    </a:cubicBezTo>
                    <a:cubicBezTo>
                      <a:pt x="27" y="24"/>
                      <a:pt x="27" y="24"/>
                      <a:pt x="27" y="24"/>
                    </a:cubicBezTo>
                    <a:cubicBezTo>
                      <a:pt x="25" y="24"/>
                      <a:pt x="23" y="25"/>
                      <a:pt x="23" y="27"/>
                    </a:cubicBezTo>
                    <a:cubicBezTo>
                      <a:pt x="11" y="21"/>
                      <a:pt x="11" y="21"/>
                      <a:pt x="11" y="21"/>
                    </a:cubicBezTo>
                    <a:cubicBezTo>
                      <a:pt x="10" y="18"/>
                      <a:pt x="8" y="16"/>
                      <a:pt x="6" y="14"/>
                    </a:cubicBezTo>
                    <a:cubicBezTo>
                      <a:pt x="3" y="13"/>
                      <a:pt x="0" y="14"/>
                      <a:pt x="0" y="17"/>
                    </a:cubicBezTo>
                    <a:cubicBezTo>
                      <a:pt x="0" y="20"/>
                      <a:pt x="2" y="23"/>
                      <a:pt x="5" y="24"/>
                    </a:cubicBezTo>
                    <a:cubicBezTo>
                      <a:pt x="5" y="38"/>
                      <a:pt x="5" y="38"/>
                      <a:pt x="5" y="38"/>
                    </a:cubicBezTo>
                    <a:cubicBezTo>
                      <a:pt x="2" y="37"/>
                      <a:pt x="0" y="38"/>
                      <a:pt x="0" y="41"/>
                    </a:cubicBezTo>
                    <a:cubicBezTo>
                      <a:pt x="0" y="44"/>
                      <a:pt x="3" y="47"/>
                      <a:pt x="6" y="49"/>
                    </a:cubicBezTo>
                    <a:cubicBezTo>
                      <a:pt x="9" y="50"/>
                      <a:pt x="11" y="49"/>
                      <a:pt x="11" y="46"/>
                    </a:cubicBezTo>
                    <a:cubicBezTo>
                      <a:pt x="11" y="43"/>
                      <a:pt x="9" y="40"/>
                      <a:pt x="7" y="39"/>
                    </a:cubicBezTo>
                    <a:cubicBezTo>
                      <a:pt x="7" y="25"/>
                      <a:pt x="7" y="25"/>
                      <a:pt x="7" y="25"/>
                    </a:cubicBezTo>
                    <a:cubicBezTo>
                      <a:pt x="9" y="26"/>
                      <a:pt x="10" y="25"/>
                      <a:pt x="11" y="23"/>
                    </a:cubicBezTo>
                    <a:cubicBezTo>
                      <a:pt x="23" y="29"/>
                      <a:pt x="23" y="29"/>
                      <a:pt x="23" y="29"/>
                    </a:cubicBezTo>
                    <a:cubicBezTo>
                      <a:pt x="23" y="31"/>
                      <a:pt x="25" y="33"/>
                      <a:pt x="27" y="35"/>
                    </a:cubicBezTo>
                    <a:cubicBezTo>
                      <a:pt x="27" y="48"/>
                      <a:pt x="27" y="48"/>
                      <a:pt x="27" y="48"/>
                    </a:cubicBezTo>
                    <a:cubicBezTo>
                      <a:pt x="25" y="48"/>
                      <a:pt x="23" y="49"/>
                      <a:pt x="23" y="51"/>
                    </a:cubicBezTo>
                    <a:cubicBezTo>
                      <a:pt x="23" y="54"/>
                      <a:pt x="25" y="58"/>
                      <a:pt x="28" y="59"/>
                    </a:cubicBezTo>
                    <a:cubicBezTo>
                      <a:pt x="31" y="61"/>
                      <a:pt x="33" y="59"/>
                      <a:pt x="33" y="56"/>
                    </a:cubicBezTo>
                    <a:cubicBezTo>
                      <a:pt x="33" y="54"/>
                      <a:pt x="32" y="51"/>
                      <a:pt x="29" y="49"/>
                    </a:cubicBezTo>
                    <a:cubicBezTo>
                      <a:pt x="29" y="36"/>
                      <a:pt x="29" y="36"/>
                      <a:pt x="29" y="36"/>
                    </a:cubicBezTo>
                    <a:cubicBezTo>
                      <a:pt x="31" y="36"/>
                      <a:pt x="33" y="35"/>
                      <a:pt x="33" y="34"/>
                    </a:cubicBezTo>
                    <a:cubicBezTo>
                      <a:pt x="45" y="39"/>
                      <a:pt x="45" y="39"/>
                      <a:pt x="45" y="39"/>
                    </a:cubicBezTo>
                    <a:cubicBezTo>
                      <a:pt x="45" y="41"/>
                      <a:pt x="47" y="44"/>
                      <a:pt x="49" y="45"/>
                    </a:cubicBezTo>
                    <a:cubicBezTo>
                      <a:pt x="49" y="58"/>
                      <a:pt x="49" y="58"/>
                      <a:pt x="49" y="58"/>
                    </a:cubicBezTo>
                    <a:cubicBezTo>
                      <a:pt x="46" y="58"/>
                      <a:pt x="44" y="59"/>
                      <a:pt x="44" y="62"/>
                    </a:cubicBezTo>
                    <a:cubicBezTo>
                      <a:pt x="44" y="65"/>
                      <a:pt x="47" y="68"/>
                      <a:pt x="50" y="69"/>
                    </a:cubicBezTo>
                    <a:cubicBezTo>
                      <a:pt x="53" y="71"/>
                      <a:pt x="55" y="69"/>
                      <a:pt x="55" y="67"/>
                    </a:cubicBezTo>
                    <a:cubicBezTo>
                      <a:pt x="55" y="64"/>
                      <a:pt x="53" y="61"/>
                      <a:pt x="51" y="59"/>
                    </a:cubicBezTo>
                    <a:close/>
                    <a:moveTo>
                      <a:pt x="9" y="45"/>
                    </a:moveTo>
                    <a:cubicBezTo>
                      <a:pt x="9" y="47"/>
                      <a:pt x="7" y="47"/>
                      <a:pt x="6" y="47"/>
                    </a:cubicBezTo>
                    <a:cubicBezTo>
                      <a:pt x="4" y="46"/>
                      <a:pt x="3" y="44"/>
                      <a:pt x="3" y="42"/>
                    </a:cubicBezTo>
                    <a:cubicBezTo>
                      <a:pt x="3" y="40"/>
                      <a:pt x="4" y="40"/>
                      <a:pt x="6" y="40"/>
                    </a:cubicBezTo>
                    <a:cubicBezTo>
                      <a:pt x="7" y="41"/>
                      <a:pt x="9" y="43"/>
                      <a:pt x="9" y="45"/>
                    </a:cubicBezTo>
                    <a:close/>
                    <a:moveTo>
                      <a:pt x="6" y="23"/>
                    </a:moveTo>
                    <a:cubicBezTo>
                      <a:pt x="4" y="22"/>
                      <a:pt x="3" y="20"/>
                      <a:pt x="3" y="18"/>
                    </a:cubicBezTo>
                    <a:cubicBezTo>
                      <a:pt x="3" y="17"/>
                      <a:pt x="4" y="16"/>
                      <a:pt x="6" y="17"/>
                    </a:cubicBezTo>
                    <a:cubicBezTo>
                      <a:pt x="7" y="17"/>
                      <a:pt x="9" y="19"/>
                      <a:pt x="9" y="21"/>
                    </a:cubicBezTo>
                    <a:cubicBezTo>
                      <a:pt x="9" y="23"/>
                      <a:pt x="7" y="24"/>
                      <a:pt x="6" y="23"/>
                    </a:cubicBezTo>
                    <a:close/>
                    <a:moveTo>
                      <a:pt x="25" y="5"/>
                    </a:moveTo>
                    <a:cubicBezTo>
                      <a:pt x="25" y="3"/>
                      <a:pt x="26" y="3"/>
                      <a:pt x="28" y="4"/>
                    </a:cubicBezTo>
                    <a:cubicBezTo>
                      <a:pt x="30" y="4"/>
                      <a:pt x="31" y="6"/>
                      <a:pt x="31" y="8"/>
                    </a:cubicBezTo>
                    <a:cubicBezTo>
                      <a:pt x="31" y="10"/>
                      <a:pt x="30" y="11"/>
                      <a:pt x="28" y="10"/>
                    </a:cubicBezTo>
                    <a:cubicBezTo>
                      <a:pt x="26" y="9"/>
                      <a:pt x="25" y="7"/>
                      <a:pt x="25" y="5"/>
                    </a:cubicBezTo>
                    <a:close/>
                    <a:moveTo>
                      <a:pt x="31" y="55"/>
                    </a:moveTo>
                    <a:cubicBezTo>
                      <a:pt x="31" y="57"/>
                      <a:pt x="30" y="58"/>
                      <a:pt x="28" y="57"/>
                    </a:cubicBezTo>
                    <a:cubicBezTo>
                      <a:pt x="26" y="56"/>
                      <a:pt x="25" y="54"/>
                      <a:pt x="25" y="52"/>
                    </a:cubicBezTo>
                    <a:cubicBezTo>
                      <a:pt x="25" y="51"/>
                      <a:pt x="26" y="50"/>
                      <a:pt x="28" y="51"/>
                    </a:cubicBezTo>
                    <a:cubicBezTo>
                      <a:pt x="30" y="52"/>
                      <a:pt x="31" y="54"/>
                      <a:pt x="31" y="55"/>
                    </a:cubicBezTo>
                    <a:close/>
                    <a:moveTo>
                      <a:pt x="28" y="33"/>
                    </a:moveTo>
                    <a:cubicBezTo>
                      <a:pt x="26" y="32"/>
                      <a:pt x="25" y="30"/>
                      <a:pt x="25" y="29"/>
                    </a:cubicBezTo>
                    <a:cubicBezTo>
                      <a:pt x="25" y="27"/>
                      <a:pt x="26" y="26"/>
                      <a:pt x="28" y="27"/>
                    </a:cubicBezTo>
                    <a:cubicBezTo>
                      <a:pt x="30" y="28"/>
                      <a:pt x="31" y="30"/>
                      <a:pt x="31" y="32"/>
                    </a:cubicBezTo>
                    <a:cubicBezTo>
                      <a:pt x="31" y="33"/>
                      <a:pt x="30" y="34"/>
                      <a:pt x="28" y="33"/>
                    </a:cubicBezTo>
                    <a:close/>
                    <a:moveTo>
                      <a:pt x="47" y="39"/>
                    </a:moveTo>
                    <a:cubicBezTo>
                      <a:pt x="47" y="37"/>
                      <a:pt x="48" y="36"/>
                      <a:pt x="50" y="37"/>
                    </a:cubicBezTo>
                    <a:cubicBezTo>
                      <a:pt x="52" y="38"/>
                      <a:pt x="53" y="40"/>
                      <a:pt x="53" y="42"/>
                    </a:cubicBezTo>
                    <a:cubicBezTo>
                      <a:pt x="53" y="43"/>
                      <a:pt x="52" y="44"/>
                      <a:pt x="50" y="43"/>
                    </a:cubicBezTo>
                    <a:cubicBezTo>
                      <a:pt x="48" y="43"/>
                      <a:pt x="47" y="41"/>
                      <a:pt x="47" y="39"/>
                    </a:cubicBezTo>
                    <a:close/>
                    <a:moveTo>
                      <a:pt x="50" y="67"/>
                    </a:moveTo>
                    <a:cubicBezTo>
                      <a:pt x="48" y="66"/>
                      <a:pt x="47" y="64"/>
                      <a:pt x="47" y="63"/>
                    </a:cubicBezTo>
                    <a:cubicBezTo>
                      <a:pt x="47" y="61"/>
                      <a:pt x="48" y="60"/>
                      <a:pt x="50" y="61"/>
                    </a:cubicBezTo>
                    <a:cubicBezTo>
                      <a:pt x="52" y="62"/>
                      <a:pt x="53" y="64"/>
                      <a:pt x="53" y="66"/>
                    </a:cubicBezTo>
                    <a:cubicBezTo>
                      <a:pt x="53" y="67"/>
                      <a:pt x="52" y="68"/>
                      <a:pt x="50" y="67"/>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grpSp>
      </p:grpSp>
      <p:sp>
        <p:nvSpPr>
          <p:cNvPr id="2452" name="Google Shape;2452;p139"/>
          <p:cNvSpPr/>
          <p:nvPr/>
        </p:nvSpPr>
        <p:spPr>
          <a:xfrm>
            <a:off x="1789067" y="5413204"/>
            <a:ext cx="8516863" cy="674767"/>
          </a:xfrm>
          <a:custGeom>
            <a:rect b="b" l="l" r="r" t="t"/>
            <a:pathLst>
              <a:path extrusionOk="0" h="270" w="2195">
                <a:moveTo>
                  <a:pt x="2195" y="66"/>
                </a:moveTo>
                <a:cubicBezTo>
                  <a:pt x="2174" y="20"/>
                  <a:pt x="2174" y="20"/>
                  <a:pt x="2174" y="20"/>
                </a:cubicBezTo>
                <a:cubicBezTo>
                  <a:pt x="2174" y="19"/>
                  <a:pt x="2173" y="19"/>
                  <a:pt x="2172" y="19"/>
                </a:cubicBezTo>
                <a:cubicBezTo>
                  <a:pt x="2172" y="19"/>
                  <a:pt x="2172" y="19"/>
                  <a:pt x="2172" y="19"/>
                </a:cubicBezTo>
                <a:cubicBezTo>
                  <a:pt x="2171" y="19"/>
                  <a:pt x="2170" y="19"/>
                  <a:pt x="2170" y="20"/>
                </a:cubicBezTo>
                <a:cubicBezTo>
                  <a:pt x="2149" y="66"/>
                  <a:pt x="2149" y="66"/>
                  <a:pt x="2149" y="66"/>
                </a:cubicBezTo>
                <a:cubicBezTo>
                  <a:pt x="2148" y="66"/>
                  <a:pt x="2148" y="67"/>
                  <a:pt x="2149" y="68"/>
                </a:cubicBezTo>
                <a:cubicBezTo>
                  <a:pt x="2149" y="69"/>
                  <a:pt x="2150" y="69"/>
                  <a:pt x="2151" y="69"/>
                </a:cubicBezTo>
                <a:cubicBezTo>
                  <a:pt x="2168" y="69"/>
                  <a:pt x="2168" y="69"/>
                  <a:pt x="2168" y="69"/>
                </a:cubicBezTo>
                <a:cubicBezTo>
                  <a:pt x="2168" y="262"/>
                  <a:pt x="2168" y="262"/>
                  <a:pt x="2168" y="262"/>
                </a:cubicBezTo>
                <a:cubicBezTo>
                  <a:pt x="8" y="262"/>
                  <a:pt x="8" y="262"/>
                  <a:pt x="8" y="262"/>
                </a:cubicBezTo>
                <a:cubicBezTo>
                  <a:pt x="8" y="4"/>
                  <a:pt x="8" y="4"/>
                  <a:pt x="8" y="4"/>
                </a:cubicBezTo>
                <a:cubicBezTo>
                  <a:pt x="8" y="2"/>
                  <a:pt x="6" y="0"/>
                  <a:pt x="4" y="0"/>
                </a:cubicBezTo>
                <a:cubicBezTo>
                  <a:pt x="2" y="0"/>
                  <a:pt x="0" y="2"/>
                  <a:pt x="0" y="4"/>
                </a:cubicBezTo>
                <a:cubicBezTo>
                  <a:pt x="0" y="270"/>
                  <a:pt x="0" y="270"/>
                  <a:pt x="0" y="270"/>
                </a:cubicBezTo>
                <a:cubicBezTo>
                  <a:pt x="2176" y="270"/>
                  <a:pt x="2176" y="270"/>
                  <a:pt x="2176" y="270"/>
                </a:cubicBezTo>
                <a:cubicBezTo>
                  <a:pt x="2176" y="69"/>
                  <a:pt x="2176" y="69"/>
                  <a:pt x="2176" y="69"/>
                </a:cubicBezTo>
                <a:cubicBezTo>
                  <a:pt x="2193" y="69"/>
                  <a:pt x="2193" y="69"/>
                  <a:pt x="2193" y="69"/>
                </a:cubicBezTo>
                <a:cubicBezTo>
                  <a:pt x="2194" y="69"/>
                  <a:pt x="2194" y="69"/>
                  <a:pt x="2195" y="68"/>
                </a:cubicBezTo>
                <a:cubicBezTo>
                  <a:pt x="2195" y="67"/>
                  <a:pt x="2195" y="66"/>
                  <a:pt x="2195" y="66"/>
                </a:cubicBezTo>
                <a:close/>
              </a:path>
            </a:pathLst>
          </a:custGeom>
          <a:solidFill>
            <a:srgbClr val="BB1729"/>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grpSp>
        <p:nvGrpSpPr>
          <p:cNvPr id="2453" name="Google Shape;2453;p139"/>
          <p:cNvGrpSpPr/>
          <p:nvPr/>
        </p:nvGrpSpPr>
        <p:grpSpPr>
          <a:xfrm>
            <a:off x="2637837" y="5251997"/>
            <a:ext cx="407348" cy="604666"/>
            <a:chOff x="2624138" y="6769101"/>
            <a:chExt cx="633413" cy="963611"/>
          </a:xfrm>
        </p:grpSpPr>
        <p:sp>
          <p:nvSpPr>
            <p:cNvPr id="2454" name="Google Shape;2454;p139"/>
            <p:cNvSpPr/>
            <p:nvPr/>
          </p:nvSpPr>
          <p:spPr>
            <a:xfrm>
              <a:off x="2927350" y="7224713"/>
              <a:ext cx="27000" cy="333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55" name="Google Shape;2455;p139"/>
            <p:cNvSpPr/>
            <p:nvPr/>
          </p:nvSpPr>
          <p:spPr>
            <a:xfrm>
              <a:off x="2874963" y="7212013"/>
              <a:ext cx="28500" cy="270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56" name="Google Shape;2456;p139"/>
            <p:cNvSpPr/>
            <p:nvPr/>
          </p:nvSpPr>
          <p:spPr>
            <a:xfrm>
              <a:off x="2973388" y="7212013"/>
              <a:ext cx="28500" cy="270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57" name="Google Shape;2457;p139"/>
            <p:cNvSpPr/>
            <p:nvPr/>
          </p:nvSpPr>
          <p:spPr>
            <a:xfrm>
              <a:off x="3001963" y="7173913"/>
              <a:ext cx="27000" cy="285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58" name="Google Shape;2458;p139"/>
            <p:cNvSpPr/>
            <p:nvPr/>
          </p:nvSpPr>
          <p:spPr>
            <a:xfrm>
              <a:off x="3019425" y="7132638"/>
              <a:ext cx="28500" cy="270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59" name="Google Shape;2459;p139"/>
            <p:cNvSpPr/>
            <p:nvPr/>
          </p:nvSpPr>
          <p:spPr>
            <a:xfrm>
              <a:off x="2847975" y="7173913"/>
              <a:ext cx="27000" cy="285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60" name="Google Shape;2460;p139"/>
            <p:cNvSpPr/>
            <p:nvPr/>
          </p:nvSpPr>
          <p:spPr>
            <a:xfrm>
              <a:off x="2833688" y="7132638"/>
              <a:ext cx="28500" cy="270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61" name="Google Shape;2461;p139"/>
            <p:cNvSpPr/>
            <p:nvPr/>
          </p:nvSpPr>
          <p:spPr>
            <a:xfrm>
              <a:off x="2792413" y="6769101"/>
              <a:ext cx="296863" cy="298450"/>
            </a:xfrm>
            <a:custGeom>
              <a:rect b="b" l="l" r="r" t="t"/>
              <a:pathLst>
                <a:path extrusionOk="0" h="64" w="64">
                  <a:moveTo>
                    <a:pt x="32" y="64"/>
                  </a:moveTo>
                  <a:cubicBezTo>
                    <a:pt x="14" y="64"/>
                    <a:pt x="0" y="50"/>
                    <a:pt x="0" y="32"/>
                  </a:cubicBezTo>
                  <a:cubicBezTo>
                    <a:pt x="0" y="15"/>
                    <a:pt x="14" y="0"/>
                    <a:pt x="32" y="0"/>
                  </a:cubicBezTo>
                  <a:cubicBezTo>
                    <a:pt x="49" y="0"/>
                    <a:pt x="64" y="15"/>
                    <a:pt x="64" y="32"/>
                  </a:cubicBezTo>
                  <a:cubicBezTo>
                    <a:pt x="64" y="50"/>
                    <a:pt x="49" y="64"/>
                    <a:pt x="32" y="64"/>
                  </a:cubicBezTo>
                  <a:close/>
                  <a:moveTo>
                    <a:pt x="32" y="5"/>
                  </a:moveTo>
                  <a:cubicBezTo>
                    <a:pt x="17" y="5"/>
                    <a:pt x="4" y="17"/>
                    <a:pt x="4" y="32"/>
                  </a:cubicBezTo>
                  <a:cubicBezTo>
                    <a:pt x="4" y="48"/>
                    <a:pt x="17" y="60"/>
                    <a:pt x="32" y="60"/>
                  </a:cubicBezTo>
                  <a:cubicBezTo>
                    <a:pt x="47" y="60"/>
                    <a:pt x="59" y="48"/>
                    <a:pt x="59" y="32"/>
                  </a:cubicBezTo>
                  <a:cubicBezTo>
                    <a:pt x="59" y="17"/>
                    <a:pt x="47" y="5"/>
                    <a:pt x="32" y="5"/>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62" name="Google Shape;2462;p139"/>
            <p:cNvSpPr/>
            <p:nvPr/>
          </p:nvSpPr>
          <p:spPr>
            <a:xfrm>
              <a:off x="2735263" y="7313613"/>
              <a:ext cx="19050" cy="368300"/>
            </a:xfrm>
            <a:custGeom>
              <a:rect b="b" l="l" r="r" t="t"/>
              <a:pathLst>
                <a:path extrusionOk="0" h="79" w="4">
                  <a:moveTo>
                    <a:pt x="2" y="79"/>
                  </a:moveTo>
                  <a:cubicBezTo>
                    <a:pt x="1" y="79"/>
                    <a:pt x="0" y="78"/>
                    <a:pt x="0" y="77"/>
                  </a:cubicBezTo>
                  <a:cubicBezTo>
                    <a:pt x="0" y="2"/>
                    <a:pt x="0" y="2"/>
                    <a:pt x="0" y="2"/>
                  </a:cubicBezTo>
                  <a:cubicBezTo>
                    <a:pt x="0" y="1"/>
                    <a:pt x="1" y="0"/>
                    <a:pt x="2" y="0"/>
                  </a:cubicBezTo>
                  <a:cubicBezTo>
                    <a:pt x="3" y="0"/>
                    <a:pt x="4" y="1"/>
                    <a:pt x="4" y="2"/>
                  </a:cubicBezTo>
                  <a:cubicBezTo>
                    <a:pt x="4" y="77"/>
                    <a:pt x="4" y="77"/>
                    <a:pt x="4" y="77"/>
                  </a:cubicBezTo>
                  <a:cubicBezTo>
                    <a:pt x="4" y="78"/>
                    <a:pt x="3" y="79"/>
                    <a:pt x="2" y="79"/>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63" name="Google Shape;2463;p139"/>
            <p:cNvSpPr/>
            <p:nvPr/>
          </p:nvSpPr>
          <p:spPr>
            <a:xfrm>
              <a:off x="3122613" y="7313613"/>
              <a:ext cx="19050" cy="377825"/>
            </a:xfrm>
            <a:custGeom>
              <a:rect b="b" l="l" r="r" t="t"/>
              <a:pathLst>
                <a:path extrusionOk="0" h="81" w="4">
                  <a:moveTo>
                    <a:pt x="2" y="81"/>
                  </a:moveTo>
                  <a:cubicBezTo>
                    <a:pt x="1" y="81"/>
                    <a:pt x="0" y="80"/>
                    <a:pt x="0" y="79"/>
                  </a:cubicBezTo>
                  <a:cubicBezTo>
                    <a:pt x="0" y="2"/>
                    <a:pt x="0" y="2"/>
                    <a:pt x="0" y="2"/>
                  </a:cubicBezTo>
                  <a:cubicBezTo>
                    <a:pt x="0" y="1"/>
                    <a:pt x="1" y="0"/>
                    <a:pt x="2" y="0"/>
                  </a:cubicBezTo>
                  <a:cubicBezTo>
                    <a:pt x="3" y="0"/>
                    <a:pt x="4" y="1"/>
                    <a:pt x="4" y="2"/>
                  </a:cubicBezTo>
                  <a:cubicBezTo>
                    <a:pt x="4" y="79"/>
                    <a:pt x="4" y="79"/>
                    <a:pt x="4" y="79"/>
                  </a:cubicBezTo>
                  <a:cubicBezTo>
                    <a:pt x="4" y="80"/>
                    <a:pt x="3" y="81"/>
                    <a:pt x="2" y="81"/>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64" name="Google Shape;2464;p139"/>
            <p:cNvSpPr/>
            <p:nvPr/>
          </p:nvSpPr>
          <p:spPr>
            <a:xfrm>
              <a:off x="2624138" y="7099300"/>
              <a:ext cx="633413" cy="633412"/>
            </a:xfrm>
            <a:custGeom>
              <a:rect b="b" l="l" r="r" t="t"/>
              <a:pathLst>
                <a:path extrusionOk="0" h="136" w="136">
                  <a:moveTo>
                    <a:pt x="68" y="136"/>
                  </a:moveTo>
                  <a:cubicBezTo>
                    <a:pt x="35" y="136"/>
                    <a:pt x="26" y="128"/>
                    <a:pt x="24" y="126"/>
                  </a:cubicBezTo>
                  <a:cubicBezTo>
                    <a:pt x="23" y="125"/>
                    <a:pt x="23" y="125"/>
                    <a:pt x="23" y="124"/>
                  </a:cubicBezTo>
                  <a:cubicBezTo>
                    <a:pt x="23" y="111"/>
                    <a:pt x="23" y="111"/>
                    <a:pt x="23" y="111"/>
                  </a:cubicBezTo>
                  <a:cubicBezTo>
                    <a:pt x="21" y="110"/>
                    <a:pt x="21" y="110"/>
                    <a:pt x="21" y="110"/>
                  </a:cubicBezTo>
                  <a:cubicBezTo>
                    <a:pt x="10" y="102"/>
                    <a:pt x="0" y="94"/>
                    <a:pt x="0" y="78"/>
                  </a:cubicBezTo>
                  <a:cubicBezTo>
                    <a:pt x="0" y="50"/>
                    <a:pt x="0" y="50"/>
                    <a:pt x="0" y="50"/>
                  </a:cubicBezTo>
                  <a:cubicBezTo>
                    <a:pt x="0" y="18"/>
                    <a:pt x="18" y="0"/>
                    <a:pt x="50" y="0"/>
                  </a:cubicBezTo>
                  <a:cubicBezTo>
                    <a:pt x="85" y="0"/>
                    <a:pt x="85" y="0"/>
                    <a:pt x="85" y="0"/>
                  </a:cubicBezTo>
                  <a:cubicBezTo>
                    <a:pt x="118" y="0"/>
                    <a:pt x="136" y="18"/>
                    <a:pt x="136" y="50"/>
                  </a:cubicBezTo>
                  <a:cubicBezTo>
                    <a:pt x="136" y="78"/>
                    <a:pt x="136" y="78"/>
                    <a:pt x="136" y="78"/>
                  </a:cubicBezTo>
                  <a:cubicBezTo>
                    <a:pt x="136" y="94"/>
                    <a:pt x="125" y="102"/>
                    <a:pt x="114" y="110"/>
                  </a:cubicBezTo>
                  <a:cubicBezTo>
                    <a:pt x="112" y="111"/>
                    <a:pt x="112" y="111"/>
                    <a:pt x="112" y="111"/>
                  </a:cubicBezTo>
                  <a:cubicBezTo>
                    <a:pt x="112" y="124"/>
                    <a:pt x="112" y="124"/>
                    <a:pt x="112" y="124"/>
                  </a:cubicBezTo>
                  <a:cubicBezTo>
                    <a:pt x="112" y="125"/>
                    <a:pt x="112" y="125"/>
                    <a:pt x="112" y="126"/>
                  </a:cubicBezTo>
                  <a:cubicBezTo>
                    <a:pt x="110" y="128"/>
                    <a:pt x="100" y="136"/>
                    <a:pt x="68" y="136"/>
                  </a:cubicBezTo>
                  <a:close/>
                  <a:moveTo>
                    <a:pt x="28" y="123"/>
                  </a:moveTo>
                  <a:cubicBezTo>
                    <a:pt x="30" y="126"/>
                    <a:pt x="39" y="132"/>
                    <a:pt x="68" y="132"/>
                  </a:cubicBezTo>
                  <a:cubicBezTo>
                    <a:pt x="96" y="132"/>
                    <a:pt x="105" y="126"/>
                    <a:pt x="108" y="123"/>
                  </a:cubicBezTo>
                  <a:cubicBezTo>
                    <a:pt x="108" y="110"/>
                    <a:pt x="108" y="110"/>
                    <a:pt x="108" y="110"/>
                  </a:cubicBezTo>
                  <a:cubicBezTo>
                    <a:pt x="108" y="109"/>
                    <a:pt x="108" y="109"/>
                    <a:pt x="109" y="108"/>
                  </a:cubicBezTo>
                  <a:cubicBezTo>
                    <a:pt x="111" y="107"/>
                    <a:pt x="111" y="107"/>
                    <a:pt x="111" y="107"/>
                  </a:cubicBezTo>
                  <a:cubicBezTo>
                    <a:pt x="122" y="99"/>
                    <a:pt x="131" y="92"/>
                    <a:pt x="131" y="78"/>
                  </a:cubicBezTo>
                  <a:cubicBezTo>
                    <a:pt x="131" y="50"/>
                    <a:pt x="131" y="50"/>
                    <a:pt x="131" y="50"/>
                  </a:cubicBezTo>
                  <a:cubicBezTo>
                    <a:pt x="131" y="29"/>
                    <a:pt x="123" y="4"/>
                    <a:pt x="85" y="4"/>
                  </a:cubicBezTo>
                  <a:cubicBezTo>
                    <a:pt x="50" y="4"/>
                    <a:pt x="50" y="4"/>
                    <a:pt x="50" y="4"/>
                  </a:cubicBezTo>
                  <a:cubicBezTo>
                    <a:pt x="12" y="4"/>
                    <a:pt x="4" y="29"/>
                    <a:pt x="4" y="50"/>
                  </a:cubicBezTo>
                  <a:cubicBezTo>
                    <a:pt x="4" y="78"/>
                    <a:pt x="4" y="78"/>
                    <a:pt x="4" y="78"/>
                  </a:cubicBezTo>
                  <a:cubicBezTo>
                    <a:pt x="4" y="92"/>
                    <a:pt x="13" y="99"/>
                    <a:pt x="24" y="107"/>
                  </a:cubicBezTo>
                  <a:cubicBezTo>
                    <a:pt x="27" y="108"/>
                    <a:pt x="27" y="108"/>
                    <a:pt x="27" y="108"/>
                  </a:cubicBezTo>
                  <a:cubicBezTo>
                    <a:pt x="27" y="109"/>
                    <a:pt x="28" y="109"/>
                    <a:pt x="28" y="110"/>
                  </a:cubicBezTo>
                  <a:lnTo>
                    <a:pt x="28" y="123"/>
                  </a:ln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grpSp>
      <p:sp>
        <p:nvSpPr>
          <p:cNvPr id="2465" name="Google Shape;2465;p139"/>
          <p:cNvSpPr/>
          <p:nvPr/>
        </p:nvSpPr>
        <p:spPr>
          <a:xfrm>
            <a:off x="3905384" y="5256034"/>
            <a:ext cx="404572" cy="594676"/>
          </a:xfrm>
          <a:custGeom>
            <a:rect b="b" l="l" r="r" t="t"/>
            <a:pathLst>
              <a:path extrusionOk="0" h="203" w="135">
                <a:moveTo>
                  <a:pt x="67" y="63"/>
                </a:moveTo>
                <a:cubicBezTo>
                  <a:pt x="85" y="63"/>
                  <a:pt x="99" y="49"/>
                  <a:pt x="99" y="32"/>
                </a:cubicBezTo>
                <a:cubicBezTo>
                  <a:pt x="99" y="14"/>
                  <a:pt x="85" y="0"/>
                  <a:pt x="67" y="0"/>
                </a:cubicBezTo>
                <a:cubicBezTo>
                  <a:pt x="50" y="0"/>
                  <a:pt x="36" y="14"/>
                  <a:pt x="36" y="32"/>
                </a:cubicBezTo>
                <a:cubicBezTo>
                  <a:pt x="36" y="49"/>
                  <a:pt x="50" y="63"/>
                  <a:pt x="67" y="63"/>
                </a:cubicBezTo>
                <a:close/>
                <a:moveTo>
                  <a:pt x="67" y="4"/>
                </a:moveTo>
                <a:cubicBezTo>
                  <a:pt x="82" y="4"/>
                  <a:pt x="95" y="17"/>
                  <a:pt x="95" y="32"/>
                </a:cubicBezTo>
                <a:cubicBezTo>
                  <a:pt x="95" y="47"/>
                  <a:pt x="82" y="59"/>
                  <a:pt x="67" y="59"/>
                </a:cubicBezTo>
                <a:cubicBezTo>
                  <a:pt x="52" y="59"/>
                  <a:pt x="40" y="47"/>
                  <a:pt x="40" y="32"/>
                </a:cubicBezTo>
                <a:cubicBezTo>
                  <a:pt x="40" y="17"/>
                  <a:pt x="52" y="4"/>
                  <a:pt x="67" y="4"/>
                </a:cubicBezTo>
                <a:close/>
                <a:moveTo>
                  <a:pt x="85" y="70"/>
                </a:moveTo>
                <a:cubicBezTo>
                  <a:pt x="50" y="70"/>
                  <a:pt x="50" y="70"/>
                  <a:pt x="50" y="70"/>
                </a:cubicBezTo>
                <a:cubicBezTo>
                  <a:pt x="18" y="70"/>
                  <a:pt x="0" y="87"/>
                  <a:pt x="0" y="120"/>
                </a:cubicBezTo>
                <a:cubicBezTo>
                  <a:pt x="0" y="148"/>
                  <a:pt x="0" y="148"/>
                  <a:pt x="0" y="148"/>
                </a:cubicBezTo>
                <a:cubicBezTo>
                  <a:pt x="0" y="164"/>
                  <a:pt x="10" y="171"/>
                  <a:pt x="21" y="180"/>
                </a:cubicBezTo>
                <a:cubicBezTo>
                  <a:pt x="23" y="181"/>
                  <a:pt x="23" y="181"/>
                  <a:pt x="23" y="181"/>
                </a:cubicBezTo>
                <a:cubicBezTo>
                  <a:pt x="23" y="191"/>
                  <a:pt x="23" y="191"/>
                  <a:pt x="23" y="191"/>
                </a:cubicBezTo>
                <a:cubicBezTo>
                  <a:pt x="23" y="192"/>
                  <a:pt x="23" y="192"/>
                  <a:pt x="24" y="193"/>
                </a:cubicBezTo>
                <a:cubicBezTo>
                  <a:pt x="26" y="195"/>
                  <a:pt x="35" y="203"/>
                  <a:pt x="67" y="203"/>
                </a:cubicBezTo>
                <a:cubicBezTo>
                  <a:pt x="100" y="203"/>
                  <a:pt x="109" y="195"/>
                  <a:pt x="111" y="193"/>
                </a:cubicBezTo>
                <a:cubicBezTo>
                  <a:pt x="112" y="192"/>
                  <a:pt x="112" y="192"/>
                  <a:pt x="112" y="191"/>
                </a:cubicBezTo>
                <a:cubicBezTo>
                  <a:pt x="112" y="181"/>
                  <a:pt x="112" y="181"/>
                  <a:pt x="112" y="181"/>
                </a:cubicBezTo>
                <a:cubicBezTo>
                  <a:pt x="113" y="180"/>
                  <a:pt x="113" y="180"/>
                  <a:pt x="113" y="180"/>
                </a:cubicBezTo>
                <a:cubicBezTo>
                  <a:pt x="125" y="171"/>
                  <a:pt x="135" y="164"/>
                  <a:pt x="135" y="148"/>
                </a:cubicBezTo>
                <a:cubicBezTo>
                  <a:pt x="135" y="120"/>
                  <a:pt x="135" y="120"/>
                  <a:pt x="135" y="120"/>
                </a:cubicBezTo>
                <a:cubicBezTo>
                  <a:pt x="135" y="87"/>
                  <a:pt x="117" y="70"/>
                  <a:pt x="85" y="70"/>
                </a:cubicBezTo>
                <a:close/>
                <a:moveTo>
                  <a:pt x="131" y="148"/>
                </a:moveTo>
                <a:cubicBezTo>
                  <a:pt x="131" y="161"/>
                  <a:pt x="121" y="168"/>
                  <a:pt x="111" y="176"/>
                </a:cubicBezTo>
                <a:cubicBezTo>
                  <a:pt x="111" y="115"/>
                  <a:pt x="111" y="115"/>
                  <a:pt x="111" y="115"/>
                </a:cubicBezTo>
                <a:cubicBezTo>
                  <a:pt x="111" y="114"/>
                  <a:pt x="110" y="113"/>
                  <a:pt x="109" y="113"/>
                </a:cubicBezTo>
                <a:cubicBezTo>
                  <a:pt x="108" y="113"/>
                  <a:pt x="107" y="114"/>
                  <a:pt x="107" y="115"/>
                </a:cubicBezTo>
                <a:cubicBezTo>
                  <a:pt x="107" y="191"/>
                  <a:pt x="107" y="191"/>
                  <a:pt x="107" y="191"/>
                </a:cubicBezTo>
                <a:cubicBezTo>
                  <a:pt x="103" y="193"/>
                  <a:pt x="94" y="199"/>
                  <a:pt x="67" y="199"/>
                </a:cubicBezTo>
                <a:cubicBezTo>
                  <a:pt x="40" y="199"/>
                  <a:pt x="31" y="193"/>
                  <a:pt x="28" y="191"/>
                </a:cubicBezTo>
                <a:cubicBezTo>
                  <a:pt x="28" y="190"/>
                  <a:pt x="28" y="190"/>
                  <a:pt x="28" y="190"/>
                </a:cubicBezTo>
                <a:cubicBezTo>
                  <a:pt x="28" y="115"/>
                  <a:pt x="28" y="115"/>
                  <a:pt x="28" y="115"/>
                </a:cubicBezTo>
                <a:cubicBezTo>
                  <a:pt x="28" y="114"/>
                  <a:pt x="27" y="113"/>
                  <a:pt x="26" y="113"/>
                </a:cubicBezTo>
                <a:cubicBezTo>
                  <a:pt x="25" y="113"/>
                  <a:pt x="24" y="114"/>
                  <a:pt x="24" y="115"/>
                </a:cubicBezTo>
                <a:cubicBezTo>
                  <a:pt x="24" y="176"/>
                  <a:pt x="24" y="176"/>
                  <a:pt x="24" y="176"/>
                </a:cubicBezTo>
                <a:cubicBezTo>
                  <a:pt x="13" y="168"/>
                  <a:pt x="4" y="161"/>
                  <a:pt x="4" y="148"/>
                </a:cubicBezTo>
                <a:cubicBezTo>
                  <a:pt x="4" y="120"/>
                  <a:pt x="4" y="120"/>
                  <a:pt x="4" y="120"/>
                </a:cubicBezTo>
                <a:cubicBezTo>
                  <a:pt x="4" y="99"/>
                  <a:pt x="12" y="74"/>
                  <a:pt x="50" y="74"/>
                </a:cubicBezTo>
                <a:cubicBezTo>
                  <a:pt x="85" y="74"/>
                  <a:pt x="85" y="74"/>
                  <a:pt x="85" y="74"/>
                </a:cubicBezTo>
                <a:cubicBezTo>
                  <a:pt x="123" y="74"/>
                  <a:pt x="131" y="99"/>
                  <a:pt x="131" y="120"/>
                </a:cubicBezTo>
                <a:lnTo>
                  <a:pt x="131" y="148"/>
                </a:lnTo>
                <a:close/>
                <a:moveTo>
                  <a:pt x="96" y="110"/>
                </a:moveTo>
                <a:cubicBezTo>
                  <a:pt x="76" y="110"/>
                  <a:pt x="76" y="110"/>
                  <a:pt x="76" y="110"/>
                </a:cubicBezTo>
                <a:cubicBezTo>
                  <a:pt x="75" y="110"/>
                  <a:pt x="74" y="111"/>
                  <a:pt x="74" y="112"/>
                </a:cubicBezTo>
                <a:cubicBezTo>
                  <a:pt x="74" y="129"/>
                  <a:pt x="74" y="129"/>
                  <a:pt x="74" y="129"/>
                </a:cubicBezTo>
                <a:cubicBezTo>
                  <a:pt x="74" y="130"/>
                  <a:pt x="75" y="131"/>
                  <a:pt x="75" y="131"/>
                </a:cubicBezTo>
                <a:cubicBezTo>
                  <a:pt x="85" y="135"/>
                  <a:pt x="85" y="135"/>
                  <a:pt x="85" y="135"/>
                </a:cubicBezTo>
                <a:cubicBezTo>
                  <a:pt x="85" y="135"/>
                  <a:pt x="86" y="135"/>
                  <a:pt x="86" y="135"/>
                </a:cubicBezTo>
                <a:cubicBezTo>
                  <a:pt x="86" y="135"/>
                  <a:pt x="86" y="135"/>
                  <a:pt x="87" y="135"/>
                </a:cubicBezTo>
                <a:cubicBezTo>
                  <a:pt x="97" y="131"/>
                  <a:pt x="97" y="131"/>
                  <a:pt x="97" y="131"/>
                </a:cubicBezTo>
                <a:cubicBezTo>
                  <a:pt x="97" y="131"/>
                  <a:pt x="98" y="130"/>
                  <a:pt x="98" y="129"/>
                </a:cubicBezTo>
                <a:cubicBezTo>
                  <a:pt x="98" y="112"/>
                  <a:pt x="98" y="112"/>
                  <a:pt x="98" y="112"/>
                </a:cubicBezTo>
                <a:cubicBezTo>
                  <a:pt x="98" y="111"/>
                  <a:pt x="97" y="110"/>
                  <a:pt x="96" y="110"/>
                </a:cubicBezTo>
                <a:close/>
                <a:moveTo>
                  <a:pt x="94" y="128"/>
                </a:moveTo>
                <a:cubicBezTo>
                  <a:pt x="86" y="131"/>
                  <a:pt x="86" y="131"/>
                  <a:pt x="86" y="131"/>
                </a:cubicBezTo>
                <a:cubicBezTo>
                  <a:pt x="78" y="128"/>
                  <a:pt x="78" y="128"/>
                  <a:pt x="78" y="128"/>
                </a:cubicBezTo>
                <a:cubicBezTo>
                  <a:pt x="78" y="114"/>
                  <a:pt x="78" y="114"/>
                  <a:pt x="78" y="114"/>
                </a:cubicBezTo>
                <a:cubicBezTo>
                  <a:pt x="94" y="114"/>
                  <a:pt x="94" y="114"/>
                  <a:pt x="94" y="114"/>
                </a:cubicBezTo>
                <a:lnTo>
                  <a:pt x="94" y="128"/>
                </a:ln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grpSp>
        <p:nvGrpSpPr>
          <p:cNvPr id="2466" name="Google Shape;2466;p139"/>
          <p:cNvGrpSpPr/>
          <p:nvPr/>
        </p:nvGrpSpPr>
        <p:grpSpPr>
          <a:xfrm>
            <a:off x="6660542" y="5259647"/>
            <a:ext cx="402659" cy="596853"/>
            <a:chOff x="6654800" y="6778625"/>
            <a:chExt cx="630238" cy="957262"/>
          </a:xfrm>
        </p:grpSpPr>
        <p:sp>
          <p:nvSpPr>
            <p:cNvPr id="2467" name="Google Shape;2467;p139"/>
            <p:cNvSpPr/>
            <p:nvPr/>
          </p:nvSpPr>
          <p:spPr>
            <a:xfrm>
              <a:off x="6823075" y="6778625"/>
              <a:ext cx="293688" cy="298450"/>
            </a:xfrm>
            <a:custGeom>
              <a:rect b="b" l="l" r="r" t="t"/>
              <a:pathLst>
                <a:path extrusionOk="0" h="64" w="63">
                  <a:moveTo>
                    <a:pt x="31" y="64"/>
                  </a:moveTo>
                  <a:cubicBezTo>
                    <a:pt x="14" y="64"/>
                    <a:pt x="0" y="49"/>
                    <a:pt x="0" y="32"/>
                  </a:cubicBezTo>
                  <a:cubicBezTo>
                    <a:pt x="0" y="14"/>
                    <a:pt x="14" y="0"/>
                    <a:pt x="31" y="0"/>
                  </a:cubicBezTo>
                  <a:cubicBezTo>
                    <a:pt x="49" y="0"/>
                    <a:pt x="63" y="14"/>
                    <a:pt x="63" y="32"/>
                  </a:cubicBezTo>
                  <a:cubicBezTo>
                    <a:pt x="63" y="49"/>
                    <a:pt x="49" y="64"/>
                    <a:pt x="31" y="64"/>
                  </a:cubicBezTo>
                  <a:close/>
                  <a:moveTo>
                    <a:pt x="31" y="5"/>
                  </a:moveTo>
                  <a:cubicBezTo>
                    <a:pt x="16" y="5"/>
                    <a:pt x="4" y="17"/>
                    <a:pt x="4" y="32"/>
                  </a:cubicBezTo>
                  <a:cubicBezTo>
                    <a:pt x="4" y="47"/>
                    <a:pt x="16" y="59"/>
                    <a:pt x="31" y="59"/>
                  </a:cubicBezTo>
                  <a:cubicBezTo>
                    <a:pt x="46" y="59"/>
                    <a:pt x="58" y="47"/>
                    <a:pt x="58" y="32"/>
                  </a:cubicBezTo>
                  <a:cubicBezTo>
                    <a:pt x="58" y="17"/>
                    <a:pt x="46" y="5"/>
                    <a:pt x="31" y="5"/>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68" name="Google Shape;2468;p139"/>
            <p:cNvSpPr/>
            <p:nvPr/>
          </p:nvSpPr>
          <p:spPr>
            <a:xfrm>
              <a:off x="6767513" y="7319963"/>
              <a:ext cx="17463" cy="365125"/>
            </a:xfrm>
            <a:custGeom>
              <a:rect b="b" l="l" r="r" t="t"/>
              <a:pathLst>
                <a:path extrusionOk="0" h="78" w="4">
                  <a:moveTo>
                    <a:pt x="2" y="78"/>
                  </a:moveTo>
                  <a:cubicBezTo>
                    <a:pt x="1" y="78"/>
                    <a:pt x="0" y="77"/>
                    <a:pt x="0" y="76"/>
                  </a:cubicBezTo>
                  <a:cubicBezTo>
                    <a:pt x="0" y="2"/>
                    <a:pt x="0" y="2"/>
                    <a:pt x="0" y="2"/>
                  </a:cubicBezTo>
                  <a:cubicBezTo>
                    <a:pt x="0" y="1"/>
                    <a:pt x="1" y="0"/>
                    <a:pt x="2" y="0"/>
                  </a:cubicBezTo>
                  <a:cubicBezTo>
                    <a:pt x="3" y="0"/>
                    <a:pt x="4" y="1"/>
                    <a:pt x="4" y="2"/>
                  </a:cubicBezTo>
                  <a:cubicBezTo>
                    <a:pt x="4" y="76"/>
                    <a:pt x="4" y="76"/>
                    <a:pt x="4" y="76"/>
                  </a:cubicBezTo>
                  <a:cubicBezTo>
                    <a:pt x="4" y="77"/>
                    <a:pt x="3" y="78"/>
                    <a:pt x="2" y="78"/>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69" name="Google Shape;2469;p139"/>
            <p:cNvSpPr/>
            <p:nvPr/>
          </p:nvSpPr>
          <p:spPr>
            <a:xfrm>
              <a:off x="7150100" y="7319963"/>
              <a:ext cx="17463" cy="374650"/>
            </a:xfrm>
            <a:custGeom>
              <a:rect b="b" l="l" r="r" t="t"/>
              <a:pathLst>
                <a:path extrusionOk="0" h="80" w="4">
                  <a:moveTo>
                    <a:pt x="2" y="80"/>
                  </a:moveTo>
                  <a:cubicBezTo>
                    <a:pt x="1" y="80"/>
                    <a:pt x="0" y="79"/>
                    <a:pt x="0" y="78"/>
                  </a:cubicBezTo>
                  <a:cubicBezTo>
                    <a:pt x="0" y="2"/>
                    <a:pt x="0" y="2"/>
                    <a:pt x="0" y="2"/>
                  </a:cubicBezTo>
                  <a:cubicBezTo>
                    <a:pt x="0" y="1"/>
                    <a:pt x="1" y="0"/>
                    <a:pt x="2" y="0"/>
                  </a:cubicBezTo>
                  <a:cubicBezTo>
                    <a:pt x="3" y="0"/>
                    <a:pt x="4" y="1"/>
                    <a:pt x="4" y="2"/>
                  </a:cubicBezTo>
                  <a:cubicBezTo>
                    <a:pt x="4" y="78"/>
                    <a:pt x="4" y="78"/>
                    <a:pt x="4" y="78"/>
                  </a:cubicBezTo>
                  <a:cubicBezTo>
                    <a:pt x="4" y="79"/>
                    <a:pt x="3" y="80"/>
                    <a:pt x="2" y="80"/>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70" name="Google Shape;2470;p139"/>
            <p:cNvSpPr/>
            <p:nvPr/>
          </p:nvSpPr>
          <p:spPr>
            <a:xfrm>
              <a:off x="6654800" y="7105650"/>
              <a:ext cx="630238" cy="630237"/>
            </a:xfrm>
            <a:custGeom>
              <a:rect b="b" l="l" r="r" t="t"/>
              <a:pathLst>
                <a:path extrusionOk="0" h="135" w="135">
                  <a:moveTo>
                    <a:pt x="67" y="135"/>
                  </a:moveTo>
                  <a:cubicBezTo>
                    <a:pt x="35" y="135"/>
                    <a:pt x="26" y="127"/>
                    <a:pt x="23" y="125"/>
                  </a:cubicBezTo>
                  <a:cubicBezTo>
                    <a:pt x="23" y="124"/>
                    <a:pt x="23" y="124"/>
                    <a:pt x="23" y="123"/>
                  </a:cubicBezTo>
                  <a:cubicBezTo>
                    <a:pt x="23" y="111"/>
                    <a:pt x="23" y="111"/>
                    <a:pt x="23" y="111"/>
                  </a:cubicBezTo>
                  <a:cubicBezTo>
                    <a:pt x="21" y="109"/>
                    <a:pt x="21" y="109"/>
                    <a:pt x="21" y="109"/>
                  </a:cubicBezTo>
                  <a:cubicBezTo>
                    <a:pt x="10" y="101"/>
                    <a:pt x="0" y="94"/>
                    <a:pt x="0" y="78"/>
                  </a:cubicBezTo>
                  <a:cubicBezTo>
                    <a:pt x="0" y="50"/>
                    <a:pt x="0" y="50"/>
                    <a:pt x="0" y="50"/>
                  </a:cubicBezTo>
                  <a:cubicBezTo>
                    <a:pt x="0" y="17"/>
                    <a:pt x="18" y="0"/>
                    <a:pt x="50" y="0"/>
                  </a:cubicBezTo>
                  <a:cubicBezTo>
                    <a:pt x="85" y="0"/>
                    <a:pt x="85" y="0"/>
                    <a:pt x="85" y="0"/>
                  </a:cubicBezTo>
                  <a:cubicBezTo>
                    <a:pt x="117" y="0"/>
                    <a:pt x="135" y="17"/>
                    <a:pt x="135" y="50"/>
                  </a:cubicBezTo>
                  <a:cubicBezTo>
                    <a:pt x="135" y="78"/>
                    <a:pt x="135" y="78"/>
                    <a:pt x="135" y="78"/>
                  </a:cubicBezTo>
                  <a:cubicBezTo>
                    <a:pt x="135" y="94"/>
                    <a:pt x="124" y="101"/>
                    <a:pt x="113" y="109"/>
                  </a:cubicBezTo>
                  <a:cubicBezTo>
                    <a:pt x="112" y="111"/>
                    <a:pt x="112" y="111"/>
                    <a:pt x="112" y="111"/>
                  </a:cubicBezTo>
                  <a:cubicBezTo>
                    <a:pt x="112" y="123"/>
                    <a:pt x="112" y="123"/>
                    <a:pt x="112" y="123"/>
                  </a:cubicBezTo>
                  <a:cubicBezTo>
                    <a:pt x="112" y="124"/>
                    <a:pt x="111" y="124"/>
                    <a:pt x="111" y="125"/>
                  </a:cubicBezTo>
                  <a:cubicBezTo>
                    <a:pt x="109" y="127"/>
                    <a:pt x="99" y="135"/>
                    <a:pt x="67" y="135"/>
                  </a:cubicBezTo>
                  <a:close/>
                  <a:moveTo>
                    <a:pt x="27" y="122"/>
                  </a:moveTo>
                  <a:cubicBezTo>
                    <a:pt x="30" y="125"/>
                    <a:pt x="39" y="131"/>
                    <a:pt x="67" y="131"/>
                  </a:cubicBezTo>
                  <a:cubicBezTo>
                    <a:pt x="95" y="131"/>
                    <a:pt x="105" y="125"/>
                    <a:pt x="107" y="122"/>
                  </a:cubicBezTo>
                  <a:cubicBezTo>
                    <a:pt x="107" y="109"/>
                    <a:pt x="107" y="109"/>
                    <a:pt x="107" y="109"/>
                  </a:cubicBezTo>
                  <a:cubicBezTo>
                    <a:pt x="107" y="109"/>
                    <a:pt x="107" y="108"/>
                    <a:pt x="108" y="108"/>
                  </a:cubicBezTo>
                  <a:cubicBezTo>
                    <a:pt x="110" y="106"/>
                    <a:pt x="110" y="106"/>
                    <a:pt x="110" y="106"/>
                  </a:cubicBezTo>
                  <a:cubicBezTo>
                    <a:pt x="121" y="98"/>
                    <a:pt x="130" y="91"/>
                    <a:pt x="130" y="78"/>
                  </a:cubicBezTo>
                  <a:cubicBezTo>
                    <a:pt x="130" y="50"/>
                    <a:pt x="130" y="50"/>
                    <a:pt x="130" y="50"/>
                  </a:cubicBezTo>
                  <a:cubicBezTo>
                    <a:pt x="130" y="29"/>
                    <a:pt x="122" y="4"/>
                    <a:pt x="85" y="4"/>
                  </a:cubicBezTo>
                  <a:cubicBezTo>
                    <a:pt x="50" y="4"/>
                    <a:pt x="50" y="4"/>
                    <a:pt x="50" y="4"/>
                  </a:cubicBezTo>
                  <a:cubicBezTo>
                    <a:pt x="12" y="4"/>
                    <a:pt x="4" y="29"/>
                    <a:pt x="4" y="50"/>
                  </a:cubicBezTo>
                  <a:cubicBezTo>
                    <a:pt x="4" y="78"/>
                    <a:pt x="4" y="78"/>
                    <a:pt x="4" y="78"/>
                  </a:cubicBezTo>
                  <a:cubicBezTo>
                    <a:pt x="4" y="91"/>
                    <a:pt x="13" y="98"/>
                    <a:pt x="24" y="106"/>
                  </a:cubicBezTo>
                  <a:cubicBezTo>
                    <a:pt x="26" y="108"/>
                    <a:pt x="26" y="108"/>
                    <a:pt x="26" y="108"/>
                  </a:cubicBezTo>
                  <a:cubicBezTo>
                    <a:pt x="27" y="108"/>
                    <a:pt x="27" y="109"/>
                    <a:pt x="27" y="109"/>
                  </a:cubicBezTo>
                  <a:lnTo>
                    <a:pt x="27" y="122"/>
                  </a:ln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71" name="Google Shape;2471;p139"/>
            <p:cNvSpPr/>
            <p:nvPr/>
          </p:nvSpPr>
          <p:spPr>
            <a:xfrm>
              <a:off x="6873875" y="7100888"/>
              <a:ext cx="173038" cy="134937"/>
            </a:xfrm>
            <a:custGeom>
              <a:rect b="b" l="l" r="r" t="t"/>
              <a:pathLst>
                <a:path extrusionOk="0" h="29" w="37">
                  <a:moveTo>
                    <a:pt x="19" y="29"/>
                  </a:moveTo>
                  <a:cubicBezTo>
                    <a:pt x="18" y="29"/>
                    <a:pt x="18" y="29"/>
                    <a:pt x="18" y="29"/>
                  </a:cubicBezTo>
                  <a:cubicBezTo>
                    <a:pt x="9" y="24"/>
                    <a:pt x="1" y="5"/>
                    <a:pt x="1" y="4"/>
                  </a:cubicBezTo>
                  <a:cubicBezTo>
                    <a:pt x="0" y="3"/>
                    <a:pt x="1" y="1"/>
                    <a:pt x="2" y="1"/>
                  </a:cubicBezTo>
                  <a:cubicBezTo>
                    <a:pt x="3" y="0"/>
                    <a:pt x="4" y="1"/>
                    <a:pt x="5" y="2"/>
                  </a:cubicBezTo>
                  <a:cubicBezTo>
                    <a:pt x="7" y="7"/>
                    <a:pt x="13" y="19"/>
                    <a:pt x="19" y="24"/>
                  </a:cubicBezTo>
                  <a:cubicBezTo>
                    <a:pt x="22" y="21"/>
                    <a:pt x="30" y="12"/>
                    <a:pt x="32" y="2"/>
                  </a:cubicBezTo>
                  <a:cubicBezTo>
                    <a:pt x="33" y="1"/>
                    <a:pt x="34" y="0"/>
                    <a:pt x="35" y="1"/>
                  </a:cubicBezTo>
                  <a:cubicBezTo>
                    <a:pt x="36" y="1"/>
                    <a:pt x="37" y="2"/>
                    <a:pt x="37" y="4"/>
                  </a:cubicBezTo>
                  <a:cubicBezTo>
                    <a:pt x="33" y="18"/>
                    <a:pt x="21" y="28"/>
                    <a:pt x="20" y="28"/>
                  </a:cubicBezTo>
                  <a:cubicBezTo>
                    <a:pt x="20" y="29"/>
                    <a:pt x="19" y="29"/>
                    <a:pt x="19" y="29"/>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grpSp>
      <p:grpSp>
        <p:nvGrpSpPr>
          <p:cNvPr id="2472" name="Google Shape;2472;p139"/>
          <p:cNvGrpSpPr/>
          <p:nvPr/>
        </p:nvGrpSpPr>
        <p:grpSpPr>
          <a:xfrm>
            <a:off x="7923481" y="5260017"/>
            <a:ext cx="403289" cy="597715"/>
            <a:chOff x="8610600" y="6778625"/>
            <a:chExt cx="630238" cy="957263"/>
          </a:xfrm>
        </p:grpSpPr>
        <p:sp>
          <p:nvSpPr>
            <p:cNvPr id="2473" name="Google Shape;2473;p139"/>
            <p:cNvSpPr/>
            <p:nvPr/>
          </p:nvSpPr>
          <p:spPr>
            <a:xfrm>
              <a:off x="8778875" y="6778625"/>
              <a:ext cx="293688" cy="293687"/>
            </a:xfrm>
            <a:custGeom>
              <a:rect b="b" l="l" r="r" t="t"/>
              <a:pathLst>
                <a:path extrusionOk="0" h="63" w="63">
                  <a:moveTo>
                    <a:pt x="32" y="63"/>
                  </a:moveTo>
                  <a:cubicBezTo>
                    <a:pt x="14" y="63"/>
                    <a:pt x="0" y="49"/>
                    <a:pt x="0" y="31"/>
                  </a:cubicBezTo>
                  <a:cubicBezTo>
                    <a:pt x="0" y="14"/>
                    <a:pt x="14" y="0"/>
                    <a:pt x="32" y="0"/>
                  </a:cubicBezTo>
                  <a:cubicBezTo>
                    <a:pt x="49" y="0"/>
                    <a:pt x="63" y="14"/>
                    <a:pt x="63" y="31"/>
                  </a:cubicBezTo>
                  <a:cubicBezTo>
                    <a:pt x="63" y="49"/>
                    <a:pt x="49" y="63"/>
                    <a:pt x="32" y="63"/>
                  </a:cubicBezTo>
                  <a:close/>
                  <a:moveTo>
                    <a:pt x="32" y="4"/>
                  </a:moveTo>
                  <a:cubicBezTo>
                    <a:pt x="17" y="4"/>
                    <a:pt x="4" y="16"/>
                    <a:pt x="4" y="31"/>
                  </a:cubicBezTo>
                  <a:cubicBezTo>
                    <a:pt x="4" y="46"/>
                    <a:pt x="17" y="59"/>
                    <a:pt x="32" y="59"/>
                  </a:cubicBezTo>
                  <a:cubicBezTo>
                    <a:pt x="47" y="59"/>
                    <a:pt x="59" y="46"/>
                    <a:pt x="59" y="31"/>
                  </a:cubicBezTo>
                  <a:cubicBezTo>
                    <a:pt x="59" y="16"/>
                    <a:pt x="47" y="4"/>
                    <a:pt x="32" y="4"/>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74" name="Google Shape;2474;p139"/>
            <p:cNvSpPr/>
            <p:nvPr/>
          </p:nvSpPr>
          <p:spPr>
            <a:xfrm>
              <a:off x="8721725" y="7315200"/>
              <a:ext cx="19050" cy="369887"/>
            </a:xfrm>
            <a:custGeom>
              <a:rect b="b" l="l" r="r" t="t"/>
              <a:pathLst>
                <a:path extrusionOk="0" h="79" w="4">
                  <a:moveTo>
                    <a:pt x="2" y="79"/>
                  </a:moveTo>
                  <a:cubicBezTo>
                    <a:pt x="1" y="79"/>
                    <a:pt x="0" y="78"/>
                    <a:pt x="0" y="77"/>
                  </a:cubicBezTo>
                  <a:cubicBezTo>
                    <a:pt x="0" y="2"/>
                    <a:pt x="0" y="2"/>
                    <a:pt x="0" y="2"/>
                  </a:cubicBezTo>
                  <a:cubicBezTo>
                    <a:pt x="0" y="1"/>
                    <a:pt x="1" y="0"/>
                    <a:pt x="2" y="0"/>
                  </a:cubicBezTo>
                  <a:cubicBezTo>
                    <a:pt x="3" y="0"/>
                    <a:pt x="4" y="1"/>
                    <a:pt x="4" y="2"/>
                  </a:cubicBezTo>
                  <a:cubicBezTo>
                    <a:pt x="4" y="77"/>
                    <a:pt x="4" y="77"/>
                    <a:pt x="4" y="77"/>
                  </a:cubicBezTo>
                  <a:cubicBezTo>
                    <a:pt x="4" y="78"/>
                    <a:pt x="3" y="79"/>
                    <a:pt x="2" y="79"/>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75" name="Google Shape;2475;p139"/>
            <p:cNvSpPr/>
            <p:nvPr/>
          </p:nvSpPr>
          <p:spPr>
            <a:xfrm>
              <a:off x="9110663" y="7315200"/>
              <a:ext cx="17463" cy="379412"/>
            </a:xfrm>
            <a:custGeom>
              <a:rect b="b" l="l" r="r" t="t"/>
              <a:pathLst>
                <a:path extrusionOk="0" h="81" w="4">
                  <a:moveTo>
                    <a:pt x="2" y="81"/>
                  </a:moveTo>
                  <a:cubicBezTo>
                    <a:pt x="1" y="81"/>
                    <a:pt x="0" y="80"/>
                    <a:pt x="0" y="79"/>
                  </a:cubicBezTo>
                  <a:cubicBezTo>
                    <a:pt x="0" y="2"/>
                    <a:pt x="0" y="2"/>
                    <a:pt x="0" y="2"/>
                  </a:cubicBezTo>
                  <a:cubicBezTo>
                    <a:pt x="0" y="1"/>
                    <a:pt x="1" y="0"/>
                    <a:pt x="2" y="0"/>
                  </a:cubicBezTo>
                  <a:cubicBezTo>
                    <a:pt x="3" y="0"/>
                    <a:pt x="4" y="1"/>
                    <a:pt x="4" y="2"/>
                  </a:cubicBezTo>
                  <a:cubicBezTo>
                    <a:pt x="4" y="79"/>
                    <a:pt x="4" y="79"/>
                    <a:pt x="4" y="79"/>
                  </a:cubicBezTo>
                  <a:cubicBezTo>
                    <a:pt x="4" y="80"/>
                    <a:pt x="3" y="81"/>
                    <a:pt x="2" y="81"/>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76" name="Google Shape;2476;p139"/>
            <p:cNvSpPr/>
            <p:nvPr/>
          </p:nvSpPr>
          <p:spPr>
            <a:xfrm>
              <a:off x="8610600" y="7100888"/>
              <a:ext cx="630238" cy="635000"/>
            </a:xfrm>
            <a:custGeom>
              <a:rect b="b" l="l" r="r" t="t"/>
              <a:pathLst>
                <a:path extrusionOk="0" h="136" w="135">
                  <a:moveTo>
                    <a:pt x="68" y="136"/>
                  </a:moveTo>
                  <a:cubicBezTo>
                    <a:pt x="36" y="136"/>
                    <a:pt x="26" y="128"/>
                    <a:pt x="24" y="126"/>
                  </a:cubicBezTo>
                  <a:cubicBezTo>
                    <a:pt x="23" y="125"/>
                    <a:pt x="23" y="125"/>
                    <a:pt x="23" y="124"/>
                  </a:cubicBezTo>
                  <a:cubicBezTo>
                    <a:pt x="23" y="111"/>
                    <a:pt x="23" y="111"/>
                    <a:pt x="23" y="111"/>
                  </a:cubicBezTo>
                  <a:cubicBezTo>
                    <a:pt x="22" y="110"/>
                    <a:pt x="22" y="110"/>
                    <a:pt x="22" y="110"/>
                  </a:cubicBezTo>
                  <a:cubicBezTo>
                    <a:pt x="10" y="102"/>
                    <a:pt x="0" y="94"/>
                    <a:pt x="0" y="79"/>
                  </a:cubicBezTo>
                  <a:cubicBezTo>
                    <a:pt x="0" y="51"/>
                    <a:pt x="0" y="51"/>
                    <a:pt x="0" y="51"/>
                  </a:cubicBezTo>
                  <a:cubicBezTo>
                    <a:pt x="0" y="18"/>
                    <a:pt x="18" y="0"/>
                    <a:pt x="50" y="0"/>
                  </a:cubicBezTo>
                  <a:cubicBezTo>
                    <a:pt x="85" y="0"/>
                    <a:pt x="85" y="0"/>
                    <a:pt x="85" y="0"/>
                  </a:cubicBezTo>
                  <a:cubicBezTo>
                    <a:pt x="117" y="0"/>
                    <a:pt x="135" y="18"/>
                    <a:pt x="135" y="51"/>
                  </a:cubicBezTo>
                  <a:cubicBezTo>
                    <a:pt x="135" y="79"/>
                    <a:pt x="135" y="79"/>
                    <a:pt x="135" y="79"/>
                  </a:cubicBezTo>
                  <a:cubicBezTo>
                    <a:pt x="135" y="94"/>
                    <a:pt x="125" y="102"/>
                    <a:pt x="114" y="110"/>
                  </a:cubicBezTo>
                  <a:cubicBezTo>
                    <a:pt x="112" y="111"/>
                    <a:pt x="112" y="111"/>
                    <a:pt x="112" y="111"/>
                  </a:cubicBezTo>
                  <a:cubicBezTo>
                    <a:pt x="112" y="124"/>
                    <a:pt x="112" y="124"/>
                    <a:pt x="112" y="124"/>
                  </a:cubicBezTo>
                  <a:cubicBezTo>
                    <a:pt x="112" y="125"/>
                    <a:pt x="112" y="125"/>
                    <a:pt x="112" y="126"/>
                  </a:cubicBezTo>
                  <a:cubicBezTo>
                    <a:pt x="109" y="128"/>
                    <a:pt x="100" y="136"/>
                    <a:pt x="68" y="136"/>
                  </a:cubicBezTo>
                  <a:close/>
                  <a:moveTo>
                    <a:pt x="28" y="123"/>
                  </a:moveTo>
                  <a:cubicBezTo>
                    <a:pt x="30" y="126"/>
                    <a:pt x="40" y="132"/>
                    <a:pt x="68" y="132"/>
                  </a:cubicBezTo>
                  <a:cubicBezTo>
                    <a:pt x="96" y="132"/>
                    <a:pt x="105" y="126"/>
                    <a:pt x="108" y="123"/>
                  </a:cubicBezTo>
                  <a:cubicBezTo>
                    <a:pt x="108" y="110"/>
                    <a:pt x="108" y="110"/>
                    <a:pt x="108" y="110"/>
                  </a:cubicBezTo>
                  <a:cubicBezTo>
                    <a:pt x="108" y="110"/>
                    <a:pt x="108" y="109"/>
                    <a:pt x="108" y="109"/>
                  </a:cubicBezTo>
                  <a:cubicBezTo>
                    <a:pt x="111" y="107"/>
                    <a:pt x="111" y="107"/>
                    <a:pt x="111" y="107"/>
                  </a:cubicBezTo>
                  <a:cubicBezTo>
                    <a:pt x="122" y="99"/>
                    <a:pt x="131" y="92"/>
                    <a:pt x="131" y="79"/>
                  </a:cubicBezTo>
                  <a:cubicBezTo>
                    <a:pt x="131" y="51"/>
                    <a:pt x="131" y="51"/>
                    <a:pt x="131" y="51"/>
                  </a:cubicBezTo>
                  <a:cubicBezTo>
                    <a:pt x="131" y="30"/>
                    <a:pt x="123" y="5"/>
                    <a:pt x="85" y="5"/>
                  </a:cubicBezTo>
                  <a:cubicBezTo>
                    <a:pt x="50" y="5"/>
                    <a:pt x="50" y="5"/>
                    <a:pt x="50" y="5"/>
                  </a:cubicBezTo>
                  <a:cubicBezTo>
                    <a:pt x="12" y="5"/>
                    <a:pt x="5" y="30"/>
                    <a:pt x="5" y="51"/>
                  </a:cubicBezTo>
                  <a:cubicBezTo>
                    <a:pt x="5" y="79"/>
                    <a:pt x="5" y="79"/>
                    <a:pt x="5" y="79"/>
                  </a:cubicBezTo>
                  <a:cubicBezTo>
                    <a:pt x="5" y="92"/>
                    <a:pt x="14" y="99"/>
                    <a:pt x="24" y="107"/>
                  </a:cubicBezTo>
                  <a:cubicBezTo>
                    <a:pt x="27" y="109"/>
                    <a:pt x="27" y="109"/>
                    <a:pt x="27" y="109"/>
                  </a:cubicBezTo>
                  <a:cubicBezTo>
                    <a:pt x="27" y="109"/>
                    <a:pt x="28" y="110"/>
                    <a:pt x="28" y="110"/>
                  </a:cubicBezTo>
                  <a:lnTo>
                    <a:pt x="28" y="123"/>
                  </a:ln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77" name="Google Shape;2477;p139"/>
            <p:cNvSpPr/>
            <p:nvPr/>
          </p:nvSpPr>
          <p:spPr>
            <a:xfrm>
              <a:off x="8875713" y="7100888"/>
              <a:ext cx="103188" cy="84137"/>
            </a:xfrm>
            <a:custGeom>
              <a:rect b="b" l="l" r="r" t="t"/>
              <a:pathLst>
                <a:path extrusionOk="0" h="18" w="22">
                  <a:moveTo>
                    <a:pt x="11" y="18"/>
                  </a:moveTo>
                  <a:cubicBezTo>
                    <a:pt x="11" y="18"/>
                    <a:pt x="11" y="18"/>
                    <a:pt x="11" y="18"/>
                  </a:cubicBezTo>
                  <a:cubicBezTo>
                    <a:pt x="9" y="18"/>
                    <a:pt x="9" y="18"/>
                    <a:pt x="9" y="18"/>
                  </a:cubicBezTo>
                  <a:cubicBezTo>
                    <a:pt x="8" y="18"/>
                    <a:pt x="7" y="18"/>
                    <a:pt x="7" y="17"/>
                  </a:cubicBezTo>
                  <a:cubicBezTo>
                    <a:pt x="3" y="13"/>
                    <a:pt x="1" y="4"/>
                    <a:pt x="1" y="4"/>
                  </a:cubicBezTo>
                  <a:cubicBezTo>
                    <a:pt x="0" y="2"/>
                    <a:pt x="1" y="1"/>
                    <a:pt x="2" y="1"/>
                  </a:cubicBezTo>
                  <a:cubicBezTo>
                    <a:pt x="3" y="0"/>
                    <a:pt x="5" y="1"/>
                    <a:pt x="5" y="2"/>
                  </a:cubicBezTo>
                  <a:cubicBezTo>
                    <a:pt x="6" y="4"/>
                    <a:pt x="8" y="10"/>
                    <a:pt x="10" y="13"/>
                  </a:cubicBezTo>
                  <a:cubicBezTo>
                    <a:pt x="11" y="13"/>
                    <a:pt x="11" y="13"/>
                    <a:pt x="11" y="13"/>
                  </a:cubicBezTo>
                  <a:cubicBezTo>
                    <a:pt x="13" y="13"/>
                    <a:pt x="13" y="13"/>
                    <a:pt x="13" y="13"/>
                  </a:cubicBezTo>
                  <a:cubicBezTo>
                    <a:pt x="14" y="10"/>
                    <a:pt x="17" y="5"/>
                    <a:pt x="17" y="2"/>
                  </a:cubicBezTo>
                  <a:cubicBezTo>
                    <a:pt x="17" y="1"/>
                    <a:pt x="19" y="0"/>
                    <a:pt x="20" y="1"/>
                  </a:cubicBezTo>
                  <a:cubicBezTo>
                    <a:pt x="21" y="1"/>
                    <a:pt x="22" y="2"/>
                    <a:pt x="22" y="3"/>
                  </a:cubicBezTo>
                  <a:cubicBezTo>
                    <a:pt x="21" y="8"/>
                    <a:pt x="16" y="16"/>
                    <a:pt x="16" y="16"/>
                  </a:cubicBezTo>
                  <a:cubicBezTo>
                    <a:pt x="16" y="17"/>
                    <a:pt x="15" y="18"/>
                    <a:pt x="14" y="18"/>
                  </a:cubicBezTo>
                  <a:cubicBezTo>
                    <a:pt x="12" y="18"/>
                    <a:pt x="12" y="18"/>
                    <a:pt x="12" y="18"/>
                  </a:cubicBezTo>
                  <a:cubicBezTo>
                    <a:pt x="12" y="18"/>
                    <a:pt x="12" y="18"/>
                    <a:pt x="11" y="18"/>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78" name="Google Shape;2478;p139"/>
            <p:cNvSpPr/>
            <p:nvPr/>
          </p:nvSpPr>
          <p:spPr>
            <a:xfrm>
              <a:off x="8867775" y="7156450"/>
              <a:ext cx="120650" cy="528637"/>
            </a:xfrm>
            <a:custGeom>
              <a:rect b="b" l="l" r="r" t="t"/>
              <a:pathLst>
                <a:path extrusionOk="0" h="113" w="26">
                  <a:moveTo>
                    <a:pt x="13" y="113"/>
                  </a:moveTo>
                  <a:cubicBezTo>
                    <a:pt x="12" y="113"/>
                    <a:pt x="12" y="113"/>
                    <a:pt x="12" y="113"/>
                  </a:cubicBezTo>
                  <a:cubicBezTo>
                    <a:pt x="1" y="104"/>
                    <a:pt x="1" y="104"/>
                    <a:pt x="1" y="104"/>
                  </a:cubicBezTo>
                  <a:cubicBezTo>
                    <a:pt x="1" y="103"/>
                    <a:pt x="0" y="103"/>
                    <a:pt x="0" y="102"/>
                  </a:cubicBezTo>
                  <a:cubicBezTo>
                    <a:pt x="7" y="3"/>
                    <a:pt x="7" y="3"/>
                    <a:pt x="7" y="3"/>
                  </a:cubicBezTo>
                  <a:cubicBezTo>
                    <a:pt x="7" y="2"/>
                    <a:pt x="8" y="1"/>
                    <a:pt x="10" y="1"/>
                  </a:cubicBezTo>
                  <a:cubicBezTo>
                    <a:pt x="11" y="1"/>
                    <a:pt x="12" y="2"/>
                    <a:pt x="12" y="4"/>
                  </a:cubicBezTo>
                  <a:cubicBezTo>
                    <a:pt x="5" y="101"/>
                    <a:pt x="5" y="101"/>
                    <a:pt x="5" y="101"/>
                  </a:cubicBezTo>
                  <a:cubicBezTo>
                    <a:pt x="13" y="108"/>
                    <a:pt x="13" y="108"/>
                    <a:pt x="13" y="108"/>
                  </a:cubicBezTo>
                  <a:cubicBezTo>
                    <a:pt x="21" y="101"/>
                    <a:pt x="21" y="101"/>
                    <a:pt x="21" y="101"/>
                  </a:cubicBezTo>
                  <a:cubicBezTo>
                    <a:pt x="14" y="3"/>
                    <a:pt x="14" y="3"/>
                    <a:pt x="14" y="3"/>
                  </a:cubicBezTo>
                  <a:cubicBezTo>
                    <a:pt x="14" y="1"/>
                    <a:pt x="15" y="0"/>
                    <a:pt x="16" y="0"/>
                  </a:cubicBezTo>
                  <a:cubicBezTo>
                    <a:pt x="18" y="0"/>
                    <a:pt x="19" y="1"/>
                    <a:pt x="19" y="2"/>
                  </a:cubicBezTo>
                  <a:cubicBezTo>
                    <a:pt x="26" y="102"/>
                    <a:pt x="26" y="102"/>
                    <a:pt x="26" y="102"/>
                  </a:cubicBezTo>
                  <a:cubicBezTo>
                    <a:pt x="26" y="103"/>
                    <a:pt x="25" y="103"/>
                    <a:pt x="25" y="104"/>
                  </a:cubicBezTo>
                  <a:cubicBezTo>
                    <a:pt x="15" y="113"/>
                    <a:pt x="15" y="113"/>
                    <a:pt x="15" y="113"/>
                  </a:cubicBezTo>
                  <a:cubicBezTo>
                    <a:pt x="14" y="113"/>
                    <a:pt x="14" y="113"/>
                    <a:pt x="13" y="113"/>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grpSp>
      <p:sp>
        <p:nvSpPr>
          <p:cNvPr id="2479" name="Google Shape;2479;p139"/>
          <p:cNvSpPr txBox="1"/>
          <p:nvPr/>
        </p:nvSpPr>
        <p:spPr>
          <a:xfrm>
            <a:off x="5587700" y="5116050"/>
            <a:ext cx="1196100" cy="3531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rPr lang="en" sz="1100">
                <a:solidFill>
                  <a:srgbClr val="FFFFFF"/>
                </a:solidFill>
                <a:latin typeface="Red Hat Text"/>
                <a:ea typeface="Red Hat Text"/>
                <a:cs typeface="Red Hat Text"/>
                <a:sym typeface="Red Hat Text"/>
              </a:rPr>
              <a:t>ARCHITECTS</a:t>
            </a:r>
            <a:endParaRPr i="0" sz="1100" u="none" cap="none" strike="noStrike">
              <a:solidFill>
                <a:srgbClr val="FFFFFF"/>
              </a:solidFill>
              <a:latin typeface="Red Hat Text"/>
              <a:ea typeface="Red Hat Text"/>
              <a:cs typeface="Red Hat Text"/>
              <a:sym typeface="Red Hat Text"/>
            </a:endParaRPr>
          </a:p>
        </p:txBody>
      </p:sp>
      <p:grpSp>
        <p:nvGrpSpPr>
          <p:cNvPr id="2480" name="Google Shape;2480;p139"/>
          <p:cNvGrpSpPr/>
          <p:nvPr/>
        </p:nvGrpSpPr>
        <p:grpSpPr>
          <a:xfrm>
            <a:off x="5356751" y="5251997"/>
            <a:ext cx="407348" cy="604666"/>
            <a:chOff x="2624138" y="6769101"/>
            <a:chExt cx="633413" cy="963611"/>
          </a:xfrm>
        </p:grpSpPr>
        <p:sp>
          <p:nvSpPr>
            <p:cNvPr id="2481" name="Google Shape;2481;p139"/>
            <p:cNvSpPr/>
            <p:nvPr/>
          </p:nvSpPr>
          <p:spPr>
            <a:xfrm>
              <a:off x="2927350" y="7224713"/>
              <a:ext cx="27000" cy="333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82" name="Google Shape;2482;p139"/>
            <p:cNvSpPr/>
            <p:nvPr/>
          </p:nvSpPr>
          <p:spPr>
            <a:xfrm>
              <a:off x="2874963" y="7212013"/>
              <a:ext cx="28500" cy="270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83" name="Google Shape;2483;p139"/>
            <p:cNvSpPr/>
            <p:nvPr/>
          </p:nvSpPr>
          <p:spPr>
            <a:xfrm>
              <a:off x="2973388" y="7212013"/>
              <a:ext cx="28500" cy="270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84" name="Google Shape;2484;p139"/>
            <p:cNvSpPr/>
            <p:nvPr/>
          </p:nvSpPr>
          <p:spPr>
            <a:xfrm>
              <a:off x="3001963" y="7173913"/>
              <a:ext cx="27000" cy="285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85" name="Google Shape;2485;p139"/>
            <p:cNvSpPr/>
            <p:nvPr/>
          </p:nvSpPr>
          <p:spPr>
            <a:xfrm>
              <a:off x="3019425" y="7132638"/>
              <a:ext cx="28500" cy="270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86" name="Google Shape;2486;p139"/>
            <p:cNvSpPr/>
            <p:nvPr/>
          </p:nvSpPr>
          <p:spPr>
            <a:xfrm>
              <a:off x="2847975" y="7173913"/>
              <a:ext cx="27000" cy="285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87" name="Google Shape;2487;p139"/>
            <p:cNvSpPr/>
            <p:nvPr/>
          </p:nvSpPr>
          <p:spPr>
            <a:xfrm>
              <a:off x="2833688" y="7132638"/>
              <a:ext cx="28500" cy="270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88" name="Google Shape;2488;p139"/>
            <p:cNvSpPr/>
            <p:nvPr/>
          </p:nvSpPr>
          <p:spPr>
            <a:xfrm>
              <a:off x="2792413" y="6769101"/>
              <a:ext cx="296863" cy="298450"/>
            </a:xfrm>
            <a:custGeom>
              <a:rect b="b" l="l" r="r" t="t"/>
              <a:pathLst>
                <a:path extrusionOk="0" h="64" w="64">
                  <a:moveTo>
                    <a:pt x="32" y="64"/>
                  </a:moveTo>
                  <a:cubicBezTo>
                    <a:pt x="14" y="64"/>
                    <a:pt x="0" y="50"/>
                    <a:pt x="0" y="32"/>
                  </a:cubicBezTo>
                  <a:cubicBezTo>
                    <a:pt x="0" y="15"/>
                    <a:pt x="14" y="0"/>
                    <a:pt x="32" y="0"/>
                  </a:cubicBezTo>
                  <a:cubicBezTo>
                    <a:pt x="49" y="0"/>
                    <a:pt x="64" y="15"/>
                    <a:pt x="64" y="32"/>
                  </a:cubicBezTo>
                  <a:cubicBezTo>
                    <a:pt x="64" y="50"/>
                    <a:pt x="49" y="64"/>
                    <a:pt x="32" y="64"/>
                  </a:cubicBezTo>
                  <a:close/>
                  <a:moveTo>
                    <a:pt x="32" y="5"/>
                  </a:moveTo>
                  <a:cubicBezTo>
                    <a:pt x="17" y="5"/>
                    <a:pt x="4" y="17"/>
                    <a:pt x="4" y="32"/>
                  </a:cubicBezTo>
                  <a:cubicBezTo>
                    <a:pt x="4" y="48"/>
                    <a:pt x="17" y="60"/>
                    <a:pt x="32" y="60"/>
                  </a:cubicBezTo>
                  <a:cubicBezTo>
                    <a:pt x="47" y="60"/>
                    <a:pt x="59" y="48"/>
                    <a:pt x="59" y="32"/>
                  </a:cubicBezTo>
                  <a:cubicBezTo>
                    <a:pt x="59" y="17"/>
                    <a:pt x="47" y="5"/>
                    <a:pt x="32" y="5"/>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89" name="Google Shape;2489;p139"/>
            <p:cNvSpPr/>
            <p:nvPr/>
          </p:nvSpPr>
          <p:spPr>
            <a:xfrm>
              <a:off x="2735263" y="7313613"/>
              <a:ext cx="19050" cy="368300"/>
            </a:xfrm>
            <a:custGeom>
              <a:rect b="b" l="l" r="r" t="t"/>
              <a:pathLst>
                <a:path extrusionOk="0" h="79" w="4">
                  <a:moveTo>
                    <a:pt x="2" y="79"/>
                  </a:moveTo>
                  <a:cubicBezTo>
                    <a:pt x="1" y="79"/>
                    <a:pt x="0" y="78"/>
                    <a:pt x="0" y="77"/>
                  </a:cubicBezTo>
                  <a:cubicBezTo>
                    <a:pt x="0" y="2"/>
                    <a:pt x="0" y="2"/>
                    <a:pt x="0" y="2"/>
                  </a:cubicBezTo>
                  <a:cubicBezTo>
                    <a:pt x="0" y="1"/>
                    <a:pt x="1" y="0"/>
                    <a:pt x="2" y="0"/>
                  </a:cubicBezTo>
                  <a:cubicBezTo>
                    <a:pt x="3" y="0"/>
                    <a:pt x="4" y="1"/>
                    <a:pt x="4" y="2"/>
                  </a:cubicBezTo>
                  <a:cubicBezTo>
                    <a:pt x="4" y="77"/>
                    <a:pt x="4" y="77"/>
                    <a:pt x="4" y="77"/>
                  </a:cubicBezTo>
                  <a:cubicBezTo>
                    <a:pt x="4" y="78"/>
                    <a:pt x="3" y="79"/>
                    <a:pt x="2" y="79"/>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90" name="Google Shape;2490;p139"/>
            <p:cNvSpPr/>
            <p:nvPr/>
          </p:nvSpPr>
          <p:spPr>
            <a:xfrm>
              <a:off x="3122613" y="7313613"/>
              <a:ext cx="19050" cy="377825"/>
            </a:xfrm>
            <a:custGeom>
              <a:rect b="b" l="l" r="r" t="t"/>
              <a:pathLst>
                <a:path extrusionOk="0" h="81" w="4">
                  <a:moveTo>
                    <a:pt x="2" y="81"/>
                  </a:moveTo>
                  <a:cubicBezTo>
                    <a:pt x="1" y="81"/>
                    <a:pt x="0" y="80"/>
                    <a:pt x="0" y="79"/>
                  </a:cubicBezTo>
                  <a:cubicBezTo>
                    <a:pt x="0" y="2"/>
                    <a:pt x="0" y="2"/>
                    <a:pt x="0" y="2"/>
                  </a:cubicBezTo>
                  <a:cubicBezTo>
                    <a:pt x="0" y="1"/>
                    <a:pt x="1" y="0"/>
                    <a:pt x="2" y="0"/>
                  </a:cubicBezTo>
                  <a:cubicBezTo>
                    <a:pt x="3" y="0"/>
                    <a:pt x="4" y="1"/>
                    <a:pt x="4" y="2"/>
                  </a:cubicBezTo>
                  <a:cubicBezTo>
                    <a:pt x="4" y="79"/>
                    <a:pt x="4" y="79"/>
                    <a:pt x="4" y="79"/>
                  </a:cubicBezTo>
                  <a:cubicBezTo>
                    <a:pt x="4" y="80"/>
                    <a:pt x="3" y="81"/>
                    <a:pt x="2" y="81"/>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491" name="Google Shape;2491;p139"/>
            <p:cNvSpPr/>
            <p:nvPr/>
          </p:nvSpPr>
          <p:spPr>
            <a:xfrm>
              <a:off x="2624138" y="7099300"/>
              <a:ext cx="633413" cy="633412"/>
            </a:xfrm>
            <a:custGeom>
              <a:rect b="b" l="l" r="r" t="t"/>
              <a:pathLst>
                <a:path extrusionOk="0" h="136" w="136">
                  <a:moveTo>
                    <a:pt x="68" y="136"/>
                  </a:moveTo>
                  <a:cubicBezTo>
                    <a:pt x="35" y="136"/>
                    <a:pt x="26" y="128"/>
                    <a:pt x="24" y="126"/>
                  </a:cubicBezTo>
                  <a:cubicBezTo>
                    <a:pt x="23" y="125"/>
                    <a:pt x="23" y="125"/>
                    <a:pt x="23" y="124"/>
                  </a:cubicBezTo>
                  <a:cubicBezTo>
                    <a:pt x="23" y="111"/>
                    <a:pt x="23" y="111"/>
                    <a:pt x="23" y="111"/>
                  </a:cubicBezTo>
                  <a:cubicBezTo>
                    <a:pt x="21" y="110"/>
                    <a:pt x="21" y="110"/>
                    <a:pt x="21" y="110"/>
                  </a:cubicBezTo>
                  <a:cubicBezTo>
                    <a:pt x="10" y="102"/>
                    <a:pt x="0" y="94"/>
                    <a:pt x="0" y="78"/>
                  </a:cubicBezTo>
                  <a:cubicBezTo>
                    <a:pt x="0" y="50"/>
                    <a:pt x="0" y="50"/>
                    <a:pt x="0" y="50"/>
                  </a:cubicBezTo>
                  <a:cubicBezTo>
                    <a:pt x="0" y="18"/>
                    <a:pt x="18" y="0"/>
                    <a:pt x="50" y="0"/>
                  </a:cubicBezTo>
                  <a:cubicBezTo>
                    <a:pt x="85" y="0"/>
                    <a:pt x="85" y="0"/>
                    <a:pt x="85" y="0"/>
                  </a:cubicBezTo>
                  <a:cubicBezTo>
                    <a:pt x="118" y="0"/>
                    <a:pt x="136" y="18"/>
                    <a:pt x="136" y="50"/>
                  </a:cubicBezTo>
                  <a:cubicBezTo>
                    <a:pt x="136" y="78"/>
                    <a:pt x="136" y="78"/>
                    <a:pt x="136" y="78"/>
                  </a:cubicBezTo>
                  <a:cubicBezTo>
                    <a:pt x="136" y="94"/>
                    <a:pt x="125" y="102"/>
                    <a:pt x="114" y="110"/>
                  </a:cubicBezTo>
                  <a:cubicBezTo>
                    <a:pt x="112" y="111"/>
                    <a:pt x="112" y="111"/>
                    <a:pt x="112" y="111"/>
                  </a:cubicBezTo>
                  <a:cubicBezTo>
                    <a:pt x="112" y="124"/>
                    <a:pt x="112" y="124"/>
                    <a:pt x="112" y="124"/>
                  </a:cubicBezTo>
                  <a:cubicBezTo>
                    <a:pt x="112" y="125"/>
                    <a:pt x="112" y="125"/>
                    <a:pt x="112" y="126"/>
                  </a:cubicBezTo>
                  <a:cubicBezTo>
                    <a:pt x="110" y="128"/>
                    <a:pt x="100" y="136"/>
                    <a:pt x="68" y="136"/>
                  </a:cubicBezTo>
                  <a:close/>
                  <a:moveTo>
                    <a:pt x="28" y="123"/>
                  </a:moveTo>
                  <a:cubicBezTo>
                    <a:pt x="30" y="126"/>
                    <a:pt x="39" y="132"/>
                    <a:pt x="68" y="132"/>
                  </a:cubicBezTo>
                  <a:cubicBezTo>
                    <a:pt x="96" y="132"/>
                    <a:pt x="105" y="126"/>
                    <a:pt x="108" y="123"/>
                  </a:cubicBezTo>
                  <a:cubicBezTo>
                    <a:pt x="108" y="110"/>
                    <a:pt x="108" y="110"/>
                    <a:pt x="108" y="110"/>
                  </a:cubicBezTo>
                  <a:cubicBezTo>
                    <a:pt x="108" y="109"/>
                    <a:pt x="108" y="109"/>
                    <a:pt x="109" y="108"/>
                  </a:cubicBezTo>
                  <a:cubicBezTo>
                    <a:pt x="111" y="107"/>
                    <a:pt x="111" y="107"/>
                    <a:pt x="111" y="107"/>
                  </a:cubicBezTo>
                  <a:cubicBezTo>
                    <a:pt x="122" y="99"/>
                    <a:pt x="131" y="92"/>
                    <a:pt x="131" y="78"/>
                  </a:cubicBezTo>
                  <a:cubicBezTo>
                    <a:pt x="131" y="50"/>
                    <a:pt x="131" y="50"/>
                    <a:pt x="131" y="50"/>
                  </a:cubicBezTo>
                  <a:cubicBezTo>
                    <a:pt x="131" y="29"/>
                    <a:pt x="123" y="4"/>
                    <a:pt x="85" y="4"/>
                  </a:cubicBezTo>
                  <a:cubicBezTo>
                    <a:pt x="50" y="4"/>
                    <a:pt x="50" y="4"/>
                    <a:pt x="50" y="4"/>
                  </a:cubicBezTo>
                  <a:cubicBezTo>
                    <a:pt x="12" y="4"/>
                    <a:pt x="4" y="29"/>
                    <a:pt x="4" y="50"/>
                  </a:cubicBezTo>
                  <a:cubicBezTo>
                    <a:pt x="4" y="78"/>
                    <a:pt x="4" y="78"/>
                    <a:pt x="4" y="78"/>
                  </a:cubicBezTo>
                  <a:cubicBezTo>
                    <a:pt x="4" y="92"/>
                    <a:pt x="13" y="99"/>
                    <a:pt x="24" y="107"/>
                  </a:cubicBezTo>
                  <a:cubicBezTo>
                    <a:pt x="27" y="108"/>
                    <a:pt x="27" y="108"/>
                    <a:pt x="27" y="108"/>
                  </a:cubicBezTo>
                  <a:cubicBezTo>
                    <a:pt x="27" y="109"/>
                    <a:pt x="28" y="109"/>
                    <a:pt x="28" y="110"/>
                  </a:cubicBezTo>
                  <a:lnTo>
                    <a:pt x="28" y="123"/>
                  </a:ln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grpSp>
      <p:sp>
        <p:nvSpPr>
          <p:cNvPr id="2492" name="Google Shape;2492;p139"/>
          <p:cNvSpPr/>
          <p:nvPr/>
        </p:nvSpPr>
        <p:spPr>
          <a:xfrm>
            <a:off x="6734439" y="4405175"/>
            <a:ext cx="1196100" cy="579300"/>
          </a:xfrm>
          <a:prstGeom prst="rect">
            <a:avLst/>
          </a:prstGeom>
          <a:solidFill>
            <a:srgbClr val="FFFFFF"/>
          </a:solidFill>
          <a:ln cap="flat" cmpd="sng" w="19050">
            <a:solidFill>
              <a:srgbClr val="595959"/>
            </a:solidFill>
            <a:prstDash val="dash"/>
            <a:bevel/>
            <a:headEnd len="sm" w="sm" type="none"/>
            <a:tailEnd len="sm" w="sm" type="none"/>
          </a:ln>
        </p:spPr>
        <p:txBody>
          <a:bodyPr anchorCtr="0" anchor="ctr" bIns="60925" lIns="121900" spcFirstLastPara="1" rIns="121900" wrap="square" tIns="60925">
            <a:noAutofit/>
          </a:bodyPr>
          <a:lstStyle/>
          <a:p>
            <a:pPr indent="0" lvl="0" marL="0" rtl="0" algn="ctr">
              <a:spcBef>
                <a:spcPts val="0"/>
              </a:spcBef>
              <a:spcAft>
                <a:spcPts val="0"/>
              </a:spcAft>
              <a:buClr>
                <a:schemeClr val="dk1"/>
              </a:buClr>
              <a:buFont typeface="Arial"/>
              <a:buNone/>
            </a:pPr>
            <a:r>
              <a:rPr lang="en" sz="1100">
                <a:solidFill>
                  <a:schemeClr val="dk1"/>
                </a:solidFill>
                <a:latin typeface="Red Hat Text"/>
                <a:ea typeface="Red Hat Text"/>
                <a:cs typeface="Red Hat Text"/>
                <a:sym typeface="Red Hat Text"/>
              </a:rPr>
              <a:t>SECURE</a:t>
            </a:r>
            <a:endParaRPr sz="1100">
              <a:solidFill>
                <a:schemeClr val="dk1"/>
              </a:solidFill>
              <a:latin typeface="Red Hat Text"/>
              <a:ea typeface="Red Hat Text"/>
              <a:cs typeface="Red Hat Text"/>
              <a:sym typeface="Red Hat Text"/>
            </a:endParaRPr>
          </a:p>
          <a:p>
            <a:pPr indent="0" lvl="0" marL="0" rtl="0" algn="ctr">
              <a:spcBef>
                <a:spcPts val="0"/>
              </a:spcBef>
              <a:spcAft>
                <a:spcPts val="0"/>
              </a:spcAft>
              <a:buClr>
                <a:schemeClr val="dk1"/>
              </a:buClr>
              <a:buFont typeface="Arial"/>
              <a:buNone/>
            </a:pPr>
            <a:r>
              <a:rPr lang="en" sz="1100">
                <a:solidFill>
                  <a:schemeClr val="dk1"/>
                </a:solidFill>
                <a:latin typeface="Red Hat Text"/>
                <a:ea typeface="Red Hat Text"/>
                <a:cs typeface="Red Hat Text"/>
                <a:sym typeface="Red Hat Text"/>
              </a:rPr>
              <a:t>COMPLIANT</a:t>
            </a:r>
            <a:endParaRPr i="0" sz="3600" u="none" cap="none" strike="noStrike">
              <a:solidFill>
                <a:srgbClr val="000000"/>
              </a:solidFill>
              <a:latin typeface="Red Hat Text"/>
              <a:ea typeface="Red Hat Text"/>
              <a:cs typeface="Red Hat Text"/>
              <a:sym typeface="Red Hat Tex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7" name="Shape 2497"/>
        <p:cNvGrpSpPr/>
        <p:nvPr/>
      </p:nvGrpSpPr>
      <p:grpSpPr>
        <a:xfrm>
          <a:off x="0" y="0"/>
          <a:ext cx="0" cy="0"/>
          <a:chOff x="0" y="0"/>
          <a:chExt cx="0" cy="0"/>
        </a:xfrm>
      </p:grpSpPr>
      <p:sp>
        <p:nvSpPr>
          <p:cNvPr id="2498" name="Google Shape;2498;p140"/>
          <p:cNvSpPr txBox="1"/>
          <p:nvPr/>
        </p:nvSpPr>
        <p:spPr>
          <a:xfrm>
            <a:off x="1102200" y="484430"/>
            <a:ext cx="9987600" cy="875700"/>
          </a:xfrm>
          <a:prstGeom prst="rect">
            <a:avLst/>
          </a:prstGeom>
          <a:noFill/>
          <a:ln>
            <a:noFill/>
          </a:ln>
        </p:spPr>
        <p:txBody>
          <a:bodyPr anchorCtr="0" anchor="ctr" bIns="121900" lIns="121900" spcFirstLastPara="1" rIns="121900" wrap="square" tIns="121900">
            <a:noAutofit/>
          </a:bodyPr>
          <a:lstStyle/>
          <a:p>
            <a:pPr indent="0" lvl="0" marL="0" rtl="0" algn="ctr">
              <a:lnSpc>
                <a:spcPct val="115000"/>
              </a:lnSpc>
              <a:spcBef>
                <a:spcPts val="0"/>
              </a:spcBef>
              <a:spcAft>
                <a:spcPts val="0"/>
              </a:spcAft>
              <a:buNone/>
            </a:pPr>
            <a:r>
              <a:rPr lang="en" sz="1900">
                <a:solidFill>
                  <a:schemeClr val="accent1"/>
                </a:solidFill>
                <a:latin typeface="Red Hat Text"/>
                <a:ea typeface="Red Hat Text"/>
                <a:cs typeface="Red Hat Text"/>
                <a:sym typeface="Red Hat Text"/>
              </a:rPr>
              <a:t>Continuous Delivery Lifecycle</a:t>
            </a:r>
            <a:endParaRPr sz="1900">
              <a:solidFill>
                <a:schemeClr val="accent1"/>
              </a:solidFill>
              <a:latin typeface="Red Hat Text"/>
              <a:ea typeface="Red Hat Text"/>
              <a:cs typeface="Red Hat Text"/>
              <a:sym typeface="Red Hat Text"/>
            </a:endParaRPr>
          </a:p>
        </p:txBody>
      </p:sp>
      <p:sp>
        <p:nvSpPr>
          <p:cNvPr id="2499" name="Google Shape;2499;p140"/>
          <p:cNvSpPr txBox="1"/>
          <p:nvPr>
            <p:ph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lnSpc>
                <a:spcPct val="115000"/>
              </a:lnSpc>
              <a:spcBef>
                <a:spcPts val="0"/>
              </a:spcBef>
              <a:spcAft>
                <a:spcPts val="0"/>
              </a:spcAft>
              <a:buClr>
                <a:schemeClr val="dk1"/>
              </a:buClr>
              <a:buSzPts val="1500"/>
              <a:buFont typeface="Arial"/>
              <a:buNone/>
            </a:pPr>
            <a:r>
              <a:rPr lang="en" sz="2700">
                <a:solidFill>
                  <a:schemeClr val="accent1"/>
                </a:solidFill>
                <a:latin typeface="Red Hat Text Medium"/>
                <a:ea typeface="Red Hat Text Medium"/>
                <a:cs typeface="Red Hat Text Medium"/>
                <a:sym typeface="Red Hat Text Medium"/>
              </a:rPr>
              <a:t>Platform Is Frictionless</a:t>
            </a:r>
            <a:endParaRPr sz="2700">
              <a:solidFill>
                <a:schemeClr val="accent1"/>
              </a:solidFill>
              <a:latin typeface="Red Hat Text Medium"/>
              <a:ea typeface="Red Hat Text Medium"/>
              <a:cs typeface="Red Hat Text Medium"/>
              <a:sym typeface="Red Hat Text Medium"/>
            </a:endParaRPr>
          </a:p>
        </p:txBody>
      </p:sp>
      <p:sp>
        <p:nvSpPr>
          <p:cNvPr id="2500" name="Google Shape;2500;p140"/>
          <p:cNvSpPr/>
          <p:nvPr/>
        </p:nvSpPr>
        <p:spPr>
          <a:xfrm>
            <a:off x="2616474" y="4405125"/>
            <a:ext cx="1196100" cy="579300"/>
          </a:xfrm>
          <a:prstGeom prst="rect">
            <a:avLst/>
          </a:prstGeom>
          <a:solidFill>
            <a:srgbClr val="FFFFFF"/>
          </a:solidFill>
          <a:ln cap="flat" cmpd="sng" w="19050">
            <a:solidFill>
              <a:srgbClr val="595959"/>
            </a:solidFill>
            <a:prstDash val="dash"/>
            <a:bevel/>
            <a:headEnd len="sm" w="sm" type="none"/>
            <a:tailEnd len="sm" w="sm" type="none"/>
          </a:ln>
        </p:spPr>
        <p:txBody>
          <a:bodyPr anchorCtr="0" anchor="ctr" bIns="60925" lIns="121900" spcFirstLastPara="1" rIns="121900" wrap="square" tIns="60925">
            <a:noAutofit/>
          </a:bodyPr>
          <a:lstStyle/>
          <a:p>
            <a:pPr indent="0" lvl="0" marL="0" rtl="0" algn="ctr">
              <a:spcBef>
                <a:spcPts val="0"/>
              </a:spcBef>
              <a:spcAft>
                <a:spcPts val="0"/>
              </a:spcAft>
              <a:buClr>
                <a:schemeClr val="dk1"/>
              </a:buClr>
              <a:buFont typeface="Arial"/>
              <a:buNone/>
            </a:pPr>
            <a:r>
              <a:rPr lang="en" sz="1100">
                <a:solidFill>
                  <a:schemeClr val="dk1"/>
                </a:solidFill>
                <a:latin typeface="Red Hat Text"/>
                <a:ea typeface="Red Hat Text"/>
                <a:cs typeface="Red Hat Text"/>
                <a:sym typeface="Red Hat Text"/>
              </a:rPr>
              <a:t>EVERYTHING</a:t>
            </a:r>
            <a:r>
              <a:rPr lang="en" sz="900">
                <a:solidFill>
                  <a:schemeClr val="dk1"/>
                </a:solidFill>
                <a:latin typeface="Red Hat Text"/>
                <a:ea typeface="Red Hat Text"/>
                <a:cs typeface="Red Hat Text"/>
                <a:sym typeface="Red Hat Text"/>
              </a:rPr>
              <a:t> as </a:t>
            </a:r>
            <a:r>
              <a:rPr lang="en" sz="1100">
                <a:solidFill>
                  <a:schemeClr val="dk1"/>
                </a:solidFill>
                <a:latin typeface="Red Hat Text"/>
                <a:ea typeface="Red Hat Text"/>
                <a:cs typeface="Red Hat Text"/>
                <a:sym typeface="Red Hat Text"/>
              </a:rPr>
              <a:t>CODE</a:t>
            </a:r>
            <a:endParaRPr i="0" sz="1300" u="none" cap="none" strike="noStrike">
              <a:solidFill>
                <a:srgbClr val="000000"/>
              </a:solidFill>
              <a:latin typeface="Red Hat Text"/>
              <a:ea typeface="Red Hat Text"/>
              <a:cs typeface="Red Hat Text"/>
              <a:sym typeface="Red Hat Text"/>
            </a:endParaRPr>
          </a:p>
        </p:txBody>
      </p:sp>
      <p:sp>
        <p:nvSpPr>
          <p:cNvPr id="2501" name="Google Shape;2501;p140"/>
          <p:cNvSpPr/>
          <p:nvPr/>
        </p:nvSpPr>
        <p:spPr>
          <a:xfrm>
            <a:off x="3989129" y="4405175"/>
            <a:ext cx="1196100" cy="579300"/>
          </a:xfrm>
          <a:prstGeom prst="rect">
            <a:avLst/>
          </a:prstGeom>
          <a:solidFill>
            <a:srgbClr val="FFFFFF"/>
          </a:solidFill>
          <a:ln cap="flat" cmpd="sng" w="19050">
            <a:solidFill>
              <a:srgbClr val="595959"/>
            </a:solidFill>
            <a:prstDash val="dash"/>
            <a:bevel/>
            <a:headEnd len="sm" w="sm" type="none"/>
            <a:tailEnd len="sm" w="sm" type="none"/>
          </a:ln>
        </p:spPr>
        <p:txBody>
          <a:bodyPr anchorCtr="0" anchor="ctr" bIns="60925" lIns="121900" spcFirstLastPara="1" rIns="121900" wrap="square" tIns="60925">
            <a:noAutofit/>
          </a:bodyPr>
          <a:lstStyle/>
          <a:p>
            <a:pPr indent="0" lvl="0" marL="0" rtl="0" algn="ctr">
              <a:spcBef>
                <a:spcPts val="0"/>
              </a:spcBef>
              <a:spcAft>
                <a:spcPts val="0"/>
              </a:spcAft>
              <a:buClr>
                <a:schemeClr val="dk1"/>
              </a:buClr>
              <a:buFont typeface="Arial"/>
              <a:buNone/>
            </a:pPr>
            <a:r>
              <a:rPr lang="en" sz="1100">
                <a:solidFill>
                  <a:schemeClr val="dk1"/>
                </a:solidFill>
                <a:latin typeface="Red Hat Text"/>
                <a:ea typeface="Red Hat Text"/>
                <a:cs typeface="Red Hat Text"/>
                <a:sym typeface="Red Hat Text"/>
              </a:rPr>
              <a:t>AUTOMATION</a:t>
            </a:r>
            <a:endParaRPr sz="3600">
              <a:latin typeface="Red Hat Text"/>
              <a:ea typeface="Red Hat Text"/>
              <a:cs typeface="Red Hat Text"/>
              <a:sym typeface="Red Hat Text"/>
            </a:endParaRPr>
          </a:p>
        </p:txBody>
      </p:sp>
      <p:sp>
        <p:nvSpPr>
          <p:cNvPr id="2502" name="Google Shape;2502;p140"/>
          <p:cNvSpPr/>
          <p:nvPr/>
        </p:nvSpPr>
        <p:spPr>
          <a:xfrm>
            <a:off x="5361784" y="4405175"/>
            <a:ext cx="1196100" cy="579300"/>
          </a:xfrm>
          <a:prstGeom prst="rect">
            <a:avLst/>
          </a:prstGeom>
          <a:solidFill>
            <a:srgbClr val="FFFFFF"/>
          </a:solidFill>
          <a:ln cap="flat" cmpd="sng" w="19050">
            <a:solidFill>
              <a:srgbClr val="595959"/>
            </a:solidFill>
            <a:prstDash val="dash"/>
            <a:bevel/>
            <a:headEnd len="sm" w="sm" type="none"/>
            <a:tailEnd len="sm" w="sm" type="none"/>
          </a:ln>
        </p:spPr>
        <p:txBody>
          <a:bodyPr anchorCtr="0" anchor="ctr" bIns="60925" lIns="121900" spcFirstLastPara="1" rIns="121900" wrap="square" tIns="60925">
            <a:noAutofit/>
          </a:bodyPr>
          <a:lstStyle/>
          <a:p>
            <a:pPr indent="0" lvl="0" marL="0" rtl="0" algn="ctr">
              <a:spcBef>
                <a:spcPts val="0"/>
              </a:spcBef>
              <a:spcAft>
                <a:spcPts val="0"/>
              </a:spcAft>
              <a:buClr>
                <a:schemeClr val="dk1"/>
              </a:buClr>
              <a:buFont typeface="Arial"/>
              <a:buNone/>
            </a:pPr>
            <a:r>
              <a:rPr lang="en" sz="1100">
                <a:solidFill>
                  <a:schemeClr val="dk1"/>
                </a:solidFill>
                <a:latin typeface="Red Hat Text"/>
                <a:ea typeface="Red Hat Text"/>
                <a:cs typeface="Red Hat Text"/>
                <a:sym typeface="Red Hat Text"/>
              </a:rPr>
              <a:t>CONTINUOUS</a:t>
            </a:r>
            <a:endParaRPr sz="1100">
              <a:solidFill>
                <a:schemeClr val="dk1"/>
              </a:solidFill>
              <a:latin typeface="Red Hat Text"/>
              <a:ea typeface="Red Hat Text"/>
              <a:cs typeface="Red Hat Text"/>
              <a:sym typeface="Red Hat Text"/>
            </a:endParaRPr>
          </a:p>
          <a:p>
            <a:pPr indent="0" lvl="0" marL="0" rtl="0" algn="ctr">
              <a:spcBef>
                <a:spcPts val="0"/>
              </a:spcBef>
              <a:spcAft>
                <a:spcPts val="0"/>
              </a:spcAft>
              <a:buClr>
                <a:schemeClr val="dk1"/>
              </a:buClr>
              <a:buFont typeface="Arial"/>
              <a:buNone/>
            </a:pPr>
            <a:r>
              <a:rPr lang="en" sz="1100">
                <a:solidFill>
                  <a:schemeClr val="dk1"/>
                </a:solidFill>
                <a:latin typeface="Red Hat Text"/>
                <a:ea typeface="Red Hat Text"/>
                <a:cs typeface="Red Hat Text"/>
                <a:sym typeface="Red Hat Text"/>
              </a:rPr>
              <a:t>INTEGRATION</a:t>
            </a:r>
            <a:endParaRPr sz="3600">
              <a:latin typeface="Red Hat Text"/>
              <a:ea typeface="Red Hat Text"/>
              <a:cs typeface="Red Hat Text"/>
              <a:sym typeface="Red Hat Text"/>
            </a:endParaRPr>
          </a:p>
        </p:txBody>
      </p:sp>
      <p:sp>
        <p:nvSpPr>
          <p:cNvPr id="2503" name="Google Shape;2503;p140"/>
          <p:cNvSpPr/>
          <p:nvPr/>
        </p:nvSpPr>
        <p:spPr>
          <a:xfrm>
            <a:off x="8107094" y="4405200"/>
            <a:ext cx="1196100" cy="579300"/>
          </a:xfrm>
          <a:prstGeom prst="rect">
            <a:avLst/>
          </a:prstGeom>
          <a:solidFill>
            <a:srgbClr val="FFFFFF"/>
          </a:solidFill>
          <a:ln cap="flat" cmpd="sng" w="19050">
            <a:solidFill>
              <a:srgbClr val="595959"/>
            </a:solidFill>
            <a:prstDash val="dash"/>
            <a:bevel/>
            <a:headEnd len="sm" w="sm" type="none"/>
            <a:tailEnd len="sm" w="sm" type="none"/>
          </a:ln>
        </p:spPr>
        <p:txBody>
          <a:bodyPr anchorCtr="0" anchor="ctr" bIns="60925" lIns="121900" spcFirstLastPara="1" rIns="121900" wrap="square" tIns="60925">
            <a:noAutofit/>
          </a:bodyPr>
          <a:lstStyle/>
          <a:p>
            <a:pPr indent="0" lvl="0" marL="0" rtl="0" algn="ctr">
              <a:spcBef>
                <a:spcPts val="0"/>
              </a:spcBef>
              <a:spcAft>
                <a:spcPts val="0"/>
              </a:spcAft>
              <a:buClr>
                <a:schemeClr val="dk1"/>
              </a:buClr>
              <a:buFont typeface="Arial"/>
              <a:buNone/>
            </a:pPr>
            <a:r>
              <a:rPr lang="en" sz="1100">
                <a:solidFill>
                  <a:schemeClr val="dk1"/>
                </a:solidFill>
                <a:latin typeface="Red Hat Text"/>
                <a:ea typeface="Red Hat Text"/>
                <a:cs typeface="Red Hat Text"/>
                <a:sym typeface="Red Hat Text"/>
              </a:rPr>
              <a:t>MONITORING</a:t>
            </a:r>
            <a:endParaRPr sz="1100">
              <a:solidFill>
                <a:schemeClr val="dk1"/>
              </a:solidFill>
              <a:latin typeface="Red Hat Text"/>
              <a:ea typeface="Red Hat Text"/>
              <a:cs typeface="Red Hat Text"/>
              <a:sym typeface="Red Hat Text"/>
            </a:endParaRPr>
          </a:p>
        </p:txBody>
      </p:sp>
      <p:sp>
        <p:nvSpPr>
          <p:cNvPr id="2504" name="Google Shape;2504;p140"/>
          <p:cNvSpPr/>
          <p:nvPr/>
        </p:nvSpPr>
        <p:spPr>
          <a:xfrm>
            <a:off x="2606422" y="5098855"/>
            <a:ext cx="6727500" cy="789600"/>
          </a:xfrm>
          <a:prstGeom prst="rect">
            <a:avLst/>
          </a:prstGeom>
          <a:solidFill>
            <a:srgbClr val="0499C5"/>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05" name="Google Shape;2505;p140"/>
          <p:cNvSpPr/>
          <p:nvPr/>
        </p:nvSpPr>
        <p:spPr>
          <a:xfrm>
            <a:off x="2606422" y="1738346"/>
            <a:ext cx="6727500" cy="2552400"/>
          </a:xfrm>
          <a:prstGeom prst="rect">
            <a:avLst/>
          </a:prstGeom>
          <a:solidFill>
            <a:srgbClr val="93D3E6"/>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06" name="Google Shape;2506;p140"/>
          <p:cNvSpPr/>
          <p:nvPr/>
        </p:nvSpPr>
        <p:spPr>
          <a:xfrm>
            <a:off x="2750189" y="1851359"/>
            <a:ext cx="1525500" cy="727200"/>
          </a:xfrm>
          <a:prstGeom prst="rect">
            <a:avLst/>
          </a:prstGeom>
          <a:solidFill>
            <a:srgbClr val="FFFFFF"/>
          </a:solidFill>
          <a:ln>
            <a:noFill/>
          </a:ln>
        </p:spPr>
        <p:txBody>
          <a:bodyPr anchorCtr="0" anchor="ctr" bIns="60925" lIns="121900" spcFirstLastPara="1" rIns="121900" wrap="square" tIns="60925">
            <a:noAutofit/>
          </a:bodyPr>
          <a:lstStyle/>
          <a:p>
            <a:pPr indent="0" lvl="0" marL="0" rtl="0" algn="ctr">
              <a:spcBef>
                <a:spcPts val="0"/>
              </a:spcBef>
              <a:spcAft>
                <a:spcPts val="0"/>
              </a:spcAft>
              <a:buClr>
                <a:schemeClr val="dk1"/>
              </a:buClr>
              <a:buFont typeface="Arial"/>
              <a:buNone/>
            </a:pPr>
            <a:r>
              <a:rPr lang="en" sz="1100">
                <a:solidFill>
                  <a:srgbClr val="616770"/>
                </a:solidFill>
                <a:latin typeface="Red Hat Text"/>
                <a:ea typeface="Red Hat Text"/>
                <a:cs typeface="Red Hat Text"/>
                <a:sym typeface="Red Hat Text"/>
              </a:rPr>
              <a:t>SELF</a:t>
            </a:r>
            <a:endParaRPr sz="1100">
              <a:solidFill>
                <a:schemeClr val="dk1"/>
              </a:solidFill>
              <a:latin typeface="Red Hat Text"/>
              <a:ea typeface="Red Hat Text"/>
              <a:cs typeface="Red Hat Text"/>
              <a:sym typeface="Red Hat Text"/>
            </a:endParaRPr>
          </a:p>
          <a:p>
            <a:pPr indent="0" lvl="0" marL="0" rtl="0" algn="ctr">
              <a:spcBef>
                <a:spcPts val="0"/>
              </a:spcBef>
              <a:spcAft>
                <a:spcPts val="0"/>
              </a:spcAft>
              <a:buClr>
                <a:schemeClr val="dk1"/>
              </a:buClr>
              <a:buFont typeface="Arial"/>
              <a:buNone/>
            </a:pPr>
            <a:r>
              <a:rPr lang="en" sz="1100">
                <a:solidFill>
                  <a:srgbClr val="616770"/>
                </a:solidFill>
                <a:latin typeface="Red Hat Text"/>
                <a:ea typeface="Red Hat Text"/>
                <a:cs typeface="Red Hat Text"/>
                <a:sym typeface="Red Hat Text"/>
              </a:rPr>
              <a:t>PROVISIONING</a:t>
            </a:r>
            <a:endParaRPr sz="1100">
              <a:latin typeface="Red Hat Text"/>
              <a:ea typeface="Red Hat Text"/>
              <a:cs typeface="Red Hat Text"/>
              <a:sym typeface="Red Hat Text"/>
            </a:endParaRPr>
          </a:p>
        </p:txBody>
      </p:sp>
      <p:sp>
        <p:nvSpPr>
          <p:cNvPr id="2507" name="Google Shape;2507;p140"/>
          <p:cNvSpPr/>
          <p:nvPr/>
        </p:nvSpPr>
        <p:spPr>
          <a:xfrm>
            <a:off x="4388861" y="1851359"/>
            <a:ext cx="1525500" cy="727200"/>
          </a:xfrm>
          <a:prstGeom prst="rect">
            <a:avLst/>
          </a:prstGeom>
          <a:solidFill>
            <a:srgbClr val="FFFFFF"/>
          </a:solidFill>
          <a:ln>
            <a:noFill/>
          </a:ln>
        </p:spPr>
        <p:txBody>
          <a:bodyPr anchorCtr="0" anchor="ctr" bIns="60925" lIns="121900" spcFirstLastPara="1" rIns="121900" wrap="square" tIns="60925">
            <a:noAutofit/>
          </a:bodyPr>
          <a:lstStyle/>
          <a:p>
            <a:pPr indent="0" lvl="0" marL="0" rtl="0" algn="ctr">
              <a:spcBef>
                <a:spcPts val="0"/>
              </a:spcBef>
              <a:spcAft>
                <a:spcPts val="0"/>
              </a:spcAft>
              <a:buClr>
                <a:schemeClr val="dk1"/>
              </a:buClr>
              <a:buFont typeface="Arial"/>
              <a:buNone/>
            </a:pPr>
            <a:r>
              <a:rPr lang="en" sz="1100">
                <a:solidFill>
                  <a:srgbClr val="616770"/>
                </a:solidFill>
                <a:latin typeface="Red Hat Text"/>
                <a:ea typeface="Red Hat Text"/>
                <a:cs typeface="Red Hat Text"/>
                <a:sym typeface="Red Hat Text"/>
              </a:rPr>
              <a:t>ENVIRONMENT</a:t>
            </a:r>
            <a:endParaRPr sz="1100">
              <a:solidFill>
                <a:schemeClr val="dk1"/>
              </a:solidFill>
              <a:latin typeface="Red Hat Text"/>
              <a:ea typeface="Red Hat Text"/>
              <a:cs typeface="Red Hat Text"/>
              <a:sym typeface="Red Hat Text"/>
            </a:endParaRPr>
          </a:p>
          <a:p>
            <a:pPr indent="0" lvl="0" marL="0" rtl="0" algn="ctr">
              <a:spcBef>
                <a:spcPts val="0"/>
              </a:spcBef>
              <a:spcAft>
                <a:spcPts val="0"/>
              </a:spcAft>
              <a:buClr>
                <a:schemeClr val="dk1"/>
              </a:buClr>
              <a:buFont typeface="Arial"/>
              <a:buNone/>
            </a:pPr>
            <a:r>
              <a:rPr lang="en" sz="1100">
                <a:solidFill>
                  <a:srgbClr val="616770"/>
                </a:solidFill>
                <a:latin typeface="Red Hat Text"/>
                <a:ea typeface="Red Hat Text"/>
                <a:cs typeface="Red Hat Text"/>
                <a:sym typeface="Red Hat Text"/>
              </a:rPr>
              <a:t>STANDARDIZATION</a:t>
            </a:r>
            <a:endParaRPr sz="1100">
              <a:latin typeface="Red Hat Text"/>
              <a:ea typeface="Red Hat Text"/>
              <a:cs typeface="Red Hat Text"/>
              <a:sym typeface="Red Hat Text"/>
            </a:endParaRPr>
          </a:p>
        </p:txBody>
      </p:sp>
      <p:sp>
        <p:nvSpPr>
          <p:cNvPr id="2508" name="Google Shape;2508;p140"/>
          <p:cNvSpPr/>
          <p:nvPr/>
        </p:nvSpPr>
        <p:spPr>
          <a:xfrm>
            <a:off x="6026202" y="1851359"/>
            <a:ext cx="1525500" cy="727200"/>
          </a:xfrm>
          <a:prstGeom prst="rect">
            <a:avLst/>
          </a:prstGeom>
          <a:solidFill>
            <a:srgbClr val="FFFFFF"/>
          </a:solidFill>
          <a:ln>
            <a:noFill/>
          </a:ln>
        </p:spPr>
        <p:txBody>
          <a:bodyPr anchorCtr="0" anchor="ctr" bIns="60925" lIns="121900" spcFirstLastPara="1" rIns="121900" wrap="square" tIns="60925">
            <a:noAutofit/>
          </a:bodyPr>
          <a:lstStyle/>
          <a:p>
            <a:pPr indent="0" lvl="0" marL="0" rtl="0" algn="ctr">
              <a:spcBef>
                <a:spcPts val="0"/>
              </a:spcBef>
              <a:spcAft>
                <a:spcPts val="0"/>
              </a:spcAft>
              <a:buClr>
                <a:schemeClr val="dk1"/>
              </a:buClr>
              <a:buFont typeface="Arial"/>
              <a:buNone/>
            </a:pPr>
            <a:r>
              <a:rPr lang="en" sz="1100">
                <a:solidFill>
                  <a:srgbClr val="616770"/>
                </a:solidFill>
                <a:latin typeface="Red Hat Text"/>
                <a:ea typeface="Red Hat Text"/>
                <a:cs typeface="Red Hat Text"/>
                <a:sym typeface="Red Hat Text"/>
              </a:rPr>
              <a:t>AUTO</a:t>
            </a:r>
            <a:endParaRPr sz="1100">
              <a:solidFill>
                <a:schemeClr val="dk1"/>
              </a:solidFill>
              <a:latin typeface="Red Hat Text"/>
              <a:ea typeface="Red Hat Text"/>
              <a:cs typeface="Red Hat Text"/>
              <a:sym typeface="Red Hat Text"/>
            </a:endParaRPr>
          </a:p>
          <a:p>
            <a:pPr indent="0" lvl="0" marL="0" rtl="0" algn="ctr">
              <a:spcBef>
                <a:spcPts val="0"/>
              </a:spcBef>
              <a:spcAft>
                <a:spcPts val="0"/>
              </a:spcAft>
              <a:buNone/>
            </a:pPr>
            <a:r>
              <a:rPr lang="en" sz="1100">
                <a:solidFill>
                  <a:srgbClr val="616770"/>
                </a:solidFill>
                <a:latin typeface="Red Hat Text"/>
                <a:ea typeface="Red Hat Text"/>
                <a:cs typeface="Red Hat Text"/>
                <a:sym typeface="Red Hat Text"/>
              </a:rPr>
              <a:t>SCALING</a:t>
            </a:r>
            <a:endParaRPr sz="1100">
              <a:latin typeface="Red Hat Text"/>
              <a:ea typeface="Red Hat Text"/>
              <a:cs typeface="Red Hat Text"/>
              <a:sym typeface="Red Hat Text"/>
            </a:endParaRPr>
          </a:p>
        </p:txBody>
      </p:sp>
      <p:sp>
        <p:nvSpPr>
          <p:cNvPr id="2509" name="Google Shape;2509;p140"/>
          <p:cNvSpPr/>
          <p:nvPr/>
        </p:nvSpPr>
        <p:spPr>
          <a:xfrm>
            <a:off x="7664875" y="1851359"/>
            <a:ext cx="1525500" cy="727200"/>
          </a:xfrm>
          <a:prstGeom prst="rect">
            <a:avLst/>
          </a:prstGeom>
          <a:solidFill>
            <a:srgbClr val="FFFFFF"/>
          </a:solidFill>
          <a:ln>
            <a:noFill/>
          </a:ln>
        </p:spPr>
        <p:txBody>
          <a:bodyPr anchorCtr="0" anchor="ctr" bIns="60925" lIns="121900" spcFirstLastPara="1" rIns="121900" wrap="square" tIns="60925">
            <a:noAutofit/>
          </a:bodyPr>
          <a:lstStyle/>
          <a:p>
            <a:pPr indent="0" lvl="0" marL="0" rtl="0" algn="ctr">
              <a:spcBef>
                <a:spcPts val="0"/>
              </a:spcBef>
              <a:spcAft>
                <a:spcPts val="0"/>
              </a:spcAft>
              <a:buNone/>
            </a:pPr>
            <a:r>
              <a:rPr lang="en" sz="1100">
                <a:solidFill>
                  <a:srgbClr val="616770"/>
                </a:solidFill>
                <a:latin typeface="Red Hat Text"/>
                <a:ea typeface="Red Hat Text"/>
                <a:cs typeface="Red Hat Text"/>
                <a:sym typeface="Red Hat Text"/>
              </a:rPr>
              <a:t>AUTOMATED TESTING</a:t>
            </a:r>
            <a:endParaRPr sz="1100">
              <a:latin typeface="Red Hat Text"/>
              <a:ea typeface="Red Hat Text"/>
              <a:cs typeface="Red Hat Text"/>
              <a:sym typeface="Red Hat Text"/>
            </a:endParaRPr>
          </a:p>
        </p:txBody>
      </p:sp>
      <p:sp>
        <p:nvSpPr>
          <p:cNvPr id="2510" name="Google Shape;2510;p140"/>
          <p:cNvSpPr/>
          <p:nvPr/>
        </p:nvSpPr>
        <p:spPr>
          <a:xfrm>
            <a:off x="3643405" y="2715193"/>
            <a:ext cx="4643126" cy="950866"/>
          </a:xfrm>
          <a:custGeom>
            <a:rect b="b" l="l" r="r" t="t"/>
            <a:pathLst>
              <a:path extrusionOk="0" h="251" w="1196">
                <a:moveTo>
                  <a:pt x="1196" y="60"/>
                </a:moveTo>
                <a:cubicBezTo>
                  <a:pt x="1087" y="60"/>
                  <a:pt x="1087" y="60"/>
                  <a:pt x="1087" y="60"/>
                </a:cubicBezTo>
                <a:cubicBezTo>
                  <a:pt x="1087" y="23"/>
                  <a:pt x="1087" y="23"/>
                  <a:pt x="1087" y="23"/>
                </a:cubicBezTo>
                <a:cubicBezTo>
                  <a:pt x="1087" y="21"/>
                  <a:pt x="1085" y="19"/>
                  <a:pt x="1083" y="19"/>
                </a:cubicBezTo>
                <a:cubicBezTo>
                  <a:pt x="946" y="19"/>
                  <a:pt x="946" y="19"/>
                  <a:pt x="946" y="19"/>
                </a:cubicBezTo>
                <a:cubicBezTo>
                  <a:pt x="946" y="2"/>
                  <a:pt x="946" y="2"/>
                  <a:pt x="946" y="2"/>
                </a:cubicBezTo>
                <a:cubicBezTo>
                  <a:pt x="946" y="1"/>
                  <a:pt x="945" y="1"/>
                  <a:pt x="944" y="0"/>
                </a:cubicBezTo>
                <a:cubicBezTo>
                  <a:pt x="944" y="0"/>
                  <a:pt x="943" y="0"/>
                  <a:pt x="942" y="0"/>
                </a:cubicBezTo>
                <a:cubicBezTo>
                  <a:pt x="900" y="19"/>
                  <a:pt x="900" y="19"/>
                  <a:pt x="900" y="19"/>
                </a:cubicBezTo>
                <a:cubicBezTo>
                  <a:pt x="620" y="19"/>
                  <a:pt x="620" y="19"/>
                  <a:pt x="620" y="19"/>
                </a:cubicBezTo>
                <a:cubicBezTo>
                  <a:pt x="620" y="2"/>
                  <a:pt x="620" y="2"/>
                  <a:pt x="620" y="2"/>
                </a:cubicBezTo>
                <a:cubicBezTo>
                  <a:pt x="620" y="1"/>
                  <a:pt x="620" y="1"/>
                  <a:pt x="619" y="0"/>
                </a:cubicBezTo>
                <a:cubicBezTo>
                  <a:pt x="618" y="0"/>
                  <a:pt x="617" y="0"/>
                  <a:pt x="617" y="0"/>
                </a:cubicBezTo>
                <a:cubicBezTo>
                  <a:pt x="574" y="19"/>
                  <a:pt x="574" y="19"/>
                  <a:pt x="574" y="19"/>
                </a:cubicBezTo>
                <a:cubicBezTo>
                  <a:pt x="307" y="19"/>
                  <a:pt x="307" y="19"/>
                  <a:pt x="307" y="19"/>
                </a:cubicBezTo>
                <a:cubicBezTo>
                  <a:pt x="307" y="2"/>
                  <a:pt x="307" y="2"/>
                  <a:pt x="307" y="2"/>
                </a:cubicBezTo>
                <a:cubicBezTo>
                  <a:pt x="307" y="1"/>
                  <a:pt x="306" y="1"/>
                  <a:pt x="305" y="0"/>
                </a:cubicBezTo>
                <a:cubicBezTo>
                  <a:pt x="305" y="0"/>
                  <a:pt x="304" y="0"/>
                  <a:pt x="303" y="0"/>
                </a:cubicBezTo>
                <a:cubicBezTo>
                  <a:pt x="260" y="19"/>
                  <a:pt x="260" y="19"/>
                  <a:pt x="260" y="19"/>
                </a:cubicBezTo>
                <a:cubicBezTo>
                  <a:pt x="260" y="19"/>
                  <a:pt x="260" y="19"/>
                  <a:pt x="260" y="19"/>
                </a:cubicBezTo>
                <a:cubicBezTo>
                  <a:pt x="103" y="19"/>
                  <a:pt x="103" y="19"/>
                  <a:pt x="103" y="19"/>
                </a:cubicBezTo>
                <a:cubicBezTo>
                  <a:pt x="101" y="19"/>
                  <a:pt x="99" y="21"/>
                  <a:pt x="99" y="23"/>
                </a:cubicBezTo>
                <a:cubicBezTo>
                  <a:pt x="99" y="60"/>
                  <a:pt x="99" y="60"/>
                  <a:pt x="99" y="60"/>
                </a:cubicBezTo>
                <a:cubicBezTo>
                  <a:pt x="0" y="60"/>
                  <a:pt x="0" y="60"/>
                  <a:pt x="0" y="60"/>
                </a:cubicBezTo>
                <a:cubicBezTo>
                  <a:pt x="0" y="186"/>
                  <a:pt x="0" y="186"/>
                  <a:pt x="0" y="186"/>
                </a:cubicBezTo>
                <a:cubicBezTo>
                  <a:pt x="99" y="186"/>
                  <a:pt x="99" y="186"/>
                  <a:pt x="99" y="186"/>
                </a:cubicBezTo>
                <a:cubicBezTo>
                  <a:pt x="99" y="228"/>
                  <a:pt x="99" y="228"/>
                  <a:pt x="99" y="228"/>
                </a:cubicBezTo>
                <a:cubicBezTo>
                  <a:pt x="99" y="230"/>
                  <a:pt x="101" y="232"/>
                  <a:pt x="103" y="232"/>
                </a:cubicBezTo>
                <a:cubicBezTo>
                  <a:pt x="241" y="232"/>
                  <a:pt x="241" y="232"/>
                  <a:pt x="241" y="232"/>
                </a:cubicBezTo>
                <a:cubicBezTo>
                  <a:pt x="241" y="249"/>
                  <a:pt x="241" y="249"/>
                  <a:pt x="241" y="249"/>
                </a:cubicBezTo>
                <a:cubicBezTo>
                  <a:pt x="241" y="250"/>
                  <a:pt x="241" y="250"/>
                  <a:pt x="242" y="251"/>
                </a:cubicBezTo>
                <a:cubicBezTo>
                  <a:pt x="243" y="251"/>
                  <a:pt x="244" y="251"/>
                  <a:pt x="245" y="251"/>
                </a:cubicBezTo>
                <a:cubicBezTo>
                  <a:pt x="287" y="232"/>
                  <a:pt x="287" y="232"/>
                  <a:pt x="287" y="232"/>
                </a:cubicBezTo>
                <a:cubicBezTo>
                  <a:pt x="435" y="232"/>
                  <a:pt x="435" y="232"/>
                  <a:pt x="435" y="232"/>
                </a:cubicBezTo>
                <a:cubicBezTo>
                  <a:pt x="435" y="232"/>
                  <a:pt x="435" y="232"/>
                  <a:pt x="435" y="232"/>
                </a:cubicBezTo>
                <a:cubicBezTo>
                  <a:pt x="436" y="232"/>
                  <a:pt x="436" y="232"/>
                  <a:pt x="436" y="232"/>
                </a:cubicBezTo>
                <a:cubicBezTo>
                  <a:pt x="566" y="232"/>
                  <a:pt x="566" y="232"/>
                  <a:pt x="566" y="232"/>
                </a:cubicBezTo>
                <a:cubicBezTo>
                  <a:pt x="566" y="249"/>
                  <a:pt x="566" y="249"/>
                  <a:pt x="566" y="249"/>
                </a:cubicBezTo>
                <a:cubicBezTo>
                  <a:pt x="566" y="250"/>
                  <a:pt x="567" y="250"/>
                  <a:pt x="567" y="251"/>
                </a:cubicBezTo>
                <a:cubicBezTo>
                  <a:pt x="568" y="251"/>
                  <a:pt x="569" y="251"/>
                  <a:pt x="570" y="251"/>
                </a:cubicBezTo>
                <a:cubicBezTo>
                  <a:pt x="612" y="232"/>
                  <a:pt x="612" y="232"/>
                  <a:pt x="612" y="232"/>
                </a:cubicBezTo>
                <a:cubicBezTo>
                  <a:pt x="756" y="232"/>
                  <a:pt x="756" y="232"/>
                  <a:pt x="756" y="232"/>
                </a:cubicBezTo>
                <a:cubicBezTo>
                  <a:pt x="757" y="232"/>
                  <a:pt x="757" y="232"/>
                  <a:pt x="757" y="232"/>
                </a:cubicBezTo>
                <a:cubicBezTo>
                  <a:pt x="757" y="232"/>
                  <a:pt x="757" y="232"/>
                  <a:pt x="757" y="232"/>
                </a:cubicBezTo>
                <a:cubicBezTo>
                  <a:pt x="880" y="232"/>
                  <a:pt x="880" y="232"/>
                  <a:pt x="880" y="232"/>
                </a:cubicBezTo>
                <a:cubicBezTo>
                  <a:pt x="880" y="249"/>
                  <a:pt x="880" y="249"/>
                  <a:pt x="880" y="249"/>
                </a:cubicBezTo>
                <a:cubicBezTo>
                  <a:pt x="880" y="250"/>
                  <a:pt x="880" y="250"/>
                  <a:pt x="881" y="251"/>
                </a:cubicBezTo>
                <a:cubicBezTo>
                  <a:pt x="882" y="251"/>
                  <a:pt x="883" y="251"/>
                  <a:pt x="883" y="251"/>
                </a:cubicBezTo>
                <a:cubicBezTo>
                  <a:pt x="926" y="232"/>
                  <a:pt x="926" y="232"/>
                  <a:pt x="926" y="232"/>
                </a:cubicBezTo>
                <a:cubicBezTo>
                  <a:pt x="926" y="232"/>
                  <a:pt x="927" y="232"/>
                  <a:pt x="927" y="232"/>
                </a:cubicBezTo>
                <a:cubicBezTo>
                  <a:pt x="1083" y="232"/>
                  <a:pt x="1083" y="232"/>
                  <a:pt x="1083" y="232"/>
                </a:cubicBezTo>
                <a:cubicBezTo>
                  <a:pt x="1085" y="232"/>
                  <a:pt x="1087" y="230"/>
                  <a:pt x="1087" y="228"/>
                </a:cubicBezTo>
                <a:cubicBezTo>
                  <a:pt x="1087" y="186"/>
                  <a:pt x="1087" y="186"/>
                  <a:pt x="1087" y="186"/>
                </a:cubicBezTo>
                <a:cubicBezTo>
                  <a:pt x="1196" y="186"/>
                  <a:pt x="1196" y="186"/>
                  <a:pt x="1196" y="186"/>
                </a:cubicBezTo>
                <a:lnTo>
                  <a:pt x="1196" y="60"/>
                </a:lnTo>
                <a:close/>
                <a:moveTo>
                  <a:pt x="753" y="27"/>
                </a:moveTo>
                <a:cubicBezTo>
                  <a:pt x="753" y="60"/>
                  <a:pt x="753" y="60"/>
                  <a:pt x="753" y="60"/>
                </a:cubicBezTo>
                <a:cubicBezTo>
                  <a:pt x="641" y="60"/>
                  <a:pt x="641" y="60"/>
                  <a:pt x="641" y="60"/>
                </a:cubicBezTo>
                <a:cubicBezTo>
                  <a:pt x="641" y="186"/>
                  <a:pt x="641" y="186"/>
                  <a:pt x="641" y="186"/>
                </a:cubicBezTo>
                <a:cubicBezTo>
                  <a:pt x="753" y="186"/>
                  <a:pt x="753" y="186"/>
                  <a:pt x="753" y="186"/>
                </a:cubicBezTo>
                <a:cubicBezTo>
                  <a:pt x="753" y="224"/>
                  <a:pt x="753" y="224"/>
                  <a:pt x="753" y="224"/>
                </a:cubicBezTo>
                <a:cubicBezTo>
                  <a:pt x="611" y="224"/>
                  <a:pt x="611" y="224"/>
                  <a:pt x="611" y="224"/>
                </a:cubicBezTo>
                <a:cubicBezTo>
                  <a:pt x="570" y="205"/>
                  <a:pt x="570" y="205"/>
                  <a:pt x="570" y="205"/>
                </a:cubicBezTo>
                <a:cubicBezTo>
                  <a:pt x="569" y="204"/>
                  <a:pt x="568" y="204"/>
                  <a:pt x="567" y="205"/>
                </a:cubicBezTo>
                <a:cubicBezTo>
                  <a:pt x="567" y="205"/>
                  <a:pt x="566" y="206"/>
                  <a:pt x="566" y="207"/>
                </a:cubicBezTo>
                <a:cubicBezTo>
                  <a:pt x="566" y="224"/>
                  <a:pt x="566" y="224"/>
                  <a:pt x="566" y="224"/>
                </a:cubicBezTo>
                <a:cubicBezTo>
                  <a:pt x="439" y="224"/>
                  <a:pt x="439" y="224"/>
                  <a:pt x="439" y="224"/>
                </a:cubicBezTo>
                <a:cubicBezTo>
                  <a:pt x="439" y="186"/>
                  <a:pt x="439" y="186"/>
                  <a:pt x="439" y="186"/>
                </a:cubicBezTo>
                <a:cubicBezTo>
                  <a:pt x="555" y="186"/>
                  <a:pt x="555" y="186"/>
                  <a:pt x="555" y="186"/>
                </a:cubicBezTo>
                <a:cubicBezTo>
                  <a:pt x="555" y="60"/>
                  <a:pt x="555" y="60"/>
                  <a:pt x="555" y="60"/>
                </a:cubicBezTo>
                <a:cubicBezTo>
                  <a:pt x="439" y="60"/>
                  <a:pt x="439" y="60"/>
                  <a:pt x="439" y="60"/>
                </a:cubicBezTo>
                <a:cubicBezTo>
                  <a:pt x="439" y="27"/>
                  <a:pt x="439" y="27"/>
                  <a:pt x="439" y="27"/>
                </a:cubicBezTo>
                <a:cubicBezTo>
                  <a:pt x="575" y="27"/>
                  <a:pt x="575" y="27"/>
                  <a:pt x="575" y="27"/>
                </a:cubicBezTo>
                <a:cubicBezTo>
                  <a:pt x="617" y="46"/>
                  <a:pt x="617" y="46"/>
                  <a:pt x="617" y="46"/>
                </a:cubicBezTo>
                <a:cubicBezTo>
                  <a:pt x="617" y="47"/>
                  <a:pt x="618" y="47"/>
                  <a:pt x="619" y="46"/>
                </a:cubicBezTo>
                <a:cubicBezTo>
                  <a:pt x="620" y="46"/>
                  <a:pt x="620" y="45"/>
                  <a:pt x="620" y="44"/>
                </a:cubicBezTo>
                <a:cubicBezTo>
                  <a:pt x="620" y="27"/>
                  <a:pt x="620" y="27"/>
                  <a:pt x="620" y="27"/>
                </a:cubicBezTo>
                <a:lnTo>
                  <a:pt x="753" y="27"/>
                </a:lnTo>
                <a:close/>
                <a:moveTo>
                  <a:pt x="107" y="224"/>
                </a:moveTo>
                <a:cubicBezTo>
                  <a:pt x="107" y="186"/>
                  <a:pt x="107" y="186"/>
                  <a:pt x="107" y="186"/>
                </a:cubicBezTo>
                <a:cubicBezTo>
                  <a:pt x="233" y="186"/>
                  <a:pt x="233" y="186"/>
                  <a:pt x="233" y="186"/>
                </a:cubicBezTo>
                <a:cubicBezTo>
                  <a:pt x="233" y="60"/>
                  <a:pt x="233" y="60"/>
                  <a:pt x="233" y="60"/>
                </a:cubicBezTo>
                <a:cubicBezTo>
                  <a:pt x="107" y="60"/>
                  <a:pt x="107" y="60"/>
                  <a:pt x="107" y="60"/>
                </a:cubicBezTo>
                <a:cubicBezTo>
                  <a:pt x="107" y="27"/>
                  <a:pt x="107" y="27"/>
                  <a:pt x="107" y="27"/>
                </a:cubicBezTo>
                <a:cubicBezTo>
                  <a:pt x="260" y="27"/>
                  <a:pt x="260" y="27"/>
                  <a:pt x="260" y="27"/>
                </a:cubicBezTo>
                <a:cubicBezTo>
                  <a:pt x="260" y="27"/>
                  <a:pt x="261" y="27"/>
                  <a:pt x="261" y="27"/>
                </a:cubicBezTo>
                <a:cubicBezTo>
                  <a:pt x="303" y="46"/>
                  <a:pt x="303" y="46"/>
                  <a:pt x="303" y="46"/>
                </a:cubicBezTo>
                <a:cubicBezTo>
                  <a:pt x="304" y="47"/>
                  <a:pt x="305" y="47"/>
                  <a:pt x="305" y="46"/>
                </a:cubicBezTo>
                <a:cubicBezTo>
                  <a:pt x="306" y="46"/>
                  <a:pt x="307" y="45"/>
                  <a:pt x="307" y="44"/>
                </a:cubicBezTo>
                <a:cubicBezTo>
                  <a:pt x="307" y="27"/>
                  <a:pt x="307" y="27"/>
                  <a:pt x="307" y="27"/>
                </a:cubicBezTo>
                <a:cubicBezTo>
                  <a:pt x="432" y="27"/>
                  <a:pt x="432" y="27"/>
                  <a:pt x="432" y="27"/>
                </a:cubicBezTo>
                <a:cubicBezTo>
                  <a:pt x="432" y="60"/>
                  <a:pt x="432" y="60"/>
                  <a:pt x="432" y="60"/>
                </a:cubicBezTo>
                <a:cubicBezTo>
                  <a:pt x="322" y="60"/>
                  <a:pt x="322" y="60"/>
                  <a:pt x="322" y="60"/>
                </a:cubicBezTo>
                <a:cubicBezTo>
                  <a:pt x="322" y="186"/>
                  <a:pt x="322" y="186"/>
                  <a:pt x="322" y="186"/>
                </a:cubicBezTo>
                <a:cubicBezTo>
                  <a:pt x="432" y="186"/>
                  <a:pt x="432" y="186"/>
                  <a:pt x="432" y="186"/>
                </a:cubicBezTo>
                <a:cubicBezTo>
                  <a:pt x="432" y="224"/>
                  <a:pt x="432" y="224"/>
                  <a:pt x="432" y="224"/>
                </a:cubicBezTo>
                <a:cubicBezTo>
                  <a:pt x="286" y="224"/>
                  <a:pt x="286" y="224"/>
                  <a:pt x="286" y="224"/>
                </a:cubicBezTo>
                <a:cubicBezTo>
                  <a:pt x="245" y="205"/>
                  <a:pt x="245" y="205"/>
                  <a:pt x="245" y="205"/>
                </a:cubicBezTo>
                <a:cubicBezTo>
                  <a:pt x="244" y="204"/>
                  <a:pt x="243" y="204"/>
                  <a:pt x="242" y="205"/>
                </a:cubicBezTo>
                <a:cubicBezTo>
                  <a:pt x="241" y="205"/>
                  <a:pt x="241" y="206"/>
                  <a:pt x="241" y="207"/>
                </a:cubicBezTo>
                <a:cubicBezTo>
                  <a:pt x="241" y="224"/>
                  <a:pt x="241" y="224"/>
                  <a:pt x="241" y="224"/>
                </a:cubicBezTo>
                <a:lnTo>
                  <a:pt x="107" y="224"/>
                </a:lnTo>
                <a:close/>
                <a:moveTo>
                  <a:pt x="1079" y="224"/>
                </a:moveTo>
                <a:cubicBezTo>
                  <a:pt x="927" y="224"/>
                  <a:pt x="927" y="224"/>
                  <a:pt x="927" y="224"/>
                </a:cubicBezTo>
                <a:cubicBezTo>
                  <a:pt x="926" y="224"/>
                  <a:pt x="926" y="224"/>
                  <a:pt x="925" y="224"/>
                </a:cubicBezTo>
                <a:cubicBezTo>
                  <a:pt x="883" y="205"/>
                  <a:pt x="883" y="205"/>
                  <a:pt x="883" y="205"/>
                </a:cubicBezTo>
                <a:cubicBezTo>
                  <a:pt x="883" y="204"/>
                  <a:pt x="882" y="204"/>
                  <a:pt x="881" y="205"/>
                </a:cubicBezTo>
                <a:cubicBezTo>
                  <a:pt x="880" y="205"/>
                  <a:pt x="880" y="206"/>
                  <a:pt x="880" y="207"/>
                </a:cubicBezTo>
                <a:cubicBezTo>
                  <a:pt x="880" y="224"/>
                  <a:pt x="880" y="224"/>
                  <a:pt x="880" y="224"/>
                </a:cubicBezTo>
                <a:cubicBezTo>
                  <a:pt x="761" y="224"/>
                  <a:pt x="761" y="224"/>
                  <a:pt x="761" y="224"/>
                </a:cubicBezTo>
                <a:cubicBezTo>
                  <a:pt x="761" y="186"/>
                  <a:pt x="761" y="186"/>
                  <a:pt x="761" y="186"/>
                </a:cubicBezTo>
                <a:cubicBezTo>
                  <a:pt x="874" y="186"/>
                  <a:pt x="874" y="186"/>
                  <a:pt x="874" y="186"/>
                </a:cubicBezTo>
                <a:cubicBezTo>
                  <a:pt x="874" y="60"/>
                  <a:pt x="874" y="60"/>
                  <a:pt x="874" y="60"/>
                </a:cubicBezTo>
                <a:cubicBezTo>
                  <a:pt x="761" y="60"/>
                  <a:pt x="761" y="60"/>
                  <a:pt x="761" y="60"/>
                </a:cubicBezTo>
                <a:cubicBezTo>
                  <a:pt x="761" y="27"/>
                  <a:pt x="761" y="27"/>
                  <a:pt x="761" y="27"/>
                </a:cubicBezTo>
                <a:cubicBezTo>
                  <a:pt x="901" y="27"/>
                  <a:pt x="901" y="27"/>
                  <a:pt x="901" y="27"/>
                </a:cubicBezTo>
                <a:cubicBezTo>
                  <a:pt x="942" y="46"/>
                  <a:pt x="942" y="46"/>
                  <a:pt x="942" y="46"/>
                </a:cubicBezTo>
                <a:cubicBezTo>
                  <a:pt x="943" y="47"/>
                  <a:pt x="944" y="47"/>
                  <a:pt x="944" y="46"/>
                </a:cubicBezTo>
                <a:cubicBezTo>
                  <a:pt x="945" y="46"/>
                  <a:pt x="946" y="45"/>
                  <a:pt x="946" y="44"/>
                </a:cubicBezTo>
                <a:cubicBezTo>
                  <a:pt x="946" y="27"/>
                  <a:pt x="946" y="27"/>
                  <a:pt x="946" y="27"/>
                </a:cubicBezTo>
                <a:cubicBezTo>
                  <a:pt x="1079" y="27"/>
                  <a:pt x="1079" y="27"/>
                  <a:pt x="1079" y="27"/>
                </a:cubicBezTo>
                <a:cubicBezTo>
                  <a:pt x="1079" y="60"/>
                  <a:pt x="1079" y="60"/>
                  <a:pt x="1079" y="60"/>
                </a:cubicBezTo>
                <a:cubicBezTo>
                  <a:pt x="963" y="60"/>
                  <a:pt x="963" y="60"/>
                  <a:pt x="963" y="60"/>
                </a:cubicBezTo>
                <a:cubicBezTo>
                  <a:pt x="963" y="186"/>
                  <a:pt x="963" y="186"/>
                  <a:pt x="963" y="186"/>
                </a:cubicBezTo>
                <a:cubicBezTo>
                  <a:pt x="1079" y="186"/>
                  <a:pt x="1079" y="186"/>
                  <a:pt x="1079" y="186"/>
                </a:cubicBezTo>
                <a:lnTo>
                  <a:pt x="1079" y="224"/>
                </a:ln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11" name="Google Shape;2511;p140"/>
          <p:cNvSpPr txBox="1"/>
          <p:nvPr/>
        </p:nvSpPr>
        <p:spPr>
          <a:xfrm>
            <a:off x="866163" y="3963250"/>
            <a:ext cx="1851300" cy="327600"/>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rPr lang="en" sz="1600">
                <a:solidFill>
                  <a:schemeClr val="accent1"/>
                </a:solidFill>
                <a:latin typeface="Red Hat Text"/>
                <a:ea typeface="Red Hat Text"/>
                <a:cs typeface="Red Hat Text"/>
                <a:sym typeface="Red Hat Text"/>
              </a:rPr>
              <a:t>SPEC / REQUIREMENT</a:t>
            </a:r>
            <a:endParaRPr i="0" sz="1600" u="none" cap="none" strike="noStrike">
              <a:solidFill>
                <a:schemeClr val="accent1"/>
              </a:solidFill>
              <a:latin typeface="Red Hat Text"/>
              <a:ea typeface="Red Hat Text"/>
              <a:cs typeface="Red Hat Text"/>
              <a:sym typeface="Red Hat Text"/>
            </a:endParaRPr>
          </a:p>
        </p:txBody>
      </p:sp>
      <p:sp>
        <p:nvSpPr>
          <p:cNvPr id="2512" name="Google Shape;2512;p140"/>
          <p:cNvSpPr txBox="1"/>
          <p:nvPr/>
        </p:nvSpPr>
        <p:spPr>
          <a:xfrm>
            <a:off x="9595548" y="3999200"/>
            <a:ext cx="1394100" cy="5793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None/>
            </a:pPr>
            <a:r>
              <a:rPr lang="en" sz="1600">
                <a:solidFill>
                  <a:schemeClr val="accent1"/>
                </a:solidFill>
                <a:latin typeface="Red Hat Text"/>
                <a:ea typeface="Red Hat Text"/>
                <a:cs typeface="Red Hat Text"/>
                <a:sym typeface="Red Hat Text"/>
              </a:rPr>
              <a:t>BUILD</a:t>
            </a:r>
            <a:endParaRPr i="0" sz="1600" u="none" cap="none" strike="noStrike">
              <a:solidFill>
                <a:schemeClr val="accent1"/>
              </a:solidFill>
              <a:latin typeface="Red Hat Text"/>
              <a:ea typeface="Red Hat Text"/>
              <a:cs typeface="Red Hat Text"/>
              <a:sym typeface="Red Hat Text"/>
            </a:endParaRPr>
          </a:p>
        </p:txBody>
      </p:sp>
      <p:sp>
        <p:nvSpPr>
          <p:cNvPr id="2513" name="Google Shape;2513;p140"/>
          <p:cNvSpPr txBox="1"/>
          <p:nvPr/>
        </p:nvSpPr>
        <p:spPr>
          <a:xfrm>
            <a:off x="3700867" y="2975250"/>
            <a:ext cx="774000" cy="4029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None/>
            </a:pPr>
            <a:r>
              <a:rPr i="0" lang="en" sz="1300" u="none" cap="none" strike="noStrike">
                <a:solidFill>
                  <a:srgbClr val="616770"/>
                </a:solidFill>
                <a:latin typeface="Red Hat Text"/>
                <a:ea typeface="Red Hat Text"/>
                <a:cs typeface="Red Hat Text"/>
                <a:sym typeface="Red Hat Text"/>
              </a:rPr>
              <a:t>DEV</a:t>
            </a:r>
            <a:endParaRPr i="0" sz="1300" u="none" cap="none" strike="noStrike">
              <a:solidFill>
                <a:srgbClr val="616770"/>
              </a:solidFill>
              <a:latin typeface="Red Hat Text"/>
              <a:ea typeface="Red Hat Text"/>
              <a:cs typeface="Red Hat Text"/>
              <a:sym typeface="Red Hat Text"/>
            </a:endParaRPr>
          </a:p>
        </p:txBody>
      </p:sp>
      <p:sp>
        <p:nvSpPr>
          <p:cNvPr id="2514" name="Google Shape;2514;p140"/>
          <p:cNvSpPr txBox="1"/>
          <p:nvPr/>
        </p:nvSpPr>
        <p:spPr>
          <a:xfrm>
            <a:off x="4947167" y="2975267"/>
            <a:ext cx="774000" cy="4029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None/>
            </a:pPr>
            <a:r>
              <a:rPr i="0" lang="en" sz="1300" u="none" cap="none" strike="noStrike">
                <a:solidFill>
                  <a:srgbClr val="616770"/>
                </a:solidFill>
                <a:latin typeface="Red Hat Text"/>
                <a:ea typeface="Red Hat Text"/>
                <a:cs typeface="Red Hat Text"/>
                <a:sym typeface="Red Hat Text"/>
              </a:rPr>
              <a:t>QA</a:t>
            </a:r>
            <a:endParaRPr i="0" sz="1300" u="none" cap="none" strike="noStrike">
              <a:solidFill>
                <a:srgbClr val="616770"/>
              </a:solidFill>
              <a:latin typeface="Red Hat Text"/>
              <a:ea typeface="Red Hat Text"/>
              <a:cs typeface="Red Hat Text"/>
              <a:sym typeface="Red Hat Text"/>
            </a:endParaRPr>
          </a:p>
        </p:txBody>
      </p:sp>
      <p:sp>
        <p:nvSpPr>
          <p:cNvPr id="2515" name="Google Shape;2515;p140"/>
          <p:cNvSpPr txBox="1"/>
          <p:nvPr/>
        </p:nvSpPr>
        <p:spPr>
          <a:xfrm>
            <a:off x="6192700" y="2975267"/>
            <a:ext cx="774000" cy="4029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None/>
            </a:pPr>
            <a:r>
              <a:rPr i="0" lang="en" sz="1300" u="none" cap="none" strike="noStrike">
                <a:solidFill>
                  <a:srgbClr val="616770"/>
                </a:solidFill>
                <a:latin typeface="Red Hat Text"/>
                <a:ea typeface="Red Hat Text"/>
                <a:cs typeface="Red Hat Text"/>
                <a:sym typeface="Red Hat Text"/>
              </a:rPr>
              <a:t>UAT</a:t>
            </a:r>
            <a:endParaRPr i="0" sz="1300" u="none" cap="none" strike="noStrike">
              <a:solidFill>
                <a:srgbClr val="616770"/>
              </a:solidFill>
              <a:latin typeface="Red Hat Text"/>
              <a:ea typeface="Red Hat Text"/>
              <a:cs typeface="Red Hat Text"/>
              <a:sym typeface="Red Hat Text"/>
            </a:endParaRPr>
          </a:p>
        </p:txBody>
      </p:sp>
      <p:sp>
        <p:nvSpPr>
          <p:cNvPr id="2516" name="Google Shape;2516;p140"/>
          <p:cNvSpPr txBox="1"/>
          <p:nvPr/>
        </p:nvSpPr>
        <p:spPr>
          <a:xfrm>
            <a:off x="7438795" y="2975267"/>
            <a:ext cx="774000" cy="4029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None/>
            </a:pPr>
            <a:r>
              <a:rPr i="0" lang="en" sz="1300" u="none" cap="none" strike="noStrike">
                <a:solidFill>
                  <a:srgbClr val="616770"/>
                </a:solidFill>
                <a:latin typeface="Red Hat Text"/>
                <a:ea typeface="Red Hat Text"/>
                <a:cs typeface="Red Hat Text"/>
                <a:sym typeface="Red Hat Text"/>
              </a:rPr>
              <a:t>PROD</a:t>
            </a:r>
            <a:endParaRPr i="0" sz="1300" u="none" cap="none" strike="noStrike">
              <a:solidFill>
                <a:srgbClr val="616770"/>
              </a:solidFill>
              <a:latin typeface="Red Hat Text"/>
              <a:ea typeface="Red Hat Text"/>
              <a:cs typeface="Red Hat Text"/>
              <a:sym typeface="Red Hat Text"/>
            </a:endParaRPr>
          </a:p>
        </p:txBody>
      </p:sp>
      <p:sp>
        <p:nvSpPr>
          <p:cNvPr id="2517" name="Google Shape;2517;p140"/>
          <p:cNvSpPr txBox="1"/>
          <p:nvPr/>
        </p:nvSpPr>
        <p:spPr>
          <a:xfrm>
            <a:off x="2868780" y="5116055"/>
            <a:ext cx="974400" cy="3531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rPr i="0" lang="en" sz="1100" u="none" cap="none" strike="noStrike">
                <a:solidFill>
                  <a:srgbClr val="FFFFFF"/>
                </a:solidFill>
                <a:latin typeface="Red Hat Text"/>
                <a:ea typeface="Red Hat Text"/>
                <a:cs typeface="Red Hat Text"/>
                <a:sym typeface="Red Hat Text"/>
              </a:rPr>
              <a:t>PRODUCT</a:t>
            </a:r>
            <a:br>
              <a:rPr i="0" lang="en" sz="1100" u="none" cap="none" strike="noStrike">
                <a:solidFill>
                  <a:srgbClr val="FFFFFF"/>
                </a:solidFill>
                <a:latin typeface="Red Hat Text"/>
                <a:ea typeface="Red Hat Text"/>
                <a:cs typeface="Red Hat Text"/>
                <a:sym typeface="Red Hat Text"/>
              </a:rPr>
            </a:br>
            <a:r>
              <a:rPr i="0" lang="en" sz="1100" u="none" cap="none" strike="noStrike">
                <a:solidFill>
                  <a:srgbClr val="FFFFFF"/>
                </a:solidFill>
                <a:latin typeface="Red Hat Text"/>
                <a:ea typeface="Red Hat Text"/>
                <a:cs typeface="Red Hat Text"/>
                <a:sym typeface="Red Hat Text"/>
              </a:rPr>
              <a:t>MANAGER</a:t>
            </a:r>
            <a:endParaRPr i="0" sz="1100" u="none" cap="none" strike="noStrike">
              <a:solidFill>
                <a:srgbClr val="FFFFFF"/>
              </a:solidFill>
              <a:latin typeface="Red Hat Text"/>
              <a:ea typeface="Red Hat Text"/>
              <a:cs typeface="Red Hat Text"/>
              <a:sym typeface="Red Hat Text"/>
            </a:endParaRPr>
          </a:p>
        </p:txBody>
      </p:sp>
      <p:sp>
        <p:nvSpPr>
          <p:cNvPr id="2518" name="Google Shape;2518;p140"/>
          <p:cNvSpPr txBox="1"/>
          <p:nvPr/>
        </p:nvSpPr>
        <p:spPr>
          <a:xfrm>
            <a:off x="4185033" y="5116075"/>
            <a:ext cx="1196100" cy="3531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rPr i="0" lang="en" sz="1100" u="none" cap="none" strike="noStrike">
                <a:solidFill>
                  <a:srgbClr val="FFFFFF"/>
                </a:solidFill>
                <a:latin typeface="Red Hat Text"/>
                <a:ea typeface="Red Hat Text"/>
                <a:cs typeface="Red Hat Text"/>
                <a:sym typeface="Red Hat Text"/>
              </a:rPr>
              <a:t>DEVELOPERS</a:t>
            </a:r>
            <a:endParaRPr i="0" sz="1100" u="none" cap="none" strike="noStrike">
              <a:solidFill>
                <a:srgbClr val="FFFFFF"/>
              </a:solidFill>
              <a:latin typeface="Red Hat Text"/>
              <a:ea typeface="Red Hat Text"/>
              <a:cs typeface="Red Hat Text"/>
              <a:sym typeface="Red Hat Text"/>
            </a:endParaRPr>
          </a:p>
        </p:txBody>
      </p:sp>
      <p:sp>
        <p:nvSpPr>
          <p:cNvPr id="2519" name="Google Shape;2519;p140"/>
          <p:cNvSpPr txBox="1"/>
          <p:nvPr/>
        </p:nvSpPr>
        <p:spPr>
          <a:xfrm>
            <a:off x="6969032" y="5116055"/>
            <a:ext cx="1520100" cy="3483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rPr i="0" lang="en" sz="1100" u="none" cap="none" strike="noStrike">
                <a:solidFill>
                  <a:srgbClr val="FFFFFF"/>
                </a:solidFill>
                <a:latin typeface="Red Hat Text"/>
                <a:ea typeface="Red Hat Text"/>
                <a:cs typeface="Red Hat Text"/>
                <a:sym typeface="Red Hat Text"/>
              </a:rPr>
              <a:t>TEST</a:t>
            </a:r>
            <a:endParaRPr sz="1100">
              <a:latin typeface="Red Hat Text"/>
              <a:ea typeface="Red Hat Text"/>
              <a:cs typeface="Red Hat Text"/>
              <a:sym typeface="Red Hat Text"/>
            </a:endParaRPr>
          </a:p>
          <a:p>
            <a:pPr indent="0" lvl="0" marL="0" marR="0" rtl="0" algn="l">
              <a:lnSpc>
                <a:spcPct val="100000"/>
              </a:lnSpc>
              <a:spcBef>
                <a:spcPts val="0"/>
              </a:spcBef>
              <a:spcAft>
                <a:spcPts val="0"/>
              </a:spcAft>
              <a:buNone/>
            </a:pPr>
            <a:r>
              <a:rPr i="0" lang="en" sz="1100" u="none" cap="none" strike="noStrike">
                <a:solidFill>
                  <a:srgbClr val="FFFFFF"/>
                </a:solidFill>
                <a:latin typeface="Red Hat Text"/>
                <a:ea typeface="Red Hat Text"/>
                <a:cs typeface="Red Hat Text"/>
                <a:sym typeface="Red Hat Text"/>
              </a:rPr>
              <a:t>ENGINEERS</a:t>
            </a:r>
            <a:endParaRPr i="0" sz="1100" u="none" cap="none" strike="noStrike">
              <a:solidFill>
                <a:srgbClr val="FFFFFF"/>
              </a:solidFill>
              <a:latin typeface="Red Hat Text"/>
              <a:ea typeface="Red Hat Text"/>
              <a:cs typeface="Red Hat Text"/>
              <a:sym typeface="Red Hat Text"/>
            </a:endParaRPr>
          </a:p>
        </p:txBody>
      </p:sp>
      <p:sp>
        <p:nvSpPr>
          <p:cNvPr id="2520" name="Google Shape;2520;p140"/>
          <p:cNvSpPr txBox="1"/>
          <p:nvPr/>
        </p:nvSpPr>
        <p:spPr>
          <a:xfrm>
            <a:off x="8250882" y="5116055"/>
            <a:ext cx="1196100" cy="3531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rPr i="0" lang="en" sz="1100" u="none" cap="none" strike="noStrike">
                <a:solidFill>
                  <a:srgbClr val="FFFFFF"/>
                </a:solidFill>
                <a:latin typeface="Red Hat Text"/>
                <a:ea typeface="Red Hat Text"/>
                <a:cs typeface="Red Hat Text"/>
                <a:sym typeface="Red Hat Text"/>
              </a:rPr>
              <a:t>OPERATIONS</a:t>
            </a:r>
            <a:endParaRPr sz="1100">
              <a:latin typeface="Red Hat Text"/>
              <a:ea typeface="Red Hat Text"/>
              <a:cs typeface="Red Hat Text"/>
              <a:sym typeface="Red Hat Text"/>
            </a:endParaRPr>
          </a:p>
          <a:p>
            <a:pPr indent="0" lvl="0" marL="0" marR="0" rtl="0" algn="l">
              <a:lnSpc>
                <a:spcPct val="100000"/>
              </a:lnSpc>
              <a:spcBef>
                <a:spcPts val="0"/>
              </a:spcBef>
              <a:spcAft>
                <a:spcPts val="0"/>
              </a:spcAft>
              <a:buNone/>
            </a:pPr>
            <a:r>
              <a:rPr i="0" lang="en" sz="1100" u="none" cap="none" strike="noStrike">
                <a:solidFill>
                  <a:srgbClr val="FFFFFF"/>
                </a:solidFill>
                <a:latin typeface="Red Hat Text"/>
                <a:ea typeface="Red Hat Text"/>
                <a:cs typeface="Red Hat Text"/>
                <a:sym typeface="Red Hat Text"/>
              </a:rPr>
              <a:t>PERSONNEL</a:t>
            </a:r>
            <a:endParaRPr i="0" sz="1100" u="none" cap="none" strike="noStrike">
              <a:solidFill>
                <a:srgbClr val="FFFFFF"/>
              </a:solidFill>
              <a:latin typeface="Red Hat Text"/>
              <a:ea typeface="Red Hat Text"/>
              <a:cs typeface="Red Hat Text"/>
              <a:sym typeface="Red Hat Text"/>
            </a:endParaRPr>
          </a:p>
        </p:txBody>
      </p:sp>
      <p:sp>
        <p:nvSpPr>
          <p:cNvPr id="2521" name="Google Shape;2521;p140"/>
          <p:cNvSpPr txBox="1"/>
          <p:nvPr/>
        </p:nvSpPr>
        <p:spPr>
          <a:xfrm>
            <a:off x="3294625" y="3758300"/>
            <a:ext cx="5340600" cy="3276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None/>
            </a:pPr>
            <a:r>
              <a:rPr b="0" i="0" lang="en" sz="1900" u="none" cap="none" strike="noStrike">
                <a:solidFill>
                  <a:srgbClr val="FFFFFF"/>
                </a:solidFill>
                <a:latin typeface="Proxima Nova"/>
                <a:ea typeface="Proxima Nova"/>
                <a:cs typeface="Proxima Nova"/>
                <a:sym typeface="Proxima Nova"/>
              </a:rPr>
              <a:t>CONTINUOUS</a:t>
            </a:r>
            <a:r>
              <a:rPr lang="en" sz="1900">
                <a:solidFill>
                  <a:srgbClr val="FFFFFF"/>
                </a:solidFill>
                <a:latin typeface="Proxima Nova"/>
                <a:ea typeface="Proxima Nova"/>
                <a:cs typeface="Proxima Nova"/>
                <a:sym typeface="Proxima Nova"/>
              </a:rPr>
              <a:t>LY</a:t>
            </a:r>
            <a:r>
              <a:rPr b="0" i="0" lang="en" sz="1900" u="none" cap="none" strike="noStrike">
                <a:solidFill>
                  <a:srgbClr val="FFFFFF"/>
                </a:solidFill>
                <a:latin typeface="Proxima Nova"/>
                <a:ea typeface="Proxima Nova"/>
                <a:cs typeface="Proxima Nova"/>
                <a:sym typeface="Proxima Nova"/>
              </a:rPr>
              <a:t> DELIVER</a:t>
            </a:r>
            <a:r>
              <a:rPr lang="en" sz="1900">
                <a:solidFill>
                  <a:srgbClr val="FFFFFF"/>
                </a:solidFill>
                <a:latin typeface="Proxima Nova"/>
                <a:ea typeface="Proxima Nova"/>
                <a:cs typeface="Proxima Nova"/>
                <a:sym typeface="Proxima Nova"/>
              </a:rPr>
              <a:t> EVERYTHING</a:t>
            </a:r>
            <a:endParaRPr b="0" i="0" sz="1900" u="none" cap="none" strike="noStrike">
              <a:solidFill>
                <a:srgbClr val="FFFFFF"/>
              </a:solidFill>
              <a:latin typeface="Proxima Nova"/>
              <a:ea typeface="Proxima Nova"/>
              <a:cs typeface="Proxima Nova"/>
              <a:sym typeface="Proxima Nova"/>
            </a:endParaRPr>
          </a:p>
        </p:txBody>
      </p:sp>
      <p:sp>
        <p:nvSpPr>
          <p:cNvPr id="2522" name="Google Shape;2522;p140"/>
          <p:cNvSpPr/>
          <p:nvPr/>
        </p:nvSpPr>
        <p:spPr>
          <a:xfrm>
            <a:off x="3294628" y="4031683"/>
            <a:ext cx="5340662" cy="177963"/>
          </a:xfrm>
          <a:custGeom>
            <a:rect b="b" l="l" r="r" t="t"/>
            <a:pathLst>
              <a:path extrusionOk="0" h="47" w="1375">
                <a:moveTo>
                  <a:pt x="1373" y="22"/>
                </a:moveTo>
                <a:cubicBezTo>
                  <a:pt x="1328" y="0"/>
                  <a:pt x="1328" y="0"/>
                  <a:pt x="1328" y="0"/>
                </a:cubicBezTo>
                <a:cubicBezTo>
                  <a:pt x="1327" y="0"/>
                  <a:pt x="1326" y="0"/>
                  <a:pt x="1325" y="1"/>
                </a:cubicBezTo>
                <a:cubicBezTo>
                  <a:pt x="1325" y="1"/>
                  <a:pt x="1324" y="2"/>
                  <a:pt x="1324" y="3"/>
                </a:cubicBezTo>
                <a:cubicBezTo>
                  <a:pt x="1324" y="20"/>
                  <a:pt x="1324" y="20"/>
                  <a:pt x="1324" y="20"/>
                </a:cubicBezTo>
                <a:cubicBezTo>
                  <a:pt x="4" y="20"/>
                  <a:pt x="4" y="20"/>
                  <a:pt x="4" y="20"/>
                </a:cubicBezTo>
                <a:cubicBezTo>
                  <a:pt x="2" y="20"/>
                  <a:pt x="0" y="21"/>
                  <a:pt x="0" y="24"/>
                </a:cubicBezTo>
                <a:cubicBezTo>
                  <a:pt x="0" y="26"/>
                  <a:pt x="2" y="28"/>
                  <a:pt x="4" y="28"/>
                </a:cubicBezTo>
                <a:cubicBezTo>
                  <a:pt x="1324" y="28"/>
                  <a:pt x="1324" y="28"/>
                  <a:pt x="1324" y="28"/>
                </a:cubicBezTo>
                <a:cubicBezTo>
                  <a:pt x="1324" y="44"/>
                  <a:pt x="1324" y="44"/>
                  <a:pt x="1324" y="44"/>
                </a:cubicBezTo>
                <a:cubicBezTo>
                  <a:pt x="1324" y="45"/>
                  <a:pt x="1325" y="46"/>
                  <a:pt x="1325" y="47"/>
                </a:cubicBezTo>
                <a:cubicBezTo>
                  <a:pt x="1326" y="47"/>
                  <a:pt x="1327" y="47"/>
                  <a:pt x="1328" y="47"/>
                </a:cubicBezTo>
                <a:cubicBezTo>
                  <a:pt x="1373" y="26"/>
                  <a:pt x="1373" y="26"/>
                  <a:pt x="1373" y="26"/>
                </a:cubicBezTo>
                <a:cubicBezTo>
                  <a:pt x="1374" y="26"/>
                  <a:pt x="1375" y="25"/>
                  <a:pt x="1375" y="24"/>
                </a:cubicBezTo>
                <a:cubicBezTo>
                  <a:pt x="1375" y="24"/>
                  <a:pt x="1375" y="24"/>
                  <a:pt x="1375" y="24"/>
                </a:cubicBezTo>
                <a:cubicBezTo>
                  <a:pt x="1375" y="23"/>
                  <a:pt x="1374" y="22"/>
                  <a:pt x="1373" y="22"/>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i="0" sz="3500" u="none" cap="none" strike="noStrike">
              <a:solidFill>
                <a:srgbClr val="000000"/>
              </a:solidFill>
              <a:latin typeface="Red Hat Text"/>
              <a:ea typeface="Red Hat Text"/>
              <a:cs typeface="Red Hat Text"/>
              <a:sym typeface="Red Hat Text"/>
            </a:endParaRPr>
          </a:p>
        </p:txBody>
      </p:sp>
      <p:grpSp>
        <p:nvGrpSpPr>
          <p:cNvPr id="2523" name="Google Shape;2523;p140"/>
          <p:cNvGrpSpPr/>
          <p:nvPr/>
        </p:nvGrpSpPr>
        <p:grpSpPr>
          <a:xfrm>
            <a:off x="1295575" y="4511520"/>
            <a:ext cx="992475" cy="967060"/>
            <a:chOff x="-4119418" y="3635086"/>
            <a:chExt cx="1060450" cy="1058863"/>
          </a:xfrm>
        </p:grpSpPr>
        <p:sp>
          <p:nvSpPr>
            <p:cNvPr id="2524" name="Google Shape;2524;p140"/>
            <p:cNvSpPr/>
            <p:nvPr/>
          </p:nvSpPr>
          <p:spPr>
            <a:xfrm>
              <a:off x="-4119418" y="3635086"/>
              <a:ext cx="1060450" cy="1058863"/>
            </a:xfrm>
            <a:custGeom>
              <a:rect b="b" l="l" r="r" t="t"/>
              <a:pathLst>
                <a:path extrusionOk="0" h="263" w="264">
                  <a:moveTo>
                    <a:pt x="217" y="47"/>
                  </a:moveTo>
                  <a:cubicBezTo>
                    <a:pt x="264" y="94"/>
                    <a:pt x="264" y="170"/>
                    <a:pt x="217" y="217"/>
                  </a:cubicBezTo>
                  <a:cubicBezTo>
                    <a:pt x="170" y="263"/>
                    <a:pt x="94" y="263"/>
                    <a:pt x="47" y="217"/>
                  </a:cubicBezTo>
                  <a:cubicBezTo>
                    <a:pt x="0" y="170"/>
                    <a:pt x="0" y="94"/>
                    <a:pt x="47" y="47"/>
                  </a:cubicBezTo>
                  <a:cubicBezTo>
                    <a:pt x="94" y="0"/>
                    <a:pt x="170" y="0"/>
                    <a:pt x="217" y="47"/>
                  </a:cubicBezTo>
                  <a:close/>
                </a:path>
              </a:pathLst>
            </a:custGeom>
            <a:solidFill>
              <a:srgbClr val="BB1729"/>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grpSp>
          <p:nvGrpSpPr>
            <p:cNvPr id="2525" name="Google Shape;2525;p140"/>
            <p:cNvGrpSpPr/>
            <p:nvPr/>
          </p:nvGrpSpPr>
          <p:grpSpPr>
            <a:xfrm>
              <a:off x="-3810649" y="3823998"/>
              <a:ext cx="455613" cy="700088"/>
              <a:chOff x="2114550" y="2722562"/>
              <a:chExt cx="455613" cy="700088"/>
            </a:xfrm>
          </p:grpSpPr>
          <p:sp>
            <p:nvSpPr>
              <p:cNvPr id="2526" name="Google Shape;2526;p140"/>
              <p:cNvSpPr/>
              <p:nvPr/>
            </p:nvSpPr>
            <p:spPr>
              <a:xfrm>
                <a:off x="2114550" y="2722562"/>
                <a:ext cx="455613" cy="700088"/>
              </a:xfrm>
              <a:custGeom>
                <a:rect b="b" l="l" r="r" t="t"/>
                <a:pathLst>
                  <a:path extrusionOk="0" h="174" w="113">
                    <a:moveTo>
                      <a:pt x="57" y="1"/>
                    </a:moveTo>
                    <a:cubicBezTo>
                      <a:pt x="26" y="0"/>
                      <a:pt x="0" y="25"/>
                      <a:pt x="0" y="56"/>
                    </a:cubicBezTo>
                    <a:cubicBezTo>
                      <a:pt x="0" y="69"/>
                      <a:pt x="2" y="79"/>
                      <a:pt x="5" y="86"/>
                    </a:cubicBezTo>
                    <a:cubicBezTo>
                      <a:pt x="9" y="97"/>
                      <a:pt x="17" y="104"/>
                      <a:pt x="22" y="110"/>
                    </a:cubicBezTo>
                    <a:cubicBezTo>
                      <a:pt x="25" y="113"/>
                      <a:pt x="27" y="116"/>
                      <a:pt x="29" y="120"/>
                    </a:cubicBezTo>
                    <a:cubicBezTo>
                      <a:pt x="31" y="124"/>
                      <a:pt x="32" y="128"/>
                      <a:pt x="32" y="134"/>
                    </a:cubicBezTo>
                    <a:cubicBezTo>
                      <a:pt x="32" y="136"/>
                      <a:pt x="32" y="137"/>
                      <a:pt x="33" y="138"/>
                    </a:cubicBezTo>
                    <a:cubicBezTo>
                      <a:pt x="31" y="139"/>
                      <a:pt x="30" y="141"/>
                      <a:pt x="30" y="143"/>
                    </a:cubicBezTo>
                    <a:cubicBezTo>
                      <a:pt x="30" y="144"/>
                      <a:pt x="30" y="144"/>
                      <a:pt x="30" y="144"/>
                    </a:cubicBezTo>
                    <a:cubicBezTo>
                      <a:pt x="30" y="145"/>
                      <a:pt x="31" y="146"/>
                      <a:pt x="31" y="147"/>
                    </a:cubicBezTo>
                    <a:cubicBezTo>
                      <a:pt x="31" y="148"/>
                      <a:pt x="30" y="149"/>
                      <a:pt x="30" y="151"/>
                    </a:cubicBezTo>
                    <a:cubicBezTo>
                      <a:pt x="30" y="151"/>
                      <a:pt x="30" y="151"/>
                      <a:pt x="30" y="151"/>
                    </a:cubicBezTo>
                    <a:cubicBezTo>
                      <a:pt x="30" y="153"/>
                      <a:pt x="31" y="154"/>
                      <a:pt x="31" y="155"/>
                    </a:cubicBezTo>
                    <a:cubicBezTo>
                      <a:pt x="31" y="156"/>
                      <a:pt x="30" y="157"/>
                      <a:pt x="30" y="158"/>
                    </a:cubicBezTo>
                    <a:cubicBezTo>
                      <a:pt x="30" y="159"/>
                      <a:pt x="30" y="159"/>
                      <a:pt x="30" y="159"/>
                    </a:cubicBezTo>
                    <a:cubicBezTo>
                      <a:pt x="30" y="161"/>
                      <a:pt x="31" y="162"/>
                      <a:pt x="32" y="164"/>
                    </a:cubicBezTo>
                    <a:cubicBezTo>
                      <a:pt x="32" y="164"/>
                      <a:pt x="32" y="164"/>
                      <a:pt x="33" y="164"/>
                    </a:cubicBezTo>
                    <a:cubicBezTo>
                      <a:pt x="35" y="165"/>
                      <a:pt x="37" y="167"/>
                      <a:pt x="38" y="168"/>
                    </a:cubicBezTo>
                    <a:cubicBezTo>
                      <a:pt x="42" y="171"/>
                      <a:pt x="45" y="174"/>
                      <a:pt x="55" y="174"/>
                    </a:cubicBezTo>
                    <a:cubicBezTo>
                      <a:pt x="65" y="174"/>
                      <a:pt x="68" y="171"/>
                      <a:pt x="72" y="168"/>
                    </a:cubicBezTo>
                    <a:cubicBezTo>
                      <a:pt x="73" y="167"/>
                      <a:pt x="75" y="166"/>
                      <a:pt x="77" y="165"/>
                    </a:cubicBezTo>
                    <a:cubicBezTo>
                      <a:pt x="78" y="164"/>
                      <a:pt x="78" y="164"/>
                      <a:pt x="78" y="164"/>
                    </a:cubicBezTo>
                    <a:cubicBezTo>
                      <a:pt x="79" y="163"/>
                      <a:pt x="80" y="161"/>
                      <a:pt x="80" y="159"/>
                    </a:cubicBezTo>
                    <a:cubicBezTo>
                      <a:pt x="80" y="159"/>
                      <a:pt x="80" y="159"/>
                      <a:pt x="80" y="159"/>
                    </a:cubicBezTo>
                    <a:cubicBezTo>
                      <a:pt x="80" y="157"/>
                      <a:pt x="80" y="156"/>
                      <a:pt x="79" y="155"/>
                    </a:cubicBezTo>
                    <a:cubicBezTo>
                      <a:pt x="80" y="154"/>
                      <a:pt x="80" y="153"/>
                      <a:pt x="80" y="152"/>
                    </a:cubicBezTo>
                    <a:cubicBezTo>
                      <a:pt x="80" y="151"/>
                      <a:pt x="80" y="151"/>
                      <a:pt x="80" y="151"/>
                    </a:cubicBezTo>
                    <a:cubicBezTo>
                      <a:pt x="80" y="150"/>
                      <a:pt x="80" y="149"/>
                      <a:pt x="79" y="148"/>
                    </a:cubicBezTo>
                    <a:cubicBezTo>
                      <a:pt x="80" y="147"/>
                      <a:pt x="80" y="146"/>
                      <a:pt x="80" y="144"/>
                    </a:cubicBezTo>
                    <a:cubicBezTo>
                      <a:pt x="80" y="144"/>
                      <a:pt x="80" y="144"/>
                      <a:pt x="80" y="144"/>
                    </a:cubicBezTo>
                    <a:cubicBezTo>
                      <a:pt x="80" y="142"/>
                      <a:pt x="79" y="140"/>
                      <a:pt x="78" y="138"/>
                    </a:cubicBezTo>
                    <a:cubicBezTo>
                      <a:pt x="78" y="137"/>
                      <a:pt x="79" y="136"/>
                      <a:pt x="79" y="135"/>
                    </a:cubicBezTo>
                    <a:cubicBezTo>
                      <a:pt x="79" y="127"/>
                      <a:pt x="81" y="122"/>
                      <a:pt x="84" y="117"/>
                    </a:cubicBezTo>
                    <a:cubicBezTo>
                      <a:pt x="86" y="114"/>
                      <a:pt x="89" y="111"/>
                      <a:pt x="92" y="108"/>
                    </a:cubicBezTo>
                    <a:cubicBezTo>
                      <a:pt x="97" y="103"/>
                      <a:pt x="102" y="98"/>
                      <a:pt x="106" y="90"/>
                    </a:cubicBezTo>
                    <a:cubicBezTo>
                      <a:pt x="110" y="82"/>
                      <a:pt x="112" y="72"/>
                      <a:pt x="113" y="57"/>
                    </a:cubicBezTo>
                    <a:cubicBezTo>
                      <a:pt x="113" y="26"/>
                      <a:pt x="88" y="1"/>
                      <a:pt x="57" y="1"/>
                    </a:cubicBezTo>
                    <a:close/>
                    <a:moveTo>
                      <a:pt x="76" y="144"/>
                    </a:moveTo>
                    <a:cubicBezTo>
                      <a:pt x="76" y="145"/>
                      <a:pt x="75" y="146"/>
                      <a:pt x="75" y="146"/>
                    </a:cubicBezTo>
                    <a:cubicBezTo>
                      <a:pt x="74" y="147"/>
                      <a:pt x="74" y="148"/>
                      <a:pt x="75" y="149"/>
                    </a:cubicBezTo>
                    <a:cubicBezTo>
                      <a:pt x="75" y="150"/>
                      <a:pt x="76" y="150"/>
                      <a:pt x="76" y="151"/>
                    </a:cubicBezTo>
                    <a:cubicBezTo>
                      <a:pt x="75" y="152"/>
                      <a:pt x="75" y="152"/>
                      <a:pt x="75" y="152"/>
                    </a:cubicBezTo>
                    <a:cubicBezTo>
                      <a:pt x="75" y="153"/>
                      <a:pt x="75" y="153"/>
                      <a:pt x="75" y="154"/>
                    </a:cubicBezTo>
                    <a:cubicBezTo>
                      <a:pt x="74" y="155"/>
                      <a:pt x="74" y="156"/>
                      <a:pt x="75" y="157"/>
                    </a:cubicBezTo>
                    <a:cubicBezTo>
                      <a:pt x="75" y="157"/>
                      <a:pt x="75" y="158"/>
                      <a:pt x="75" y="159"/>
                    </a:cubicBezTo>
                    <a:cubicBezTo>
                      <a:pt x="75" y="159"/>
                      <a:pt x="75" y="159"/>
                      <a:pt x="75" y="159"/>
                    </a:cubicBezTo>
                    <a:cubicBezTo>
                      <a:pt x="75" y="160"/>
                      <a:pt x="75" y="160"/>
                      <a:pt x="75" y="161"/>
                    </a:cubicBezTo>
                    <a:cubicBezTo>
                      <a:pt x="72" y="162"/>
                      <a:pt x="71" y="164"/>
                      <a:pt x="69" y="165"/>
                    </a:cubicBezTo>
                    <a:cubicBezTo>
                      <a:pt x="66" y="168"/>
                      <a:pt x="63" y="170"/>
                      <a:pt x="55" y="170"/>
                    </a:cubicBezTo>
                    <a:cubicBezTo>
                      <a:pt x="47" y="169"/>
                      <a:pt x="44" y="167"/>
                      <a:pt x="41" y="165"/>
                    </a:cubicBezTo>
                    <a:cubicBezTo>
                      <a:pt x="39" y="163"/>
                      <a:pt x="38" y="162"/>
                      <a:pt x="35" y="160"/>
                    </a:cubicBezTo>
                    <a:cubicBezTo>
                      <a:pt x="35" y="160"/>
                      <a:pt x="35" y="159"/>
                      <a:pt x="35" y="159"/>
                    </a:cubicBezTo>
                    <a:cubicBezTo>
                      <a:pt x="35" y="158"/>
                      <a:pt x="35" y="158"/>
                      <a:pt x="35" y="158"/>
                    </a:cubicBezTo>
                    <a:cubicBezTo>
                      <a:pt x="35" y="158"/>
                      <a:pt x="35" y="157"/>
                      <a:pt x="35" y="156"/>
                    </a:cubicBezTo>
                    <a:cubicBezTo>
                      <a:pt x="36" y="156"/>
                      <a:pt x="36" y="154"/>
                      <a:pt x="35" y="153"/>
                    </a:cubicBezTo>
                    <a:cubicBezTo>
                      <a:pt x="35" y="153"/>
                      <a:pt x="35" y="152"/>
                      <a:pt x="35" y="152"/>
                    </a:cubicBezTo>
                    <a:cubicBezTo>
                      <a:pt x="35" y="151"/>
                      <a:pt x="35" y="151"/>
                      <a:pt x="35" y="151"/>
                    </a:cubicBezTo>
                    <a:cubicBezTo>
                      <a:pt x="35" y="150"/>
                      <a:pt x="35" y="149"/>
                      <a:pt x="35" y="149"/>
                    </a:cubicBezTo>
                    <a:cubicBezTo>
                      <a:pt x="36" y="148"/>
                      <a:pt x="36" y="147"/>
                      <a:pt x="36" y="146"/>
                    </a:cubicBezTo>
                    <a:cubicBezTo>
                      <a:pt x="35" y="145"/>
                      <a:pt x="35" y="145"/>
                      <a:pt x="35" y="144"/>
                    </a:cubicBezTo>
                    <a:cubicBezTo>
                      <a:pt x="35" y="143"/>
                      <a:pt x="35" y="143"/>
                      <a:pt x="35" y="143"/>
                    </a:cubicBezTo>
                    <a:cubicBezTo>
                      <a:pt x="35" y="142"/>
                      <a:pt x="36" y="141"/>
                      <a:pt x="37" y="141"/>
                    </a:cubicBezTo>
                    <a:cubicBezTo>
                      <a:pt x="38" y="141"/>
                      <a:pt x="38" y="141"/>
                      <a:pt x="38" y="141"/>
                    </a:cubicBezTo>
                    <a:cubicBezTo>
                      <a:pt x="72" y="141"/>
                      <a:pt x="72" y="141"/>
                      <a:pt x="72" y="141"/>
                    </a:cubicBezTo>
                    <a:cubicBezTo>
                      <a:pt x="74" y="141"/>
                      <a:pt x="74" y="141"/>
                      <a:pt x="74" y="141"/>
                    </a:cubicBezTo>
                    <a:cubicBezTo>
                      <a:pt x="75" y="141"/>
                      <a:pt x="76" y="142"/>
                      <a:pt x="76" y="144"/>
                    </a:cubicBezTo>
                    <a:cubicBezTo>
                      <a:pt x="76" y="144"/>
                      <a:pt x="76" y="144"/>
                      <a:pt x="76" y="144"/>
                    </a:cubicBezTo>
                    <a:close/>
                    <a:moveTo>
                      <a:pt x="103" y="85"/>
                    </a:moveTo>
                    <a:cubicBezTo>
                      <a:pt x="98" y="96"/>
                      <a:pt x="92" y="101"/>
                      <a:pt x="86" y="108"/>
                    </a:cubicBezTo>
                    <a:cubicBezTo>
                      <a:pt x="83" y="111"/>
                      <a:pt x="80" y="115"/>
                      <a:pt x="78" y="119"/>
                    </a:cubicBezTo>
                    <a:cubicBezTo>
                      <a:pt x="76" y="123"/>
                      <a:pt x="74" y="128"/>
                      <a:pt x="74" y="135"/>
                    </a:cubicBezTo>
                    <a:cubicBezTo>
                      <a:pt x="74" y="136"/>
                      <a:pt x="73" y="137"/>
                      <a:pt x="72" y="137"/>
                    </a:cubicBezTo>
                    <a:cubicBezTo>
                      <a:pt x="39" y="137"/>
                      <a:pt x="39" y="137"/>
                      <a:pt x="39" y="137"/>
                    </a:cubicBezTo>
                    <a:cubicBezTo>
                      <a:pt x="37" y="136"/>
                      <a:pt x="36" y="135"/>
                      <a:pt x="36" y="134"/>
                    </a:cubicBezTo>
                    <a:cubicBezTo>
                      <a:pt x="36" y="126"/>
                      <a:pt x="34" y="119"/>
                      <a:pt x="31" y="114"/>
                    </a:cubicBezTo>
                    <a:cubicBezTo>
                      <a:pt x="29" y="110"/>
                      <a:pt x="26" y="107"/>
                      <a:pt x="23" y="104"/>
                    </a:cubicBezTo>
                    <a:cubicBezTo>
                      <a:pt x="18" y="99"/>
                      <a:pt x="13" y="94"/>
                      <a:pt x="10" y="87"/>
                    </a:cubicBezTo>
                    <a:cubicBezTo>
                      <a:pt x="6" y="80"/>
                      <a:pt x="4" y="70"/>
                      <a:pt x="4" y="56"/>
                    </a:cubicBezTo>
                    <a:cubicBezTo>
                      <a:pt x="4" y="42"/>
                      <a:pt x="10" y="29"/>
                      <a:pt x="20" y="20"/>
                    </a:cubicBezTo>
                    <a:cubicBezTo>
                      <a:pt x="29" y="11"/>
                      <a:pt x="42" y="5"/>
                      <a:pt x="57" y="5"/>
                    </a:cubicBezTo>
                    <a:cubicBezTo>
                      <a:pt x="71" y="5"/>
                      <a:pt x="84" y="11"/>
                      <a:pt x="93" y="21"/>
                    </a:cubicBezTo>
                    <a:cubicBezTo>
                      <a:pt x="103" y="30"/>
                      <a:pt x="108" y="43"/>
                      <a:pt x="108" y="57"/>
                    </a:cubicBezTo>
                    <a:cubicBezTo>
                      <a:pt x="108" y="70"/>
                      <a:pt x="106" y="79"/>
                      <a:pt x="103" y="85"/>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27" name="Google Shape;2527;p140"/>
              <p:cNvSpPr/>
              <p:nvPr/>
            </p:nvSpPr>
            <p:spPr>
              <a:xfrm>
                <a:off x="2497138" y="3048000"/>
                <a:ext cx="12700" cy="15875"/>
              </a:xfrm>
              <a:custGeom>
                <a:rect b="b" l="l" r="r" t="t"/>
                <a:pathLst>
                  <a:path extrusionOk="0" h="4" w="3">
                    <a:moveTo>
                      <a:pt x="3" y="0"/>
                    </a:moveTo>
                    <a:cubicBezTo>
                      <a:pt x="2" y="0"/>
                      <a:pt x="1" y="0"/>
                      <a:pt x="1" y="0"/>
                    </a:cubicBezTo>
                    <a:cubicBezTo>
                      <a:pt x="1" y="1"/>
                      <a:pt x="0" y="2"/>
                      <a:pt x="0" y="3"/>
                    </a:cubicBezTo>
                    <a:cubicBezTo>
                      <a:pt x="0" y="3"/>
                      <a:pt x="0" y="4"/>
                      <a:pt x="0" y="4"/>
                    </a:cubicBezTo>
                    <a:cubicBezTo>
                      <a:pt x="1" y="4"/>
                      <a:pt x="1" y="4"/>
                      <a:pt x="1" y="4"/>
                    </a:cubicBezTo>
                    <a:cubicBezTo>
                      <a:pt x="1" y="4"/>
                      <a:pt x="2" y="4"/>
                      <a:pt x="2" y="4"/>
                    </a:cubicBezTo>
                    <a:cubicBezTo>
                      <a:pt x="2" y="3"/>
                      <a:pt x="3" y="2"/>
                      <a:pt x="3" y="1"/>
                    </a:cubicBezTo>
                    <a:cubicBezTo>
                      <a:pt x="3" y="1"/>
                      <a:pt x="3" y="0"/>
                      <a:pt x="3" y="0"/>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28" name="Google Shape;2528;p140"/>
              <p:cNvSpPr/>
              <p:nvPr/>
            </p:nvSpPr>
            <p:spPr>
              <a:xfrm>
                <a:off x="2509838" y="2984500"/>
                <a:ext cx="15875" cy="47625"/>
              </a:xfrm>
              <a:custGeom>
                <a:rect b="b" l="l" r="r" t="t"/>
                <a:pathLst>
                  <a:path extrusionOk="0" h="12" w="4">
                    <a:moveTo>
                      <a:pt x="3" y="0"/>
                    </a:moveTo>
                    <a:cubicBezTo>
                      <a:pt x="2" y="0"/>
                      <a:pt x="2" y="0"/>
                      <a:pt x="2" y="1"/>
                    </a:cubicBezTo>
                    <a:cubicBezTo>
                      <a:pt x="2" y="2"/>
                      <a:pt x="1" y="3"/>
                      <a:pt x="1" y="4"/>
                    </a:cubicBezTo>
                    <a:cubicBezTo>
                      <a:pt x="1" y="6"/>
                      <a:pt x="1" y="7"/>
                      <a:pt x="1" y="8"/>
                    </a:cubicBezTo>
                    <a:cubicBezTo>
                      <a:pt x="0" y="9"/>
                      <a:pt x="0" y="10"/>
                      <a:pt x="0" y="11"/>
                    </a:cubicBezTo>
                    <a:cubicBezTo>
                      <a:pt x="0" y="12"/>
                      <a:pt x="0" y="12"/>
                      <a:pt x="1" y="12"/>
                    </a:cubicBezTo>
                    <a:cubicBezTo>
                      <a:pt x="1" y="12"/>
                      <a:pt x="1" y="12"/>
                      <a:pt x="1" y="12"/>
                    </a:cubicBezTo>
                    <a:cubicBezTo>
                      <a:pt x="1" y="12"/>
                      <a:pt x="2" y="12"/>
                      <a:pt x="2" y="12"/>
                    </a:cubicBezTo>
                    <a:cubicBezTo>
                      <a:pt x="2" y="10"/>
                      <a:pt x="3" y="9"/>
                      <a:pt x="3" y="8"/>
                    </a:cubicBezTo>
                    <a:cubicBezTo>
                      <a:pt x="3" y="7"/>
                      <a:pt x="3" y="6"/>
                      <a:pt x="4" y="5"/>
                    </a:cubicBezTo>
                    <a:cubicBezTo>
                      <a:pt x="4" y="4"/>
                      <a:pt x="4" y="2"/>
                      <a:pt x="4" y="1"/>
                    </a:cubicBezTo>
                    <a:cubicBezTo>
                      <a:pt x="4" y="0"/>
                      <a:pt x="4" y="0"/>
                      <a:pt x="3" y="0"/>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29" name="Google Shape;2529;p140"/>
              <p:cNvSpPr/>
              <p:nvPr/>
            </p:nvSpPr>
            <p:spPr>
              <a:xfrm>
                <a:off x="2436813" y="2798763"/>
                <a:ext cx="88900" cy="157163"/>
              </a:xfrm>
              <a:custGeom>
                <a:rect b="b" l="l" r="r" t="t"/>
                <a:pathLst>
                  <a:path extrusionOk="0" h="39" w="22">
                    <a:moveTo>
                      <a:pt x="22" y="29"/>
                    </a:moveTo>
                    <a:cubicBezTo>
                      <a:pt x="21" y="28"/>
                      <a:pt x="21" y="26"/>
                      <a:pt x="21" y="25"/>
                    </a:cubicBezTo>
                    <a:cubicBezTo>
                      <a:pt x="20" y="23"/>
                      <a:pt x="20" y="22"/>
                      <a:pt x="19" y="20"/>
                    </a:cubicBezTo>
                    <a:cubicBezTo>
                      <a:pt x="18" y="19"/>
                      <a:pt x="18" y="18"/>
                      <a:pt x="17" y="16"/>
                    </a:cubicBezTo>
                    <a:cubicBezTo>
                      <a:pt x="16" y="15"/>
                      <a:pt x="16" y="14"/>
                      <a:pt x="15" y="12"/>
                    </a:cubicBezTo>
                    <a:cubicBezTo>
                      <a:pt x="14" y="11"/>
                      <a:pt x="13" y="10"/>
                      <a:pt x="12" y="9"/>
                    </a:cubicBezTo>
                    <a:cubicBezTo>
                      <a:pt x="11" y="8"/>
                      <a:pt x="10" y="7"/>
                      <a:pt x="9" y="6"/>
                    </a:cubicBezTo>
                    <a:cubicBezTo>
                      <a:pt x="8" y="5"/>
                      <a:pt x="7" y="4"/>
                      <a:pt x="6" y="3"/>
                    </a:cubicBezTo>
                    <a:cubicBezTo>
                      <a:pt x="5" y="2"/>
                      <a:pt x="4" y="1"/>
                      <a:pt x="2" y="0"/>
                    </a:cubicBezTo>
                    <a:cubicBezTo>
                      <a:pt x="2" y="0"/>
                      <a:pt x="1" y="0"/>
                      <a:pt x="1" y="0"/>
                    </a:cubicBezTo>
                    <a:cubicBezTo>
                      <a:pt x="0" y="1"/>
                      <a:pt x="1" y="1"/>
                      <a:pt x="1" y="2"/>
                    </a:cubicBezTo>
                    <a:cubicBezTo>
                      <a:pt x="2" y="3"/>
                      <a:pt x="3" y="3"/>
                      <a:pt x="5" y="4"/>
                    </a:cubicBezTo>
                    <a:cubicBezTo>
                      <a:pt x="6" y="5"/>
                      <a:pt x="7" y="6"/>
                      <a:pt x="8" y="7"/>
                    </a:cubicBezTo>
                    <a:cubicBezTo>
                      <a:pt x="9" y="8"/>
                      <a:pt x="10" y="9"/>
                      <a:pt x="10" y="10"/>
                    </a:cubicBezTo>
                    <a:cubicBezTo>
                      <a:pt x="11" y="11"/>
                      <a:pt x="12" y="13"/>
                      <a:pt x="13" y="14"/>
                    </a:cubicBezTo>
                    <a:cubicBezTo>
                      <a:pt x="14" y="15"/>
                      <a:pt x="14" y="16"/>
                      <a:pt x="15" y="17"/>
                    </a:cubicBezTo>
                    <a:cubicBezTo>
                      <a:pt x="16" y="19"/>
                      <a:pt x="16" y="20"/>
                      <a:pt x="17" y="21"/>
                    </a:cubicBezTo>
                    <a:cubicBezTo>
                      <a:pt x="17" y="23"/>
                      <a:pt x="18" y="24"/>
                      <a:pt x="18" y="25"/>
                    </a:cubicBezTo>
                    <a:cubicBezTo>
                      <a:pt x="19" y="27"/>
                      <a:pt x="19" y="28"/>
                      <a:pt x="19" y="29"/>
                    </a:cubicBezTo>
                    <a:cubicBezTo>
                      <a:pt x="20" y="31"/>
                      <a:pt x="20" y="32"/>
                      <a:pt x="20" y="34"/>
                    </a:cubicBezTo>
                    <a:cubicBezTo>
                      <a:pt x="20" y="35"/>
                      <a:pt x="20" y="37"/>
                      <a:pt x="20" y="38"/>
                    </a:cubicBezTo>
                    <a:cubicBezTo>
                      <a:pt x="20" y="39"/>
                      <a:pt x="21" y="39"/>
                      <a:pt x="21" y="39"/>
                    </a:cubicBezTo>
                    <a:cubicBezTo>
                      <a:pt x="22" y="39"/>
                      <a:pt x="22" y="39"/>
                      <a:pt x="22" y="38"/>
                    </a:cubicBezTo>
                    <a:cubicBezTo>
                      <a:pt x="22" y="37"/>
                      <a:pt x="22" y="35"/>
                      <a:pt x="22" y="34"/>
                    </a:cubicBezTo>
                    <a:cubicBezTo>
                      <a:pt x="22" y="32"/>
                      <a:pt x="22" y="31"/>
                      <a:pt x="22" y="29"/>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30" name="Google Shape;2530;p140"/>
              <p:cNvSpPr/>
              <p:nvPr/>
            </p:nvSpPr>
            <p:spPr>
              <a:xfrm>
                <a:off x="2244725" y="2955925"/>
                <a:ext cx="192088" cy="285750"/>
              </a:xfrm>
              <a:custGeom>
                <a:rect b="b" l="l" r="r" t="t"/>
                <a:pathLst>
                  <a:path extrusionOk="0" h="71" w="48">
                    <a:moveTo>
                      <a:pt x="47" y="0"/>
                    </a:moveTo>
                    <a:cubicBezTo>
                      <a:pt x="46" y="0"/>
                      <a:pt x="45" y="1"/>
                      <a:pt x="45" y="1"/>
                    </a:cubicBezTo>
                    <a:cubicBezTo>
                      <a:pt x="44" y="5"/>
                      <a:pt x="44" y="5"/>
                      <a:pt x="44" y="5"/>
                    </a:cubicBezTo>
                    <a:cubicBezTo>
                      <a:pt x="42" y="4"/>
                      <a:pt x="42" y="4"/>
                      <a:pt x="41" y="3"/>
                    </a:cubicBezTo>
                    <a:cubicBezTo>
                      <a:pt x="41" y="2"/>
                      <a:pt x="41" y="2"/>
                      <a:pt x="41" y="2"/>
                    </a:cubicBezTo>
                    <a:cubicBezTo>
                      <a:pt x="40" y="2"/>
                      <a:pt x="40" y="2"/>
                      <a:pt x="40" y="2"/>
                    </a:cubicBezTo>
                    <a:cubicBezTo>
                      <a:pt x="40" y="1"/>
                      <a:pt x="39" y="0"/>
                      <a:pt x="38" y="0"/>
                    </a:cubicBezTo>
                    <a:cubicBezTo>
                      <a:pt x="36" y="0"/>
                      <a:pt x="35" y="1"/>
                      <a:pt x="35" y="2"/>
                    </a:cubicBezTo>
                    <a:cubicBezTo>
                      <a:pt x="35" y="2"/>
                      <a:pt x="35" y="2"/>
                      <a:pt x="34" y="2"/>
                    </a:cubicBezTo>
                    <a:cubicBezTo>
                      <a:pt x="34" y="3"/>
                      <a:pt x="34" y="3"/>
                      <a:pt x="34" y="3"/>
                    </a:cubicBezTo>
                    <a:cubicBezTo>
                      <a:pt x="33" y="4"/>
                      <a:pt x="33" y="4"/>
                      <a:pt x="31" y="4"/>
                    </a:cubicBezTo>
                    <a:cubicBezTo>
                      <a:pt x="29" y="4"/>
                      <a:pt x="28" y="3"/>
                      <a:pt x="27" y="2"/>
                    </a:cubicBezTo>
                    <a:cubicBezTo>
                      <a:pt x="27" y="2"/>
                      <a:pt x="27" y="2"/>
                      <a:pt x="27" y="2"/>
                    </a:cubicBezTo>
                    <a:cubicBezTo>
                      <a:pt x="27" y="1"/>
                      <a:pt x="26" y="0"/>
                      <a:pt x="24" y="0"/>
                    </a:cubicBezTo>
                    <a:cubicBezTo>
                      <a:pt x="23" y="0"/>
                      <a:pt x="22" y="1"/>
                      <a:pt x="21" y="2"/>
                    </a:cubicBezTo>
                    <a:cubicBezTo>
                      <a:pt x="21" y="2"/>
                      <a:pt x="21" y="2"/>
                      <a:pt x="21" y="2"/>
                    </a:cubicBezTo>
                    <a:cubicBezTo>
                      <a:pt x="21" y="2"/>
                      <a:pt x="21" y="2"/>
                      <a:pt x="21" y="2"/>
                    </a:cubicBezTo>
                    <a:cubicBezTo>
                      <a:pt x="20" y="3"/>
                      <a:pt x="19" y="4"/>
                      <a:pt x="17" y="4"/>
                    </a:cubicBezTo>
                    <a:cubicBezTo>
                      <a:pt x="16" y="4"/>
                      <a:pt x="15" y="3"/>
                      <a:pt x="14" y="2"/>
                    </a:cubicBezTo>
                    <a:cubicBezTo>
                      <a:pt x="14" y="2"/>
                      <a:pt x="14" y="2"/>
                      <a:pt x="14" y="2"/>
                    </a:cubicBezTo>
                    <a:cubicBezTo>
                      <a:pt x="13" y="1"/>
                      <a:pt x="13" y="0"/>
                      <a:pt x="11" y="0"/>
                    </a:cubicBezTo>
                    <a:cubicBezTo>
                      <a:pt x="9" y="0"/>
                      <a:pt x="8" y="1"/>
                      <a:pt x="8" y="2"/>
                    </a:cubicBezTo>
                    <a:cubicBezTo>
                      <a:pt x="8" y="2"/>
                      <a:pt x="8" y="2"/>
                      <a:pt x="8" y="2"/>
                    </a:cubicBezTo>
                    <a:cubicBezTo>
                      <a:pt x="7" y="3"/>
                      <a:pt x="6" y="4"/>
                      <a:pt x="4" y="4"/>
                    </a:cubicBezTo>
                    <a:cubicBezTo>
                      <a:pt x="3" y="1"/>
                      <a:pt x="3" y="1"/>
                      <a:pt x="3" y="1"/>
                    </a:cubicBezTo>
                    <a:cubicBezTo>
                      <a:pt x="3" y="0"/>
                      <a:pt x="2" y="0"/>
                      <a:pt x="1" y="0"/>
                    </a:cubicBezTo>
                    <a:cubicBezTo>
                      <a:pt x="0" y="0"/>
                      <a:pt x="0" y="1"/>
                      <a:pt x="0" y="2"/>
                    </a:cubicBezTo>
                    <a:cubicBezTo>
                      <a:pt x="10" y="31"/>
                      <a:pt x="10" y="31"/>
                      <a:pt x="10" y="31"/>
                    </a:cubicBezTo>
                    <a:cubicBezTo>
                      <a:pt x="11" y="33"/>
                      <a:pt x="11" y="36"/>
                      <a:pt x="11" y="37"/>
                    </a:cubicBezTo>
                    <a:cubicBezTo>
                      <a:pt x="12" y="69"/>
                      <a:pt x="12" y="69"/>
                      <a:pt x="12" y="69"/>
                    </a:cubicBezTo>
                    <a:cubicBezTo>
                      <a:pt x="13" y="70"/>
                      <a:pt x="13" y="71"/>
                      <a:pt x="14" y="71"/>
                    </a:cubicBezTo>
                    <a:cubicBezTo>
                      <a:pt x="14" y="71"/>
                      <a:pt x="14" y="71"/>
                      <a:pt x="14" y="71"/>
                    </a:cubicBezTo>
                    <a:cubicBezTo>
                      <a:pt x="15" y="70"/>
                      <a:pt x="16" y="70"/>
                      <a:pt x="16" y="69"/>
                    </a:cubicBezTo>
                    <a:cubicBezTo>
                      <a:pt x="15" y="37"/>
                      <a:pt x="15" y="37"/>
                      <a:pt x="15" y="37"/>
                    </a:cubicBezTo>
                    <a:cubicBezTo>
                      <a:pt x="14" y="35"/>
                      <a:pt x="14" y="32"/>
                      <a:pt x="13" y="30"/>
                    </a:cubicBezTo>
                    <a:cubicBezTo>
                      <a:pt x="5" y="6"/>
                      <a:pt x="5" y="6"/>
                      <a:pt x="5" y="6"/>
                    </a:cubicBezTo>
                    <a:cubicBezTo>
                      <a:pt x="8" y="6"/>
                      <a:pt x="9" y="4"/>
                      <a:pt x="9" y="3"/>
                    </a:cubicBezTo>
                    <a:cubicBezTo>
                      <a:pt x="10" y="3"/>
                      <a:pt x="10" y="3"/>
                      <a:pt x="10" y="3"/>
                    </a:cubicBezTo>
                    <a:cubicBezTo>
                      <a:pt x="10" y="2"/>
                      <a:pt x="10" y="2"/>
                      <a:pt x="11" y="2"/>
                    </a:cubicBezTo>
                    <a:cubicBezTo>
                      <a:pt x="11" y="2"/>
                      <a:pt x="11" y="2"/>
                      <a:pt x="12" y="3"/>
                    </a:cubicBezTo>
                    <a:cubicBezTo>
                      <a:pt x="12" y="3"/>
                      <a:pt x="12" y="3"/>
                      <a:pt x="12" y="3"/>
                    </a:cubicBezTo>
                    <a:cubicBezTo>
                      <a:pt x="13" y="5"/>
                      <a:pt x="14" y="7"/>
                      <a:pt x="17" y="7"/>
                    </a:cubicBezTo>
                    <a:cubicBezTo>
                      <a:pt x="20" y="7"/>
                      <a:pt x="22" y="5"/>
                      <a:pt x="22" y="4"/>
                    </a:cubicBezTo>
                    <a:cubicBezTo>
                      <a:pt x="23" y="4"/>
                      <a:pt x="23" y="4"/>
                      <a:pt x="23" y="4"/>
                    </a:cubicBezTo>
                    <a:cubicBezTo>
                      <a:pt x="23" y="3"/>
                      <a:pt x="23" y="3"/>
                      <a:pt x="23" y="3"/>
                    </a:cubicBezTo>
                    <a:cubicBezTo>
                      <a:pt x="24" y="2"/>
                      <a:pt x="24" y="2"/>
                      <a:pt x="24" y="2"/>
                    </a:cubicBezTo>
                    <a:cubicBezTo>
                      <a:pt x="24" y="2"/>
                      <a:pt x="25" y="2"/>
                      <a:pt x="25" y="3"/>
                    </a:cubicBezTo>
                    <a:cubicBezTo>
                      <a:pt x="25" y="3"/>
                      <a:pt x="25" y="3"/>
                      <a:pt x="25" y="4"/>
                    </a:cubicBezTo>
                    <a:cubicBezTo>
                      <a:pt x="26" y="5"/>
                      <a:pt x="28" y="7"/>
                      <a:pt x="31" y="7"/>
                    </a:cubicBezTo>
                    <a:cubicBezTo>
                      <a:pt x="34" y="7"/>
                      <a:pt x="35" y="5"/>
                      <a:pt x="36" y="4"/>
                    </a:cubicBezTo>
                    <a:cubicBezTo>
                      <a:pt x="36" y="4"/>
                      <a:pt x="36" y="4"/>
                      <a:pt x="36" y="4"/>
                    </a:cubicBezTo>
                    <a:cubicBezTo>
                      <a:pt x="36" y="4"/>
                      <a:pt x="36" y="3"/>
                      <a:pt x="36" y="3"/>
                    </a:cubicBezTo>
                    <a:cubicBezTo>
                      <a:pt x="37" y="3"/>
                      <a:pt x="37" y="2"/>
                      <a:pt x="38" y="2"/>
                    </a:cubicBezTo>
                    <a:cubicBezTo>
                      <a:pt x="38" y="2"/>
                      <a:pt x="38" y="2"/>
                      <a:pt x="38" y="3"/>
                    </a:cubicBezTo>
                    <a:cubicBezTo>
                      <a:pt x="38" y="3"/>
                      <a:pt x="39" y="4"/>
                      <a:pt x="39" y="4"/>
                    </a:cubicBezTo>
                    <a:cubicBezTo>
                      <a:pt x="39" y="4"/>
                      <a:pt x="39" y="4"/>
                      <a:pt x="39" y="4"/>
                    </a:cubicBezTo>
                    <a:cubicBezTo>
                      <a:pt x="40" y="5"/>
                      <a:pt x="41" y="6"/>
                      <a:pt x="43" y="7"/>
                    </a:cubicBezTo>
                    <a:cubicBezTo>
                      <a:pt x="34" y="30"/>
                      <a:pt x="34" y="30"/>
                      <a:pt x="34" y="30"/>
                    </a:cubicBezTo>
                    <a:cubicBezTo>
                      <a:pt x="34" y="32"/>
                      <a:pt x="33" y="35"/>
                      <a:pt x="33" y="37"/>
                    </a:cubicBezTo>
                    <a:cubicBezTo>
                      <a:pt x="31" y="69"/>
                      <a:pt x="31" y="69"/>
                      <a:pt x="31" y="69"/>
                    </a:cubicBezTo>
                    <a:cubicBezTo>
                      <a:pt x="31" y="70"/>
                      <a:pt x="32" y="70"/>
                      <a:pt x="33" y="70"/>
                    </a:cubicBezTo>
                    <a:cubicBezTo>
                      <a:pt x="33" y="70"/>
                      <a:pt x="33" y="70"/>
                      <a:pt x="33" y="70"/>
                    </a:cubicBezTo>
                    <a:cubicBezTo>
                      <a:pt x="34" y="70"/>
                      <a:pt x="34" y="70"/>
                      <a:pt x="34" y="69"/>
                    </a:cubicBezTo>
                    <a:cubicBezTo>
                      <a:pt x="36" y="37"/>
                      <a:pt x="36" y="37"/>
                      <a:pt x="36" y="37"/>
                    </a:cubicBezTo>
                    <a:cubicBezTo>
                      <a:pt x="36" y="36"/>
                      <a:pt x="37" y="33"/>
                      <a:pt x="38" y="31"/>
                    </a:cubicBezTo>
                    <a:cubicBezTo>
                      <a:pt x="48" y="3"/>
                      <a:pt x="48" y="3"/>
                      <a:pt x="48" y="3"/>
                    </a:cubicBezTo>
                    <a:cubicBezTo>
                      <a:pt x="48" y="2"/>
                      <a:pt x="48" y="1"/>
                      <a:pt x="47" y="0"/>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31" name="Google Shape;2531;p140"/>
              <p:cNvSpPr/>
              <p:nvPr/>
            </p:nvSpPr>
            <p:spPr>
              <a:xfrm>
                <a:off x="2279650" y="3313113"/>
                <a:ext cx="96838" cy="7938"/>
              </a:xfrm>
              <a:custGeom>
                <a:rect b="b" l="l" r="r" t="t"/>
                <a:pathLst>
                  <a:path extrusionOk="0" h="2" w="24">
                    <a:moveTo>
                      <a:pt x="1" y="2"/>
                    </a:moveTo>
                    <a:cubicBezTo>
                      <a:pt x="23" y="2"/>
                      <a:pt x="23" y="2"/>
                      <a:pt x="23" y="2"/>
                    </a:cubicBezTo>
                    <a:cubicBezTo>
                      <a:pt x="23" y="2"/>
                      <a:pt x="24" y="1"/>
                      <a:pt x="24" y="1"/>
                    </a:cubicBezTo>
                    <a:cubicBezTo>
                      <a:pt x="24" y="0"/>
                      <a:pt x="23" y="0"/>
                      <a:pt x="23" y="0"/>
                    </a:cubicBezTo>
                    <a:cubicBezTo>
                      <a:pt x="1" y="0"/>
                      <a:pt x="1" y="0"/>
                      <a:pt x="1" y="0"/>
                    </a:cubicBezTo>
                    <a:cubicBezTo>
                      <a:pt x="1" y="0"/>
                      <a:pt x="0" y="0"/>
                      <a:pt x="0" y="1"/>
                    </a:cubicBezTo>
                    <a:cubicBezTo>
                      <a:pt x="0" y="1"/>
                      <a:pt x="1" y="2"/>
                      <a:pt x="1" y="2"/>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32" name="Google Shape;2532;p140"/>
              <p:cNvSpPr/>
              <p:nvPr/>
            </p:nvSpPr>
            <p:spPr>
              <a:xfrm>
                <a:off x="2271713" y="3341688"/>
                <a:ext cx="133350" cy="7938"/>
              </a:xfrm>
              <a:custGeom>
                <a:rect b="b" l="l" r="r" t="t"/>
                <a:pathLst>
                  <a:path extrusionOk="0" h="2" w="33">
                    <a:moveTo>
                      <a:pt x="32" y="0"/>
                    </a:moveTo>
                    <a:cubicBezTo>
                      <a:pt x="1" y="0"/>
                      <a:pt x="1" y="0"/>
                      <a:pt x="1" y="0"/>
                    </a:cubicBezTo>
                    <a:cubicBezTo>
                      <a:pt x="1" y="0"/>
                      <a:pt x="0" y="0"/>
                      <a:pt x="0" y="1"/>
                    </a:cubicBezTo>
                    <a:cubicBezTo>
                      <a:pt x="0" y="1"/>
                      <a:pt x="1" y="2"/>
                      <a:pt x="1" y="2"/>
                    </a:cubicBezTo>
                    <a:cubicBezTo>
                      <a:pt x="31" y="2"/>
                      <a:pt x="31" y="2"/>
                      <a:pt x="31" y="2"/>
                    </a:cubicBezTo>
                    <a:cubicBezTo>
                      <a:pt x="32" y="2"/>
                      <a:pt x="33" y="2"/>
                      <a:pt x="33" y="1"/>
                    </a:cubicBezTo>
                    <a:cubicBezTo>
                      <a:pt x="33" y="1"/>
                      <a:pt x="32" y="0"/>
                      <a:pt x="32" y="0"/>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33" name="Google Shape;2533;p140"/>
              <p:cNvSpPr/>
              <p:nvPr/>
            </p:nvSpPr>
            <p:spPr>
              <a:xfrm>
                <a:off x="2300288" y="3370263"/>
                <a:ext cx="76200" cy="7938"/>
              </a:xfrm>
              <a:custGeom>
                <a:rect b="b" l="l" r="r" t="t"/>
                <a:pathLst>
                  <a:path extrusionOk="0" h="2" w="19">
                    <a:moveTo>
                      <a:pt x="18" y="0"/>
                    </a:moveTo>
                    <a:cubicBezTo>
                      <a:pt x="1" y="0"/>
                      <a:pt x="1" y="0"/>
                      <a:pt x="1" y="0"/>
                    </a:cubicBezTo>
                    <a:cubicBezTo>
                      <a:pt x="0" y="0"/>
                      <a:pt x="0" y="1"/>
                      <a:pt x="0" y="1"/>
                    </a:cubicBezTo>
                    <a:cubicBezTo>
                      <a:pt x="0" y="2"/>
                      <a:pt x="0" y="2"/>
                      <a:pt x="1" y="2"/>
                    </a:cubicBezTo>
                    <a:cubicBezTo>
                      <a:pt x="18" y="2"/>
                      <a:pt x="18" y="2"/>
                      <a:pt x="18" y="2"/>
                    </a:cubicBezTo>
                    <a:cubicBezTo>
                      <a:pt x="18" y="2"/>
                      <a:pt x="19" y="2"/>
                      <a:pt x="19" y="1"/>
                    </a:cubicBezTo>
                    <a:cubicBezTo>
                      <a:pt x="19" y="1"/>
                      <a:pt x="18" y="0"/>
                      <a:pt x="18" y="0"/>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grpSp>
      </p:grpSp>
      <p:grpSp>
        <p:nvGrpSpPr>
          <p:cNvPr id="2534" name="Google Shape;2534;p140"/>
          <p:cNvGrpSpPr/>
          <p:nvPr/>
        </p:nvGrpSpPr>
        <p:grpSpPr>
          <a:xfrm>
            <a:off x="9687374" y="4511520"/>
            <a:ext cx="992475" cy="967060"/>
            <a:chOff x="147782" y="3635086"/>
            <a:chExt cx="1060450" cy="1058863"/>
          </a:xfrm>
        </p:grpSpPr>
        <p:sp>
          <p:nvSpPr>
            <p:cNvPr id="2535" name="Google Shape;2535;p140"/>
            <p:cNvSpPr/>
            <p:nvPr/>
          </p:nvSpPr>
          <p:spPr>
            <a:xfrm>
              <a:off x="147782" y="3635086"/>
              <a:ext cx="1060450" cy="1058863"/>
            </a:xfrm>
            <a:custGeom>
              <a:rect b="b" l="l" r="r" t="t"/>
              <a:pathLst>
                <a:path extrusionOk="0" h="263" w="264">
                  <a:moveTo>
                    <a:pt x="217" y="47"/>
                  </a:moveTo>
                  <a:cubicBezTo>
                    <a:pt x="264" y="94"/>
                    <a:pt x="264" y="170"/>
                    <a:pt x="217" y="217"/>
                  </a:cubicBezTo>
                  <a:cubicBezTo>
                    <a:pt x="170" y="263"/>
                    <a:pt x="94" y="263"/>
                    <a:pt x="47" y="217"/>
                  </a:cubicBezTo>
                  <a:cubicBezTo>
                    <a:pt x="0" y="170"/>
                    <a:pt x="0" y="94"/>
                    <a:pt x="47" y="47"/>
                  </a:cubicBezTo>
                  <a:cubicBezTo>
                    <a:pt x="94" y="0"/>
                    <a:pt x="170" y="0"/>
                    <a:pt x="217" y="47"/>
                  </a:cubicBezTo>
                  <a:close/>
                </a:path>
              </a:pathLst>
            </a:custGeom>
            <a:solidFill>
              <a:srgbClr val="BB1729"/>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grpSp>
          <p:nvGrpSpPr>
            <p:cNvPr id="2536" name="Google Shape;2536;p140"/>
            <p:cNvGrpSpPr/>
            <p:nvPr/>
          </p:nvGrpSpPr>
          <p:grpSpPr>
            <a:xfrm>
              <a:off x="377970" y="3830349"/>
              <a:ext cx="593725" cy="668337"/>
              <a:chOff x="6303963" y="2728913"/>
              <a:chExt cx="593725" cy="668337"/>
            </a:xfrm>
          </p:grpSpPr>
          <p:sp>
            <p:nvSpPr>
              <p:cNvPr id="2537" name="Google Shape;2537;p140"/>
              <p:cNvSpPr/>
              <p:nvPr/>
            </p:nvSpPr>
            <p:spPr>
              <a:xfrm>
                <a:off x="6303963" y="2728913"/>
                <a:ext cx="593725" cy="668337"/>
              </a:xfrm>
              <a:custGeom>
                <a:rect b="b" l="l" r="r" t="t"/>
                <a:pathLst>
                  <a:path extrusionOk="0" h="167" w="149">
                    <a:moveTo>
                      <a:pt x="148" y="38"/>
                    </a:moveTo>
                    <a:cubicBezTo>
                      <a:pt x="148" y="38"/>
                      <a:pt x="148" y="38"/>
                      <a:pt x="148" y="38"/>
                    </a:cubicBezTo>
                    <a:cubicBezTo>
                      <a:pt x="148" y="38"/>
                      <a:pt x="148" y="38"/>
                      <a:pt x="148" y="38"/>
                    </a:cubicBezTo>
                    <a:cubicBezTo>
                      <a:pt x="148" y="37"/>
                      <a:pt x="148" y="37"/>
                      <a:pt x="148" y="37"/>
                    </a:cubicBezTo>
                    <a:cubicBezTo>
                      <a:pt x="148" y="37"/>
                      <a:pt x="148" y="37"/>
                      <a:pt x="148" y="37"/>
                    </a:cubicBezTo>
                    <a:cubicBezTo>
                      <a:pt x="148" y="37"/>
                      <a:pt x="148" y="37"/>
                      <a:pt x="148" y="37"/>
                    </a:cubicBezTo>
                    <a:cubicBezTo>
                      <a:pt x="148" y="37"/>
                      <a:pt x="148" y="37"/>
                      <a:pt x="148" y="37"/>
                    </a:cubicBezTo>
                    <a:cubicBezTo>
                      <a:pt x="147" y="37"/>
                      <a:pt x="147" y="36"/>
                      <a:pt x="147" y="36"/>
                    </a:cubicBezTo>
                    <a:cubicBezTo>
                      <a:pt x="75" y="0"/>
                      <a:pt x="75" y="0"/>
                      <a:pt x="75" y="0"/>
                    </a:cubicBezTo>
                    <a:cubicBezTo>
                      <a:pt x="75" y="0"/>
                      <a:pt x="74" y="0"/>
                      <a:pt x="73" y="0"/>
                    </a:cubicBezTo>
                    <a:cubicBezTo>
                      <a:pt x="1" y="36"/>
                      <a:pt x="1" y="36"/>
                      <a:pt x="1" y="36"/>
                    </a:cubicBezTo>
                    <a:cubicBezTo>
                      <a:pt x="1" y="36"/>
                      <a:pt x="1" y="37"/>
                      <a:pt x="1" y="37"/>
                    </a:cubicBezTo>
                    <a:cubicBezTo>
                      <a:pt x="1" y="37"/>
                      <a:pt x="1" y="37"/>
                      <a:pt x="1" y="37"/>
                    </a:cubicBezTo>
                    <a:cubicBezTo>
                      <a:pt x="1" y="37"/>
                      <a:pt x="1" y="37"/>
                      <a:pt x="0" y="37"/>
                    </a:cubicBezTo>
                    <a:cubicBezTo>
                      <a:pt x="0" y="37"/>
                      <a:pt x="0" y="37"/>
                      <a:pt x="0" y="37"/>
                    </a:cubicBezTo>
                    <a:cubicBezTo>
                      <a:pt x="0" y="37"/>
                      <a:pt x="0" y="37"/>
                      <a:pt x="0" y="38"/>
                    </a:cubicBezTo>
                    <a:cubicBezTo>
                      <a:pt x="0" y="38"/>
                      <a:pt x="0" y="38"/>
                      <a:pt x="0" y="38"/>
                    </a:cubicBezTo>
                    <a:cubicBezTo>
                      <a:pt x="0" y="38"/>
                      <a:pt x="0" y="38"/>
                      <a:pt x="0" y="38"/>
                    </a:cubicBezTo>
                    <a:cubicBezTo>
                      <a:pt x="0" y="38"/>
                      <a:pt x="0" y="38"/>
                      <a:pt x="0" y="38"/>
                    </a:cubicBezTo>
                    <a:cubicBezTo>
                      <a:pt x="0" y="128"/>
                      <a:pt x="0" y="128"/>
                      <a:pt x="0" y="128"/>
                    </a:cubicBezTo>
                    <a:cubicBezTo>
                      <a:pt x="0" y="129"/>
                      <a:pt x="1" y="130"/>
                      <a:pt x="1" y="130"/>
                    </a:cubicBezTo>
                    <a:cubicBezTo>
                      <a:pt x="73" y="166"/>
                      <a:pt x="73" y="166"/>
                      <a:pt x="73" y="166"/>
                    </a:cubicBezTo>
                    <a:cubicBezTo>
                      <a:pt x="73" y="166"/>
                      <a:pt x="73" y="166"/>
                      <a:pt x="73" y="166"/>
                    </a:cubicBezTo>
                    <a:cubicBezTo>
                      <a:pt x="74" y="166"/>
                      <a:pt x="74" y="167"/>
                      <a:pt x="74" y="167"/>
                    </a:cubicBezTo>
                    <a:cubicBezTo>
                      <a:pt x="74" y="167"/>
                      <a:pt x="74" y="167"/>
                      <a:pt x="74" y="167"/>
                    </a:cubicBezTo>
                    <a:cubicBezTo>
                      <a:pt x="74" y="167"/>
                      <a:pt x="74" y="167"/>
                      <a:pt x="74" y="167"/>
                    </a:cubicBezTo>
                    <a:cubicBezTo>
                      <a:pt x="75" y="167"/>
                      <a:pt x="75" y="166"/>
                      <a:pt x="75" y="166"/>
                    </a:cubicBezTo>
                    <a:cubicBezTo>
                      <a:pt x="75" y="166"/>
                      <a:pt x="75" y="166"/>
                      <a:pt x="75" y="166"/>
                    </a:cubicBezTo>
                    <a:cubicBezTo>
                      <a:pt x="147" y="130"/>
                      <a:pt x="147" y="130"/>
                      <a:pt x="147" y="130"/>
                    </a:cubicBezTo>
                    <a:cubicBezTo>
                      <a:pt x="148" y="130"/>
                      <a:pt x="149" y="129"/>
                      <a:pt x="149" y="128"/>
                    </a:cubicBezTo>
                    <a:cubicBezTo>
                      <a:pt x="149" y="38"/>
                      <a:pt x="149" y="38"/>
                      <a:pt x="149" y="38"/>
                    </a:cubicBezTo>
                    <a:cubicBezTo>
                      <a:pt x="149" y="38"/>
                      <a:pt x="148" y="38"/>
                      <a:pt x="148" y="38"/>
                    </a:cubicBezTo>
                    <a:close/>
                    <a:moveTo>
                      <a:pt x="74" y="72"/>
                    </a:moveTo>
                    <a:cubicBezTo>
                      <a:pt x="43" y="56"/>
                      <a:pt x="43" y="56"/>
                      <a:pt x="43" y="56"/>
                    </a:cubicBezTo>
                    <a:cubicBezTo>
                      <a:pt x="110" y="23"/>
                      <a:pt x="110" y="23"/>
                      <a:pt x="110" y="23"/>
                    </a:cubicBezTo>
                    <a:cubicBezTo>
                      <a:pt x="141" y="38"/>
                      <a:pt x="141" y="38"/>
                      <a:pt x="141" y="38"/>
                    </a:cubicBezTo>
                    <a:lnTo>
                      <a:pt x="74" y="72"/>
                    </a:lnTo>
                    <a:close/>
                    <a:moveTo>
                      <a:pt x="74" y="5"/>
                    </a:moveTo>
                    <a:cubicBezTo>
                      <a:pt x="108" y="22"/>
                      <a:pt x="108" y="22"/>
                      <a:pt x="108" y="22"/>
                    </a:cubicBezTo>
                    <a:cubicBezTo>
                      <a:pt x="41" y="55"/>
                      <a:pt x="41" y="55"/>
                      <a:pt x="41" y="55"/>
                    </a:cubicBezTo>
                    <a:cubicBezTo>
                      <a:pt x="8" y="38"/>
                      <a:pt x="8" y="38"/>
                      <a:pt x="8" y="38"/>
                    </a:cubicBezTo>
                    <a:lnTo>
                      <a:pt x="74" y="5"/>
                    </a:lnTo>
                    <a:close/>
                    <a:moveTo>
                      <a:pt x="5" y="42"/>
                    </a:moveTo>
                    <a:cubicBezTo>
                      <a:pt x="72" y="76"/>
                      <a:pt x="72" y="76"/>
                      <a:pt x="72" y="76"/>
                    </a:cubicBezTo>
                    <a:cubicBezTo>
                      <a:pt x="72" y="161"/>
                      <a:pt x="72" y="161"/>
                      <a:pt x="72" y="161"/>
                    </a:cubicBezTo>
                    <a:cubicBezTo>
                      <a:pt x="5" y="127"/>
                      <a:pt x="5" y="127"/>
                      <a:pt x="5" y="127"/>
                    </a:cubicBezTo>
                    <a:lnTo>
                      <a:pt x="5" y="42"/>
                    </a:lnTo>
                    <a:close/>
                    <a:moveTo>
                      <a:pt x="77" y="161"/>
                    </a:moveTo>
                    <a:cubicBezTo>
                      <a:pt x="77" y="76"/>
                      <a:pt x="77" y="76"/>
                      <a:pt x="77" y="76"/>
                    </a:cubicBezTo>
                    <a:cubicBezTo>
                      <a:pt x="144" y="42"/>
                      <a:pt x="144" y="42"/>
                      <a:pt x="144" y="42"/>
                    </a:cubicBezTo>
                    <a:cubicBezTo>
                      <a:pt x="144" y="127"/>
                      <a:pt x="144" y="127"/>
                      <a:pt x="144" y="127"/>
                    </a:cubicBezTo>
                    <a:lnTo>
                      <a:pt x="77" y="161"/>
                    </a:ln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38" name="Google Shape;2538;p140"/>
              <p:cNvSpPr/>
              <p:nvPr/>
            </p:nvSpPr>
            <p:spPr>
              <a:xfrm>
                <a:off x="6757988" y="3152775"/>
                <a:ext cx="107950" cy="128587"/>
              </a:xfrm>
              <a:custGeom>
                <a:rect b="b" l="l" r="r" t="t"/>
                <a:pathLst>
                  <a:path extrusionOk="0" h="32" w="27">
                    <a:moveTo>
                      <a:pt x="26" y="0"/>
                    </a:moveTo>
                    <a:cubicBezTo>
                      <a:pt x="25" y="0"/>
                      <a:pt x="25" y="0"/>
                      <a:pt x="25" y="1"/>
                    </a:cubicBezTo>
                    <a:cubicBezTo>
                      <a:pt x="25" y="17"/>
                      <a:pt x="25" y="17"/>
                      <a:pt x="25" y="17"/>
                    </a:cubicBezTo>
                    <a:cubicBezTo>
                      <a:pt x="0" y="29"/>
                      <a:pt x="0" y="29"/>
                      <a:pt x="0" y="29"/>
                    </a:cubicBezTo>
                    <a:cubicBezTo>
                      <a:pt x="0" y="30"/>
                      <a:pt x="0" y="30"/>
                      <a:pt x="0" y="31"/>
                    </a:cubicBezTo>
                    <a:cubicBezTo>
                      <a:pt x="0" y="31"/>
                      <a:pt x="0" y="32"/>
                      <a:pt x="1" y="32"/>
                    </a:cubicBezTo>
                    <a:cubicBezTo>
                      <a:pt x="1" y="31"/>
                      <a:pt x="1" y="31"/>
                      <a:pt x="1" y="31"/>
                    </a:cubicBezTo>
                    <a:cubicBezTo>
                      <a:pt x="26" y="19"/>
                      <a:pt x="26" y="19"/>
                      <a:pt x="26" y="19"/>
                    </a:cubicBezTo>
                    <a:cubicBezTo>
                      <a:pt x="27" y="19"/>
                      <a:pt x="27" y="18"/>
                      <a:pt x="27" y="18"/>
                    </a:cubicBezTo>
                    <a:cubicBezTo>
                      <a:pt x="27" y="1"/>
                      <a:pt x="27" y="1"/>
                      <a:pt x="27" y="1"/>
                    </a:cubicBezTo>
                    <a:cubicBezTo>
                      <a:pt x="27" y="0"/>
                      <a:pt x="26" y="0"/>
                      <a:pt x="26" y="0"/>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39" name="Google Shape;2539;p140"/>
              <p:cNvSpPr/>
              <p:nvPr/>
            </p:nvSpPr>
            <p:spPr>
              <a:xfrm>
                <a:off x="6348413" y="3017838"/>
                <a:ext cx="219075" cy="284162"/>
              </a:xfrm>
              <a:custGeom>
                <a:rect b="b" l="l" r="r" t="t"/>
                <a:pathLst>
                  <a:path extrusionOk="0" h="71" w="55">
                    <a:moveTo>
                      <a:pt x="51" y="59"/>
                    </a:moveTo>
                    <a:cubicBezTo>
                      <a:pt x="51" y="46"/>
                      <a:pt x="51" y="46"/>
                      <a:pt x="51" y="46"/>
                    </a:cubicBezTo>
                    <a:cubicBezTo>
                      <a:pt x="53" y="47"/>
                      <a:pt x="55" y="45"/>
                      <a:pt x="55" y="43"/>
                    </a:cubicBezTo>
                    <a:cubicBezTo>
                      <a:pt x="55" y="40"/>
                      <a:pt x="53" y="36"/>
                      <a:pt x="50" y="35"/>
                    </a:cubicBezTo>
                    <a:cubicBezTo>
                      <a:pt x="47" y="34"/>
                      <a:pt x="45" y="35"/>
                      <a:pt x="45" y="37"/>
                    </a:cubicBezTo>
                    <a:cubicBezTo>
                      <a:pt x="33" y="31"/>
                      <a:pt x="33" y="31"/>
                      <a:pt x="33" y="31"/>
                    </a:cubicBezTo>
                    <a:cubicBezTo>
                      <a:pt x="33" y="29"/>
                      <a:pt x="31" y="27"/>
                      <a:pt x="29" y="25"/>
                    </a:cubicBezTo>
                    <a:cubicBezTo>
                      <a:pt x="29" y="12"/>
                      <a:pt x="29" y="12"/>
                      <a:pt x="29" y="12"/>
                    </a:cubicBezTo>
                    <a:cubicBezTo>
                      <a:pt x="32" y="13"/>
                      <a:pt x="33" y="12"/>
                      <a:pt x="33" y="9"/>
                    </a:cubicBezTo>
                    <a:cubicBezTo>
                      <a:pt x="33" y="6"/>
                      <a:pt x="31" y="3"/>
                      <a:pt x="28" y="1"/>
                    </a:cubicBezTo>
                    <a:cubicBezTo>
                      <a:pt x="25" y="0"/>
                      <a:pt x="23" y="1"/>
                      <a:pt x="23" y="4"/>
                    </a:cubicBezTo>
                    <a:cubicBezTo>
                      <a:pt x="23" y="7"/>
                      <a:pt x="25" y="10"/>
                      <a:pt x="27" y="11"/>
                    </a:cubicBezTo>
                    <a:cubicBezTo>
                      <a:pt x="27" y="24"/>
                      <a:pt x="27" y="24"/>
                      <a:pt x="27" y="24"/>
                    </a:cubicBezTo>
                    <a:cubicBezTo>
                      <a:pt x="25" y="24"/>
                      <a:pt x="23" y="25"/>
                      <a:pt x="23" y="27"/>
                    </a:cubicBezTo>
                    <a:cubicBezTo>
                      <a:pt x="11" y="21"/>
                      <a:pt x="11" y="21"/>
                      <a:pt x="11" y="21"/>
                    </a:cubicBezTo>
                    <a:cubicBezTo>
                      <a:pt x="10" y="18"/>
                      <a:pt x="8" y="16"/>
                      <a:pt x="6" y="14"/>
                    </a:cubicBezTo>
                    <a:cubicBezTo>
                      <a:pt x="3" y="13"/>
                      <a:pt x="0" y="14"/>
                      <a:pt x="0" y="17"/>
                    </a:cubicBezTo>
                    <a:cubicBezTo>
                      <a:pt x="0" y="20"/>
                      <a:pt x="2" y="23"/>
                      <a:pt x="5" y="24"/>
                    </a:cubicBezTo>
                    <a:cubicBezTo>
                      <a:pt x="5" y="38"/>
                      <a:pt x="5" y="38"/>
                      <a:pt x="5" y="38"/>
                    </a:cubicBezTo>
                    <a:cubicBezTo>
                      <a:pt x="2" y="37"/>
                      <a:pt x="0" y="38"/>
                      <a:pt x="0" y="41"/>
                    </a:cubicBezTo>
                    <a:cubicBezTo>
                      <a:pt x="0" y="44"/>
                      <a:pt x="3" y="47"/>
                      <a:pt x="6" y="49"/>
                    </a:cubicBezTo>
                    <a:cubicBezTo>
                      <a:pt x="9" y="50"/>
                      <a:pt x="11" y="49"/>
                      <a:pt x="11" y="46"/>
                    </a:cubicBezTo>
                    <a:cubicBezTo>
                      <a:pt x="11" y="43"/>
                      <a:pt x="9" y="40"/>
                      <a:pt x="7" y="39"/>
                    </a:cubicBezTo>
                    <a:cubicBezTo>
                      <a:pt x="7" y="25"/>
                      <a:pt x="7" y="25"/>
                      <a:pt x="7" y="25"/>
                    </a:cubicBezTo>
                    <a:cubicBezTo>
                      <a:pt x="9" y="26"/>
                      <a:pt x="10" y="25"/>
                      <a:pt x="11" y="23"/>
                    </a:cubicBezTo>
                    <a:cubicBezTo>
                      <a:pt x="23" y="29"/>
                      <a:pt x="23" y="29"/>
                      <a:pt x="23" y="29"/>
                    </a:cubicBezTo>
                    <a:cubicBezTo>
                      <a:pt x="23" y="31"/>
                      <a:pt x="25" y="33"/>
                      <a:pt x="27" y="35"/>
                    </a:cubicBezTo>
                    <a:cubicBezTo>
                      <a:pt x="27" y="48"/>
                      <a:pt x="27" y="48"/>
                      <a:pt x="27" y="48"/>
                    </a:cubicBezTo>
                    <a:cubicBezTo>
                      <a:pt x="25" y="48"/>
                      <a:pt x="23" y="49"/>
                      <a:pt x="23" y="51"/>
                    </a:cubicBezTo>
                    <a:cubicBezTo>
                      <a:pt x="23" y="54"/>
                      <a:pt x="25" y="58"/>
                      <a:pt x="28" y="59"/>
                    </a:cubicBezTo>
                    <a:cubicBezTo>
                      <a:pt x="31" y="61"/>
                      <a:pt x="33" y="59"/>
                      <a:pt x="33" y="56"/>
                    </a:cubicBezTo>
                    <a:cubicBezTo>
                      <a:pt x="33" y="54"/>
                      <a:pt x="32" y="51"/>
                      <a:pt x="29" y="49"/>
                    </a:cubicBezTo>
                    <a:cubicBezTo>
                      <a:pt x="29" y="36"/>
                      <a:pt x="29" y="36"/>
                      <a:pt x="29" y="36"/>
                    </a:cubicBezTo>
                    <a:cubicBezTo>
                      <a:pt x="31" y="36"/>
                      <a:pt x="33" y="35"/>
                      <a:pt x="33" y="34"/>
                    </a:cubicBezTo>
                    <a:cubicBezTo>
                      <a:pt x="45" y="39"/>
                      <a:pt x="45" y="39"/>
                      <a:pt x="45" y="39"/>
                    </a:cubicBezTo>
                    <a:cubicBezTo>
                      <a:pt x="45" y="41"/>
                      <a:pt x="47" y="44"/>
                      <a:pt x="49" y="45"/>
                    </a:cubicBezTo>
                    <a:cubicBezTo>
                      <a:pt x="49" y="58"/>
                      <a:pt x="49" y="58"/>
                      <a:pt x="49" y="58"/>
                    </a:cubicBezTo>
                    <a:cubicBezTo>
                      <a:pt x="46" y="58"/>
                      <a:pt x="44" y="59"/>
                      <a:pt x="44" y="62"/>
                    </a:cubicBezTo>
                    <a:cubicBezTo>
                      <a:pt x="44" y="65"/>
                      <a:pt x="47" y="68"/>
                      <a:pt x="50" y="69"/>
                    </a:cubicBezTo>
                    <a:cubicBezTo>
                      <a:pt x="53" y="71"/>
                      <a:pt x="55" y="69"/>
                      <a:pt x="55" y="67"/>
                    </a:cubicBezTo>
                    <a:cubicBezTo>
                      <a:pt x="55" y="64"/>
                      <a:pt x="53" y="61"/>
                      <a:pt x="51" y="59"/>
                    </a:cubicBezTo>
                    <a:close/>
                    <a:moveTo>
                      <a:pt x="9" y="45"/>
                    </a:moveTo>
                    <a:cubicBezTo>
                      <a:pt x="9" y="47"/>
                      <a:pt x="7" y="47"/>
                      <a:pt x="6" y="47"/>
                    </a:cubicBezTo>
                    <a:cubicBezTo>
                      <a:pt x="4" y="46"/>
                      <a:pt x="3" y="44"/>
                      <a:pt x="3" y="42"/>
                    </a:cubicBezTo>
                    <a:cubicBezTo>
                      <a:pt x="3" y="40"/>
                      <a:pt x="4" y="40"/>
                      <a:pt x="6" y="40"/>
                    </a:cubicBezTo>
                    <a:cubicBezTo>
                      <a:pt x="7" y="41"/>
                      <a:pt x="9" y="43"/>
                      <a:pt x="9" y="45"/>
                    </a:cubicBezTo>
                    <a:close/>
                    <a:moveTo>
                      <a:pt x="6" y="23"/>
                    </a:moveTo>
                    <a:cubicBezTo>
                      <a:pt x="4" y="22"/>
                      <a:pt x="3" y="20"/>
                      <a:pt x="3" y="18"/>
                    </a:cubicBezTo>
                    <a:cubicBezTo>
                      <a:pt x="3" y="17"/>
                      <a:pt x="4" y="16"/>
                      <a:pt x="6" y="17"/>
                    </a:cubicBezTo>
                    <a:cubicBezTo>
                      <a:pt x="7" y="17"/>
                      <a:pt x="9" y="19"/>
                      <a:pt x="9" y="21"/>
                    </a:cubicBezTo>
                    <a:cubicBezTo>
                      <a:pt x="9" y="23"/>
                      <a:pt x="7" y="24"/>
                      <a:pt x="6" y="23"/>
                    </a:cubicBezTo>
                    <a:close/>
                    <a:moveTo>
                      <a:pt x="25" y="5"/>
                    </a:moveTo>
                    <a:cubicBezTo>
                      <a:pt x="25" y="3"/>
                      <a:pt x="26" y="3"/>
                      <a:pt x="28" y="4"/>
                    </a:cubicBezTo>
                    <a:cubicBezTo>
                      <a:pt x="30" y="4"/>
                      <a:pt x="31" y="6"/>
                      <a:pt x="31" y="8"/>
                    </a:cubicBezTo>
                    <a:cubicBezTo>
                      <a:pt x="31" y="10"/>
                      <a:pt x="30" y="11"/>
                      <a:pt x="28" y="10"/>
                    </a:cubicBezTo>
                    <a:cubicBezTo>
                      <a:pt x="26" y="9"/>
                      <a:pt x="25" y="7"/>
                      <a:pt x="25" y="5"/>
                    </a:cubicBezTo>
                    <a:close/>
                    <a:moveTo>
                      <a:pt x="31" y="55"/>
                    </a:moveTo>
                    <a:cubicBezTo>
                      <a:pt x="31" y="57"/>
                      <a:pt x="30" y="58"/>
                      <a:pt x="28" y="57"/>
                    </a:cubicBezTo>
                    <a:cubicBezTo>
                      <a:pt x="26" y="56"/>
                      <a:pt x="25" y="54"/>
                      <a:pt x="25" y="52"/>
                    </a:cubicBezTo>
                    <a:cubicBezTo>
                      <a:pt x="25" y="51"/>
                      <a:pt x="26" y="50"/>
                      <a:pt x="28" y="51"/>
                    </a:cubicBezTo>
                    <a:cubicBezTo>
                      <a:pt x="30" y="52"/>
                      <a:pt x="31" y="54"/>
                      <a:pt x="31" y="55"/>
                    </a:cubicBezTo>
                    <a:close/>
                    <a:moveTo>
                      <a:pt x="28" y="33"/>
                    </a:moveTo>
                    <a:cubicBezTo>
                      <a:pt x="26" y="32"/>
                      <a:pt x="25" y="30"/>
                      <a:pt x="25" y="29"/>
                    </a:cubicBezTo>
                    <a:cubicBezTo>
                      <a:pt x="25" y="27"/>
                      <a:pt x="26" y="26"/>
                      <a:pt x="28" y="27"/>
                    </a:cubicBezTo>
                    <a:cubicBezTo>
                      <a:pt x="30" y="28"/>
                      <a:pt x="31" y="30"/>
                      <a:pt x="31" y="32"/>
                    </a:cubicBezTo>
                    <a:cubicBezTo>
                      <a:pt x="31" y="33"/>
                      <a:pt x="30" y="34"/>
                      <a:pt x="28" y="33"/>
                    </a:cubicBezTo>
                    <a:close/>
                    <a:moveTo>
                      <a:pt x="47" y="39"/>
                    </a:moveTo>
                    <a:cubicBezTo>
                      <a:pt x="47" y="37"/>
                      <a:pt x="48" y="36"/>
                      <a:pt x="50" y="37"/>
                    </a:cubicBezTo>
                    <a:cubicBezTo>
                      <a:pt x="52" y="38"/>
                      <a:pt x="53" y="40"/>
                      <a:pt x="53" y="42"/>
                    </a:cubicBezTo>
                    <a:cubicBezTo>
                      <a:pt x="53" y="43"/>
                      <a:pt x="52" y="44"/>
                      <a:pt x="50" y="43"/>
                    </a:cubicBezTo>
                    <a:cubicBezTo>
                      <a:pt x="48" y="43"/>
                      <a:pt x="47" y="41"/>
                      <a:pt x="47" y="39"/>
                    </a:cubicBezTo>
                    <a:close/>
                    <a:moveTo>
                      <a:pt x="50" y="67"/>
                    </a:moveTo>
                    <a:cubicBezTo>
                      <a:pt x="48" y="66"/>
                      <a:pt x="47" y="64"/>
                      <a:pt x="47" y="63"/>
                    </a:cubicBezTo>
                    <a:cubicBezTo>
                      <a:pt x="47" y="61"/>
                      <a:pt x="48" y="60"/>
                      <a:pt x="50" y="61"/>
                    </a:cubicBezTo>
                    <a:cubicBezTo>
                      <a:pt x="52" y="62"/>
                      <a:pt x="53" y="64"/>
                      <a:pt x="53" y="66"/>
                    </a:cubicBezTo>
                    <a:cubicBezTo>
                      <a:pt x="53" y="67"/>
                      <a:pt x="52" y="68"/>
                      <a:pt x="50" y="67"/>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grpSp>
      </p:grpSp>
      <p:sp>
        <p:nvSpPr>
          <p:cNvPr id="2540" name="Google Shape;2540;p140"/>
          <p:cNvSpPr/>
          <p:nvPr/>
        </p:nvSpPr>
        <p:spPr>
          <a:xfrm>
            <a:off x="1789067" y="5413204"/>
            <a:ext cx="8516863" cy="674767"/>
          </a:xfrm>
          <a:custGeom>
            <a:rect b="b" l="l" r="r" t="t"/>
            <a:pathLst>
              <a:path extrusionOk="0" h="270" w="2195">
                <a:moveTo>
                  <a:pt x="2195" y="66"/>
                </a:moveTo>
                <a:cubicBezTo>
                  <a:pt x="2174" y="20"/>
                  <a:pt x="2174" y="20"/>
                  <a:pt x="2174" y="20"/>
                </a:cubicBezTo>
                <a:cubicBezTo>
                  <a:pt x="2174" y="19"/>
                  <a:pt x="2173" y="19"/>
                  <a:pt x="2172" y="19"/>
                </a:cubicBezTo>
                <a:cubicBezTo>
                  <a:pt x="2172" y="19"/>
                  <a:pt x="2172" y="19"/>
                  <a:pt x="2172" y="19"/>
                </a:cubicBezTo>
                <a:cubicBezTo>
                  <a:pt x="2171" y="19"/>
                  <a:pt x="2170" y="19"/>
                  <a:pt x="2170" y="20"/>
                </a:cubicBezTo>
                <a:cubicBezTo>
                  <a:pt x="2149" y="66"/>
                  <a:pt x="2149" y="66"/>
                  <a:pt x="2149" y="66"/>
                </a:cubicBezTo>
                <a:cubicBezTo>
                  <a:pt x="2148" y="66"/>
                  <a:pt x="2148" y="67"/>
                  <a:pt x="2149" y="68"/>
                </a:cubicBezTo>
                <a:cubicBezTo>
                  <a:pt x="2149" y="69"/>
                  <a:pt x="2150" y="69"/>
                  <a:pt x="2151" y="69"/>
                </a:cubicBezTo>
                <a:cubicBezTo>
                  <a:pt x="2168" y="69"/>
                  <a:pt x="2168" y="69"/>
                  <a:pt x="2168" y="69"/>
                </a:cubicBezTo>
                <a:cubicBezTo>
                  <a:pt x="2168" y="262"/>
                  <a:pt x="2168" y="262"/>
                  <a:pt x="2168" y="262"/>
                </a:cubicBezTo>
                <a:cubicBezTo>
                  <a:pt x="8" y="262"/>
                  <a:pt x="8" y="262"/>
                  <a:pt x="8" y="262"/>
                </a:cubicBezTo>
                <a:cubicBezTo>
                  <a:pt x="8" y="4"/>
                  <a:pt x="8" y="4"/>
                  <a:pt x="8" y="4"/>
                </a:cubicBezTo>
                <a:cubicBezTo>
                  <a:pt x="8" y="2"/>
                  <a:pt x="6" y="0"/>
                  <a:pt x="4" y="0"/>
                </a:cubicBezTo>
                <a:cubicBezTo>
                  <a:pt x="2" y="0"/>
                  <a:pt x="0" y="2"/>
                  <a:pt x="0" y="4"/>
                </a:cubicBezTo>
                <a:cubicBezTo>
                  <a:pt x="0" y="270"/>
                  <a:pt x="0" y="270"/>
                  <a:pt x="0" y="270"/>
                </a:cubicBezTo>
                <a:cubicBezTo>
                  <a:pt x="2176" y="270"/>
                  <a:pt x="2176" y="270"/>
                  <a:pt x="2176" y="270"/>
                </a:cubicBezTo>
                <a:cubicBezTo>
                  <a:pt x="2176" y="69"/>
                  <a:pt x="2176" y="69"/>
                  <a:pt x="2176" y="69"/>
                </a:cubicBezTo>
                <a:cubicBezTo>
                  <a:pt x="2193" y="69"/>
                  <a:pt x="2193" y="69"/>
                  <a:pt x="2193" y="69"/>
                </a:cubicBezTo>
                <a:cubicBezTo>
                  <a:pt x="2194" y="69"/>
                  <a:pt x="2194" y="69"/>
                  <a:pt x="2195" y="68"/>
                </a:cubicBezTo>
                <a:cubicBezTo>
                  <a:pt x="2195" y="67"/>
                  <a:pt x="2195" y="66"/>
                  <a:pt x="2195" y="66"/>
                </a:cubicBezTo>
                <a:close/>
              </a:path>
            </a:pathLst>
          </a:custGeom>
          <a:solidFill>
            <a:srgbClr val="BB1729"/>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grpSp>
        <p:nvGrpSpPr>
          <p:cNvPr id="2541" name="Google Shape;2541;p140"/>
          <p:cNvGrpSpPr/>
          <p:nvPr/>
        </p:nvGrpSpPr>
        <p:grpSpPr>
          <a:xfrm>
            <a:off x="2637837" y="5251997"/>
            <a:ext cx="407348" cy="604666"/>
            <a:chOff x="2624138" y="6769101"/>
            <a:chExt cx="633413" cy="963611"/>
          </a:xfrm>
        </p:grpSpPr>
        <p:sp>
          <p:nvSpPr>
            <p:cNvPr id="2542" name="Google Shape;2542;p140"/>
            <p:cNvSpPr/>
            <p:nvPr/>
          </p:nvSpPr>
          <p:spPr>
            <a:xfrm>
              <a:off x="2927350" y="7224713"/>
              <a:ext cx="27000" cy="333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43" name="Google Shape;2543;p140"/>
            <p:cNvSpPr/>
            <p:nvPr/>
          </p:nvSpPr>
          <p:spPr>
            <a:xfrm>
              <a:off x="2874963" y="7212013"/>
              <a:ext cx="28500" cy="270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44" name="Google Shape;2544;p140"/>
            <p:cNvSpPr/>
            <p:nvPr/>
          </p:nvSpPr>
          <p:spPr>
            <a:xfrm>
              <a:off x="2973388" y="7212013"/>
              <a:ext cx="28500" cy="270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45" name="Google Shape;2545;p140"/>
            <p:cNvSpPr/>
            <p:nvPr/>
          </p:nvSpPr>
          <p:spPr>
            <a:xfrm>
              <a:off x="3001963" y="7173913"/>
              <a:ext cx="27000" cy="285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46" name="Google Shape;2546;p140"/>
            <p:cNvSpPr/>
            <p:nvPr/>
          </p:nvSpPr>
          <p:spPr>
            <a:xfrm>
              <a:off x="3019425" y="7132638"/>
              <a:ext cx="28500" cy="270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47" name="Google Shape;2547;p140"/>
            <p:cNvSpPr/>
            <p:nvPr/>
          </p:nvSpPr>
          <p:spPr>
            <a:xfrm>
              <a:off x="2847975" y="7173913"/>
              <a:ext cx="27000" cy="285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48" name="Google Shape;2548;p140"/>
            <p:cNvSpPr/>
            <p:nvPr/>
          </p:nvSpPr>
          <p:spPr>
            <a:xfrm>
              <a:off x="2833688" y="7132638"/>
              <a:ext cx="28500" cy="270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49" name="Google Shape;2549;p140"/>
            <p:cNvSpPr/>
            <p:nvPr/>
          </p:nvSpPr>
          <p:spPr>
            <a:xfrm>
              <a:off x="2792413" y="6769101"/>
              <a:ext cx="296863" cy="298450"/>
            </a:xfrm>
            <a:custGeom>
              <a:rect b="b" l="l" r="r" t="t"/>
              <a:pathLst>
                <a:path extrusionOk="0" h="64" w="64">
                  <a:moveTo>
                    <a:pt x="32" y="64"/>
                  </a:moveTo>
                  <a:cubicBezTo>
                    <a:pt x="14" y="64"/>
                    <a:pt x="0" y="50"/>
                    <a:pt x="0" y="32"/>
                  </a:cubicBezTo>
                  <a:cubicBezTo>
                    <a:pt x="0" y="15"/>
                    <a:pt x="14" y="0"/>
                    <a:pt x="32" y="0"/>
                  </a:cubicBezTo>
                  <a:cubicBezTo>
                    <a:pt x="49" y="0"/>
                    <a:pt x="64" y="15"/>
                    <a:pt x="64" y="32"/>
                  </a:cubicBezTo>
                  <a:cubicBezTo>
                    <a:pt x="64" y="50"/>
                    <a:pt x="49" y="64"/>
                    <a:pt x="32" y="64"/>
                  </a:cubicBezTo>
                  <a:close/>
                  <a:moveTo>
                    <a:pt x="32" y="5"/>
                  </a:moveTo>
                  <a:cubicBezTo>
                    <a:pt x="17" y="5"/>
                    <a:pt x="4" y="17"/>
                    <a:pt x="4" y="32"/>
                  </a:cubicBezTo>
                  <a:cubicBezTo>
                    <a:pt x="4" y="48"/>
                    <a:pt x="17" y="60"/>
                    <a:pt x="32" y="60"/>
                  </a:cubicBezTo>
                  <a:cubicBezTo>
                    <a:pt x="47" y="60"/>
                    <a:pt x="59" y="48"/>
                    <a:pt x="59" y="32"/>
                  </a:cubicBezTo>
                  <a:cubicBezTo>
                    <a:pt x="59" y="17"/>
                    <a:pt x="47" y="5"/>
                    <a:pt x="32" y="5"/>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50" name="Google Shape;2550;p140"/>
            <p:cNvSpPr/>
            <p:nvPr/>
          </p:nvSpPr>
          <p:spPr>
            <a:xfrm>
              <a:off x="2735263" y="7313613"/>
              <a:ext cx="19050" cy="368300"/>
            </a:xfrm>
            <a:custGeom>
              <a:rect b="b" l="l" r="r" t="t"/>
              <a:pathLst>
                <a:path extrusionOk="0" h="79" w="4">
                  <a:moveTo>
                    <a:pt x="2" y="79"/>
                  </a:moveTo>
                  <a:cubicBezTo>
                    <a:pt x="1" y="79"/>
                    <a:pt x="0" y="78"/>
                    <a:pt x="0" y="77"/>
                  </a:cubicBezTo>
                  <a:cubicBezTo>
                    <a:pt x="0" y="2"/>
                    <a:pt x="0" y="2"/>
                    <a:pt x="0" y="2"/>
                  </a:cubicBezTo>
                  <a:cubicBezTo>
                    <a:pt x="0" y="1"/>
                    <a:pt x="1" y="0"/>
                    <a:pt x="2" y="0"/>
                  </a:cubicBezTo>
                  <a:cubicBezTo>
                    <a:pt x="3" y="0"/>
                    <a:pt x="4" y="1"/>
                    <a:pt x="4" y="2"/>
                  </a:cubicBezTo>
                  <a:cubicBezTo>
                    <a:pt x="4" y="77"/>
                    <a:pt x="4" y="77"/>
                    <a:pt x="4" y="77"/>
                  </a:cubicBezTo>
                  <a:cubicBezTo>
                    <a:pt x="4" y="78"/>
                    <a:pt x="3" y="79"/>
                    <a:pt x="2" y="79"/>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51" name="Google Shape;2551;p140"/>
            <p:cNvSpPr/>
            <p:nvPr/>
          </p:nvSpPr>
          <p:spPr>
            <a:xfrm>
              <a:off x="3122613" y="7313613"/>
              <a:ext cx="19050" cy="377825"/>
            </a:xfrm>
            <a:custGeom>
              <a:rect b="b" l="l" r="r" t="t"/>
              <a:pathLst>
                <a:path extrusionOk="0" h="81" w="4">
                  <a:moveTo>
                    <a:pt x="2" y="81"/>
                  </a:moveTo>
                  <a:cubicBezTo>
                    <a:pt x="1" y="81"/>
                    <a:pt x="0" y="80"/>
                    <a:pt x="0" y="79"/>
                  </a:cubicBezTo>
                  <a:cubicBezTo>
                    <a:pt x="0" y="2"/>
                    <a:pt x="0" y="2"/>
                    <a:pt x="0" y="2"/>
                  </a:cubicBezTo>
                  <a:cubicBezTo>
                    <a:pt x="0" y="1"/>
                    <a:pt x="1" y="0"/>
                    <a:pt x="2" y="0"/>
                  </a:cubicBezTo>
                  <a:cubicBezTo>
                    <a:pt x="3" y="0"/>
                    <a:pt x="4" y="1"/>
                    <a:pt x="4" y="2"/>
                  </a:cubicBezTo>
                  <a:cubicBezTo>
                    <a:pt x="4" y="79"/>
                    <a:pt x="4" y="79"/>
                    <a:pt x="4" y="79"/>
                  </a:cubicBezTo>
                  <a:cubicBezTo>
                    <a:pt x="4" y="80"/>
                    <a:pt x="3" y="81"/>
                    <a:pt x="2" y="81"/>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52" name="Google Shape;2552;p140"/>
            <p:cNvSpPr/>
            <p:nvPr/>
          </p:nvSpPr>
          <p:spPr>
            <a:xfrm>
              <a:off x="2624138" y="7099300"/>
              <a:ext cx="633413" cy="633412"/>
            </a:xfrm>
            <a:custGeom>
              <a:rect b="b" l="l" r="r" t="t"/>
              <a:pathLst>
                <a:path extrusionOk="0" h="136" w="136">
                  <a:moveTo>
                    <a:pt x="68" y="136"/>
                  </a:moveTo>
                  <a:cubicBezTo>
                    <a:pt x="35" y="136"/>
                    <a:pt x="26" y="128"/>
                    <a:pt x="24" y="126"/>
                  </a:cubicBezTo>
                  <a:cubicBezTo>
                    <a:pt x="23" y="125"/>
                    <a:pt x="23" y="125"/>
                    <a:pt x="23" y="124"/>
                  </a:cubicBezTo>
                  <a:cubicBezTo>
                    <a:pt x="23" y="111"/>
                    <a:pt x="23" y="111"/>
                    <a:pt x="23" y="111"/>
                  </a:cubicBezTo>
                  <a:cubicBezTo>
                    <a:pt x="21" y="110"/>
                    <a:pt x="21" y="110"/>
                    <a:pt x="21" y="110"/>
                  </a:cubicBezTo>
                  <a:cubicBezTo>
                    <a:pt x="10" y="102"/>
                    <a:pt x="0" y="94"/>
                    <a:pt x="0" y="78"/>
                  </a:cubicBezTo>
                  <a:cubicBezTo>
                    <a:pt x="0" y="50"/>
                    <a:pt x="0" y="50"/>
                    <a:pt x="0" y="50"/>
                  </a:cubicBezTo>
                  <a:cubicBezTo>
                    <a:pt x="0" y="18"/>
                    <a:pt x="18" y="0"/>
                    <a:pt x="50" y="0"/>
                  </a:cubicBezTo>
                  <a:cubicBezTo>
                    <a:pt x="85" y="0"/>
                    <a:pt x="85" y="0"/>
                    <a:pt x="85" y="0"/>
                  </a:cubicBezTo>
                  <a:cubicBezTo>
                    <a:pt x="118" y="0"/>
                    <a:pt x="136" y="18"/>
                    <a:pt x="136" y="50"/>
                  </a:cubicBezTo>
                  <a:cubicBezTo>
                    <a:pt x="136" y="78"/>
                    <a:pt x="136" y="78"/>
                    <a:pt x="136" y="78"/>
                  </a:cubicBezTo>
                  <a:cubicBezTo>
                    <a:pt x="136" y="94"/>
                    <a:pt x="125" y="102"/>
                    <a:pt x="114" y="110"/>
                  </a:cubicBezTo>
                  <a:cubicBezTo>
                    <a:pt x="112" y="111"/>
                    <a:pt x="112" y="111"/>
                    <a:pt x="112" y="111"/>
                  </a:cubicBezTo>
                  <a:cubicBezTo>
                    <a:pt x="112" y="124"/>
                    <a:pt x="112" y="124"/>
                    <a:pt x="112" y="124"/>
                  </a:cubicBezTo>
                  <a:cubicBezTo>
                    <a:pt x="112" y="125"/>
                    <a:pt x="112" y="125"/>
                    <a:pt x="112" y="126"/>
                  </a:cubicBezTo>
                  <a:cubicBezTo>
                    <a:pt x="110" y="128"/>
                    <a:pt x="100" y="136"/>
                    <a:pt x="68" y="136"/>
                  </a:cubicBezTo>
                  <a:close/>
                  <a:moveTo>
                    <a:pt x="28" y="123"/>
                  </a:moveTo>
                  <a:cubicBezTo>
                    <a:pt x="30" y="126"/>
                    <a:pt x="39" y="132"/>
                    <a:pt x="68" y="132"/>
                  </a:cubicBezTo>
                  <a:cubicBezTo>
                    <a:pt x="96" y="132"/>
                    <a:pt x="105" y="126"/>
                    <a:pt x="108" y="123"/>
                  </a:cubicBezTo>
                  <a:cubicBezTo>
                    <a:pt x="108" y="110"/>
                    <a:pt x="108" y="110"/>
                    <a:pt x="108" y="110"/>
                  </a:cubicBezTo>
                  <a:cubicBezTo>
                    <a:pt x="108" y="109"/>
                    <a:pt x="108" y="109"/>
                    <a:pt x="109" y="108"/>
                  </a:cubicBezTo>
                  <a:cubicBezTo>
                    <a:pt x="111" y="107"/>
                    <a:pt x="111" y="107"/>
                    <a:pt x="111" y="107"/>
                  </a:cubicBezTo>
                  <a:cubicBezTo>
                    <a:pt x="122" y="99"/>
                    <a:pt x="131" y="92"/>
                    <a:pt x="131" y="78"/>
                  </a:cubicBezTo>
                  <a:cubicBezTo>
                    <a:pt x="131" y="50"/>
                    <a:pt x="131" y="50"/>
                    <a:pt x="131" y="50"/>
                  </a:cubicBezTo>
                  <a:cubicBezTo>
                    <a:pt x="131" y="29"/>
                    <a:pt x="123" y="4"/>
                    <a:pt x="85" y="4"/>
                  </a:cubicBezTo>
                  <a:cubicBezTo>
                    <a:pt x="50" y="4"/>
                    <a:pt x="50" y="4"/>
                    <a:pt x="50" y="4"/>
                  </a:cubicBezTo>
                  <a:cubicBezTo>
                    <a:pt x="12" y="4"/>
                    <a:pt x="4" y="29"/>
                    <a:pt x="4" y="50"/>
                  </a:cubicBezTo>
                  <a:cubicBezTo>
                    <a:pt x="4" y="78"/>
                    <a:pt x="4" y="78"/>
                    <a:pt x="4" y="78"/>
                  </a:cubicBezTo>
                  <a:cubicBezTo>
                    <a:pt x="4" y="92"/>
                    <a:pt x="13" y="99"/>
                    <a:pt x="24" y="107"/>
                  </a:cubicBezTo>
                  <a:cubicBezTo>
                    <a:pt x="27" y="108"/>
                    <a:pt x="27" y="108"/>
                    <a:pt x="27" y="108"/>
                  </a:cubicBezTo>
                  <a:cubicBezTo>
                    <a:pt x="27" y="109"/>
                    <a:pt x="28" y="109"/>
                    <a:pt x="28" y="110"/>
                  </a:cubicBezTo>
                  <a:lnTo>
                    <a:pt x="28" y="123"/>
                  </a:ln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grpSp>
      <p:sp>
        <p:nvSpPr>
          <p:cNvPr id="2553" name="Google Shape;2553;p140"/>
          <p:cNvSpPr/>
          <p:nvPr/>
        </p:nvSpPr>
        <p:spPr>
          <a:xfrm>
            <a:off x="3905384" y="5256034"/>
            <a:ext cx="404572" cy="594676"/>
          </a:xfrm>
          <a:custGeom>
            <a:rect b="b" l="l" r="r" t="t"/>
            <a:pathLst>
              <a:path extrusionOk="0" h="203" w="135">
                <a:moveTo>
                  <a:pt x="67" y="63"/>
                </a:moveTo>
                <a:cubicBezTo>
                  <a:pt x="85" y="63"/>
                  <a:pt x="99" y="49"/>
                  <a:pt x="99" y="32"/>
                </a:cubicBezTo>
                <a:cubicBezTo>
                  <a:pt x="99" y="14"/>
                  <a:pt x="85" y="0"/>
                  <a:pt x="67" y="0"/>
                </a:cubicBezTo>
                <a:cubicBezTo>
                  <a:pt x="50" y="0"/>
                  <a:pt x="36" y="14"/>
                  <a:pt x="36" y="32"/>
                </a:cubicBezTo>
                <a:cubicBezTo>
                  <a:pt x="36" y="49"/>
                  <a:pt x="50" y="63"/>
                  <a:pt x="67" y="63"/>
                </a:cubicBezTo>
                <a:close/>
                <a:moveTo>
                  <a:pt x="67" y="4"/>
                </a:moveTo>
                <a:cubicBezTo>
                  <a:pt x="82" y="4"/>
                  <a:pt x="95" y="17"/>
                  <a:pt x="95" y="32"/>
                </a:cubicBezTo>
                <a:cubicBezTo>
                  <a:pt x="95" y="47"/>
                  <a:pt x="82" y="59"/>
                  <a:pt x="67" y="59"/>
                </a:cubicBezTo>
                <a:cubicBezTo>
                  <a:pt x="52" y="59"/>
                  <a:pt x="40" y="47"/>
                  <a:pt x="40" y="32"/>
                </a:cubicBezTo>
                <a:cubicBezTo>
                  <a:pt x="40" y="17"/>
                  <a:pt x="52" y="4"/>
                  <a:pt x="67" y="4"/>
                </a:cubicBezTo>
                <a:close/>
                <a:moveTo>
                  <a:pt x="85" y="70"/>
                </a:moveTo>
                <a:cubicBezTo>
                  <a:pt x="50" y="70"/>
                  <a:pt x="50" y="70"/>
                  <a:pt x="50" y="70"/>
                </a:cubicBezTo>
                <a:cubicBezTo>
                  <a:pt x="18" y="70"/>
                  <a:pt x="0" y="87"/>
                  <a:pt x="0" y="120"/>
                </a:cubicBezTo>
                <a:cubicBezTo>
                  <a:pt x="0" y="148"/>
                  <a:pt x="0" y="148"/>
                  <a:pt x="0" y="148"/>
                </a:cubicBezTo>
                <a:cubicBezTo>
                  <a:pt x="0" y="164"/>
                  <a:pt x="10" y="171"/>
                  <a:pt x="21" y="180"/>
                </a:cubicBezTo>
                <a:cubicBezTo>
                  <a:pt x="23" y="181"/>
                  <a:pt x="23" y="181"/>
                  <a:pt x="23" y="181"/>
                </a:cubicBezTo>
                <a:cubicBezTo>
                  <a:pt x="23" y="191"/>
                  <a:pt x="23" y="191"/>
                  <a:pt x="23" y="191"/>
                </a:cubicBezTo>
                <a:cubicBezTo>
                  <a:pt x="23" y="192"/>
                  <a:pt x="23" y="192"/>
                  <a:pt x="24" y="193"/>
                </a:cubicBezTo>
                <a:cubicBezTo>
                  <a:pt x="26" y="195"/>
                  <a:pt x="35" y="203"/>
                  <a:pt x="67" y="203"/>
                </a:cubicBezTo>
                <a:cubicBezTo>
                  <a:pt x="100" y="203"/>
                  <a:pt x="109" y="195"/>
                  <a:pt x="111" y="193"/>
                </a:cubicBezTo>
                <a:cubicBezTo>
                  <a:pt x="112" y="192"/>
                  <a:pt x="112" y="192"/>
                  <a:pt x="112" y="191"/>
                </a:cubicBezTo>
                <a:cubicBezTo>
                  <a:pt x="112" y="181"/>
                  <a:pt x="112" y="181"/>
                  <a:pt x="112" y="181"/>
                </a:cubicBezTo>
                <a:cubicBezTo>
                  <a:pt x="113" y="180"/>
                  <a:pt x="113" y="180"/>
                  <a:pt x="113" y="180"/>
                </a:cubicBezTo>
                <a:cubicBezTo>
                  <a:pt x="125" y="171"/>
                  <a:pt x="135" y="164"/>
                  <a:pt x="135" y="148"/>
                </a:cubicBezTo>
                <a:cubicBezTo>
                  <a:pt x="135" y="120"/>
                  <a:pt x="135" y="120"/>
                  <a:pt x="135" y="120"/>
                </a:cubicBezTo>
                <a:cubicBezTo>
                  <a:pt x="135" y="87"/>
                  <a:pt x="117" y="70"/>
                  <a:pt x="85" y="70"/>
                </a:cubicBezTo>
                <a:close/>
                <a:moveTo>
                  <a:pt x="131" y="148"/>
                </a:moveTo>
                <a:cubicBezTo>
                  <a:pt x="131" y="161"/>
                  <a:pt x="121" y="168"/>
                  <a:pt x="111" y="176"/>
                </a:cubicBezTo>
                <a:cubicBezTo>
                  <a:pt x="111" y="115"/>
                  <a:pt x="111" y="115"/>
                  <a:pt x="111" y="115"/>
                </a:cubicBezTo>
                <a:cubicBezTo>
                  <a:pt x="111" y="114"/>
                  <a:pt x="110" y="113"/>
                  <a:pt x="109" y="113"/>
                </a:cubicBezTo>
                <a:cubicBezTo>
                  <a:pt x="108" y="113"/>
                  <a:pt x="107" y="114"/>
                  <a:pt x="107" y="115"/>
                </a:cubicBezTo>
                <a:cubicBezTo>
                  <a:pt x="107" y="191"/>
                  <a:pt x="107" y="191"/>
                  <a:pt x="107" y="191"/>
                </a:cubicBezTo>
                <a:cubicBezTo>
                  <a:pt x="103" y="193"/>
                  <a:pt x="94" y="199"/>
                  <a:pt x="67" y="199"/>
                </a:cubicBezTo>
                <a:cubicBezTo>
                  <a:pt x="40" y="199"/>
                  <a:pt x="31" y="193"/>
                  <a:pt x="28" y="191"/>
                </a:cubicBezTo>
                <a:cubicBezTo>
                  <a:pt x="28" y="190"/>
                  <a:pt x="28" y="190"/>
                  <a:pt x="28" y="190"/>
                </a:cubicBezTo>
                <a:cubicBezTo>
                  <a:pt x="28" y="115"/>
                  <a:pt x="28" y="115"/>
                  <a:pt x="28" y="115"/>
                </a:cubicBezTo>
                <a:cubicBezTo>
                  <a:pt x="28" y="114"/>
                  <a:pt x="27" y="113"/>
                  <a:pt x="26" y="113"/>
                </a:cubicBezTo>
                <a:cubicBezTo>
                  <a:pt x="25" y="113"/>
                  <a:pt x="24" y="114"/>
                  <a:pt x="24" y="115"/>
                </a:cubicBezTo>
                <a:cubicBezTo>
                  <a:pt x="24" y="176"/>
                  <a:pt x="24" y="176"/>
                  <a:pt x="24" y="176"/>
                </a:cubicBezTo>
                <a:cubicBezTo>
                  <a:pt x="13" y="168"/>
                  <a:pt x="4" y="161"/>
                  <a:pt x="4" y="148"/>
                </a:cubicBezTo>
                <a:cubicBezTo>
                  <a:pt x="4" y="120"/>
                  <a:pt x="4" y="120"/>
                  <a:pt x="4" y="120"/>
                </a:cubicBezTo>
                <a:cubicBezTo>
                  <a:pt x="4" y="99"/>
                  <a:pt x="12" y="74"/>
                  <a:pt x="50" y="74"/>
                </a:cubicBezTo>
                <a:cubicBezTo>
                  <a:pt x="85" y="74"/>
                  <a:pt x="85" y="74"/>
                  <a:pt x="85" y="74"/>
                </a:cubicBezTo>
                <a:cubicBezTo>
                  <a:pt x="123" y="74"/>
                  <a:pt x="131" y="99"/>
                  <a:pt x="131" y="120"/>
                </a:cubicBezTo>
                <a:lnTo>
                  <a:pt x="131" y="148"/>
                </a:lnTo>
                <a:close/>
                <a:moveTo>
                  <a:pt x="96" y="110"/>
                </a:moveTo>
                <a:cubicBezTo>
                  <a:pt x="76" y="110"/>
                  <a:pt x="76" y="110"/>
                  <a:pt x="76" y="110"/>
                </a:cubicBezTo>
                <a:cubicBezTo>
                  <a:pt x="75" y="110"/>
                  <a:pt x="74" y="111"/>
                  <a:pt x="74" y="112"/>
                </a:cubicBezTo>
                <a:cubicBezTo>
                  <a:pt x="74" y="129"/>
                  <a:pt x="74" y="129"/>
                  <a:pt x="74" y="129"/>
                </a:cubicBezTo>
                <a:cubicBezTo>
                  <a:pt x="74" y="130"/>
                  <a:pt x="75" y="131"/>
                  <a:pt x="75" y="131"/>
                </a:cubicBezTo>
                <a:cubicBezTo>
                  <a:pt x="85" y="135"/>
                  <a:pt x="85" y="135"/>
                  <a:pt x="85" y="135"/>
                </a:cubicBezTo>
                <a:cubicBezTo>
                  <a:pt x="85" y="135"/>
                  <a:pt x="86" y="135"/>
                  <a:pt x="86" y="135"/>
                </a:cubicBezTo>
                <a:cubicBezTo>
                  <a:pt x="86" y="135"/>
                  <a:pt x="86" y="135"/>
                  <a:pt x="87" y="135"/>
                </a:cubicBezTo>
                <a:cubicBezTo>
                  <a:pt x="97" y="131"/>
                  <a:pt x="97" y="131"/>
                  <a:pt x="97" y="131"/>
                </a:cubicBezTo>
                <a:cubicBezTo>
                  <a:pt x="97" y="131"/>
                  <a:pt x="98" y="130"/>
                  <a:pt x="98" y="129"/>
                </a:cubicBezTo>
                <a:cubicBezTo>
                  <a:pt x="98" y="112"/>
                  <a:pt x="98" y="112"/>
                  <a:pt x="98" y="112"/>
                </a:cubicBezTo>
                <a:cubicBezTo>
                  <a:pt x="98" y="111"/>
                  <a:pt x="97" y="110"/>
                  <a:pt x="96" y="110"/>
                </a:cubicBezTo>
                <a:close/>
                <a:moveTo>
                  <a:pt x="94" y="128"/>
                </a:moveTo>
                <a:cubicBezTo>
                  <a:pt x="86" y="131"/>
                  <a:pt x="86" y="131"/>
                  <a:pt x="86" y="131"/>
                </a:cubicBezTo>
                <a:cubicBezTo>
                  <a:pt x="78" y="128"/>
                  <a:pt x="78" y="128"/>
                  <a:pt x="78" y="128"/>
                </a:cubicBezTo>
                <a:cubicBezTo>
                  <a:pt x="78" y="114"/>
                  <a:pt x="78" y="114"/>
                  <a:pt x="78" y="114"/>
                </a:cubicBezTo>
                <a:cubicBezTo>
                  <a:pt x="94" y="114"/>
                  <a:pt x="94" y="114"/>
                  <a:pt x="94" y="114"/>
                </a:cubicBezTo>
                <a:lnTo>
                  <a:pt x="94" y="128"/>
                </a:ln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grpSp>
        <p:nvGrpSpPr>
          <p:cNvPr id="2554" name="Google Shape;2554;p140"/>
          <p:cNvGrpSpPr/>
          <p:nvPr/>
        </p:nvGrpSpPr>
        <p:grpSpPr>
          <a:xfrm>
            <a:off x="6660542" y="5259647"/>
            <a:ext cx="402659" cy="596853"/>
            <a:chOff x="6654800" y="6778625"/>
            <a:chExt cx="630238" cy="957262"/>
          </a:xfrm>
        </p:grpSpPr>
        <p:sp>
          <p:nvSpPr>
            <p:cNvPr id="2555" name="Google Shape;2555;p140"/>
            <p:cNvSpPr/>
            <p:nvPr/>
          </p:nvSpPr>
          <p:spPr>
            <a:xfrm>
              <a:off x="6823075" y="6778625"/>
              <a:ext cx="293688" cy="298450"/>
            </a:xfrm>
            <a:custGeom>
              <a:rect b="b" l="l" r="r" t="t"/>
              <a:pathLst>
                <a:path extrusionOk="0" h="64" w="63">
                  <a:moveTo>
                    <a:pt x="31" y="64"/>
                  </a:moveTo>
                  <a:cubicBezTo>
                    <a:pt x="14" y="64"/>
                    <a:pt x="0" y="49"/>
                    <a:pt x="0" y="32"/>
                  </a:cubicBezTo>
                  <a:cubicBezTo>
                    <a:pt x="0" y="14"/>
                    <a:pt x="14" y="0"/>
                    <a:pt x="31" y="0"/>
                  </a:cubicBezTo>
                  <a:cubicBezTo>
                    <a:pt x="49" y="0"/>
                    <a:pt x="63" y="14"/>
                    <a:pt x="63" y="32"/>
                  </a:cubicBezTo>
                  <a:cubicBezTo>
                    <a:pt x="63" y="49"/>
                    <a:pt x="49" y="64"/>
                    <a:pt x="31" y="64"/>
                  </a:cubicBezTo>
                  <a:close/>
                  <a:moveTo>
                    <a:pt x="31" y="5"/>
                  </a:moveTo>
                  <a:cubicBezTo>
                    <a:pt x="16" y="5"/>
                    <a:pt x="4" y="17"/>
                    <a:pt x="4" y="32"/>
                  </a:cubicBezTo>
                  <a:cubicBezTo>
                    <a:pt x="4" y="47"/>
                    <a:pt x="16" y="59"/>
                    <a:pt x="31" y="59"/>
                  </a:cubicBezTo>
                  <a:cubicBezTo>
                    <a:pt x="46" y="59"/>
                    <a:pt x="58" y="47"/>
                    <a:pt x="58" y="32"/>
                  </a:cubicBezTo>
                  <a:cubicBezTo>
                    <a:pt x="58" y="17"/>
                    <a:pt x="46" y="5"/>
                    <a:pt x="31" y="5"/>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56" name="Google Shape;2556;p140"/>
            <p:cNvSpPr/>
            <p:nvPr/>
          </p:nvSpPr>
          <p:spPr>
            <a:xfrm>
              <a:off x="6767513" y="7319963"/>
              <a:ext cx="17463" cy="365125"/>
            </a:xfrm>
            <a:custGeom>
              <a:rect b="b" l="l" r="r" t="t"/>
              <a:pathLst>
                <a:path extrusionOk="0" h="78" w="4">
                  <a:moveTo>
                    <a:pt x="2" y="78"/>
                  </a:moveTo>
                  <a:cubicBezTo>
                    <a:pt x="1" y="78"/>
                    <a:pt x="0" y="77"/>
                    <a:pt x="0" y="76"/>
                  </a:cubicBezTo>
                  <a:cubicBezTo>
                    <a:pt x="0" y="2"/>
                    <a:pt x="0" y="2"/>
                    <a:pt x="0" y="2"/>
                  </a:cubicBezTo>
                  <a:cubicBezTo>
                    <a:pt x="0" y="1"/>
                    <a:pt x="1" y="0"/>
                    <a:pt x="2" y="0"/>
                  </a:cubicBezTo>
                  <a:cubicBezTo>
                    <a:pt x="3" y="0"/>
                    <a:pt x="4" y="1"/>
                    <a:pt x="4" y="2"/>
                  </a:cubicBezTo>
                  <a:cubicBezTo>
                    <a:pt x="4" y="76"/>
                    <a:pt x="4" y="76"/>
                    <a:pt x="4" y="76"/>
                  </a:cubicBezTo>
                  <a:cubicBezTo>
                    <a:pt x="4" y="77"/>
                    <a:pt x="3" y="78"/>
                    <a:pt x="2" y="78"/>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57" name="Google Shape;2557;p140"/>
            <p:cNvSpPr/>
            <p:nvPr/>
          </p:nvSpPr>
          <p:spPr>
            <a:xfrm>
              <a:off x="7150100" y="7319963"/>
              <a:ext cx="17463" cy="374650"/>
            </a:xfrm>
            <a:custGeom>
              <a:rect b="b" l="l" r="r" t="t"/>
              <a:pathLst>
                <a:path extrusionOk="0" h="80" w="4">
                  <a:moveTo>
                    <a:pt x="2" y="80"/>
                  </a:moveTo>
                  <a:cubicBezTo>
                    <a:pt x="1" y="80"/>
                    <a:pt x="0" y="79"/>
                    <a:pt x="0" y="78"/>
                  </a:cubicBezTo>
                  <a:cubicBezTo>
                    <a:pt x="0" y="2"/>
                    <a:pt x="0" y="2"/>
                    <a:pt x="0" y="2"/>
                  </a:cubicBezTo>
                  <a:cubicBezTo>
                    <a:pt x="0" y="1"/>
                    <a:pt x="1" y="0"/>
                    <a:pt x="2" y="0"/>
                  </a:cubicBezTo>
                  <a:cubicBezTo>
                    <a:pt x="3" y="0"/>
                    <a:pt x="4" y="1"/>
                    <a:pt x="4" y="2"/>
                  </a:cubicBezTo>
                  <a:cubicBezTo>
                    <a:pt x="4" y="78"/>
                    <a:pt x="4" y="78"/>
                    <a:pt x="4" y="78"/>
                  </a:cubicBezTo>
                  <a:cubicBezTo>
                    <a:pt x="4" y="79"/>
                    <a:pt x="3" y="80"/>
                    <a:pt x="2" y="80"/>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58" name="Google Shape;2558;p140"/>
            <p:cNvSpPr/>
            <p:nvPr/>
          </p:nvSpPr>
          <p:spPr>
            <a:xfrm>
              <a:off x="6654800" y="7105650"/>
              <a:ext cx="630238" cy="630237"/>
            </a:xfrm>
            <a:custGeom>
              <a:rect b="b" l="l" r="r" t="t"/>
              <a:pathLst>
                <a:path extrusionOk="0" h="135" w="135">
                  <a:moveTo>
                    <a:pt x="67" y="135"/>
                  </a:moveTo>
                  <a:cubicBezTo>
                    <a:pt x="35" y="135"/>
                    <a:pt x="26" y="127"/>
                    <a:pt x="23" y="125"/>
                  </a:cubicBezTo>
                  <a:cubicBezTo>
                    <a:pt x="23" y="124"/>
                    <a:pt x="23" y="124"/>
                    <a:pt x="23" y="123"/>
                  </a:cubicBezTo>
                  <a:cubicBezTo>
                    <a:pt x="23" y="111"/>
                    <a:pt x="23" y="111"/>
                    <a:pt x="23" y="111"/>
                  </a:cubicBezTo>
                  <a:cubicBezTo>
                    <a:pt x="21" y="109"/>
                    <a:pt x="21" y="109"/>
                    <a:pt x="21" y="109"/>
                  </a:cubicBezTo>
                  <a:cubicBezTo>
                    <a:pt x="10" y="101"/>
                    <a:pt x="0" y="94"/>
                    <a:pt x="0" y="78"/>
                  </a:cubicBezTo>
                  <a:cubicBezTo>
                    <a:pt x="0" y="50"/>
                    <a:pt x="0" y="50"/>
                    <a:pt x="0" y="50"/>
                  </a:cubicBezTo>
                  <a:cubicBezTo>
                    <a:pt x="0" y="17"/>
                    <a:pt x="18" y="0"/>
                    <a:pt x="50" y="0"/>
                  </a:cubicBezTo>
                  <a:cubicBezTo>
                    <a:pt x="85" y="0"/>
                    <a:pt x="85" y="0"/>
                    <a:pt x="85" y="0"/>
                  </a:cubicBezTo>
                  <a:cubicBezTo>
                    <a:pt x="117" y="0"/>
                    <a:pt x="135" y="17"/>
                    <a:pt x="135" y="50"/>
                  </a:cubicBezTo>
                  <a:cubicBezTo>
                    <a:pt x="135" y="78"/>
                    <a:pt x="135" y="78"/>
                    <a:pt x="135" y="78"/>
                  </a:cubicBezTo>
                  <a:cubicBezTo>
                    <a:pt x="135" y="94"/>
                    <a:pt x="124" y="101"/>
                    <a:pt x="113" y="109"/>
                  </a:cubicBezTo>
                  <a:cubicBezTo>
                    <a:pt x="112" y="111"/>
                    <a:pt x="112" y="111"/>
                    <a:pt x="112" y="111"/>
                  </a:cubicBezTo>
                  <a:cubicBezTo>
                    <a:pt x="112" y="123"/>
                    <a:pt x="112" y="123"/>
                    <a:pt x="112" y="123"/>
                  </a:cubicBezTo>
                  <a:cubicBezTo>
                    <a:pt x="112" y="124"/>
                    <a:pt x="111" y="124"/>
                    <a:pt x="111" y="125"/>
                  </a:cubicBezTo>
                  <a:cubicBezTo>
                    <a:pt x="109" y="127"/>
                    <a:pt x="99" y="135"/>
                    <a:pt x="67" y="135"/>
                  </a:cubicBezTo>
                  <a:close/>
                  <a:moveTo>
                    <a:pt x="27" y="122"/>
                  </a:moveTo>
                  <a:cubicBezTo>
                    <a:pt x="30" y="125"/>
                    <a:pt x="39" y="131"/>
                    <a:pt x="67" y="131"/>
                  </a:cubicBezTo>
                  <a:cubicBezTo>
                    <a:pt x="95" y="131"/>
                    <a:pt x="105" y="125"/>
                    <a:pt x="107" y="122"/>
                  </a:cubicBezTo>
                  <a:cubicBezTo>
                    <a:pt x="107" y="109"/>
                    <a:pt x="107" y="109"/>
                    <a:pt x="107" y="109"/>
                  </a:cubicBezTo>
                  <a:cubicBezTo>
                    <a:pt x="107" y="109"/>
                    <a:pt x="107" y="108"/>
                    <a:pt x="108" y="108"/>
                  </a:cubicBezTo>
                  <a:cubicBezTo>
                    <a:pt x="110" y="106"/>
                    <a:pt x="110" y="106"/>
                    <a:pt x="110" y="106"/>
                  </a:cubicBezTo>
                  <a:cubicBezTo>
                    <a:pt x="121" y="98"/>
                    <a:pt x="130" y="91"/>
                    <a:pt x="130" y="78"/>
                  </a:cubicBezTo>
                  <a:cubicBezTo>
                    <a:pt x="130" y="50"/>
                    <a:pt x="130" y="50"/>
                    <a:pt x="130" y="50"/>
                  </a:cubicBezTo>
                  <a:cubicBezTo>
                    <a:pt x="130" y="29"/>
                    <a:pt x="122" y="4"/>
                    <a:pt x="85" y="4"/>
                  </a:cubicBezTo>
                  <a:cubicBezTo>
                    <a:pt x="50" y="4"/>
                    <a:pt x="50" y="4"/>
                    <a:pt x="50" y="4"/>
                  </a:cubicBezTo>
                  <a:cubicBezTo>
                    <a:pt x="12" y="4"/>
                    <a:pt x="4" y="29"/>
                    <a:pt x="4" y="50"/>
                  </a:cubicBezTo>
                  <a:cubicBezTo>
                    <a:pt x="4" y="78"/>
                    <a:pt x="4" y="78"/>
                    <a:pt x="4" y="78"/>
                  </a:cubicBezTo>
                  <a:cubicBezTo>
                    <a:pt x="4" y="91"/>
                    <a:pt x="13" y="98"/>
                    <a:pt x="24" y="106"/>
                  </a:cubicBezTo>
                  <a:cubicBezTo>
                    <a:pt x="26" y="108"/>
                    <a:pt x="26" y="108"/>
                    <a:pt x="26" y="108"/>
                  </a:cubicBezTo>
                  <a:cubicBezTo>
                    <a:pt x="27" y="108"/>
                    <a:pt x="27" y="109"/>
                    <a:pt x="27" y="109"/>
                  </a:cubicBezTo>
                  <a:lnTo>
                    <a:pt x="27" y="122"/>
                  </a:ln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59" name="Google Shape;2559;p140"/>
            <p:cNvSpPr/>
            <p:nvPr/>
          </p:nvSpPr>
          <p:spPr>
            <a:xfrm>
              <a:off x="6873875" y="7100888"/>
              <a:ext cx="173038" cy="134937"/>
            </a:xfrm>
            <a:custGeom>
              <a:rect b="b" l="l" r="r" t="t"/>
              <a:pathLst>
                <a:path extrusionOk="0" h="29" w="37">
                  <a:moveTo>
                    <a:pt x="19" y="29"/>
                  </a:moveTo>
                  <a:cubicBezTo>
                    <a:pt x="18" y="29"/>
                    <a:pt x="18" y="29"/>
                    <a:pt x="18" y="29"/>
                  </a:cubicBezTo>
                  <a:cubicBezTo>
                    <a:pt x="9" y="24"/>
                    <a:pt x="1" y="5"/>
                    <a:pt x="1" y="4"/>
                  </a:cubicBezTo>
                  <a:cubicBezTo>
                    <a:pt x="0" y="3"/>
                    <a:pt x="1" y="1"/>
                    <a:pt x="2" y="1"/>
                  </a:cubicBezTo>
                  <a:cubicBezTo>
                    <a:pt x="3" y="0"/>
                    <a:pt x="4" y="1"/>
                    <a:pt x="5" y="2"/>
                  </a:cubicBezTo>
                  <a:cubicBezTo>
                    <a:pt x="7" y="7"/>
                    <a:pt x="13" y="19"/>
                    <a:pt x="19" y="24"/>
                  </a:cubicBezTo>
                  <a:cubicBezTo>
                    <a:pt x="22" y="21"/>
                    <a:pt x="30" y="12"/>
                    <a:pt x="32" y="2"/>
                  </a:cubicBezTo>
                  <a:cubicBezTo>
                    <a:pt x="33" y="1"/>
                    <a:pt x="34" y="0"/>
                    <a:pt x="35" y="1"/>
                  </a:cubicBezTo>
                  <a:cubicBezTo>
                    <a:pt x="36" y="1"/>
                    <a:pt x="37" y="2"/>
                    <a:pt x="37" y="4"/>
                  </a:cubicBezTo>
                  <a:cubicBezTo>
                    <a:pt x="33" y="18"/>
                    <a:pt x="21" y="28"/>
                    <a:pt x="20" y="28"/>
                  </a:cubicBezTo>
                  <a:cubicBezTo>
                    <a:pt x="20" y="29"/>
                    <a:pt x="19" y="29"/>
                    <a:pt x="19" y="29"/>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grpSp>
      <p:grpSp>
        <p:nvGrpSpPr>
          <p:cNvPr id="2560" name="Google Shape;2560;p140"/>
          <p:cNvGrpSpPr/>
          <p:nvPr/>
        </p:nvGrpSpPr>
        <p:grpSpPr>
          <a:xfrm>
            <a:off x="7923481" y="5260017"/>
            <a:ext cx="403289" cy="597715"/>
            <a:chOff x="8610600" y="6778625"/>
            <a:chExt cx="630238" cy="957263"/>
          </a:xfrm>
        </p:grpSpPr>
        <p:sp>
          <p:nvSpPr>
            <p:cNvPr id="2561" name="Google Shape;2561;p140"/>
            <p:cNvSpPr/>
            <p:nvPr/>
          </p:nvSpPr>
          <p:spPr>
            <a:xfrm>
              <a:off x="8778875" y="6778625"/>
              <a:ext cx="293688" cy="293687"/>
            </a:xfrm>
            <a:custGeom>
              <a:rect b="b" l="l" r="r" t="t"/>
              <a:pathLst>
                <a:path extrusionOk="0" h="63" w="63">
                  <a:moveTo>
                    <a:pt x="32" y="63"/>
                  </a:moveTo>
                  <a:cubicBezTo>
                    <a:pt x="14" y="63"/>
                    <a:pt x="0" y="49"/>
                    <a:pt x="0" y="31"/>
                  </a:cubicBezTo>
                  <a:cubicBezTo>
                    <a:pt x="0" y="14"/>
                    <a:pt x="14" y="0"/>
                    <a:pt x="32" y="0"/>
                  </a:cubicBezTo>
                  <a:cubicBezTo>
                    <a:pt x="49" y="0"/>
                    <a:pt x="63" y="14"/>
                    <a:pt x="63" y="31"/>
                  </a:cubicBezTo>
                  <a:cubicBezTo>
                    <a:pt x="63" y="49"/>
                    <a:pt x="49" y="63"/>
                    <a:pt x="32" y="63"/>
                  </a:cubicBezTo>
                  <a:close/>
                  <a:moveTo>
                    <a:pt x="32" y="4"/>
                  </a:moveTo>
                  <a:cubicBezTo>
                    <a:pt x="17" y="4"/>
                    <a:pt x="4" y="16"/>
                    <a:pt x="4" y="31"/>
                  </a:cubicBezTo>
                  <a:cubicBezTo>
                    <a:pt x="4" y="46"/>
                    <a:pt x="17" y="59"/>
                    <a:pt x="32" y="59"/>
                  </a:cubicBezTo>
                  <a:cubicBezTo>
                    <a:pt x="47" y="59"/>
                    <a:pt x="59" y="46"/>
                    <a:pt x="59" y="31"/>
                  </a:cubicBezTo>
                  <a:cubicBezTo>
                    <a:pt x="59" y="16"/>
                    <a:pt x="47" y="4"/>
                    <a:pt x="32" y="4"/>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62" name="Google Shape;2562;p140"/>
            <p:cNvSpPr/>
            <p:nvPr/>
          </p:nvSpPr>
          <p:spPr>
            <a:xfrm>
              <a:off x="8721725" y="7315200"/>
              <a:ext cx="19050" cy="369887"/>
            </a:xfrm>
            <a:custGeom>
              <a:rect b="b" l="l" r="r" t="t"/>
              <a:pathLst>
                <a:path extrusionOk="0" h="79" w="4">
                  <a:moveTo>
                    <a:pt x="2" y="79"/>
                  </a:moveTo>
                  <a:cubicBezTo>
                    <a:pt x="1" y="79"/>
                    <a:pt x="0" y="78"/>
                    <a:pt x="0" y="77"/>
                  </a:cubicBezTo>
                  <a:cubicBezTo>
                    <a:pt x="0" y="2"/>
                    <a:pt x="0" y="2"/>
                    <a:pt x="0" y="2"/>
                  </a:cubicBezTo>
                  <a:cubicBezTo>
                    <a:pt x="0" y="1"/>
                    <a:pt x="1" y="0"/>
                    <a:pt x="2" y="0"/>
                  </a:cubicBezTo>
                  <a:cubicBezTo>
                    <a:pt x="3" y="0"/>
                    <a:pt x="4" y="1"/>
                    <a:pt x="4" y="2"/>
                  </a:cubicBezTo>
                  <a:cubicBezTo>
                    <a:pt x="4" y="77"/>
                    <a:pt x="4" y="77"/>
                    <a:pt x="4" y="77"/>
                  </a:cubicBezTo>
                  <a:cubicBezTo>
                    <a:pt x="4" y="78"/>
                    <a:pt x="3" y="79"/>
                    <a:pt x="2" y="79"/>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63" name="Google Shape;2563;p140"/>
            <p:cNvSpPr/>
            <p:nvPr/>
          </p:nvSpPr>
          <p:spPr>
            <a:xfrm>
              <a:off x="9110663" y="7315200"/>
              <a:ext cx="17463" cy="379412"/>
            </a:xfrm>
            <a:custGeom>
              <a:rect b="b" l="l" r="r" t="t"/>
              <a:pathLst>
                <a:path extrusionOk="0" h="81" w="4">
                  <a:moveTo>
                    <a:pt x="2" y="81"/>
                  </a:moveTo>
                  <a:cubicBezTo>
                    <a:pt x="1" y="81"/>
                    <a:pt x="0" y="80"/>
                    <a:pt x="0" y="79"/>
                  </a:cubicBezTo>
                  <a:cubicBezTo>
                    <a:pt x="0" y="2"/>
                    <a:pt x="0" y="2"/>
                    <a:pt x="0" y="2"/>
                  </a:cubicBezTo>
                  <a:cubicBezTo>
                    <a:pt x="0" y="1"/>
                    <a:pt x="1" y="0"/>
                    <a:pt x="2" y="0"/>
                  </a:cubicBezTo>
                  <a:cubicBezTo>
                    <a:pt x="3" y="0"/>
                    <a:pt x="4" y="1"/>
                    <a:pt x="4" y="2"/>
                  </a:cubicBezTo>
                  <a:cubicBezTo>
                    <a:pt x="4" y="79"/>
                    <a:pt x="4" y="79"/>
                    <a:pt x="4" y="79"/>
                  </a:cubicBezTo>
                  <a:cubicBezTo>
                    <a:pt x="4" y="80"/>
                    <a:pt x="3" y="81"/>
                    <a:pt x="2" y="81"/>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64" name="Google Shape;2564;p140"/>
            <p:cNvSpPr/>
            <p:nvPr/>
          </p:nvSpPr>
          <p:spPr>
            <a:xfrm>
              <a:off x="8610600" y="7100888"/>
              <a:ext cx="630238" cy="635000"/>
            </a:xfrm>
            <a:custGeom>
              <a:rect b="b" l="l" r="r" t="t"/>
              <a:pathLst>
                <a:path extrusionOk="0" h="136" w="135">
                  <a:moveTo>
                    <a:pt x="68" y="136"/>
                  </a:moveTo>
                  <a:cubicBezTo>
                    <a:pt x="36" y="136"/>
                    <a:pt x="26" y="128"/>
                    <a:pt x="24" y="126"/>
                  </a:cubicBezTo>
                  <a:cubicBezTo>
                    <a:pt x="23" y="125"/>
                    <a:pt x="23" y="125"/>
                    <a:pt x="23" y="124"/>
                  </a:cubicBezTo>
                  <a:cubicBezTo>
                    <a:pt x="23" y="111"/>
                    <a:pt x="23" y="111"/>
                    <a:pt x="23" y="111"/>
                  </a:cubicBezTo>
                  <a:cubicBezTo>
                    <a:pt x="22" y="110"/>
                    <a:pt x="22" y="110"/>
                    <a:pt x="22" y="110"/>
                  </a:cubicBezTo>
                  <a:cubicBezTo>
                    <a:pt x="10" y="102"/>
                    <a:pt x="0" y="94"/>
                    <a:pt x="0" y="79"/>
                  </a:cubicBezTo>
                  <a:cubicBezTo>
                    <a:pt x="0" y="51"/>
                    <a:pt x="0" y="51"/>
                    <a:pt x="0" y="51"/>
                  </a:cubicBezTo>
                  <a:cubicBezTo>
                    <a:pt x="0" y="18"/>
                    <a:pt x="18" y="0"/>
                    <a:pt x="50" y="0"/>
                  </a:cubicBezTo>
                  <a:cubicBezTo>
                    <a:pt x="85" y="0"/>
                    <a:pt x="85" y="0"/>
                    <a:pt x="85" y="0"/>
                  </a:cubicBezTo>
                  <a:cubicBezTo>
                    <a:pt x="117" y="0"/>
                    <a:pt x="135" y="18"/>
                    <a:pt x="135" y="51"/>
                  </a:cubicBezTo>
                  <a:cubicBezTo>
                    <a:pt x="135" y="79"/>
                    <a:pt x="135" y="79"/>
                    <a:pt x="135" y="79"/>
                  </a:cubicBezTo>
                  <a:cubicBezTo>
                    <a:pt x="135" y="94"/>
                    <a:pt x="125" y="102"/>
                    <a:pt x="114" y="110"/>
                  </a:cubicBezTo>
                  <a:cubicBezTo>
                    <a:pt x="112" y="111"/>
                    <a:pt x="112" y="111"/>
                    <a:pt x="112" y="111"/>
                  </a:cubicBezTo>
                  <a:cubicBezTo>
                    <a:pt x="112" y="124"/>
                    <a:pt x="112" y="124"/>
                    <a:pt x="112" y="124"/>
                  </a:cubicBezTo>
                  <a:cubicBezTo>
                    <a:pt x="112" y="125"/>
                    <a:pt x="112" y="125"/>
                    <a:pt x="112" y="126"/>
                  </a:cubicBezTo>
                  <a:cubicBezTo>
                    <a:pt x="109" y="128"/>
                    <a:pt x="100" y="136"/>
                    <a:pt x="68" y="136"/>
                  </a:cubicBezTo>
                  <a:close/>
                  <a:moveTo>
                    <a:pt x="28" y="123"/>
                  </a:moveTo>
                  <a:cubicBezTo>
                    <a:pt x="30" y="126"/>
                    <a:pt x="40" y="132"/>
                    <a:pt x="68" y="132"/>
                  </a:cubicBezTo>
                  <a:cubicBezTo>
                    <a:pt x="96" y="132"/>
                    <a:pt x="105" y="126"/>
                    <a:pt x="108" y="123"/>
                  </a:cubicBezTo>
                  <a:cubicBezTo>
                    <a:pt x="108" y="110"/>
                    <a:pt x="108" y="110"/>
                    <a:pt x="108" y="110"/>
                  </a:cubicBezTo>
                  <a:cubicBezTo>
                    <a:pt x="108" y="110"/>
                    <a:pt x="108" y="109"/>
                    <a:pt x="108" y="109"/>
                  </a:cubicBezTo>
                  <a:cubicBezTo>
                    <a:pt x="111" y="107"/>
                    <a:pt x="111" y="107"/>
                    <a:pt x="111" y="107"/>
                  </a:cubicBezTo>
                  <a:cubicBezTo>
                    <a:pt x="122" y="99"/>
                    <a:pt x="131" y="92"/>
                    <a:pt x="131" y="79"/>
                  </a:cubicBezTo>
                  <a:cubicBezTo>
                    <a:pt x="131" y="51"/>
                    <a:pt x="131" y="51"/>
                    <a:pt x="131" y="51"/>
                  </a:cubicBezTo>
                  <a:cubicBezTo>
                    <a:pt x="131" y="30"/>
                    <a:pt x="123" y="5"/>
                    <a:pt x="85" y="5"/>
                  </a:cubicBezTo>
                  <a:cubicBezTo>
                    <a:pt x="50" y="5"/>
                    <a:pt x="50" y="5"/>
                    <a:pt x="50" y="5"/>
                  </a:cubicBezTo>
                  <a:cubicBezTo>
                    <a:pt x="12" y="5"/>
                    <a:pt x="5" y="30"/>
                    <a:pt x="5" y="51"/>
                  </a:cubicBezTo>
                  <a:cubicBezTo>
                    <a:pt x="5" y="79"/>
                    <a:pt x="5" y="79"/>
                    <a:pt x="5" y="79"/>
                  </a:cubicBezTo>
                  <a:cubicBezTo>
                    <a:pt x="5" y="92"/>
                    <a:pt x="14" y="99"/>
                    <a:pt x="24" y="107"/>
                  </a:cubicBezTo>
                  <a:cubicBezTo>
                    <a:pt x="27" y="109"/>
                    <a:pt x="27" y="109"/>
                    <a:pt x="27" y="109"/>
                  </a:cubicBezTo>
                  <a:cubicBezTo>
                    <a:pt x="27" y="109"/>
                    <a:pt x="28" y="110"/>
                    <a:pt x="28" y="110"/>
                  </a:cubicBezTo>
                  <a:lnTo>
                    <a:pt x="28" y="123"/>
                  </a:ln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65" name="Google Shape;2565;p140"/>
            <p:cNvSpPr/>
            <p:nvPr/>
          </p:nvSpPr>
          <p:spPr>
            <a:xfrm>
              <a:off x="8875713" y="7100888"/>
              <a:ext cx="103188" cy="84137"/>
            </a:xfrm>
            <a:custGeom>
              <a:rect b="b" l="l" r="r" t="t"/>
              <a:pathLst>
                <a:path extrusionOk="0" h="18" w="22">
                  <a:moveTo>
                    <a:pt x="11" y="18"/>
                  </a:moveTo>
                  <a:cubicBezTo>
                    <a:pt x="11" y="18"/>
                    <a:pt x="11" y="18"/>
                    <a:pt x="11" y="18"/>
                  </a:cubicBezTo>
                  <a:cubicBezTo>
                    <a:pt x="9" y="18"/>
                    <a:pt x="9" y="18"/>
                    <a:pt x="9" y="18"/>
                  </a:cubicBezTo>
                  <a:cubicBezTo>
                    <a:pt x="8" y="18"/>
                    <a:pt x="7" y="18"/>
                    <a:pt x="7" y="17"/>
                  </a:cubicBezTo>
                  <a:cubicBezTo>
                    <a:pt x="3" y="13"/>
                    <a:pt x="1" y="4"/>
                    <a:pt x="1" y="4"/>
                  </a:cubicBezTo>
                  <a:cubicBezTo>
                    <a:pt x="0" y="2"/>
                    <a:pt x="1" y="1"/>
                    <a:pt x="2" y="1"/>
                  </a:cubicBezTo>
                  <a:cubicBezTo>
                    <a:pt x="3" y="0"/>
                    <a:pt x="5" y="1"/>
                    <a:pt x="5" y="2"/>
                  </a:cubicBezTo>
                  <a:cubicBezTo>
                    <a:pt x="6" y="4"/>
                    <a:pt x="8" y="10"/>
                    <a:pt x="10" y="13"/>
                  </a:cubicBezTo>
                  <a:cubicBezTo>
                    <a:pt x="11" y="13"/>
                    <a:pt x="11" y="13"/>
                    <a:pt x="11" y="13"/>
                  </a:cubicBezTo>
                  <a:cubicBezTo>
                    <a:pt x="13" y="13"/>
                    <a:pt x="13" y="13"/>
                    <a:pt x="13" y="13"/>
                  </a:cubicBezTo>
                  <a:cubicBezTo>
                    <a:pt x="14" y="10"/>
                    <a:pt x="17" y="5"/>
                    <a:pt x="17" y="2"/>
                  </a:cubicBezTo>
                  <a:cubicBezTo>
                    <a:pt x="17" y="1"/>
                    <a:pt x="19" y="0"/>
                    <a:pt x="20" y="1"/>
                  </a:cubicBezTo>
                  <a:cubicBezTo>
                    <a:pt x="21" y="1"/>
                    <a:pt x="22" y="2"/>
                    <a:pt x="22" y="3"/>
                  </a:cubicBezTo>
                  <a:cubicBezTo>
                    <a:pt x="21" y="8"/>
                    <a:pt x="16" y="16"/>
                    <a:pt x="16" y="16"/>
                  </a:cubicBezTo>
                  <a:cubicBezTo>
                    <a:pt x="16" y="17"/>
                    <a:pt x="15" y="18"/>
                    <a:pt x="14" y="18"/>
                  </a:cubicBezTo>
                  <a:cubicBezTo>
                    <a:pt x="12" y="18"/>
                    <a:pt x="12" y="18"/>
                    <a:pt x="12" y="18"/>
                  </a:cubicBezTo>
                  <a:cubicBezTo>
                    <a:pt x="12" y="18"/>
                    <a:pt x="12" y="18"/>
                    <a:pt x="11" y="18"/>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66" name="Google Shape;2566;p140"/>
            <p:cNvSpPr/>
            <p:nvPr/>
          </p:nvSpPr>
          <p:spPr>
            <a:xfrm>
              <a:off x="8867775" y="7156450"/>
              <a:ext cx="120650" cy="528637"/>
            </a:xfrm>
            <a:custGeom>
              <a:rect b="b" l="l" r="r" t="t"/>
              <a:pathLst>
                <a:path extrusionOk="0" h="113" w="26">
                  <a:moveTo>
                    <a:pt x="13" y="113"/>
                  </a:moveTo>
                  <a:cubicBezTo>
                    <a:pt x="12" y="113"/>
                    <a:pt x="12" y="113"/>
                    <a:pt x="12" y="113"/>
                  </a:cubicBezTo>
                  <a:cubicBezTo>
                    <a:pt x="1" y="104"/>
                    <a:pt x="1" y="104"/>
                    <a:pt x="1" y="104"/>
                  </a:cubicBezTo>
                  <a:cubicBezTo>
                    <a:pt x="1" y="103"/>
                    <a:pt x="0" y="103"/>
                    <a:pt x="0" y="102"/>
                  </a:cubicBezTo>
                  <a:cubicBezTo>
                    <a:pt x="7" y="3"/>
                    <a:pt x="7" y="3"/>
                    <a:pt x="7" y="3"/>
                  </a:cubicBezTo>
                  <a:cubicBezTo>
                    <a:pt x="7" y="2"/>
                    <a:pt x="8" y="1"/>
                    <a:pt x="10" y="1"/>
                  </a:cubicBezTo>
                  <a:cubicBezTo>
                    <a:pt x="11" y="1"/>
                    <a:pt x="12" y="2"/>
                    <a:pt x="12" y="4"/>
                  </a:cubicBezTo>
                  <a:cubicBezTo>
                    <a:pt x="5" y="101"/>
                    <a:pt x="5" y="101"/>
                    <a:pt x="5" y="101"/>
                  </a:cubicBezTo>
                  <a:cubicBezTo>
                    <a:pt x="13" y="108"/>
                    <a:pt x="13" y="108"/>
                    <a:pt x="13" y="108"/>
                  </a:cubicBezTo>
                  <a:cubicBezTo>
                    <a:pt x="21" y="101"/>
                    <a:pt x="21" y="101"/>
                    <a:pt x="21" y="101"/>
                  </a:cubicBezTo>
                  <a:cubicBezTo>
                    <a:pt x="14" y="3"/>
                    <a:pt x="14" y="3"/>
                    <a:pt x="14" y="3"/>
                  </a:cubicBezTo>
                  <a:cubicBezTo>
                    <a:pt x="14" y="1"/>
                    <a:pt x="15" y="0"/>
                    <a:pt x="16" y="0"/>
                  </a:cubicBezTo>
                  <a:cubicBezTo>
                    <a:pt x="18" y="0"/>
                    <a:pt x="19" y="1"/>
                    <a:pt x="19" y="2"/>
                  </a:cubicBezTo>
                  <a:cubicBezTo>
                    <a:pt x="26" y="102"/>
                    <a:pt x="26" y="102"/>
                    <a:pt x="26" y="102"/>
                  </a:cubicBezTo>
                  <a:cubicBezTo>
                    <a:pt x="26" y="103"/>
                    <a:pt x="25" y="103"/>
                    <a:pt x="25" y="104"/>
                  </a:cubicBezTo>
                  <a:cubicBezTo>
                    <a:pt x="15" y="113"/>
                    <a:pt x="15" y="113"/>
                    <a:pt x="15" y="113"/>
                  </a:cubicBezTo>
                  <a:cubicBezTo>
                    <a:pt x="14" y="113"/>
                    <a:pt x="14" y="113"/>
                    <a:pt x="13" y="113"/>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grpSp>
      <p:sp>
        <p:nvSpPr>
          <p:cNvPr id="2567" name="Google Shape;2567;p140"/>
          <p:cNvSpPr txBox="1"/>
          <p:nvPr/>
        </p:nvSpPr>
        <p:spPr>
          <a:xfrm>
            <a:off x="5587700" y="5116050"/>
            <a:ext cx="1196100" cy="3531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rPr lang="en" sz="1100">
                <a:solidFill>
                  <a:srgbClr val="FFFFFF"/>
                </a:solidFill>
                <a:latin typeface="Red Hat Text"/>
                <a:ea typeface="Red Hat Text"/>
                <a:cs typeface="Red Hat Text"/>
                <a:sym typeface="Red Hat Text"/>
              </a:rPr>
              <a:t>ARCHITECTS</a:t>
            </a:r>
            <a:endParaRPr i="0" sz="1100" u="none" cap="none" strike="noStrike">
              <a:solidFill>
                <a:srgbClr val="FFFFFF"/>
              </a:solidFill>
              <a:latin typeface="Red Hat Text"/>
              <a:ea typeface="Red Hat Text"/>
              <a:cs typeface="Red Hat Text"/>
              <a:sym typeface="Red Hat Text"/>
            </a:endParaRPr>
          </a:p>
        </p:txBody>
      </p:sp>
      <p:grpSp>
        <p:nvGrpSpPr>
          <p:cNvPr id="2568" name="Google Shape;2568;p140"/>
          <p:cNvGrpSpPr/>
          <p:nvPr/>
        </p:nvGrpSpPr>
        <p:grpSpPr>
          <a:xfrm>
            <a:off x="5356751" y="5251997"/>
            <a:ext cx="407348" cy="604666"/>
            <a:chOff x="2624138" y="6769101"/>
            <a:chExt cx="633413" cy="963611"/>
          </a:xfrm>
        </p:grpSpPr>
        <p:sp>
          <p:nvSpPr>
            <p:cNvPr id="2569" name="Google Shape;2569;p140"/>
            <p:cNvSpPr/>
            <p:nvPr/>
          </p:nvSpPr>
          <p:spPr>
            <a:xfrm>
              <a:off x="2927350" y="7224713"/>
              <a:ext cx="27000" cy="333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70" name="Google Shape;2570;p140"/>
            <p:cNvSpPr/>
            <p:nvPr/>
          </p:nvSpPr>
          <p:spPr>
            <a:xfrm>
              <a:off x="2874963" y="7212013"/>
              <a:ext cx="28500" cy="270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71" name="Google Shape;2571;p140"/>
            <p:cNvSpPr/>
            <p:nvPr/>
          </p:nvSpPr>
          <p:spPr>
            <a:xfrm>
              <a:off x="2973388" y="7212013"/>
              <a:ext cx="28500" cy="270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72" name="Google Shape;2572;p140"/>
            <p:cNvSpPr/>
            <p:nvPr/>
          </p:nvSpPr>
          <p:spPr>
            <a:xfrm>
              <a:off x="3001963" y="7173913"/>
              <a:ext cx="27000" cy="285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73" name="Google Shape;2573;p140"/>
            <p:cNvSpPr/>
            <p:nvPr/>
          </p:nvSpPr>
          <p:spPr>
            <a:xfrm>
              <a:off x="3019425" y="7132638"/>
              <a:ext cx="28500" cy="270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74" name="Google Shape;2574;p140"/>
            <p:cNvSpPr/>
            <p:nvPr/>
          </p:nvSpPr>
          <p:spPr>
            <a:xfrm>
              <a:off x="2847975" y="7173913"/>
              <a:ext cx="27000" cy="285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75" name="Google Shape;2575;p140"/>
            <p:cNvSpPr/>
            <p:nvPr/>
          </p:nvSpPr>
          <p:spPr>
            <a:xfrm>
              <a:off x="2833688" y="7132638"/>
              <a:ext cx="28500" cy="270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76" name="Google Shape;2576;p140"/>
            <p:cNvSpPr/>
            <p:nvPr/>
          </p:nvSpPr>
          <p:spPr>
            <a:xfrm>
              <a:off x="2792413" y="6769101"/>
              <a:ext cx="296863" cy="298450"/>
            </a:xfrm>
            <a:custGeom>
              <a:rect b="b" l="l" r="r" t="t"/>
              <a:pathLst>
                <a:path extrusionOk="0" h="64" w="64">
                  <a:moveTo>
                    <a:pt x="32" y="64"/>
                  </a:moveTo>
                  <a:cubicBezTo>
                    <a:pt x="14" y="64"/>
                    <a:pt x="0" y="50"/>
                    <a:pt x="0" y="32"/>
                  </a:cubicBezTo>
                  <a:cubicBezTo>
                    <a:pt x="0" y="15"/>
                    <a:pt x="14" y="0"/>
                    <a:pt x="32" y="0"/>
                  </a:cubicBezTo>
                  <a:cubicBezTo>
                    <a:pt x="49" y="0"/>
                    <a:pt x="64" y="15"/>
                    <a:pt x="64" y="32"/>
                  </a:cubicBezTo>
                  <a:cubicBezTo>
                    <a:pt x="64" y="50"/>
                    <a:pt x="49" y="64"/>
                    <a:pt x="32" y="64"/>
                  </a:cubicBezTo>
                  <a:close/>
                  <a:moveTo>
                    <a:pt x="32" y="5"/>
                  </a:moveTo>
                  <a:cubicBezTo>
                    <a:pt x="17" y="5"/>
                    <a:pt x="4" y="17"/>
                    <a:pt x="4" y="32"/>
                  </a:cubicBezTo>
                  <a:cubicBezTo>
                    <a:pt x="4" y="48"/>
                    <a:pt x="17" y="60"/>
                    <a:pt x="32" y="60"/>
                  </a:cubicBezTo>
                  <a:cubicBezTo>
                    <a:pt x="47" y="60"/>
                    <a:pt x="59" y="48"/>
                    <a:pt x="59" y="32"/>
                  </a:cubicBezTo>
                  <a:cubicBezTo>
                    <a:pt x="59" y="17"/>
                    <a:pt x="47" y="5"/>
                    <a:pt x="32" y="5"/>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77" name="Google Shape;2577;p140"/>
            <p:cNvSpPr/>
            <p:nvPr/>
          </p:nvSpPr>
          <p:spPr>
            <a:xfrm>
              <a:off x="2735263" y="7313613"/>
              <a:ext cx="19050" cy="368300"/>
            </a:xfrm>
            <a:custGeom>
              <a:rect b="b" l="l" r="r" t="t"/>
              <a:pathLst>
                <a:path extrusionOk="0" h="79" w="4">
                  <a:moveTo>
                    <a:pt x="2" y="79"/>
                  </a:moveTo>
                  <a:cubicBezTo>
                    <a:pt x="1" y="79"/>
                    <a:pt x="0" y="78"/>
                    <a:pt x="0" y="77"/>
                  </a:cubicBezTo>
                  <a:cubicBezTo>
                    <a:pt x="0" y="2"/>
                    <a:pt x="0" y="2"/>
                    <a:pt x="0" y="2"/>
                  </a:cubicBezTo>
                  <a:cubicBezTo>
                    <a:pt x="0" y="1"/>
                    <a:pt x="1" y="0"/>
                    <a:pt x="2" y="0"/>
                  </a:cubicBezTo>
                  <a:cubicBezTo>
                    <a:pt x="3" y="0"/>
                    <a:pt x="4" y="1"/>
                    <a:pt x="4" y="2"/>
                  </a:cubicBezTo>
                  <a:cubicBezTo>
                    <a:pt x="4" y="77"/>
                    <a:pt x="4" y="77"/>
                    <a:pt x="4" y="77"/>
                  </a:cubicBezTo>
                  <a:cubicBezTo>
                    <a:pt x="4" y="78"/>
                    <a:pt x="3" y="79"/>
                    <a:pt x="2" y="79"/>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78" name="Google Shape;2578;p140"/>
            <p:cNvSpPr/>
            <p:nvPr/>
          </p:nvSpPr>
          <p:spPr>
            <a:xfrm>
              <a:off x="3122613" y="7313613"/>
              <a:ext cx="19050" cy="377825"/>
            </a:xfrm>
            <a:custGeom>
              <a:rect b="b" l="l" r="r" t="t"/>
              <a:pathLst>
                <a:path extrusionOk="0" h="81" w="4">
                  <a:moveTo>
                    <a:pt x="2" y="81"/>
                  </a:moveTo>
                  <a:cubicBezTo>
                    <a:pt x="1" y="81"/>
                    <a:pt x="0" y="80"/>
                    <a:pt x="0" y="79"/>
                  </a:cubicBezTo>
                  <a:cubicBezTo>
                    <a:pt x="0" y="2"/>
                    <a:pt x="0" y="2"/>
                    <a:pt x="0" y="2"/>
                  </a:cubicBezTo>
                  <a:cubicBezTo>
                    <a:pt x="0" y="1"/>
                    <a:pt x="1" y="0"/>
                    <a:pt x="2" y="0"/>
                  </a:cubicBezTo>
                  <a:cubicBezTo>
                    <a:pt x="3" y="0"/>
                    <a:pt x="4" y="1"/>
                    <a:pt x="4" y="2"/>
                  </a:cubicBezTo>
                  <a:cubicBezTo>
                    <a:pt x="4" y="79"/>
                    <a:pt x="4" y="79"/>
                    <a:pt x="4" y="79"/>
                  </a:cubicBezTo>
                  <a:cubicBezTo>
                    <a:pt x="4" y="80"/>
                    <a:pt x="3" y="81"/>
                    <a:pt x="2" y="81"/>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79" name="Google Shape;2579;p140"/>
            <p:cNvSpPr/>
            <p:nvPr/>
          </p:nvSpPr>
          <p:spPr>
            <a:xfrm>
              <a:off x="2624138" y="7099300"/>
              <a:ext cx="633413" cy="633412"/>
            </a:xfrm>
            <a:custGeom>
              <a:rect b="b" l="l" r="r" t="t"/>
              <a:pathLst>
                <a:path extrusionOk="0" h="136" w="136">
                  <a:moveTo>
                    <a:pt x="68" y="136"/>
                  </a:moveTo>
                  <a:cubicBezTo>
                    <a:pt x="35" y="136"/>
                    <a:pt x="26" y="128"/>
                    <a:pt x="24" y="126"/>
                  </a:cubicBezTo>
                  <a:cubicBezTo>
                    <a:pt x="23" y="125"/>
                    <a:pt x="23" y="125"/>
                    <a:pt x="23" y="124"/>
                  </a:cubicBezTo>
                  <a:cubicBezTo>
                    <a:pt x="23" y="111"/>
                    <a:pt x="23" y="111"/>
                    <a:pt x="23" y="111"/>
                  </a:cubicBezTo>
                  <a:cubicBezTo>
                    <a:pt x="21" y="110"/>
                    <a:pt x="21" y="110"/>
                    <a:pt x="21" y="110"/>
                  </a:cubicBezTo>
                  <a:cubicBezTo>
                    <a:pt x="10" y="102"/>
                    <a:pt x="0" y="94"/>
                    <a:pt x="0" y="78"/>
                  </a:cubicBezTo>
                  <a:cubicBezTo>
                    <a:pt x="0" y="50"/>
                    <a:pt x="0" y="50"/>
                    <a:pt x="0" y="50"/>
                  </a:cubicBezTo>
                  <a:cubicBezTo>
                    <a:pt x="0" y="18"/>
                    <a:pt x="18" y="0"/>
                    <a:pt x="50" y="0"/>
                  </a:cubicBezTo>
                  <a:cubicBezTo>
                    <a:pt x="85" y="0"/>
                    <a:pt x="85" y="0"/>
                    <a:pt x="85" y="0"/>
                  </a:cubicBezTo>
                  <a:cubicBezTo>
                    <a:pt x="118" y="0"/>
                    <a:pt x="136" y="18"/>
                    <a:pt x="136" y="50"/>
                  </a:cubicBezTo>
                  <a:cubicBezTo>
                    <a:pt x="136" y="78"/>
                    <a:pt x="136" y="78"/>
                    <a:pt x="136" y="78"/>
                  </a:cubicBezTo>
                  <a:cubicBezTo>
                    <a:pt x="136" y="94"/>
                    <a:pt x="125" y="102"/>
                    <a:pt x="114" y="110"/>
                  </a:cubicBezTo>
                  <a:cubicBezTo>
                    <a:pt x="112" y="111"/>
                    <a:pt x="112" y="111"/>
                    <a:pt x="112" y="111"/>
                  </a:cubicBezTo>
                  <a:cubicBezTo>
                    <a:pt x="112" y="124"/>
                    <a:pt x="112" y="124"/>
                    <a:pt x="112" y="124"/>
                  </a:cubicBezTo>
                  <a:cubicBezTo>
                    <a:pt x="112" y="125"/>
                    <a:pt x="112" y="125"/>
                    <a:pt x="112" y="126"/>
                  </a:cubicBezTo>
                  <a:cubicBezTo>
                    <a:pt x="110" y="128"/>
                    <a:pt x="100" y="136"/>
                    <a:pt x="68" y="136"/>
                  </a:cubicBezTo>
                  <a:close/>
                  <a:moveTo>
                    <a:pt x="28" y="123"/>
                  </a:moveTo>
                  <a:cubicBezTo>
                    <a:pt x="30" y="126"/>
                    <a:pt x="39" y="132"/>
                    <a:pt x="68" y="132"/>
                  </a:cubicBezTo>
                  <a:cubicBezTo>
                    <a:pt x="96" y="132"/>
                    <a:pt x="105" y="126"/>
                    <a:pt x="108" y="123"/>
                  </a:cubicBezTo>
                  <a:cubicBezTo>
                    <a:pt x="108" y="110"/>
                    <a:pt x="108" y="110"/>
                    <a:pt x="108" y="110"/>
                  </a:cubicBezTo>
                  <a:cubicBezTo>
                    <a:pt x="108" y="109"/>
                    <a:pt x="108" y="109"/>
                    <a:pt x="109" y="108"/>
                  </a:cubicBezTo>
                  <a:cubicBezTo>
                    <a:pt x="111" y="107"/>
                    <a:pt x="111" y="107"/>
                    <a:pt x="111" y="107"/>
                  </a:cubicBezTo>
                  <a:cubicBezTo>
                    <a:pt x="122" y="99"/>
                    <a:pt x="131" y="92"/>
                    <a:pt x="131" y="78"/>
                  </a:cubicBezTo>
                  <a:cubicBezTo>
                    <a:pt x="131" y="50"/>
                    <a:pt x="131" y="50"/>
                    <a:pt x="131" y="50"/>
                  </a:cubicBezTo>
                  <a:cubicBezTo>
                    <a:pt x="131" y="29"/>
                    <a:pt x="123" y="4"/>
                    <a:pt x="85" y="4"/>
                  </a:cubicBezTo>
                  <a:cubicBezTo>
                    <a:pt x="50" y="4"/>
                    <a:pt x="50" y="4"/>
                    <a:pt x="50" y="4"/>
                  </a:cubicBezTo>
                  <a:cubicBezTo>
                    <a:pt x="12" y="4"/>
                    <a:pt x="4" y="29"/>
                    <a:pt x="4" y="50"/>
                  </a:cubicBezTo>
                  <a:cubicBezTo>
                    <a:pt x="4" y="78"/>
                    <a:pt x="4" y="78"/>
                    <a:pt x="4" y="78"/>
                  </a:cubicBezTo>
                  <a:cubicBezTo>
                    <a:pt x="4" y="92"/>
                    <a:pt x="13" y="99"/>
                    <a:pt x="24" y="107"/>
                  </a:cubicBezTo>
                  <a:cubicBezTo>
                    <a:pt x="27" y="108"/>
                    <a:pt x="27" y="108"/>
                    <a:pt x="27" y="108"/>
                  </a:cubicBezTo>
                  <a:cubicBezTo>
                    <a:pt x="27" y="109"/>
                    <a:pt x="28" y="109"/>
                    <a:pt x="28" y="110"/>
                  </a:cubicBezTo>
                  <a:lnTo>
                    <a:pt x="28" y="123"/>
                  </a:ln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grpSp>
      <p:sp>
        <p:nvSpPr>
          <p:cNvPr id="2580" name="Google Shape;2580;p140"/>
          <p:cNvSpPr/>
          <p:nvPr/>
        </p:nvSpPr>
        <p:spPr>
          <a:xfrm>
            <a:off x="6734439" y="4405175"/>
            <a:ext cx="1196100" cy="579300"/>
          </a:xfrm>
          <a:prstGeom prst="rect">
            <a:avLst/>
          </a:prstGeom>
          <a:solidFill>
            <a:srgbClr val="FFFFFF"/>
          </a:solidFill>
          <a:ln cap="flat" cmpd="sng" w="19050">
            <a:solidFill>
              <a:srgbClr val="595959"/>
            </a:solidFill>
            <a:prstDash val="dash"/>
            <a:bevel/>
            <a:headEnd len="sm" w="sm" type="none"/>
            <a:tailEnd len="sm" w="sm" type="none"/>
          </a:ln>
        </p:spPr>
        <p:txBody>
          <a:bodyPr anchorCtr="0" anchor="ctr" bIns="60925" lIns="121900" spcFirstLastPara="1" rIns="121900" wrap="square" tIns="60925">
            <a:noAutofit/>
          </a:bodyPr>
          <a:lstStyle/>
          <a:p>
            <a:pPr indent="0" lvl="0" marL="0" rtl="0" algn="ctr">
              <a:spcBef>
                <a:spcPts val="0"/>
              </a:spcBef>
              <a:spcAft>
                <a:spcPts val="0"/>
              </a:spcAft>
              <a:buClr>
                <a:schemeClr val="dk1"/>
              </a:buClr>
              <a:buFont typeface="Arial"/>
              <a:buNone/>
            </a:pPr>
            <a:r>
              <a:rPr lang="en" sz="1100">
                <a:solidFill>
                  <a:schemeClr val="dk1"/>
                </a:solidFill>
                <a:latin typeface="Red Hat Text"/>
                <a:ea typeface="Red Hat Text"/>
                <a:cs typeface="Red Hat Text"/>
                <a:sym typeface="Red Hat Text"/>
              </a:rPr>
              <a:t>SECURE</a:t>
            </a:r>
            <a:endParaRPr sz="1100">
              <a:solidFill>
                <a:schemeClr val="dk1"/>
              </a:solidFill>
              <a:latin typeface="Red Hat Text"/>
              <a:ea typeface="Red Hat Text"/>
              <a:cs typeface="Red Hat Text"/>
              <a:sym typeface="Red Hat Text"/>
            </a:endParaRPr>
          </a:p>
          <a:p>
            <a:pPr indent="0" lvl="0" marL="0" rtl="0" algn="ctr">
              <a:spcBef>
                <a:spcPts val="0"/>
              </a:spcBef>
              <a:spcAft>
                <a:spcPts val="0"/>
              </a:spcAft>
              <a:buClr>
                <a:schemeClr val="dk1"/>
              </a:buClr>
              <a:buFont typeface="Arial"/>
              <a:buNone/>
            </a:pPr>
            <a:r>
              <a:rPr lang="en" sz="1100">
                <a:solidFill>
                  <a:schemeClr val="dk1"/>
                </a:solidFill>
                <a:latin typeface="Red Hat Text"/>
                <a:ea typeface="Red Hat Text"/>
                <a:cs typeface="Red Hat Text"/>
                <a:sym typeface="Red Hat Text"/>
              </a:rPr>
              <a:t>COMPLIANT</a:t>
            </a:r>
            <a:endParaRPr i="0" sz="3600" u="none" cap="none" strike="noStrike">
              <a:solidFill>
                <a:srgbClr val="000000"/>
              </a:solidFill>
              <a:latin typeface="Red Hat Text"/>
              <a:ea typeface="Red Hat Text"/>
              <a:cs typeface="Red Hat Text"/>
              <a:sym typeface="Red Hat Text"/>
            </a:endParaRPr>
          </a:p>
        </p:txBody>
      </p:sp>
      <p:grpSp>
        <p:nvGrpSpPr>
          <p:cNvPr id="2581" name="Google Shape;2581;p140"/>
          <p:cNvGrpSpPr/>
          <p:nvPr/>
        </p:nvGrpSpPr>
        <p:grpSpPr>
          <a:xfrm>
            <a:off x="4391228" y="1476400"/>
            <a:ext cx="3527496" cy="1482000"/>
            <a:chOff x="4400753" y="1476400"/>
            <a:chExt cx="3527496" cy="1482000"/>
          </a:xfrm>
        </p:grpSpPr>
        <p:sp>
          <p:nvSpPr>
            <p:cNvPr id="2582" name="Google Shape;2582;p140"/>
            <p:cNvSpPr/>
            <p:nvPr/>
          </p:nvSpPr>
          <p:spPr>
            <a:xfrm rot="-5406967">
              <a:off x="3910551" y="1968998"/>
              <a:ext cx="1480203" cy="496803"/>
            </a:xfrm>
            <a:prstGeom prst="trapezoid">
              <a:avLst>
                <a:gd fmla="val 7303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pic>
          <p:nvPicPr>
            <p:cNvPr id="2583" name="Google Shape;2583;p140"/>
            <p:cNvPicPr preferRelativeResize="0"/>
            <p:nvPr/>
          </p:nvPicPr>
          <p:blipFill>
            <a:blip r:embed="rId3">
              <a:alphaModFix/>
            </a:blip>
            <a:stretch>
              <a:fillRect/>
            </a:stretch>
          </p:blipFill>
          <p:spPr>
            <a:xfrm>
              <a:off x="4898450" y="1484388"/>
              <a:ext cx="3029798" cy="1464675"/>
            </a:xfrm>
            <a:prstGeom prst="rect">
              <a:avLst/>
            </a:prstGeom>
            <a:noFill/>
            <a:ln cap="flat" cmpd="sng" w="19050">
              <a:solidFill>
                <a:schemeClr val="dk2"/>
              </a:solidFill>
              <a:prstDash val="solid"/>
              <a:round/>
              <a:headEnd len="sm" w="sm" type="none"/>
              <a:tailEnd len="sm" w="sm" type="none"/>
            </a:ln>
          </p:spPr>
        </p:pic>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8" name="Shape 2588"/>
        <p:cNvGrpSpPr/>
        <p:nvPr/>
      </p:nvGrpSpPr>
      <p:grpSpPr>
        <a:xfrm>
          <a:off x="0" y="0"/>
          <a:ext cx="0" cy="0"/>
          <a:chOff x="0" y="0"/>
          <a:chExt cx="0" cy="0"/>
        </a:xfrm>
      </p:grpSpPr>
      <p:sp>
        <p:nvSpPr>
          <p:cNvPr id="2589" name="Google Shape;2589;p141"/>
          <p:cNvSpPr txBox="1"/>
          <p:nvPr/>
        </p:nvSpPr>
        <p:spPr>
          <a:xfrm>
            <a:off x="1102200" y="484430"/>
            <a:ext cx="9987600" cy="875700"/>
          </a:xfrm>
          <a:prstGeom prst="rect">
            <a:avLst/>
          </a:prstGeom>
          <a:noFill/>
          <a:ln>
            <a:noFill/>
          </a:ln>
        </p:spPr>
        <p:txBody>
          <a:bodyPr anchorCtr="0" anchor="ctr" bIns="121900" lIns="121900" spcFirstLastPara="1" rIns="121900" wrap="square" tIns="121900">
            <a:noAutofit/>
          </a:bodyPr>
          <a:lstStyle/>
          <a:p>
            <a:pPr indent="0" lvl="0" marL="0" rtl="0" algn="ctr">
              <a:lnSpc>
                <a:spcPct val="115000"/>
              </a:lnSpc>
              <a:spcBef>
                <a:spcPts val="0"/>
              </a:spcBef>
              <a:spcAft>
                <a:spcPts val="0"/>
              </a:spcAft>
              <a:buNone/>
            </a:pPr>
            <a:r>
              <a:rPr lang="en" sz="1900">
                <a:solidFill>
                  <a:schemeClr val="accent1"/>
                </a:solidFill>
                <a:latin typeface="Red Hat Text"/>
                <a:ea typeface="Red Hat Text"/>
                <a:cs typeface="Red Hat Text"/>
                <a:sym typeface="Red Hat Text"/>
              </a:rPr>
              <a:t>Continuous Delivery Lifecycle</a:t>
            </a:r>
            <a:endParaRPr sz="1900">
              <a:solidFill>
                <a:schemeClr val="accent1"/>
              </a:solidFill>
              <a:latin typeface="Red Hat Text"/>
              <a:ea typeface="Red Hat Text"/>
              <a:cs typeface="Red Hat Text"/>
              <a:sym typeface="Red Hat Text"/>
            </a:endParaRPr>
          </a:p>
        </p:txBody>
      </p:sp>
      <p:sp>
        <p:nvSpPr>
          <p:cNvPr id="2590" name="Google Shape;2590;p141"/>
          <p:cNvSpPr txBox="1"/>
          <p:nvPr>
            <p:ph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lnSpc>
                <a:spcPct val="115000"/>
              </a:lnSpc>
              <a:spcBef>
                <a:spcPts val="0"/>
              </a:spcBef>
              <a:spcAft>
                <a:spcPts val="0"/>
              </a:spcAft>
              <a:buClr>
                <a:schemeClr val="dk1"/>
              </a:buClr>
              <a:buSzPts val="1500"/>
              <a:buFont typeface="Arial"/>
              <a:buNone/>
            </a:pPr>
            <a:r>
              <a:rPr lang="en" sz="2700">
                <a:solidFill>
                  <a:schemeClr val="accent1"/>
                </a:solidFill>
                <a:latin typeface="Red Hat Text Medium"/>
                <a:ea typeface="Red Hat Text Medium"/>
                <a:cs typeface="Red Hat Text Medium"/>
                <a:sym typeface="Red Hat Text Medium"/>
              </a:rPr>
              <a:t>Platform Is Frictionless</a:t>
            </a:r>
            <a:endParaRPr sz="2700">
              <a:solidFill>
                <a:schemeClr val="accent1"/>
              </a:solidFill>
              <a:latin typeface="Red Hat Text Medium"/>
              <a:ea typeface="Red Hat Text Medium"/>
              <a:cs typeface="Red Hat Text Medium"/>
              <a:sym typeface="Red Hat Text Medium"/>
            </a:endParaRPr>
          </a:p>
        </p:txBody>
      </p:sp>
      <p:sp>
        <p:nvSpPr>
          <p:cNvPr id="2591" name="Google Shape;2591;p141"/>
          <p:cNvSpPr/>
          <p:nvPr/>
        </p:nvSpPr>
        <p:spPr>
          <a:xfrm>
            <a:off x="2616474" y="4405125"/>
            <a:ext cx="1196100" cy="579300"/>
          </a:xfrm>
          <a:prstGeom prst="rect">
            <a:avLst/>
          </a:prstGeom>
          <a:solidFill>
            <a:srgbClr val="FFFFFF"/>
          </a:solidFill>
          <a:ln cap="flat" cmpd="sng" w="19050">
            <a:solidFill>
              <a:srgbClr val="595959"/>
            </a:solidFill>
            <a:prstDash val="dash"/>
            <a:bevel/>
            <a:headEnd len="sm" w="sm" type="none"/>
            <a:tailEnd len="sm" w="sm" type="none"/>
          </a:ln>
        </p:spPr>
        <p:txBody>
          <a:bodyPr anchorCtr="0" anchor="ctr" bIns="60925" lIns="121900" spcFirstLastPara="1" rIns="121900" wrap="square" tIns="60925">
            <a:noAutofit/>
          </a:bodyPr>
          <a:lstStyle/>
          <a:p>
            <a:pPr indent="0" lvl="0" marL="0" rtl="0" algn="ctr">
              <a:spcBef>
                <a:spcPts val="0"/>
              </a:spcBef>
              <a:spcAft>
                <a:spcPts val="0"/>
              </a:spcAft>
              <a:buClr>
                <a:schemeClr val="dk1"/>
              </a:buClr>
              <a:buFont typeface="Arial"/>
              <a:buNone/>
            </a:pPr>
            <a:r>
              <a:rPr lang="en" sz="1100">
                <a:solidFill>
                  <a:schemeClr val="dk1"/>
                </a:solidFill>
                <a:latin typeface="Red Hat Text"/>
                <a:ea typeface="Red Hat Text"/>
                <a:cs typeface="Red Hat Text"/>
                <a:sym typeface="Red Hat Text"/>
              </a:rPr>
              <a:t>EVERYTHING</a:t>
            </a:r>
            <a:r>
              <a:rPr lang="en" sz="900">
                <a:solidFill>
                  <a:schemeClr val="dk1"/>
                </a:solidFill>
                <a:latin typeface="Red Hat Text"/>
                <a:ea typeface="Red Hat Text"/>
                <a:cs typeface="Red Hat Text"/>
                <a:sym typeface="Red Hat Text"/>
              </a:rPr>
              <a:t> as </a:t>
            </a:r>
            <a:r>
              <a:rPr lang="en" sz="1100">
                <a:solidFill>
                  <a:schemeClr val="dk1"/>
                </a:solidFill>
                <a:latin typeface="Red Hat Text"/>
                <a:ea typeface="Red Hat Text"/>
                <a:cs typeface="Red Hat Text"/>
                <a:sym typeface="Red Hat Text"/>
              </a:rPr>
              <a:t>CODE</a:t>
            </a:r>
            <a:endParaRPr i="0" sz="1300" u="none" cap="none" strike="noStrike">
              <a:solidFill>
                <a:srgbClr val="000000"/>
              </a:solidFill>
              <a:latin typeface="Red Hat Text"/>
              <a:ea typeface="Red Hat Text"/>
              <a:cs typeface="Red Hat Text"/>
              <a:sym typeface="Red Hat Text"/>
            </a:endParaRPr>
          </a:p>
        </p:txBody>
      </p:sp>
      <p:sp>
        <p:nvSpPr>
          <p:cNvPr id="2592" name="Google Shape;2592;p141"/>
          <p:cNvSpPr/>
          <p:nvPr/>
        </p:nvSpPr>
        <p:spPr>
          <a:xfrm>
            <a:off x="3989129" y="4405175"/>
            <a:ext cx="1196100" cy="579300"/>
          </a:xfrm>
          <a:prstGeom prst="rect">
            <a:avLst/>
          </a:prstGeom>
          <a:solidFill>
            <a:srgbClr val="FFFFFF"/>
          </a:solidFill>
          <a:ln cap="flat" cmpd="sng" w="19050">
            <a:solidFill>
              <a:srgbClr val="595959"/>
            </a:solidFill>
            <a:prstDash val="dash"/>
            <a:bevel/>
            <a:headEnd len="sm" w="sm" type="none"/>
            <a:tailEnd len="sm" w="sm" type="none"/>
          </a:ln>
        </p:spPr>
        <p:txBody>
          <a:bodyPr anchorCtr="0" anchor="ctr" bIns="60925" lIns="121900" spcFirstLastPara="1" rIns="121900" wrap="square" tIns="60925">
            <a:noAutofit/>
          </a:bodyPr>
          <a:lstStyle/>
          <a:p>
            <a:pPr indent="0" lvl="0" marL="0" rtl="0" algn="ctr">
              <a:spcBef>
                <a:spcPts val="0"/>
              </a:spcBef>
              <a:spcAft>
                <a:spcPts val="0"/>
              </a:spcAft>
              <a:buClr>
                <a:schemeClr val="dk1"/>
              </a:buClr>
              <a:buFont typeface="Arial"/>
              <a:buNone/>
            </a:pPr>
            <a:r>
              <a:rPr lang="en" sz="1100">
                <a:solidFill>
                  <a:schemeClr val="dk1"/>
                </a:solidFill>
                <a:latin typeface="Red Hat Text"/>
                <a:ea typeface="Red Hat Text"/>
                <a:cs typeface="Red Hat Text"/>
                <a:sym typeface="Red Hat Text"/>
              </a:rPr>
              <a:t>AUTOMATION</a:t>
            </a:r>
            <a:endParaRPr sz="3600">
              <a:latin typeface="Red Hat Text"/>
              <a:ea typeface="Red Hat Text"/>
              <a:cs typeface="Red Hat Text"/>
              <a:sym typeface="Red Hat Text"/>
            </a:endParaRPr>
          </a:p>
        </p:txBody>
      </p:sp>
      <p:sp>
        <p:nvSpPr>
          <p:cNvPr id="2593" name="Google Shape;2593;p141"/>
          <p:cNvSpPr/>
          <p:nvPr/>
        </p:nvSpPr>
        <p:spPr>
          <a:xfrm>
            <a:off x="5361784" y="4405175"/>
            <a:ext cx="1196100" cy="579300"/>
          </a:xfrm>
          <a:prstGeom prst="rect">
            <a:avLst/>
          </a:prstGeom>
          <a:solidFill>
            <a:srgbClr val="FFFFFF"/>
          </a:solidFill>
          <a:ln cap="flat" cmpd="sng" w="19050">
            <a:solidFill>
              <a:srgbClr val="595959"/>
            </a:solidFill>
            <a:prstDash val="dash"/>
            <a:bevel/>
            <a:headEnd len="sm" w="sm" type="none"/>
            <a:tailEnd len="sm" w="sm" type="none"/>
          </a:ln>
        </p:spPr>
        <p:txBody>
          <a:bodyPr anchorCtr="0" anchor="ctr" bIns="60925" lIns="121900" spcFirstLastPara="1" rIns="121900" wrap="square" tIns="60925">
            <a:noAutofit/>
          </a:bodyPr>
          <a:lstStyle/>
          <a:p>
            <a:pPr indent="0" lvl="0" marL="0" rtl="0" algn="ctr">
              <a:spcBef>
                <a:spcPts val="0"/>
              </a:spcBef>
              <a:spcAft>
                <a:spcPts val="0"/>
              </a:spcAft>
              <a:buClr>
                <a:schemeClr val="dk1"/>
              </a:buClr>
              <a:buFont typeface="Arial"/>
              <a:buNone/>
            </a:pPr>
            <a:r>
              <a:rPr lang="en" sz="1100">
                <a:solidFill>
                  <a:schemeClr val="dk1"/>
                </a:solidFill>
                <a:latin typeface="Red Hat Text"/>
                <a:ea typeface="Red Hat Text"/>
                <a:cs typeface="Red Hat Text"/>
                <a:sym typeface="Red Hat Text"/>
              </a:rPr>
              <a:t>CONTINUOUS</a:t>
            </a:r>
            <a:endParaRPr sz="1100">
              <a:solidFill>
                <a:schemeClr val="dk1"/>
              </a:solidFill>
              <a:latin typeface="Red Hat Text"/>
              <a:ea typeface="Red Hat Text"/>
              <a:cs typeface="Red Hat Text"/>
              <a:sym typeface="Red Hat Text"/>
            </a:endParaRPr>
          </a:p>
          <a:p>
            <a:pPr indent="0" lvl="0" marL="0" rtl="0" algn="ctr">
              <a:spcBef>
                <a:spcPts val="0"/>
              </a:spcBef>
              <a:spcAft>
                <a:spcPts val="0"/>
              </a:spcAft>
              <a:buClr>
                <a:schemeClr val="dk1"/>
              </a:buClr>
              <a:buFont typeface="Arial"/>
              <a:buNone/>
            </a:pPr>
            <a:r>
              <a:rPr lang="en" sz="1100">
                <a:solidFill>
                  <a:schemeClr val="dk1"/>
                </a:solidFill>
                <a:latin typeface="Red Hat Text"/>
                <a:ea typeface="Red Hat Text"/>
                <a:cs typeface="Red Hat Text"/>
                <a:sym typeface="Red Hat Text"/>
              </a:rPr>
              <a:t>INTEGRATION</a:t>
            </a:r>
            <a:endParaRPr sz="3600">
              <a:latin typeface="Red Hat Text"/>
              <a:ea typeface="Red Hat Text"/>
              <a:cs typeface="Red Hat Text"/>
              <a:sym typeface="Red Hat Text"/>
            </a:endParaRPr>
          </a:p>
        </p:txBody>
      </p:sp>
      <p:sp>
        <p:nvSpPr>
          <p:cNvPr id="2594" name="Google Shape;2594;p141"/>
          <p:cNvSpPr/>
          <p:nvPr/>
        </p:nvSpPr>
        <p:spPr>
          <a:xfrm>
            <a:off x="8107094" y="4405200"/>
            <a:ext cx="1196100" cy="579300"/>
          </a:xfrm>
          <a:prstGeom prst="rect">
            <a:avLst/>
          </a:prstGeom>
          <a:solidFill>
            <a:srgbClr val="FFFFFF"/>
          </a:solidFill>
          <a:ln cap="flat" cmpd="sng" w="19050">
            <a:solidFill>
              <a:srgbClr val="595959"/>
            </a:solidFill>
            <a:prstDash val="dash"/>
            <a:bevel/>
            <a:headEnd len="sm" w="sm" type="none"/>
            <a:tailEnd len="sm" w="sm" type="none"/>
          </a:ln>
        </p:spPr>
        <p:txBody>
          <a:bodyPr anchorCtr="0" anchor="ctr" bIns="60925" lIns="121900" spcFirstLastPara="1" rIns="121900" wrap="square" tIns="60925">
            <a:noAutofit/>
          </a:bodyPr>
          <a:lstStyle/>
          <a:p>
            <a:pPr indent="0" lvl="0" marL="0" rtl="0" algn="ctr">
              <a:spcBef>
                <a:spcPts val="0"/>
              </a:spcBef>
              <a:spcAft>
                <a:spcPts val="0"/>
              </a:spcAft>
              <a:buClr>
                <a:schemeClr val="dk1"/>
              </a:buClr>
              <a:buFont typeface="Arial"/>
              <a:buNone/>
            </a:pPr>
            <a:r>
              <a:rPr lang="en" sz="1100">
                <a:solidFill>
                  <a:schemeClr val="dk1"/>
                </a:solidFill>
                <a:latin typeface="Red Hat Text"/>
                <a:ea typeface="Red Hat Text"/>
                <a:cs typeface="Red Hat Text"/>
                <a:sym typeface="Red Hat Text"/>
              </a:rPr>
              <a:t>MONITORING</a:t>
            </a:r>
            <a:endParaRPr sz="1100">
              <a:solidFill>
                <a:schemeClr val="dk1"/>
              </a:solidFill>
              <a:latin typeface="Red Hat Text"/>
              <a:ea typeface="Red Hat Text"/>
              <a:cs typeface="Red Hat Text"/>
              <a:sym typeface="Red Hat Text"/>
            </a:endParaRPr>
          </a:p>
        </p:txBody>
      </p:sp>
      <p:sp>
        <p:nvSpPr>
          <p:cNvPr id="2595" name="Google Shape;2595;p141"/>
          <p:cNvSpPr/>
          <p:nvPr/>
        </p:nvSpPr>
        <p:spPr>
          <a:xfrm>
            <a:off x="2606422" y="5098855"/>
            <a:ext cx="6727500" cy="789600"/>
          </a:xfrm>
          <a:prstGeom prst="rect">
            <a:avLst/>
          </a:prstGeom>
          <a:solidFill>
            <a:srgbClr val="0499C5"/>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96" name="Google Shape;2596;p141"/>
          <p:cNvSpPr/>
          <p:nvPr/>
        </p:nvSpPr>
        <p:spPr>
          <a:xfrm>
            <a:off x="2606422" y="1738346"/>
            <a:ext cx="6727500" cy="2552400"/>
          </a:xfrm>
          <a:prstGeom prst="rect">
            <a:avLst/>
          </a:prstGeom>
          <a:solidFill>
            <a:srgbClr val="93D3E6"/>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597" name="Google Shape;2597;p141"/>
          <p:cNvSpPr/>
          <p:nvPr/>
        </p:nvSpPr>
        <p:spPr>
          <a:xfrm>
            <a:off x="2750189" y="1851359"/>
            <a:ext cx="1525500" cy="727200"/>
          </a:xfrm>
          <a:prstGeom prst="rect">
            <a:avLst/>
          </a:prstGeom>
          <a:solidFill>
            <a:srgbClr val="FFFFFF"/>
          </a:solidFill>
          <a:ln>
            <a:noFill/>
          </a:ln>
        </p:spPr>
        <p:txBody>
          <a:bodyPr anchorCtr="0" anchor="ctr" bIns="60925" lIns="121900" spcFirstLastPara="1" rIns="121900" wrap="square" tIns="60925">
            <a:noAutofit/>
          </a:bodyPr>
          <a:lstStyle/>
          <a:p>
            <a:pPr indent="0" lvl="0" marL="0" rtl="0" algn="ctr">
              <a:spcBef>
                <a:spcPts val="0"/>
              </a:spcBef>
              <a:spcAft>
                <a:spcPts val="0"/>
              </a:spcAft>
              <a:buClr>
                <a:schemeClr val="dk1"/>
              </a:buClr>
              <a:buFont typeface="Arial"/>
              <a:buNone/>
            </a:pPr>
            <a:r>
              <a:rPr lang="en" sz="1100">
                <a:solidFill>
                  <a:srgbClr val="616770"/>
                </a:solidFill>
                <a:latin typeface="Red Hat Text"/>
                <a:ea typeface="Red Hat Text"/>
                <a:cs typeface="Red Hat Text"/>
                <a:sym typeface="Red Hat Text"/>
              </a:rPr>
              <a:t>SELF</a:t>
            </a:r>
            <a:endParaRPr sz="1100">
              <a:solidFill>
                <a:schemeClr val="dk1"/>
              </a:solidFill>
              <a:latin typeface="Red Hat Text"/>
              <a:ea typeface="Red Hat Text"/>
              <a:cs typeface="Red Hat Text"/>
              <a:sym typeface="Red Hat Text"/>
            </a:endParaRPr>
          </a:p>
          <a:p>
            <a:pPr indent="0" lvl="0" marL="0" rtl="0" algn="ctr">
              <a:spcBef>
                <a:spcPts val="0"/>
              </a:spcBef>
              <a:spcAft>
                <a:spcPts val="0"/>
              </a:spcAft>
              <a:buClr>
                <a:schemeClr val="dk1"/>
              </a:buClr>
              <a:buFont typeface="Arial"/>
              <a:buNone/>
            </a:pPr>
            <a:r>
              <a:rPr lang="en" sz="1100">
                <a:solidFill>
                  <a:srgbClr val="616770"/>
                </a:solidFill>
                <a:latin typeface="Red Hat Text"/>
                <a:ea typeface="Red Hat Text"/>
                <a:cs typeface="Red Hat Text"/>
                <a:sym typeface="Red Hat Text"/>
              </a:rPr>
              <a:t>PROVISIONING</a:t>
            </a:r>
            <a:endParaRPr sz="1100">
              <a:latin typeface="Red Hat Text"/>
              <a:ea typeface="Red Hat Text"/>
              <a:cs typeface="Red Hat Text"/>
              <a:sym typeface="Red Hat Text"/>
            </a:endParaRPr>
          </a:p>
        </p:txBody>
      </p:sp>
      <p:sp>
        <p:nvSpPr>
          <p:cNvPr id="2598" name="Google Shape;2598;p141"/>
          <p:cNvSpPr/>
          <p:nvPr/>
        </p:nvSpPr>
        <p:spPr>
          <a:xfrm>
            <a:off x="4388861" y="1851359"/>
            <a:ext cx="1525500" cy="727200"/>
          </a:xfrm>
          <a:prstGeom prst="rect">
            <a:avLst/>
          </a:prstGeom>
          <a:solidFill>
            <a:srgbClr val="FFFFFF"/>
          </a:solidFill>
          <a:ln>
            <a:noFill/>
          </a:ln>
        </p:spPr>
        <p:txBody>
          <a:bodyPr anchorCtr="0" anchor="ctr" bIns="60925" lIns="121900" spcFirstLastPara="1" rIns="121900" wrap="square" tIns="60925">
            <a:noAutofit/>
          </a:bodyPr>
          <a:lstStyle/>
          <a:p>
            <a:pPr indent="0" lvl="0" marL="0" rtl="0" algn="ctr">
              <a:spcBef>
                <a:spcPts val="0"/>
              </a:spcBef>
              <a:spcAft>
                <a:spcPts val="0"/>
              </a:spcAft>
              <a:buClr>
                <a:schemeClr val="dk1"/>
              </a:buClr>
              <a:buFont typeface="Arial"/>
              <a:buNone/>
            </a:pPr>
            <a:r>
              <a:rPr lang="en" sz="1100">
                <a:solidFill>
                  <a:srgbClr val="616770"/>
                </a:solidFill>
                <a:latin typeface="Red Hat Text"/>
                <a:ea typeface="Red Hat Text"/>
                <a:cs typeface="Red Hat Text"/>
                <a:sym typeface="Red Hat Text"/>
              </a:rPr>
              <a:t>ENVIRONMENT</a:t>
            </a:r>
            <a:endParaRPr sz="1100">
              <a:solidFill>
                <a:schemeClr val="dk1"/>
              </a:solidFill>
              <a:latin typeface="Red Hat Text"/>
              <a:ea typeface="Red Hat Text"/>
              <a:cs typeface="Red Hat Text"/>
              <a:sym typeface="Red Hat Text"/>
            </a:endParaRPr>
          </a:p>
          <a:p>
            <a:pPr indent="0" lvl="0" marL="0" rtl="0" algn="ctr">
              <a:spcBef>
                <a:spcPts val="0"/>
              </a:spcBef>
              <a:spcAft>
                <a:spcPts val="0"/>
              </a:spcAft>
              <a:buClr>
                <a:schemeClr val="dk1"/>
              </a:buClr>
              <a:buFont typeface="Arial"/>
              <a:buNone/>
            </a:pPr>
            <a:r>
              <a:rPr lang="en" sz="1100">
                <a:solidFill>
                  <a:srgbClr val="616770"/>
                </a:solidFill>
                <a:latin typeface="Red Hat Text"/>
                <a:ea typeface="Red Hat Text"/>
                <a:cs typeface="Red Hat Text"/>
                <a:sym typeface="Red Hat Text"/>
              </a:rPr>
              <a:t>STANDARDIZATION</a:t>
            </a:r>
            <a:endParaRPr sz="1100">
              <a:latin typeface="Red Hat Text"/>
              <a:ea typeface="Red Hat Text"/>
              <a:cs typeface="Red Hat Text"/>
              <a:sym typeface="Red Hat Text"/>
            </a:endParaRPr>
          </a:p>
        </p:txBody>
      </p:sp>
      <p:sp>
        <p:nvSpPr>
          <p:cNvPr id="2599" name="Google Shape;2599;p141"/>
          <p:cNvSpPr/>
          <p:nvPr/>
        </p:nvSpPr>
        <p:spPr>
          <a:xfrm>
            <a:off x="6026202" y="1851359"/>
            <a:ext cx="1525500" cy="727200"/>
          </a:xfrm>
          <a:prstGeom prst="rect">
            <a:avLst/>
          </a:prstGeom>
          <a:solidFill>
            <a:srgbClr val="FFFFFF"/>
          </a:solidFill>
          <a:ln>
            <a:noFill/>
          </a:ln>
        </p:spPr>
        <p:txBody>
          <a:bodyPr anchorCtr="0" anchor="ctr" bIns="60925" lIns="121900" spcFirstLastPara="1" rIns="121900" wrap="square" tIns="60925">
            <a:noAutofit/>
          </a:bodyPr>
          <a:lstStyle/>
          <a:p>
            <a:pPr indent="0" lvl="0" marL="0" rtl="0" algn="ctr">
              <a:spcBef>
                <a:spcPts val="0"/>
              </a:spcBef>
              <a:spcAft>
                <a:spcPts val="0"/>
              </a:spcAft>
              <a:buClr>
                <a:schemeClr val="dk1"/>
              </a:buClr>
              <a:buFont typeface="Arial"/>
              <a:buNone/>
            </a:pPr>
            <a:r>
              <a:rPr lang="en" sz="1100">
                <a:solidFill>
                  <a:srgbClr val="616770"/>
                </a:solidFill>
                <a:latin typeface="Red Hat Text"/>
                <a:ea typeface="Red Hat Text"/>
                <a:cs typeface="Red Hat Text"/>
                <a:sym typeface="Red Hat Text"/>
              </a:rPr>
              <a:t>AUTO</a:t>
            </a:r>
            <a:endParaRPr sz="1100">
              <a:solidFill>
                <a:schemeClr val="dk1"/>
              </a:solidFill>
              <a:latin typeface="Red Hat Text"/>
              <a:ea typeface="Red Hat Text"/>
              <a:cs typeface="Red Hat Text"/>
              <a:sym typeface="Red Hat Text"/>
            </a:endParaRPr>
          </a:p>
          <a:p>
            <a:pPr indent="0" lvl="0" marL="0" rtl="0" algn="ctr">
              <a:spcBef>
                <a:spcPts val="0"/>
              </a:spcBef>
              <a:spcAft>
                <a:spcPts val="0"/>
              </a:spcAft>
              <a:buNone/>
            </a:pPr>
            <a:r>
              <a:rPr lang="en" sz="1100">
                <a:solidFill>
                  <a:srgbClr val="616770"/>
                </a:solidFill>
                <a:latin typeface="Red Hat Text"/>
                <a:ea typeface="Red Hat Text"/>
                <a:cs typeface="Red Hat Text"/>
                <a:sym typeface="Red Hat Text"/>
              </a:rPr>
              <a:t>SCALING</a:t>
            </a:r>
            <a:endParaRPr sz="1100">
              <a:latin typeface="Red Hat Text"/>
              <a:ea typeface="Red Hat Text"/>
              <a:cs typeface="Red Hat Text"/>
              <a:sym typeface="Red Hat Text"/>
            </a:endParaRPr>
          </a:p>
        </p:txBody>
      </p:sp>
      <p:sp>
        <p:nvSpPr>
          <p:cNvPr id="2600" name="Google Shape;2600;p141"/>
          <p:cNvSpPr/>
          <p:nvPr/>
        </p:nvSpPr>
        <p:spPr>
          <a:xfrm>
            <a:off x="7664875" y="1851359"/>
            <a:ext cx="1525500" cy="727200"/>
          </a:xfrm>
          <a:prstGeom prst="rect">
            <a:avLst/>
          </a:prstGeom>
          <a:solidFill>
            <a:srgbClr val="FFFFFF"/>
          </a:solidFill>
          <a:ln>
            <a:noFill/>
          </a:ln>
        </p:spPr>
        <p:txBody>
          <a:bodyPr anchorCtr="0" anchor="ctr" bIns="60925" lIns="121900" spcFirstLastPara="1" rIns="121900" wrap="square" tIns="60925">
            <a:noAutofit/>
          </a:bodyPr>
          <a:lstStyle/>
          <a:p>
            <a:pPr indent="0" lvl="0" marL="0" rtl="0" algn="ctr">
              <a:spcBef>
                <a:spcPts val="0"/>
              </a:spcBef>
              <a:spcAft>
                <a:spcPts val="0"/>
              </a:spcAft>
              <a:buNone/>
            </a:pPr>
            <a:r>
              <a:rPr lang="en" sz="1100">
                <a:solidFill>
                  <a:srgbClr val="616770"/>
                </a:solidFill>
                <a:latin typeface="Red Hat Text"/>
                <a:ea typeface="Red Hat Text"/>
                <a:cs typeface="Red Hat Text"/>
                <a:sym typeface="Red Hat Text"/>
              </a:rPr>
              <a:t>AUTOMATED TESTING</a:t>
            </a:r>
            <a:endParaRPr sz="1100">
              <a:latin typeface="Red Hat Text"/>
              <a:ea typeface="Red Hat Text"/>
              <a:cs typeface="Red Hat Text"/>
              <a:sym typeface="Red Hat Text"/>
            </a:endParaRPr>
          </a:p>
        </p:txBody>
      </p:sp>
      <p:sp>
        <p:nvSpPr>
          <p:cNvPr id="2601" name="Google Shape;2601;p141"/>
          <p:cNvSpPr/>
          <p:nvPr/>
        </p:nvSpPr>
        <p:spPr>
          <a:xfrm>
            <a:off x="3643405" y="2715193"/>
            <a:ext cx="4643126" cy="950866"/>
          </a:xfrm>
          <a:custGeom>
            <a:rect b="b" l="l" r="r" t="t"/>
            <a:pathLst>
              <a:path extrusionOk="0" h="251" w="1196">
                <a:moveTo>
                  <a:pt x="1196" y="60"/>
                </a:moveTo>
                <a:cubicBezTo>
                  <a:pt x="1087" y="60"/>
                  <a:pt x="1087" y="60"/>
                  <a:pt x="1087" y="60"/>
                </a:cubicBezTo>
                <a:cubicBezTo>
                  <a:pt x="1087" y="23"/>
                  <a:pt x="1087" y="23"/>
                  <a:pt x="1087" y="23"/>
                </a:cubicBezTo>
                <a:cubicBezTo>
                  <a:pt x="1087" y="21"/>
                  <a:pt x="1085" y="19"/>
                  <a:pt x="1083" y="19"/>
                </a:cubicBezTo>
                <a:cubicBezTo>
                  <a:pt x="946" y="19"/>
                  <a:pt x="946" y="19"/>
                  <a:pt x="946" y="19"/>
                </a:cubicBezTo>
                <a:cubicBezTo>
                  <a:pt x="946" y="2"/>
                  <a:pt x="946" y="2"/>
                  <a:pt x="946" y="2"/>
                </a:cubicBezTo>
                <a:cubicBezTo>
                  <a:pt x="946" y="1"/>
                  <a:pt x="945" y="1"/>
                  <a:pt x="944" y="0"/>
                </a:cubicBezTo>
                <a:cubicBezTo>
                  <a:pt x="944" y="0"/>
                  <a:pt x="943" y="0"/>
                  <a:pt x="942" y="0"/>
                </a:cubicBezTo>
                <a:cubicBezTo>
                  <a:pt x="900" y="19"/>
                  <a:pt x="900" y="19"/>
                  <a:pt x="900" y="19"/>
                </a:cubicBezTo>
                <a:cubicBezTo>
                  <a:pt x="620" y="19"/>
                  <a:pt x="620" y="19"/>
                  <a:pt x="620" y="19"/>
                </a:cubicBezTo>
                <a:cubicBezTo>
                  <a:pt x="620" y="2"/>
                  <a:pt x="620" y="2"/>
                  <a:pt x="620" y="2"/>
                </a:cubicBezTo>
                <a:cubicBezTo>
                  <a:pt x="620" y="1"/>
                  <a:pt x="620" y="1"/>
                  <a:pt x="619" y="0"/>
                </a:cubicBezTo>
                <a:cubicBezTo>
                  <a:pt x="618" y="0"/>
                  <a:pt x="617" y="0"/>
                  <a:pt x="617" y="0"/>
                </a:cubicBezTo>
                <a:cubicBezTo>
                  <a:pt x="574" y="19"/>
                  <a:pt x="574" y="19"/>
                  <a:pt x="574" y="19"/>
                </a:cubicBezTo>
                <a:cubicBezTo>
                  <a:pt x="307" y="19"/>
                  <a:pt x="307" y="19"/>
                  <a:pt x="307" y="19"/>
                </a:cubicBezTo>
                <a:cubicBezTo>
                  <a:pt x="307" y="2"/>
                  <a:pt x="307" y="2"/>
                  <a:pt x="307" y="2"/>
                </a:cubicBezTo>
                <a:cubicBezTo>
                  <a:pt x="307" y="1"/>
                  <a:pt x="306" y="1"/>
                  <a:pt x="305" y="0"/>
                </a:cubicBezTo>
                <a:cubicBezTo>
                  <a:pt x="305" y="0"/>
                  <a:pt x="304" y="0"/>
                  <a:pt x="303" y="0"/>
                </a:cubicBezTo>
                <a:cubicBezTo>
                  <a:pt x="260" y="19"/>
                  <a:pt x="260" y="19"/>
                  <a:pt x="260" y="19"/>
                </a:cubicBezTo>
                <a:cubicBezTo>
                  <a:pt x="260" y="19"/>
                  <a:pt x="260" y="19"/>
                  <a:pt x="260" y="19"/>
                </a:cubicBezTo>
                <a:cubicBezTo>
                  <a:pt x="103" y="19"/>
                  <a:pt x="103" y="19"/>
                  <a:pt x="103" y="19"/>
                </a:cubicBezTo>
                <a:cubicBezTo>
                  <a:pt x="101" y="19"/>
                  <a:pt x="99" y="21"/>
                  <a:pt x="99" y="23"/>
                </a:cubicBezTo>
                <a:cubicBezTo>
                  <a:pt x="99" y="60"/>
                  <a:pt x="99" y="60"/>
                  <a:pt x="99" y="60"/>
                </a:cubicBezTo>
                <a:cubicBezTo>
                  <a:pt x="0" y="60"/>
                  <a:pt x="0" y="60"/>
                  <a:pt x="0" y="60"/>
                </a:cubicBezTo>
                <a:cubicBezTo>
                  <a:pt x="0" y="186"/>
                  <a:pt x="0" y="186"/>
                  <a:pt x="0" y="186"/>
                </a:cubicBezTo>
                <a:cubicBezTo>
                  <a:pt x="99" y="186"/>
                  <a:pt x="99" y="186"/>
                  <a:pt x="99" y="186"/>
                </a:cubicBezTo>
                <a:cubicBezTo>
                  <a:pt x="99" y="228"/>
                  <a:pt x="99" y="228"/>
                  <a:pt x="99" y="228"/>
                </a:cubicBezTo>
                <a:cubicBezTo>
                  <a:pt x="99" y="230"/>
                  <a:pt x="101" y="232"/>
                  <a:pt x="103" y="232"/>
                </a:cubicBezTo>
                <a:cubicBezTo>
                  <a:pt x="241" y="232"/>
                  <a:pt x="241" y="232"/>
                  <a:pt x="241" y="232"/>
                </a:cubicBezTo>
                <a:cubicBezTo>
                  <a:pt x="241" y="249"/>
                  <a:pt x="241" y="249"/>
                  <a:pt x="241" y="249"/>
                </a:cubicBezTo>
                <a:cubicBezTo>
                  <a:pt x="241" y="250"/>
                  <a:pt x="241" y="250"/>
                  <a:pt x="242" y="251"/>
                </a:cubicBezTo>
                <a:cubicBezTo>
                  <a:pt x="243" y="251"/>
                  <a:pt x="244" y="251"/>
                  <a:pt x="245" y="251"/>
                </a:cubicBezTo>
                <a:cubicBezTo>
                  <a:pt x="287" y="232"/>
                  <a:pt x="287" y="232"/>
                  <a:pt x="287" y="232"/>
                </a:cubicBezTo>
                <a:cubicBezTo>
                  <a:pt x="435" y="232"/>
                  <a:pt x="435" y="232"/>
                  <a:pt x="435" y="232"/>
                </a:cubicBezTo>
                <a:cubicBezTo>
                  <a:pt x="435" y="232"/>
                  <a:pt x="435" y="232"/>
                  <a:pt x="435" y="232"/>
                </a:cubicBezTo>
                <a:cubicBezTo>
                  <a:pt x="436" y="232"/>
                  <a:pt x="436" y="232"/>
                  <a:pt x="436" y="232"/>
                </a:cubicBezTo>
                <a:cubicBezTo>
                  <a:pt x="566" y="232"/>
                  <a:pt x="566" y="232"/>
                  <a:pt x="566" y="232"/>
                </a:cubicBezTo>
                <a:cubicBezTo>
                  <a:pt x="566" y="249"/>
                  <a:pt x="566" y="249"/>
                  <a:pt x="566" y="249"/>
                </a:cubicBezTo>
                <a:cubicBezTo>
                  <a:pt x="566" y="250"/>
                  <a:pt x="567" y="250"/>
                  <a:pt x="567" y="251"/>
                </a:cubicBezTo>
                <a:cubicBezTo>
                  <a:pt x="568" y="251"/>
                  <a:pt x="569" y="251"/>
                  <a:pt x="570" y="251"/>
                </a:cubicBezTo>
                <a:cubicBezTo>
                  <a:pt x="612" y="232"/>
                  <a:pt x="612" y="232"/>
                  <a:pt x="612" y="232"/>
                </a:cubicBezTo>
                <a:cubicBezTo>
                  <a:pt x="756" y="232"/>
                  <a:pt x="756" y="232"/>
                  <a:pt x="756" y="232"/>
                </a:cubicBezTo>
                <a:cubicBezTo>
                  <a:pt x="757" y="232"/>
                  <a:pt x="757" y="232"/>
                  <a:pt x="757" y="232"/>
                </a:cubicBezTo>
                <a:cubicBezTo>
                  <a:pt x="757" y="232"/>
                  <a:pt x="757" y="232"/>
                  <a:pt x="757" y="232"/>
                </a:cubicBezTo>
                <a:cubicBezTo>
                  <a:pt x="880" y="232"/>
                  <a:pt x="880" y="232"/>
                  <a:pt x="880" y="232"/>
                </a:cubicBezTo>
                <a:cubicBezTo>
                  <a:pt x="880" y="249"/>
                  <a:pt x="880" y="249"/>
                  <a:pt x="880" y="249"/>
                </a:cubicBezTo>
                <a:cubicBezTo>
                  <a:pt x="880" y="250"/>
                  <a:pt x="880" y="250"/>
                  <a:pt x="881" y="251"/>
                </a:cubicBezTo>
                <a:cubicBezTo>
                  <a:pt x="882" y="251"/>
                  <a:pt x="883" y="251"/>
                  <a:pt x="883" y="251"/>
                </a:cubicBezTo>
                <a:cubicBezTo>
                  <a:pt x="926" y="232"/>
                  <a:pt x="926" y="232"/>
                  <a:pt x="926" y="232"/>
                </a:cubicBezTo>
                <a:cubicBezTo>
                  <a:pt x="926" y="232"/>
                  <a:pt x="927" y="232"/>
                  <a:pt x="927" y="232"/>
                </a:cubicBezTo>
                <a:cubicBezTo>
                  <a:pt x="1083" y="232"/>
                  <a:pt x="1083" y="232"/>
                  <a:pt x="1083" y="232"/>
                </a:cubicBezTo>
                <a:cubicBezTo>
                  <a:pt x="1085" y="232"/>
                  <a:pt x="1087" y="230"/>
                  <a:pt x="1087" y="228"/>
                </a:cubicBezTo>
                <a:cubicBezTo>
                  <a:pt x="1087" y="186"/>
                  <a:pt x="1087" y="186"/>
                  <a:pt x="1087" y="186"/>
                </a:cubicBezTo>
                <a:cubicBezTo>
                  <a:pt x="1196" y="186"/>
                  <a:pt x="1196" y="186"/>
                  <a:pt x="1196" y="186"/>
                </a:cubicBezTo>
                <a:lnTo>
                  <a:pt x="1196" y="60"/>
                </a:lnTo>
                <a:close/>
                <a:moveTo>
                  <a:pt x="753" y="27"/>
                </a:moveTo>
                <a:cubicBezTo>
                  <a:pt x="753" y="60"/>
                  <a:pt x="753" y="60"/>
                  <a:pt x="753" y="60"/>
                </a:cubicBezTo>
                <a:cubicBezTo>
                  <a:pt x="641" y="60"/>
                  <a:pt x="641" y="60"/>
                  <a:pt x="641" y="60"/>
                </a:cubicBezTo>
                <a:cubicBezTo>
                  <a:pt x="641" y="186"/>
                  <a:pt x="641" y="186"/>
                  <a:pt x="641" y="186"/>
                </a:cubicBezTo>
                <a:cubicBezTo>
                  <a:pt x="753" y="186"/>
                  <a:pt x="753" y="186"/>
                  <a:pt x="753" y="186"/>
                </a:cubicBezTo>
                <a:cubicBezTo>
                  <a:pt x="753" y="224"/>
                  <a:pt x="753" y="224"/>
                  <a:pt x="753" y="224"/>
                </a:cubicBezTo>
                <a:cubicBezTo>
                  <a:pt x="611" y="224"/>
                  <a:pt x="611" y="224"/>
                  <a:pt x="611" y="224"/>
                </a:cubicBezTo>
                <a:cubicBezTo>
                  <a:pt x="570" y="205"/>
                  <a:pt x="570" y="205"/>
                  <a:pt x="570" y="205"/>
                </a:cubicBezTo>
                <a:cubicBezTo>
                  <a:pt x="569" y="204"/>
                  <a:pt x="568" y="204"/>
                  <a:pt x="567" y="205"/>
                </a:cubicBezTo>
                <a:cubicBezTo>
                  <a:pt x="567" y="205"/>
                  <a:pt x="566" y="206"/>
                  <a:pt x="566" y="207"/>
                </a:cubicBezTo>
                <a:cubicBezTo>
                  <a:pt x="566" y="224"/>
                  <a:pt x="566" y="224"/>
                  <a:pt x="566" y="224"/>
                </a:cubicBezTo>
                <a:cubicBezTo>
                  <a:pt x="439" y="224"/>
                  <a:pt x="439" y="224"/>
                  <a:pt x="439" y="224"/>
                </a:cubicBezTo>
                <a:cubicBezTo>
                  <a:pt x="439" y="186"/>
                  <a:pt x="439" y="186"/>
                  <a:pt x="439" y="186"/>
                </a:cubicBezTo>
                <a:cubicBezTo>
                  <a:pt x="555" y="186"/>
                  <a:pt x="555" y="186"/>
                  <a:pt x="555" y="186"/>
                </a:cubicBezTo>
                <a:cubicBezTo>
                  <a:pt x="555" y="60"/>
                  <a:pt x="555" y="60"/>
                  <a:pt x="555" y="60"/>
                </a:cubicBezTo>
                <a:cubicBezTo>
                  <a:pt x="439" y="60"/>
                  <a:pt x="439" y="60"/>
                  <a:pt x="439" y="60"/>
                </a:cubicBezTo>
                <a:cubicBezTo>
                  <a:pt x="439" y="27"/>
                  <a:pt x="439" y="27"/>
                  <a:pt x="439" y="27"/>
                </a:cubicBezTo>
                <a:cubicBezTo>
                  <a:pt x="575" y="27"/>
                  <a:pt x="575" y="27"/>
                  <a:pt x="575" y="27"/>
                </a:cubicBezTo>
                <a:cubicBezTo>
                  <a:pt x="617" y="46"/>
                  <a:pt x="617" y="46"/>
                  <a:pt x="617" y="46"/>
                </a:cubicBezTo>
                <a:cubicBezTo>
                  <a:pt x="617" y="47"/>
                  <a:pt x="618" y="47"/>
                  <a:pt x="619" y="46"/>
                </a:cubicBezTo>
                <a:cubicBezTo>
                  <a:pt x="620" y="46"/>
                  <a:pt x="620" y="45"/>
                  <a:pt x="620" y="44"/>
                </a:cubicBezTo>
                <a:cubicBezTo>
                  <a:pt x="620" y="27"/>
                  <a:pt x="620" y="27"/>
                  <a:pt x="620" y="27"/>
                </a:cubicBezTo>
                <a:lnTo>
                  <a:pt x="753" y="27"/>
                </a:lnTo>
                <a:close/>
                <a:moveTo>
                  <a:pt x="107" y="224"/>
                </a:moveTo>
                <a:cubicBezTo>
                  <a:pt x="107" y="186"/>
                  <a:pt x="107" y="186"/>
                  <a:pt x="107" y="186"/>
                </a:cubicBezTo>
                <a:cubicBezTo>
                  <a:pt x="233" y="186"/>
                  <a:pt x="233" y="186"/>
                  <a:pt x="233" y="186"/>
                </a:cubicBezTo>
                <a:cubicBezTo>
                  <a:pt x="233" y="60"/>
                  <a:pt x="233" y="60"/>
                  <a:pt x="233" y="60"/>
                </a:cubicBezTo>
                <a:cubicBezTo>
                  <a:pt x="107" y="60"/>
                  <a:pt x="107" y="60"/>
                  <a:pt x="107" y="60"/>
                </a:cubicBezTo>
                <a:cubicBezTo>
                  <a:pt x="107" y="27"/>
                  <a:pt x="107" y="27"/>
                  <a:pt x="107" y="27"/>
                </a:cubicBezTo>
                <a:cubicBezTo>
                  <a:pt x="260" y="27"/>
                  <a:pt x="260" y="27"/>
                  <a:pt x="260" y="27"/>
                </a:cubicBezTo>
                <a:cubicBezTo>
                  <a:pt x="260" y="27"/>
                  <a:pt x="261" y="27"/>
                  <a:pt x="261" y="27"/>
                </a:cubicBezTo>
                <a:cubicBezTo>
                  <a:pt x="303" y="46"/>
                  <a:pt x="303" y="46"/>
                  <a:pt x="303" y="46"/>
                </a:cubicBezTo>
                <a:cubicBezTo>
                  <a:pt x="304" y="47"/>
                  <a:pt x="305" y="47"/>
                  <a:pt x="305" y="46"/>
                </a:cubicBezTo>
                <a:cubicBezTo>
                  <a:pt x="306" y="46"/>
                  <a:pt x="307" y="45"/>
                  <a:pt x="307" y="44"/>
                </a:cubicBezTo>
                <a:cubicBezTo>
                  <a:pt x="307" y="27"/>
                  <a:pt x="307" y="27"/>
                  <a:pt x="307" y="27"/>
                </a:cubicBezTo>
                <a:cubicBezTo>
                  <a:pt x="432" y="27"/>
                  <a:pt x="432" y="27"/>
                  <a:pt x="432" y="27"/>
                </a:cubicBezTo>
                <a:cubicBezTo>
                  <a:pt x="432" y="60"/>
                  <a:pt x="432" y="60"/>
                  <a:pt x="432" y="60"/>
                </a:cubicBezTo>
                <a:cubicBezTo>
                  <a:pt x="322" y="60"/>
                  <a:pt x="322" y="60"/>
                  <a:pt x="322" y="60"/>
                </a:cubicBezTo>
                <a:cubicBezTo>
                  <a:pt x="322" y="186"/>
                  <a:pt x="322" y="186"/>
                  <a:pt x="322" y="186"/>
                </a:cubicBezTo>
                <a:cubicBezTo>
                  <a:pt x="432" y="186"/>
                  <a:pt x="432" y="186"/>
                  <a:pt x="432" y="186"/>
                </a:cubicBezTo>
                <a:cubicBezTo>
                  <a:pt x="432" y="224"/>
                  <a:pt x="432" y="224"/>
                  <a:pt x="432" y="224"/>
                </a:cubicBezTo>
                <a:cubicBezTo>
                  <a:pt x="286" y="224"/>
                  <a:pt x="286" y="224"/>
                  <a:pt x="286" y="224"/>
                </a:cubicBezTo>
                <a:cubicBezTo>
                  <a:pt x="245" y="205"/>
                  <a:pt x="245" y="205"/>
                  <a:pt x="245" y="205"/>
                </a:cubicBezTo>
                <a:cubicBezTo>
                  <a:pt x="244" y="204"/>
                  <a:pt x="243" y="204"/>
                  <a:pt x="242" y="205"/>
                </a:cubicBezTo>
                <a:cubicBezTo>
                  <a:pt x="241" y="205"/>
                  <a:pt x="241" y="206"/>
                  <a:pt x="241" y="207"/>
                </a:cubicBezTo>
                <a:cubicBezTo>
                  <a:pt x="241" y="224"/>
                  <a:pt x="241" y="224"/>
                  <a:pt x="241" y="224"/>
                </a:cubicBezTo>
                <a:lnTo>
                  <a:pt x="107" y="224"/>
                </a:lnTo>
                <a:close/>
                <a:moveTo>
                  <a:pt x="1079" y="224"/>
                </a:moveTo>
                <a:cubicBezTo>
                  <a:pt x="927" y="224"/>
                  <a:pt x="927" y="224"/>
                  <a:pt x="927" y="224"/>
                </a:cubicBezTo>
                <a:cubicBezTo>
                  <a:pt x="926" y="224"/>
                  <a:pt x="926" y="224"/>
                  <a:pt x="925" y="224"/>
                </a:cubicBezTo>
                <a:cubicBezTo>
                  <a:pt x="883" y="205"/>
                  <a:pt x="883" y="205"/>
                  <a:pt x="883" y="205"/>
                </a:cubicBezTo>
                <a:cubicBezTo>
                  <a:pt x="883" y="204"/>
                  <a:pt x="882" y="204"/>
                  <a:pt x="881" y="205"/>
                </a:cubicBezTo>
                <a:cubicBezTo>
                  <a:pt x="880" y="205"/>
                  <a:pt x="880" y="206"/>
                  <a:pt x="880" y="207"/>
                </a:cubicBezTo>
                <a:cubicBezTo>
                  <a:pt x="880" y="224"/>
                  <a:pt x="880" y="224"/>
                  <a:pt x="880" y="224"/>
                </a:cubicBezTo>
                <a:cubicBezTo>
                  <a:pt x="761" y="224"/>
                  <a:pt x="761" y="224"/>
                  <a:pt x="761" y="224"/>
                </a:cubicBezTo>
                <a:cubicBezTo>
                  <a:pt x="761" y="186"/>
                  <a:pt x="761" y="186"/>
                  <a:pt x="761" y="186"/>
                </a:cubicBezTo>
                <a:cubicBezTo>
                  <a:pt x="874" y="186"/>
                  <a:pt x="874" y="186"/>
                  <a:pt x="874" y="186"/>
                </a:cubicBezTo>
                <a:cubicBezTo>
                  <a:pt x="874" y="60"/>
                  <a:pt x="874" y="60"/>
                  <a:pt x="874" y="60"/>
                </a:cubicBezTo>
                <a:cubicBezTo>
                  <a:pt x="761" y="60"/>
                  <a:pt x="761" y="60"/>
                  <a:pt x="761" y="60"/>
                </a:cubicBezTo>
                <a:cubicBezTo>
                  <a:pt x="761" y="27"/>
                  <a:pt x="761" y="27"/>
                  <a:pt x="761" y="27"/>
                </a:cubicBezTo>
                <a:cubicBezTo>
                  <a:pt x="901" y="27"/>
                  <a:pt x="901" y="27"/>
                  <a:pt x="901" y="27"/>
                </a:cubicBezTo>
                <a:cubicBezTo>
                  <a:pt x="942" y="46"/>
                  <a:pt x="942" y="46"/>
                  <a:pt x="942" y="46"/>
                </a:cubicBezTo>
                <a:cubicBezTo>
                  <a:pt x="943" y="47"/>
                  <a:pt x="944" y="47"/>
                  <a:pt x="944" y="46"/>
                </a:cubicBezTo>
                <a:cubicBezTo>
                  <a:pt x="945" y="46"/>
                  <a:pt x="946" y="45"/>
                  <a:pt x="946" y="44"/>
                </a:cubicBezTo>
                <a:cubicBezTo>
                  <a:pt x="946" y="27"/>
                  <a:pt x="946" y="27"/>
                  <a:pt x="946" y="27"/>
                </a:cubicBezTo>
                <a:cubicBezTo>
                  <a:pt x="1079" y="27"/>
                  <a:pt x="1079" y="27"/>
                  <a:pt x="1079" y="27"/>
                </a:cubicBezTo>
                <a:cubicBezTo>
                  <a:pt x="1079" y="60"/>
                  <a:pt x="1079" y="60"/>
                  <a:pt x="1079" y="60"/>
                </a:cubicBezTo>
                <a:cubicBezTo>
                  <a:pt x="963" y="60"/>
                  <a:pt x="963" y="60"/>
                  <a:pt x="963" y="60"/>
                </a:cubicBezTo>
                <a:cubicBezTo>
                  <a:pt x="963" y="186"/>
                  <a:pt x="963" y="186"/>
                  <a:pt x="963" y="186"/>
                </a:cubicBezTo>
                <a:cubicBezTo>
                  <a:pt x="1079" y="186"/>
                  <a:pt x="1079" y="186"/>
                  <a:pt x="1079" y="186"/>
                </a:cubicBezTo>
                <a:lnTo>
                  <a:pt x="1079" y="224"/>
                </a:ln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02" name="Google Shape;2602;p141"/>
          <p:cNvSpPr txBox="1"/>
          <p:nvPr/>
        </p:nvSpPr>
        <p:spPr>
          <a:xfrm>
            <a:off x="866163" y="3963250"/>
            <a:ext cx="1851300" cy="327600"/>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rPr lang="en" sz="1600">
                <a:solidFill>
                  <a:schemeClr val="accent1"/>
                </a:solidFill>
                <a:latin typeface="Red Hat Text"/>
                <a:ea typeface="Red Hat Text"/>
                <a:cs typeface="Red Hat Text"/>
                <a:sym typeface="Red Hat Text"/>
              </a:rPr>
              <a:t>SPEC / REQUIREMENT</a:t>
            </a:r>
            <a:endParaRPr i="0" sz="1600" u="none" cap="none" strike="noStrike">
              <a:solidFill>
                <a:schemeClr val="accent1"/>
              </a:solidFill>
              <a:latin typeface="Red Hat Text"/>
              <a:ea typeface="Red Hat Text"/>
              <a:cs typeface="Red Hat Text"/>
              <a:sym typeface="Red Hat Text"/>
            </a:endParaRPr>
          </a:p>
        </p:txBody>
      </p:sp>
      <p:sp>
        <p:nvSpPr>
          <p:cNvPr id="2603" name="Google Shape;2603;p141"/>
          <p:cNvSpPr txBox="1"/>
          <p:nvPr/>
        </p:nvSpPr>
        <p:spPr>
          <a:xfrm>
            <a:off x="9595548" y="3999200"/>
            <a:ext cx="1394100" cy="5793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None/>
            </a:pPr>
            <a:r>
              <a:rPr lang="en" sz="1600">
                <a:solidFill>
                  <a:schemeClr val="accent1"/>
                </a:solidFill>
                <a:latin typeface="Red Hat Text"/>
                <a:ea typeface="Red Hat Text"/>
                <a:cs typeface="Red Hat Text"/>
                <a:sym typeface="Red Hat Text"/>
              </a:rPr>
              <a:t>BUILD</a:t>
            </a:r>
            <a:endParaRPr i="0" sz="1600" u="none" cap="none" strike="noStrike">
              <a:solidFill>
                <a:schemeClr val="accent1"/>
              </a:solidFill>
              <a:latin typeface="Red Hat Text"/>
              <a:ea typeface="Red Hat Text"/>
              <a:cs typeface="Red Hat Text"/>
              <a:sym typeface="Red Hat Text"/>
            </a:endParaRPr>
          </a:p>
        </p:txBody>
      </p:sp>
      <p:sp>
        <p:nvSpPr>
          <p:cNvPr id="2604" name="Google Shape;2604;p141"/>
          <p:cNvSpPr txBox="1"/>
          <p:nvPr/>
        </p:nvSpPr>
        <p:spPr>
          <a:xfrm>
            <a:off x="3700867" y="2975250"/>
            <a:ext cx="774000" cy="4029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None/>
            </a:pPr>
            <a:r>
              <a:rPr i="0" lang="en" sz="1300" u="none" cap="none" strike="noStrike">
                <a:solidFill>
                  <a:srgbClr val="616770"/>
                </a:solidFill>
                <a:latin typeface="Red Hat Text"/>
                <a:ea typeface="Red Hat Text"/>
                <a:cs typeface="Red Hat Text"/>
                <a:sym typeface="Red Hat Text"/>
              </a:rPr>
              <a:t>DEV</a:t>
            </a:r>
            <a:endParaRPr i="0" sz="1300" u="none" cap="none" strike="noStrike">
              <a:solidFill>
                <a:srgbClr val="616770"/>
              </a:solidFill>
              <a:latin typeface="Red Hat Text"/>
              <a:ea typeface="Red Hat Text"/>
              <a:cs typeface="Red Hat Text"/>
              <a:sym typeface="Red Hat Text"/>
            </a:endParaRPr>
          </a:p>
        </p:txBody>
      </p:sp>
      <p:sp>
        <p:nvSpPr>
          <p:cNvPr id="2605" name="Google Shape;2605;p141"/>
          <p:cNvSpPr txBox="1"/>
          <p:nvPr/>
        </p:nvSpPr>
        <p:spPr>
          <a:xfrm>
            <a:off x="4947167" y="2975267"/>
            <a:ext cx="774000" cy="4029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None/>
            </a:pPr>
            <a:r>
              <a:rPr i="0" lang="en" sz="1300" u="none" cap="none" strike="noStrike">
                <a:solidFill>
                  <a:srgbClr val="616770"/>
                </a:solidFill>
                <a:latin typeface="Red Hat Text"/>
                <a:ea typeface="Red Hat Text"/>
                <a:cs typeface="Red Hat Text"/>
                <a:sym typeface="Red Hat Text"/>
              </a:rPr>
              <a:t>QA</a:t>
            </a:r>
            <a:endParaRPr i="0" sz="1300" u="none" cap="none" strike="noStrike">
              <a:solidFill>
                <a:srgbClr val="616770"/>
              </a:solidFill>
              <a:latin typeface="Red Hat Text"/>
              <a:ea typeface="Red Hat Text"/>
              <a:cs typeface="Red Hat Text"/>
              <a:sym typeface="Red Hat Text"/>
            </a:endParaRPr>
          </a:p>
        </p:txBody>
      </p:sp>
      <p:sp>
        <p:nvSpPr>
          <p:cNvPr id="2606" name="Google Shape;2606;p141"/>
          <p:cNvSpPr txBox="1"/>
          <p:nvPr/>
        </p:nvSpPr>
        <p:spPr>
          <a:xfrm>
            <a:off x="6192700" y="2975267"/>
            <a:ext cx="774000" cy="4029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None/>
            </a:pPr>
            <a:r>
              <a:rPr i="0" lang="en" sz="1300" u="none" cap="none" strike="noStrike">
                <a:solidFill>
                  <a:srgbClr val="616770"/>
                </a:solidFill>
                <a:latin typeface="Red Hat Text"/>
                <a:ea typeface="Red Hat Text"/>
                <a:cs typeface="Red Hat Text"/>
                <a:sym typeface="Red Hat Text"/>
              </a:rPr>
              <a:t>UAT</a:t>
            </a:r>
            <a:endParaRPr i="0" sz="1300" u="none" cap="none" strike="noStrike">
              <a:solidFill>
                <a:srgbClr val="616770"/>
              </a:solidFill>
              <a:latin typeface="Red Hat Text"/>
              <a:ea typeface="Red Hat Text"/>
              <a:cs typeface="Red Hat Text"/>
              <a:sym typeface="Red Hat Text"/>
            </a:endParaRPr>
          </a:p>
        </p:txBody>
      </p:sp>
      <p:sp>
        <p:nvSpPr>
          <p:cNvPr id="2607" name="Google Shape;2607;p141"/>
          <p:cNvSpPr txBox="1"/>
          <p:nvPr/>
        </p:nvSpPr>
        <p:spPr>
          <a:xfrm>
            <a:off x="7438795" y="2975267"/>
            <a:ext cx="774000" cy="4029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None/>
            </a:pPr>
            <a:r>
              <a:rPr i="0" lang="en" sz="1300" u="none" cap="none" strike="noStrike">
                <a:solidFill>
                  <a:srgbClr val="616770"/>
                </a:solidFill>
                <a:latin typeface="Red Hat Text"/>
                <a:ea typeface="Red Hat Text"/>
                <a:cs typeface="Red Hat Text"/>
                <a:sym typeface="Red Hat Text"/>
              </a:rPr>
              <a:t>PROD</a:t>
            </a:r>
            <a:endParaRPr i="0" sz="1300" u="none" cap="none" strike="noStrike">
              <a:solidFill>
                <a:srgbClr val="616770"/>
              </a:solidFill>
              <a:latin typeface="Red Hat Text"/>
              <a:ea typeface="Red Hat Text"/>
              <a:cs typeface="Red Hat Text"/>
              <a:sym typeface="Red Hat Text"/>
            </a:endParaRPr>
          </a:p>
        </p:txBody>
      </p:sp>
      <p:sp>
        <p:nvSpPr>
          <p:cNvPr id="2608" name="Google Shape;2608;p141"/>
          <p:cNvSpPr txBox="1"/>
          <p:nvPr/>
        </p:nvSpPr>
        <p:spPr>
          <a:xfrm>
            <a:off x="2868780" y="5116055"/>
            <a:ext cx="974400" cy="3531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rPr i="0" lang="en" sz="1100" u="none" cap="none" strike="noStrike">
                <a:solidFill>
                  <a:srgbClr val="FFFFFF"/>
                </a:solidFill>
                <a:latin typeface="Red Hat Text"/>
                <a:ea typeface="Red Hat Text"/>
                <a:cs typeface="Red Hat Text"/>
                <a:sym typeface="Red Hat Text"/>
              </a:rPr>
              <a:t>PRODUCT</a:t>
            </a:r>
            <a:br>
              <a:rPr i="0" lang="en" sz="1100" u="none" cap="none" strike="noStrike">
                <a:solidFill>
                  <a:srgbClr val="FFFFFF"/>
                </a:solidFill>
                <a:latin typeface="Red Hat Text"/>
                <a:ea typeface="Red Hat Text"/>
                <a:cs typeface="Red Hat Text"/>
                <a:sym typeface="Red Hat Text"/>
              </a:rPr>
            </a:br>
            <a:r>
              <a:rPr i="0" lang="en" sz="1100" u="none" cap="none" strike="noStrike">
                <a:solidFill>
                  <a:srgbClr val="FFFFFF"/>
                </a:solidFill>
                <a:latin typeface="Red Hat Text"/>
                <a:ea typeface="Red Hat Text"/>
                <a:cs typeface="Red Hat Text"/>
                <a:sym typeface="Red Hat Text"/>
              </a:rPr>
              <a:t>MANAGER</a:t>
            </a:r>
            <a:endParaRPr i="0" sz="1100" u="none" cap="none" strike="noStrike">
              <a:solidFill>
                <a:srgbClr val="FFFFFF"/>
              </a:solidFill>
              <a:latin typeface="Red Hat Text"/>
              <a:ea typeface="Red Hat Text"/>
              <a:cs typeface="Red Hat Text"/>
              <a:sym typeface="Red Hat Text"/>
            </a:endParaRPr>
          </a:p>
        </p:txBody>
      </p:sp>
      <p:sp>
        <p:nvSpPr>
          <p:cNvPr id="2609" name="Google Shape;2609;p141"/>
          <p:cNvSpPr txBox="1"/>
          <p:nvPr/>
        </p:nvSpPr>
        <p:spPr>
          <a:xfrm>
            <a:off x="4185033" y="5116075"/>
            <a:ext cx="1196100" cy="3531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rPr i="0" lang="en" sz="1100" u="none" cap="none" strike="noStrike">
                <a:solidFill>
                  <a:srgbClr val="FFFFFF"/>
                </a:solidFill>
                <a:latin typeface="Red Hat Text"/>
                <a:ea typeface="Red Hat Text"/>
                <a:cs typeface="Red Hat Text"/>
                <a:sym typeface="Red Hat Text"/>
              </a:rPr>
              <a:t>DEVELOPERS</a:t>
            </a:r>
            <a:endParaRPr i="0" sz="1100" u="none" cap="none" strike="noStrike">
              <a:solidFill>
                <a:srgbClr val="FFFFFF"/>
              </a:solidFill>
              <a:latin typeface="Red Hat Text"/>
              <a:ea typeface="Red Hat Text"/>
              <a:cs typeface="Red Hat Text"/>
              <a:sym typeface="Red Hat Text"/>
            </a:endParaRPr>
          </a:p>
        </p:txBody>
      </p:sp>
      <p:sp>
        <p:nvSpPr>
          <p:cNvPr id="2610" name="Google Shape;2610;p141"/>
          <p:cNvSpPr txBox="1"/>
          <p:nvPr/>
        </p:nvSpPr>
        <p:spPr>
          <a:xfrm>
            <a:off x="6969032" y="5116055"/>
            <a:ext cx="1520100" cy="3483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rPr i="0" lang="en" sz="1100" u="none" cap="none" strike="noStrike">
                <a:solidFill>
                  <a:srgbClr val="FFFFFF"/>
                </a:solidFill>
                <a:latin typeface="Red Hat Text"/>
                <a:ea typeface="Red Hat Text"/>
                <a:cs typeface="Red Hat Text"/>
                <a:sym typeface="Red Hat Text"/>
              </a:rPr>
              <a:t>TEST</a:t>
            </a:r>
            <a:endParaRPr sz="1100">
              <a:latin typeface="Red Hat Text"/>
              <a:ea typeface="Red Hat Text"/>
              <a:cs typeface="Red Hat Text"/>
              <a:sym typeface="Red Hat Text"/>
            </a:endParaRPr>
          </a:p>
          <a:p>
            <a:pPr indent="0" lvl="0" marL="0" marR="0" rtl="0" algn="l">
              <a:lnSpc>
                <a:spcPct val="100000"/>
              </a:lnSpc>
              <a:spcBef>
                <a:spcPts val="0"/>
              </a:spcBef>
              <a:spcAft>
                <a:spcPts val="0"/>
              </a:spcAft>
              <a:buNone/>
            </a:pPr>
            <a:r>
              <a:rPr i="0" lang="en" sz="1100" u="none" cap="none" strike="noStrike">
                <a:solidFill>
                  <a:srgbClr val="FFFFFF"/>
                </a:solidFill>
                <a:latin typeface="Red Hat Text"/>
                <a:ea typeface="Red Hat Text"/>
                <a:cs typeface="Red Hat Text"/>
                <a:sym typeface="Red Hat Text"/>
              </a:rPr>
              <a:t>ENGINEERS</a:t>
            </a:r>
            <a:endParaRPr i="0" sz="1100" u="none" cap="none" strike="noStrike">
              <a:solidFill>
                <a:srgbClr val="FFFFFF"/>
              </a:solidFill>
              <a:latin typeface="Red Hat Text"/>
              <a:ea typeface="Red Hat Text"/>
              <a:cs typeface="Red Hat Text"/>
              <a:sym typeface="Red Hat Text"/>
            </a:endParaRPr>
          </a:p>
        </p:txBody>
      </p:sp>
      <p:sp>
        <p:nvSpPr>
          <p:cNvPr id="2611" name="Google Shape;2611;p141"/>
          <p:cNvSpPr txBox="1"/>
          <p:nvPr/>
        </p:nvSpPr>
        <p:spPr>
          <a:xfrm>
            <a:off x="8250882" y="5116055"/>
            <a:ext cx="1196100" cy="3531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rPr i="0" lang="en" sz="1100" u="none" cap="none" strike="noStrike">
                <a:solidFill>
                  <a:srgbClr val="FFFFFF"/>
                </a:solidFill>
                <a:latin typeface="Red Hat Text"/>
                <a:ea typeface="Red Hat Text"/>
                <a:cs typeface="Red Hat Text"/>
                <a:sym typeface="Red Hat Text"/>
              </a:rPr>
              <a:t>OPERATIONS</a:t>
            </a:r>
            <a:endParaRPr sz="1100">
              <a:latin typeface="Red Hat Text"/>
              <a:ea typeface="Red Hat Text"/>
              <a:cs typeface="Red Hat Text"/>
              <a:sym typeface="Red Hat Text"/>
            </a:endParaRPr>
          </a:p>
          <a:p>
            <a:pPr indent="0" lvl="0" marL="0" marR="0" rtl="0" algn="l">
              <a:lnSpc>
                <a:spcPct val="100000"/>
              </a:lnSpc>
              <a:spcBef>
                <a:spcPts val="0"/>
              </a:spcBef>
              <a:spcAft>
                <a:spcPts val="0"/>
              </a:spcAft>
              <a:buNone/>
            </a:pPr>
            <a:r>
              <a:rPr i="0" lang="en" sz="1100" u="none" cap="none" strike="noStrike">
                <a:solidFill>
                  <a:srgbClr val="FFFFFF"/>
                </a:solidFill>
                <a:latin typeface="Red Hat Text"/>
                <a:ea typeface="Red Hat Text"/>
                <a:cs typeface="Red Hat Text"/>
                <a:sym typeface="Red Hat Text"/>
              </a:rPr>
              <a:t>PERSONNEL</a:t>
            </a:r>
            <a:endParaRPr i="0" sz="1100" u="none" cap="none" strike="noStrike">
              <a:solidFill>
                <a:srgbClr val="FFFFFF"/>
              </a:solidFill>
              <a:latin typeface="Red Hat Text"/>
              <a:ea typeface="Red Hat Text"/>
              <a:cs typeface="Red Hat Text"/>
              <a:sym typeface="Red Hat Text"/>
            </a:endParaRPr>
          </a:p>
        </p:txBody>
      </p:sp>
      <p:sp>
        <p:nvSpPr>
          <p:cNvPr id="2612" name="Google Shape;2612;p141"/>
          <p:cNvSpPr txBox="1"/>
          <p:nvPr/>
        </p:nvSpPr>
        <p:spPr>
          <a:xfrm>
            <a:off x="3294625" y="3758300"/>
            <a:ext cx="5340600" cy="3276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None/>
            </a:pPr>
            <a:r>
              <a:rPr b="0" i="0" lang="en" sz="1900" u="none" cap="none" strike="noStrike">
                <a:solidFill>
                  <a:srgbClr val="FFFFFF"/>
                </a:solidFill>
                <a:latin typeface="Proxima Nova"/>
                <a:ea typeface="Proxima Nova"/>
                <a:cs typeface="Proxima Nova"/>
                <a:sym typeface="Proxima Nova"/>
              </a:rPr>
              <a:t>CONTINUOUS</a:t>
            </a:r>
            <a:r>
              <a:rPr lang="en" sz="1900">
                <a:solidFill>
                  <a:srgbClr val="FFFFFF"/>
                </a:solidFill>
                <a:latin typeface="Proxima Nova"/>
                <a:ea typeface="Proxima Nova"/>
                <a:cs typeface="Proxima Nova"/>
                <a:sym typeface="Proxima Nova"/>
              </a:rPr>
              <a:t>LY</a:t>
            </a:r>
            <a:r>
              <a:rPr b="0" i="0" lang="en" sz="1900" u="none" cap="none" strike="noStrike">
                <a:solidFill>
                  <a:srgbClr val="FFFFFF"/>
                </a:solidFill>
                <a:latin typeface="Proxima Nova"/>
                <a:ea typeface="Proxima Nova"/>
                <a:cs typeface="Proxima Nova"/>
                <a:sym typeface="Proxima Nova"/>
              </a:rPr>
              <a:t> DELIVER</a:t>
            </a:r>
            <a:r>
              <a:rPr lang="en" sz="1900">
                <a:solidFill>
                  <a:srgbClr val="FFFFFF"/>
                </a:solidFill>
                <a:latin typeface="Proxima Nova"/>
                <a:ea typeface="Proxima Nova"/>
                <a:cs typeface="Proxima Nova"/>
                <a:sym typeface="Proxima Nova"/>
              </a:rPr>
              <a:t> EVERYTHING</a:t>
            </a:r>
            <a:endParaRPr b="0" i="0" sz="1900" u="none" cap="none" strike="noStrike">
              <a:solidFill>
                <a:srgbClr val="FFFFFF"/>
              </a:solidFill>
              <a:latin typeface="Proxima Nova"/>
              <a:ea typeface="Proxima Nova"/>
              <a:cs typeface="Proxima Nova"/>
              <a:sym typeface="Proxima Nova"/>
            </a:endParaRPr>
          </a:p>
        </p:txBody>
      </p:sp>
      <p:sp>
        <p:nvSpPr>
          <p:cNvPr id="2613" name="Google Shape;2613;p141"/>
          <p:cNvSpPr/>
          <p:nvPr/>
        </p:nvSpPr>
        <p:spPr>
          <a:xfrm>
            <a:off x="3294628" y="4031683"/>
            <a:ext cx="5340662" cy="177963"/>
          </a:xfrm>
          <a:custGeom>
            <a:rect b="b" l="l" r="r" t="t"/>
            <a:pathLst>
              <a:path extrusionOk="0" h="47" w="1375">
                <a:moveTo>
                  <a:pt x="1373" y="22"/>
                </a:moveTo>
                <a:cubicBezTo>
                  <a:pt x="1328" y="0"/>
                  <a:pt x="1328" y="0"/>
                  <a:pt x="1328" y="0"/>
                </a:cubicBezTo>
                <a:cubicBezTo>
                  <a:pt x="1327" y="0"/>
                  <a:pt x="1326" y="0"/>
                  <a:pt x="1325" y="1"/>
                </a:cubicBezTo>
                <a:cubicBezTo>
                  <a:pt x="1325" y="1"/>
                  <a:pt x="1324" y="2"/>
                  <a:pt x="1324" y="3"/>
                </a:cubicBezTo>
                <a:cubicBezTo>
                  <a:pt x="1324" y="20"/>
                  <a:pt x="1324" y="20"/>
                  <a:pt x="1324" y="20"/>
                </a:cubicBezTo>
                <a:cubicBezTo>
                  <a:pt x="4" y="20"/>
                  <a:pt x="4" y="20"/>
                  <a:pt x="4" y="20"/>
                </a:cubicBezTo>
                <a:cubicBezTo>
                  <a:pt x="2" y="20"/>
                  <a:pt x="0" y="21"/>
                  <a:pt x="0" y="24"/>
                </a:cubicBezTo>
                <a:cubicBezTo>
                  <a:pt x="0" y="26"/>
                  <a:pt x="2" y="28"/>
                  <a:pt x="4" y="28"/>
                </a:cubicBezTo>
                <a:cubicBezTo>
                  <a:pt x="1324" y="28"/>
                  <a:pt x="1324" y="28"/>
                  <a:pt x="1324" y="28"/>
                </a:cubicBezTo>
                <a:cubicBezTo>
                  <a:pt x="1324" y="44"/>
                  <a:pt x="1324" y="44"/>
                  <a:pt x="1324" y="44"/>
                </a:cubicBezTo>
                <a:cubicBezTo>
                  <a:pt x="1324" y="45"/>
                  <a:pt x="1325" y="46"/>
                  <a:pt x="1325" y="47"/>
                </a:cubicBezTo>
                <a:cubicBezTo>
                  <a:pt x="1326" y="47"/>
                  <a:pt x="1327" y="47"/>
                  <a:pt x="1328" y="47"/>
                </a:cubicBezTo>
                <a:cubicBezTo>
                  <a:pt x="1373" y="26"/>
                  <a:pt x="1373" y="26"/>
                  <a:pt x="1373" y="26"/>
                </a:cubicBezTo>
                <a:cubicBezTo>
                  <a:pt x="1374" y="26"/>
                  <a:pt x="1375" y="25"/>
                  <a:pt x="1375" y="24"/>
                </a:cubicBezTo>
                <a:cubicBezTo>
                  <a:pt x="1375" y="24"/>
                  <a:pt x="1375" y="24"/>
                  <a:pt x="1375" y="24"/>
                </a:cubicBezTo>
                <a:cubicBezTo>
                  <a:pt x="1375" y="23"/>
                  <a:pt x="1374" y="22"/>
                  <a:pt x="1373" y="22"/>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i="0" sz="3500" u="none" cap="none" strike="noStrike">
              <a:solidFill>
                <a:srgbClr val="000000"/>
              </a:solidFill>
              <a:latin typeface="Red Hat Text"/>
              <a:ea typeface="Red Hat Text"/>
              <a:cs typeface="Red Hat Text"/>
              <a:sym typeface="Red Hat Text"/>
            </a:endParaRPr>
          </a:p>
        </p:txBody>
      </p:sp>
      <p:grpSp>
        <p:nvGrpSpPr>
          <p:cNvPr id="2614" name="Google Shape;2614;p141"/>
          <p:cNvGrpSpPr/>
          <p:nvPr/>
        </p:nvGrpSpPr>
        <p:grpSpPr>
          <a:xfrm>
            <a:off x="1295575" y="4511520"/>
            <a:ext cx="992475" cy="967060"/>
            <a:chOff x="-4119418" y="3635086"/>
            <a:chExt cx="1060450" cy="1058863"/>
          </a:xfrm>
        </p:grpSpPr>
        <p:sp>
          <p:nvSpPr>
            <p:cNvPr id="2615" name="Google Shape;2615;p141"/>
            <p:cNvSpPr/>
            <p:nvPr/>
          </p:nvSpPr>
          <p:spPr>
            <a:xfrm>
              <a:off x="-4119418" y="3635086"/>
              <a:ext cx="1060450" cy="1058863"/>
            </a:xfrm>
            <a:custGeom>
              <a:rect b="b" l="l" r="r" t="t"/>
              <a:pathLst>
                <a:path extrusionOk="0" h="263" w="264">
                  <a:moveTo>
                    <a:pt x="217" y="47"/>
                  </a:moveTo>
                  <a:cubicBezTo>
                    <a:pt x="264" y="94"/>
                    <a:pt x="264" y="170"/>
                    <a:pt x="217" y="217"/>
                  </a:cubicBezTo>
                  <a:cubicBezTo>
                    <a:pt x="170" y="263"/>
                    <a:pt x="94" y="263"/>
                    <a:pt x="47" y="217"/>
                  </a:cubicBezTo>
                  <a:cubicBezTo>
                    <a:pt x="0" y="170"/>
                    <a:pt x="0" y="94"/>
                    <a:pt x="47" y="47"/>
                  </a:cubicBezTo>
                  <a:cubicBezTo>
                    <a:pt x="94" y="0"/>
                    <a:pt x="170" y="0"/>
                    <a:pt x="217" y="47"/>
                  </a:cubicBezTo>
                  <a:close/>
                </a:path>
              </a:pathLst>
            </a:custGeom>
            <a:solidFill>
              <a:srgbClr val="BB1729"/>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grpSp>
          <p:nvGrpSpPr>
            <p:cNvPr id="2616" name="Google Shape;2616;p141"/>
            <p:cNvGrpSpPr/>
            <p:nvPr/>
          </p:nvGrpSpPr>
          <p:grpSpPr>
            <a:xfrm>
              <a:off x="-3810649" y="3823998"/>
              <a:ext cx="455613" cy="700088"/>
              <a:chOff x="2114550" y="2722562"/>
              <a:chExt cx="455613" cy="700088"/>
            </a:xfrm>
          </p:grpSpPr>
          <p:sp>
            <p:nvSpPr>
              <p:cNvPr id="2617" name="Google Shape;2617;p141"/>
              <p:cNvSpPr/>
              <p:nvPr/>
            </p:nvSpPr>
            <p:spPr>
              <a:xfrm>
                <a:off x="2114550" y="2722562"/>
                <a:ext cx="455613" cy="700088"/>
              </a:xfrm>
              <a:custGeom>
                <a:rect b="b" l="l" r="r" t="t"/>
                <a:pathLst>
                  <a:path extrusionOk="0" h="174" w="113">
                    <a:moveTo>
                      <a:pt x="57" y="1"/>
                    </a:moveTo>
                    <a:cubicBezTo>
                      <a:pt x="26" y="0"/>
                      <a:pt x="0" y="25"/>
                      <a:pt x="0" y="56"/>
                    </a:cubicBezTo>
                    <a:cubicBezTo>
                      <a:pt x="0" y="69"/>
                      <a:pt x="2" y="79"/>
                      <a:pt x="5" y="86"/>
                    </a:cubicBezTo>
                    <a:cubicBezTo>
                      <a:pt x="9" y="97"/>
                      <a:pt x="17" y="104"/>
                      <a:pt x="22" y="110"/>
                    </a:cubicBezTo>
                    <a:cubicBezTo>
                      <a:pt x="25" y="113"/>
                      <a:pt x="27" y="116"/>
                      <a:pt x="29" y="120"/>
                    </a:cubicBezTo>
                    <a:cubicBezTo>
                      <a:pt x="31" y="124"/>
                      <a:pt x="32" y="128"/>
                      <a:pt x="32" y="134"/>
                    </a:cubicBezTo>
                    <a:cubicBezTo>
                      <a:pt x="32" y="136"/>
                      <a:pt x="32" y="137"/>
                      <a:pt x="33" y="138"/>
                    </a:cubicBezTo>
                    <a:cubicBezTo>
                      <a:pt x="31" y="139"/>
                      <a:pt x="30" y="141"/>
                      <a:pt x="30" y="143"/>
                    </a:cubicBezTo>
                    <a:cubicBezTo>
                      <a:pt x="30" y="144"/>
                      <a:pt x="30" y="144"/>
                      <a:pt x="30" y="144"/>
                    </a:cubicBezTo>
                    <a:cubicBezTo>
                      <a:pt x="30" y="145"/>
                      <a:pt x="31" y="146"/>
                      <a:pt x="31" y="147"/>
                    </a:cubicBezTo>
                    <a:cubicBezTo>
                      <a:pt x="31" y="148"/>
                      <a:pt x="30" y="149"/>
                      <a:pt x="30" y="151"/>
                    </a:cubicBezTo>
                    <a:cubicBezTo>
                      <a:pt x="30" y="151"/>
                      <a:pt x="30" y="151"/>
                      <a:pt x="30" y="151"/>
                    </a:cubicBezTo>
                    <a:cubicBezTo>
                      <a:pt x="30" y="153"/>
                      <a:pt x="31" y="154"/>
                      <a:pt x="31" y="155"/>
                    </a:cubicBezTo>
                    <a:cubicBezTo>
                      <a:pt x="31" y="156"/>
                      <a:pt x="30" y="157"/>
                      <a:pt x="30" y="158"/>
                    </a:cubicBezTo>
                    <a:cubicBezTo>
                      <a:pt x="30" y="159"/>
                      <a:pt x="30" y="159"/>
                      <a:pt x="30" y="159"/>
                    </a:cubicBezTo>
                    <a:cubicBezTo>
                      <a:pt x="30" y="161"/>
                      <a:pt x="31" y="162"/>
                      <a:pt x="32" y="164"/>
                    </a:cubicBezTo>
                    <a:cubicBezTo>
                      <a:pt x="32" y="164"/>
                      <a:pt x="32" y="164"/>
                      <a:pt x="33" y="164"/>
                    </a:cubicBezTo>
                    <a:cubicBezTo>
                      <a:pt x="35" y="165"/>
                      <a:pt x="37" y="167"/>
                      <a:pt x="38" y="168"/>
                    </a:cubicBezTo>
                    <a:cubicBezTo>
                      <a:pt x="42" y="171"/>
                      <a:pt x="45" y="174"/>
                      <a:pt x="55" y="174"/>
                    </a:cubicBezTo>
                    <a:cubicBezTo>
                      <a:pt x="65" y="174"/>
                      <a:pt x="68" y="171"/>
                      <a:pt x="72" y="168"/>
                    </a:cubicBezTo>
                    <a:cubicBezTo>
                      <a:pt x="73" y="167"/>
                      <a:pt x="75" y="166"/>
                      <a:pt x="77" y="165"/>
                    </a:cubicBezTo>
                    <a:cubicBezTo>
                      <a:pt x="78" y="164"/>
                      <a:pt x="78" y="164"/>
                      <a:pt x="78" y="164"/>
                    </a:cubicBezTo>
                    <a:cubicBezTo>
                      <a:pt x="79" y="163"/>
                      <a:pt x="80" y="161"/>
                      <a:pt x="80" y="159"/>
                    </a:cubicBezTo>
                    <a:cubicBezTo>
                      <a:pt x="80" y="159"/>
                      <a:pt x="80" y="159"/>
                      <a:pt x="80" y="159"/>
                    </a:cubicBezTo>
                    <a:cubicBezTo>
                      <a:pt x="80" y="157"/>
                      <a:pt x="80" y="156"/>
                      <a:pt x="79" y="155"/>
                    </a:cubicBezTo>
                    <a:cubicBezTo>
                      <a:pt x="80" y="154"/>
                      <a:pt x="80" y="153"/>
                      <a:pt x="80" y="152"/>
                    </a:cubicBezTo>
                    <a:cubicBezTo>
                      <a:pt x="80" y="151"/>
                      <a:pt x="80" y="151"/>
                      <a:pt x="80" y="151"/>
                    </a:cubicBezTo>
                    <a:cubicBezTo>
                      <a:pt x="80" y="150"/>
                      <a:pt x="80" y="149"/>
                      <a:pt x="79" y="148"/>
                    </a:cubicBezTo>
                    <a:cubicBezTo>
                      <a:pt x="80" y="147"/>
                      <a:pt x="80" y="146"/>
                      <a:pt x="80" y="144"/>
                    </a:cubicBezTo>
                    <a:cubicBezTo>
                      <a:pt x="80" y="144"/>
                      <a:pt x="80" y="144"/>
                      <a:pt x="80" y="144"/>
                    </a:cubicBezTo>
                    <a:cubicBezTo>
                      <a:pt x="80" y="142"/>
                      <a:pt x="79" y="140"/>
                      <a:pt x="78" y="138"/>
                    </a:cubicBezTo>
                    <a:cubicBezTo>
                      <a:pt x="78" y="137"/>
                      <a:pt x="79" y="136"/>
                      <a:pt x="79" y="135"/>
                    </a:cubicBezTo>
                    <a:cubicBezTo>
                      <a:pt x="79" y="127"/>
                      <a:pt x="81" y="122"/>
                      <a:pt x="84" y="117"/>
                    </a:cubicBezTo>
                    <a:cubicBezTo>
                      <a:pt x="86" y="114"/>
                      <a:pt x="89" y="111"/>
                      <a:pt x="92" y="108"/>
                    </a:cubicBezTo>
                    <a:cubicBezTo>
                      <a:pt x="97" y="103"/>
                      <a:pt x="102" y="98"/>
                      <a:pt x="106" y="90"/>
                    </a:cubicBezTo>
                    <a:cubicBezTo>
                      <a:pt x="110" y="82"/>
                      <a:pt x="112" y="72"/>
                      <a:pt x="113" y="57"/>
                    </a:cubicBezTo>
                    <a:cubicBezTo>
                      <a:pt x="113" y="26"/>
                      <a:pt x="88" y="1"/>
                      <a:pt x="57" y="1"/>
                    </a:cubicBezTo>
                    <a:close/>
                    <a:moveTo>
                      <a:pt x="76" y="144"/>
                    </a:moveTo>
                    <a:cubicBezTo>
                      <a:pt x="76" y="145"/>
                      <a:pt x="75" y="146"/>
                      <a:pt x="75" y="146"/>
                    </a:cubicBezTo>
                    <a:cubicBezTo>
                      <a:pt x="74" y="147"/>
                      <a:pt x="74" y="148"/>
                      <a:pt x="75" y="149"/>
                    </a:cubicBezTo>
                    <a:cubicBezTo>
                      <a:pt x="75" y="150"/>
                      <a:pt x="76" y="150"/>
                      <a:pt x="76" y="151"/>
                    </a:cubicBezTo>
                    <a:cubicBezTo>
                      <a:pt x="75" y="152"/>
                      <a:pt x="75" y="152"/>
                      <a:pt x="75" y="152"/>
                    </a:cubicBezTo>
                    <a:cubicBezTo>
                      <a:pt x="75" y="153"/>
                      <a:pt x="75" y="153"/>
                      <a:pt x="75" y="154"/>
                    </a:cubicBezTo>
                    <a:cubicBezTo>
                      <a:pt x="74" y="155"/>
                      <a:pt x="74" y="156"/>
                      <a:pt x="75" y="157"/>
                    </a:cubicBezTo>
                    <a:cubicBezTo>
                      <a:pt x="75" y="157"/>
                      <a:pt x="75" y="158"/>
                      <a:pt x="75" y="159"/>
                    </a:cubicBezTo>
                    <a:cubicBezTo>
                      <a:pt x="75" y="159"/>
                      <a:pt x="75" y="159"/>
                      <a:pt x="75" y="159"/>
                    </a:cubicBezTo>
                    <a:cubicBezTo>
                      <a:pt x="75" y="160"/>
                      <a:pt x="75" y="160"/>
                      <a:pt x="75" y="161"/>
                    </a:cubicBezTo>
                    <a:cubicBezTo>
                      <a:pt x="72" y="162"/>
                      <a:pt x="71" y="164"/>
                      <a:pt x="69" y="165"/>
                    </a:cubicBezTo>
                    <a:cubicBezTo>
                      <a:pt x="66" y="168"/>
                      <a:pt x="63" y="170"/>
                      <a:pt x="55" y="170"/>
                    </a:cubicBezTo>
                    <a:cubicBezTo>
                      <a:pt x="47" y="169"/>
                      <a:pt x="44" y="167"/>
                      <a:pt x="41" y="165"/>
                    </a:cubicBezTo>
                    <a:cubicBezTo>
                      <a:pt x="39" y="163"/>
                      <a:pt x="38" y="162"/>
                      <a:pt x="35" y="160"/>
                    </a:cubicBezTo>
                    <a:cubicBezTo>
                      <a:pt x="35" y="160"/>
                      <a:pt x="35" y="159"/>
                      <a:pt x="35" y="159"/>
                    </a:cubicBezTo>
                    <a:cubicBezTo>
                      <a:pt x="35" y="158"/>
                      <a:pt x="35" y="158"/>
                      <a:pt x="35" y="158"/>
                    </a:cubicBezTo>
                    <a:cubicBezTo>
                      <a:pt x="35" y="158"/>
                      <a:pt x="35" y="157"/>
                      <a:pt x="35" y="156"/>
                    </a:cubicBezTo>
                    <a:cubicBezTo>
                      <a:pt x="36" y="156"/>
                      <a:pt x="36" y="154"/>
                      <a:pt x="35" y="153"/>
                    </a:cubicBezTo>
                    <a:cubicBezTo>
                      <a:pt x="35" y="153"/>
                      <a:pt x="35" y="152"/>
                      <a:pt x="35" y="152"/>
                    </a:cubicBezTo>
                    <a:cubicBezTo>
                      <a:pt x="35" y="151"/>
                      <a:pt x="35" y="151"/>
                      <a:pt x="35" y="151"/>
                    </a:cubicBezTo>
                    <a:cubicBezTo>
                      <a:pt x="35" y="150"/>
                      <a:pt x="35" y="149"/>
                      <a:pt x="35" y="149"/>
                    </a:cubicBezTo>
                    <a:cubicBezTo>
                      <a:pt x="36" y="148"/>
                      <a:pt x="36" y="147"/>
                      <a:pt x="36" y="146"/>
                    </a:cubicBezTo>
                    <a:cubicBezTo>
                      <a:pt x="35" y="145"/>
                      <a:pt x="35" y="145"/>
                      <a:pt x="35" y="144"/>
                    </a:cubicBezTo>
                    <a:cubicBezTo>
                      <a:pt x="35" y="143"/>
                      <a:pt x="35" y="143"/>
                      <a:pt x="35" y="143"/>
                    </a:cubicBezTo>
                    <a:cubicBezTo>
                      <a:pt x="35" y="142"/>
                      <a:pt x="36" y="141"/>
                      <a:pt x="37" y="141"/>
                    </a:cubicBezTo>
                    <a:cubicBezTo>
                      <a:pt x="38" y="141"/>
                      <a:pt x="38" y="141"/>
                      <a:pt x="38" y="141"/>
                    </a:cubicBezTo>
                    <a:cubicBezTo>
                      <a:pt x="72" y="141"/>
                      <a:pt x="72" y="141"/>
                      <a:pt x="72" y="141"/>
                    </a:cubicBezTo>
                    <a:cubicBezTo>
                      <a:pt x="74" y="141"/>
                      <a:pt x="74" y="141"/>
                      <a:pt x="74" y="141"/>
                    </a:cubicBezTo>
                    <a:cubicBezTo>
                      <a:pt x="75" y="141"/>
                      <a:pt x="76" y="142"/>
                      <a:pt x="76" y="144"/>
                    </a:cubicBezTo>
                    <a:cubicBezTo>
                      <a:pt x="76" y="144"/>
                      <a:pt x="76" y="144"/>
                      <a:pt x="76" y="144"/>
                    </a:cubicBezTo>
                    <a:close/>
                    <a:moveTo>
                      <a:pt x="103" y="85"/>
                    </a:moveTo>
                    <a:cubicBezTo>
                      <a:pt x="98" y="96"/>
                      <a:pt x="92" y="101"/>
                      <a:pt x="86" y="108"/>
                    </a:cubicBezTo>
                    <a:cubicBezTo>
                      <a:pt x="83" y="111"/>
                      <a:pt x="80" y="115"/>
                      <a:pt x="78" y="119"/>
                    </a:cubicBezTo>
                    <a:cubicBezTo>
                      <a:pt x="76" y="123"/>
                      <a:pt x="74" y="128"/>
                      <a:pt x="74" y="135"/>
                    </a:cubicBezTo>
                    <a:cubicBezTo>
                      <a:pt x="74" y="136"/>
                      <a:pt x="73" y="137"/>
                      <a:pt x="72" y="137"/>
                    </a:cubicBezTo>
                    <a:cubicBezTo>
                      <a:pt x="39" y="137"/>
                      <a:pt x="39" y="137"/>
                      <a:pt x="39" y="137"/>
                    </a:cubicBezTo>
                    <a:cubicBezTo>
                      <a:pt x="37" y="136"/>
                      <a:pt x="36" y="135"/>
                      <a:pt x="36" y="134"/>
                    </a:cubicBezTo>
                    <a:cubicBezTo>
                      <a:pt x="36" y="126"/>
                      <a:pt x="34" y="119"/>
                      <a:pt x="31" y="114"/>
                    </a:cubicBezTo>
                    <a:cubicBezTo>
                      <a:pt x="29" y="110"/>
                      <a:pt x="26" y="107"/>
                      <a:pt x="23" y="104"/>
                    </a:cubicBezTo>
                    <a:cubicBezTo>
                      <a:pt x="18" y="99"/>
                      <a:pt x="13" y="94"/>
                      <a:pt x="10" y="87"/>
                    </a:cubicBezTo>
                    <a:cubicBezTo>
                      <a:pt x="6" y="80"/>
                      <a:pt x="4" y="70"/>
                      <a:pt x="4" y="56"/>
                    </a:cubicBezTo>
                    <a:cubicBezTo>
                      <a:pt x="4" y="42"/>
                      <a:pt x="10" y="29"/>
                      <a:pt x="20" y="20"/>
                    </a:cubicBezTo>
                    <a:cubicBezTo>
                      <a:pt x="29" y="11"/>
                      <a:pt x="42" y="5"/>
                      <a:pt x="57" y="5"/>
                    </a:cubicBezTo>
                    <a:cubicBezTo>
                      <a:pt x="71" y="5"/>
                      <a:pt x="84" y="11"/>
                      <a:pt x="93" y="21"/>
                    </a:cubicBezTo>
                    <a:cubicBezTo>
                      <a:pt x="103" y="30"/>
                      <a:pt x="108" y="43"/>
                      <a:pt x="108" y="57"/>
                    </a:cubicBezTo>
                    <a:cubicBezTo>
                      <a:pt x="108" y="70"/>
                      <a:pt x="106" y="79"/>
                      <a:pt x="103" y="85"/>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18" name="Google Shape;2618;p141"/>
              <p:cNvSpPr/>
              <p:nvPr/>
            </p:nvSpPr>
            <p:spPr>
              <a:xfrm>
                <a:off x="2497138" y="3048000"/>
                <a:ext cx="12700" cy="15875"/>
              </a:xfrm>
              <a:custGeom>
                <a:rect b="b" l="l" r="r" t="t"/>
                <a:pathLst>
                  <a:path extrusionOk="0" h="4" w="3">
                    <a:moveTo>
                      <a:pt x="3" y="0"/>
                    </a:moveTo>
                    <a:cubicBezTo>
                      <a:pt x="2" y="0"/>
                      <a:pt x="1" y="0"/>
                      <a:pt x="1" y="0"/>
                    </a:cubicBezTo>
                    <a:cubicBezTo>
                      <a:pt x="1" y="1"/>
                      <a:pt x="0" y="2"/>
                      <a:pt x="0" y="3"/>
                    </a:cubicBezTo>
                    <a:cubicBezTo>
                      <a:pt x="0" y="3"/>
                      <a:pt x="0" y="4"/>
                      <a:pt x="0" y="4"/>
                    </a:cubicBezTo>
                    <a:cubicBezTo>
                      <a:pt x="1" y="4"/>
                      <a:pt x="1" y="4"/>
                      <a:pt x="1" y="4"/>
                    </a:cubicBezTo>
                    <a:cubicBezTo>
                      <a:pt x="1" y="4"/>
                      <a:pt x="2" y="4"/>
                      <a:pt x="2" y="4"/>
                    </a:cubicBezTo>
                    <a:cubicBezTo>
                      <a:pt x="2" y="3"/>
                      <a:pt x="3" y="2"/>
                      <a:pt x="3" y="1"/>
                    </a:cubicBezTo>
                    <a:cubicBezTo>
                      <a:pt x="3" y="1"/>
                      <a:pt x="3" y="0"/>
                      <a:pt x="3" y="0"/>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19" name="Google Shape;2619;p141"/>
              <p:cNvSpPr/>
              <p:nvPr/>
            </p:nvSpPr>
            <p:spPr>
              <a:xfrm>
                <a:off x="2509838" y="2984500"/>
                <a:ext cx="15875" cy="47625"/>
              </a:xfrm>
              <a:custGeom>
                <a:rect b="b" l="l" r="r" t="t"/>
                <a:pathLst>
                  <a:path extrusionOk="0" h="12" w="4">
                    <a:moveTo>
                      <a:pt x="3" y="0"/>
                    </a:moveTo>
                    <a:cubicBezTo>
                      <a:pt x="2" y="0"/>
                      <a:pt x="2" y="0"/>
                      <a:pt x="2" y="1"/>
                    </a:cubicBezTo>
                    <a:cubicBezTo>
                      <a:pt x="2" y="2"/>
                      <a:pt x="1" y="3"/>
                      <a:pt x="1" y="4"/>
                    </a:cubicBezTo>
                    <a:cubicBezTo>
                      <a:pt x="1" y="6"/>
                      <a:pt x="1" y="7"/>
                      <a:pt x="1" y="8"/>
                    </a:cubicBezTo>
                    <a:cubicBezTo>
                      <a:pt x="0" y="9"/>
                      <a:pt x="0" y="10"/>
                      <a:pt x="0" y="11"/>
                    </a:cubicBezTo>
                    <a:cubicBezTo>
                      <a:pt x="0" y="12"/>
                      <a:pt x="0" y="12"/>
                      <a:pt x="1" y="12"/>
                    </a:cubicBezTo>
                    <a:cubicBezTo>
                      <a:pt x="1" y="12"/>
                      <a:pt x="1" y="12"/>
                      <a:pt x="1" y="12"/>
                    </a:cubicBezTo>
                    <a:cubicBezTo>
                      <a:pt x="1" y="12"/>
                      <a:pt x="2" y="12"/>
                      <a:pt x="2" y="12"/>
                    </a:cubicBezTo>
                    <a:cubicBezTo>
                      <a:pt x="2" y="10"/>
                      <a:pt x="3" y="9"/>
                      <a:pt x="3" y="8"/>
                    </a:cubicBezTo>
                    <a:cubicBezTo>
                      <a:pt x="3" y="7"/>
                      <a:pt x="3" y="6"/>
                      <a:pt x="4" y="5"/>
                    </a:cubicBezTo>
                    <a:cubicBezTo>
                      <a:pt x="4" y="4"/>
                      <a:pt x="4" y="2"/>
                      <a:pt x="4" y="1"/>
                    </a:cubicBezTo>
                    <a:cubicBezTo>
                      <a:pt x="4" y="0"/>
                      <a:pt x="4" y="0"/>
                      <a:pt x="3" y="0"/>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20" name="Google Shape;2620;p141"/>
              <p:cNvSpPr/>
              <p:nvPr/>
            </p:nvSpPr>
            <p:spPr>
              <a:xfrm>
                <a:off x="2436813" y="2798763"/>
                <a:ext cx="88900" cy="157163"/>
              </a:xfrm>
              <a:custGeom>
                <a:rect b="b" l="l" r="r" t="t"/>
                <a:pathLst>
                  <a:path extrusionOk="0" h="39" w="22">
                    <a:moveTo>
                      <a:pt x="22" y="29"/>
                    </a:moveTo>
                    <a:cubicBezTo>
                      <a:pt x="21" y="28"/>
                      <a:pt x="21" y="26"/>
                      <a:pt x="21" y="25"/>
                    </a:cubicBezTo>
                    <a:cubicBezTo>
                      <a:pt x="20" y="23"/>
                      <a:pt x="20" y="22"/>
                      <a:pt x="19" y="20"/>
                    </a:cubicBezTo>
                    <a:cubicBezTo>
                      <a:pt x="18" y="19"/>
                      <a:pt x="18" y="18"/>
                      <a:pt x="17" y="16"/>
                    </a:cubicBezTo>
                    <a:cubicBezTo>
                      <a:pt x="16" y="15"/>
                      <a:pt x="16" y="14"/>
                      <a:pt x="15" y="12"/>
                    </a:cubicBezTo>
                    <a:cubicBezTo>
                      <a:pt x="14" y="11"/>
                      <a:pt x="13" y="10"/>
                      <a:pt x="12" y="9"/>
                    </a:cubicBezTo>
                    <a:cubicBezTo>
                      <a:pt x="11" y="8"/>
                      <a:pt x="10" y="7"/>
                      <a:pt x="9" y="6"/>
                    </a:cubicBezTo>
                    <a:cubicBezTo>
                      <a:pt x="8" y="5"/>
                      <a:pt x="7" y="4"/>
                      <a:pt x="6" y="3"/>
                    </a:cubicBezTo>
                    <a:cubicBezTo>
                      <a:pt x="5" y="2"/>
                      <a:pt x="4" y="1"/>
                      <a:pt x="2" y="0"/>
                    </a:cubicBezTo>
                    <a:cubicBezTo>
                      <a:pt x="2" y="0"/>
                      <a:pt x="1" y="0"/>
                      <a:pt x="1" y="0"/>
                    </a:cubicBezTo>
                    <a:cubicBezTo>
                      <a:pt x="0" y="1"/>
                      <a:pt x="1" y="1"/>
                      <a:pt x="1" y="2"/>
                    </a:cubicBezTo>
                    <a:cubicBezTo>
                      <a:pt x="2" y="3"/>
                      <a:pt x="3" y="3"/>
                      <a:pt x="5" y="4"/>
                    </a:cubicBezTo>
                    <a:cubicBezTo>
                      <a:pt x="6" y="5"/>
                      <a:pt x="7" y="6"/>
                      <a:pt x="8" y="7"/>
                    </a:cubicBezTo>
                    <a:cubicBezTo>
                      <a:pt x="9" y="8"/>
                      <a:pt x="10" y="9"/>
                      <a:pt x="10" y="10"/>
                    </a:cubicBezTo>
                    <a:cubicBezTo>
                      <a:pt x="11" y="11"/>
                      <a:pt x="12" y="13"/>
                      <a:pt x="13" y="14"/>
                    </a:cubicBezTo>
                    <a:cubicBezTo>
                      <a:pt x="14" y="15"/>
                      <a:pt x="14" y="16"/>
                      <a:pt x="15" y="17"/>
                    </a:cubicBezTo>
                    <a:cubicBezTo>
                      <a:pt x="16" y="19"/>
                      <a:pt x="16" y="20"/>
                      <a:pt x="17" y="21"/>
                    </a:cubicBezTo>
                    <a:cubicBezTo>
                      <a:pt x="17" y="23"/>
                      <a:pt x="18" y="24"/>
                      <a:pt x="18" y="25"/>
                    </a:cubicBezTo>
                    <a:cubicBezTo>
                      <a:pt x="19" y="27"/>
                      <a:pt x="19" y="28"/>
                      <a:pt x="19" y="29"/>
                    </a:cubicBezTo>
                    <a:cubicBezTo>
                      <a:pt x="20" y="31"/>
                      <a:pt x="20" y="32"/>
                      <a:pt x="20" y="34"/>
                    </a:cubicBezTo>
                    <a:cubicBezTo>
                      <a:pt x="20" y="35"/>
                      <a:pt x="20" y="37"/>
                      <a:pt x="20" y="38"/>
                    </a:cubicBezTo>
                    <a:cubicBezTo>
                      <a:pt x="20" y="39"/>
                      <a:pt x="21" y="39"/>
                      <a:pt x="21" y="39"/>
                    </a:cubicBezTo>
                    <a:cubicBezTo>
                      <a:pt x="22" y="39"/>
                      <a:pt x="22" y="39"/>
                      <a:pt x="22" y="38"/>
                    </a:cubicBezTo>
                    <a:cubicBezTo>
                      <a:pt x="22" y="37"/>
                      <a:pt x="22" y="35"/>
                      <a:pt x="22" y="34"/>
                    </a:cubicBezTo>
                    <a:cubicBezTo>
                      <a:pt x="22" y="32"/>
                      <a:pt x="22" y="31"/>
                      <a:pt x="22" y="29"/>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21" name="Google Shape;2621;p141"/>
              <p:cNvSpPr/>
              <p:nvPr/>
            </p:nvSpPr>
            <p:spPr>
              <a:xfrm>
                <a:off x="2244725" y="2955925"/>
                <a:ext cx="192088" cy="285750"/>
              </a:xfrm>
              <a:custGeom>
                <a:rect b="b" l="l" r="r" t="t"/>
                <a:pathLst>
                  <a:path extrusionOk="0" h="71" w="48">
                    <a:moveTo>
                      <a:pt x="47" y="0"/>
                    </a:moveTo>
                    <a:cubicBezTo>
                      <a:pt x="46" y="0"/>
                      <a:pt x="45" y="1"/>
                      <a:pt x="45" y="1"/>
                    </a:cubicBezTo>
                    <a:cubicBezTo>
                      <a:pt x="44" y="5"/>
                      <a:pt x="44" y="5"/>
                      <a:pt x="44" y="5"/>
                    </a:cubicBezTo>
                    <a:cubicBezTo>
                      <a:pt x="42" y="4"/>
                      <a:pt x="42" y="4"/>
                      <a:pt x="41" y="3"/>
                    </a:cubicBezTo>
                    <a:cubicBezTo>
                      <a:pt x="41" y="2"/>
                      <a:pt x="41" y="2"/>
                      <a:pt x="41" y="2"/>
                    </a:cubicBezTo>
                    <a:cubicBezTo>
                      <a:pt x="40" y="2"/>
                      <a:pt x="40" y="2"/>
                      <a:pt x="40" y="2"/>
                    </a:cubicBezTo>
                    <a:cubicBezTo>
                      <a:pt x="40" y="1"/>
                      <a:pt x="39" y="0"/>
                      <a:pt x="38" y="0"/>
                    </a:cubicBezTo>
                    <a:cubicBezTo>
                      <a:pt x="36" y="0"/>
                      <a:pt x="35" y="1"/>
                      <a:pt x="35" y="2"/>
                    </a:cubicBezTo>
                    <a:cubicBezTo>
                      <a:pt x="35" y="2"/>
                      <a:pt x="35" y="2"/>
                      <a:pt x="34" y="2"/>
                    </a:cubicBezTo>
                    <a:cubicBezTo>
                      <a:pt x="34" y="3"/>
                      <a:pt x="34" y="3"/>
                      <a:pt x="34" y="3"/>
                    </a:cubicBezTo>
                    <a:cubicBezTo>
                      <a:pt x="33" y="4"/>
                      <a:pt x="33" y="4"/>
                      <a:pt x="31" y="4"/>
                    </a:cubicBezTo>
                    <a:cubicBezTo>
                      <a:pt x="29" y="4"/>
                      <a:pt x="28" y="3"/>
                      <a:pt x="27" y="2"/>
                    </a:cubicBezTo>
                    <a:cubicBezTo>
                      <a:pt x="27" y="2"/>
                      <a:pt x="27" y="2"/>
                      <a:pt x="27" y="2"/>
                    </a:cubicBezTo>
                    <a:cubicBezTo>
                      <a:pt x="27" y="1"/>
                      <a:pt x="26" y="0"/>
                      <a:pt x="24" y="0"/>
                    </a:cubicBezTo>
                    <a:cubicBezTo>
                      <a:pt x="23" y="0"/>
                      <a:pt x="22" y="1"/>
                      <a:pt x="21" y="2"/>
                    </a:cubicBezTo>
                    <a:cubicBezTo>
                      <a:pt x="21" y="2"/>
                      <a:pt x="21" y="2"/>
                      <a:pt x="21" y="2"/>
                    </a:cubicBezTo>
                    <a:cubicBezTo>
                      <a:pt x="21" y="2"/>
                      <a:pt x="21" y="2"/>
                      <a:pt x="21" y="2"/>
                    </a:cubicBezTo>
                    <a:cubicBezTo>
                      <a:pt x="20" y="3"/>
                      <a:pt x="19" y="4"/>
                      <a:pt x="17" y="4"/>
                    </a:cubicBezTo>
                    <a:cubicBezTo>
                      <a:pt x="16" y="4"/>
                      <a:pt x="15" y="3"/>
                      <a:pt x="14" y="2"/>
                    </a:cubicBezTo>
                    <a:cubicBezTo>
                      <a:pt x="14" y="2"/>
                      <a:pt x="14" y="2"/>
                      <a:pt x="14" y="2"/>
                    </a:cubicBezTo>
                    <a:cubicBezTo>
                      <a:pt x="13" y="1"/>
                      <a:pt x="13" y="0"/>
                      <a:pt x="11" y="0"/>
                    </a:cubicBezTo>
                    <a:cubicBezTo>
                      <a:pt x="9" y="0"/>
                      <a:pt x="8" y="1"/>
                      <a:pt x="8" y="2"/>
                    </a:cubicBezTo>
                    <a:cubicBezTo>
                      <a:pt x="8" y="2"/>
                      <a:pt x="8" y="2"/>
                      <a:pt x="8" y="2"/>
                    </a:cubicBezTo>
                    <a:cubicBezTo>
                      <a:pt x="7" y="3"/>
                      <a:pt x="6" y="4"/>
                      <a:pt x="4" y="4"/>
                    </a:cubicBezTo>
                    <a:cubicBezTo>
                      <a:pt x="3" y="1"/>
                      <a:pt x="3" y="1"/>
                      <a:pt x="3" y="1"/>
                    </a:cubicBezTo>
                    <a:cubicBezTo>
                      <a:pt x="3" y="0"/>
                      <a:pt x="2" y="0"/>
                      <a:pt x="1" y="0"/>
                    </a:cubicBezTo>
                    <a:cubicBezTo>
                      <a:pt x="0" y="0"/>
                      <a:pt x="0" y="1"/>
                      <a:pt x="0" y="2"/>
                    </a:cubicBezTo>
                    <a:cubicBezTo>
                      <a:pt x="10" y="31"/>
                      <a:pt x="10" y="31"/>
                      <a:pt x="10" y="31"/>
                    </a:cubicBezTo>
                    <a:cubicBezTo>
                      <a:pt x="11" y="33"/>
                      <a:pt x="11" y="36"/>
                      <a:pt x="11" y="37"/>
                    </a:cubicBezTo>
                    <a:cubicBezTo>
                      <a:pt x="12" y="69"/>
                      <a:pt x="12" y="69"/>
                      <a:pt x="12" y="69"/>
                    </a:cubicBezTo>
                    <a:cubicBezTo>
                      <a:pt x="13" y="70"/>
                      <a:pt x="13" y="71"/>
                      <a:pt x="14" y="71"/>
                    </a:cubicBezTo>
                    <a:cubicBezTo>
                      <a:pt x="14" y="71"/>
                      <a:pt x="14" y="71"/>
                      <a:pt x="14" y="71"/>
                    </a:cubicBezTo>
                    <a:cubicBezTo>
                      <a:pt x="15" y="70"/>
                      <a:pt x="16" y="70"/>
                      <a:pt x="16" y="69"/>
                    </a:cubicBezTo>
                    <a:cubicBezTo>
                      <a:pt x="15" y="37"/>
                      <a:pt x="15" y="37"/>
                      <a:pt x="15" y="37"/>
                    </a:cubicBezTo>
                    <a:cubicBezTo>
                      <a:pt x="14" y="35"/>
                      <a:pt x="14" y="32"/>
                      <a:pt x="13" y="30"/>
                    </a:cubicBezTo>
                    <a:cubicBezTo>
                      <a:pt x="5" y="6"/>
                      <a:pt x="5" y="6"/>
                      <a:pt x="5" y="6"/>
                    </a:cubicBezTo>
                    <a:cubicBezTo>
                      <a:pt x="8" y="6"/>
                      <a:pt x="9" y="4"/>
                      <a:pt x="9" y="3"/>
                    </a:cubicBezTo>
                    <a:cubicBezTo>
                      <a:pt x="10" y="3"/>
                      <a:pt x="10" y="3"/>
                      <a:pt x="10" y="3"/>
                    </a:cubicBezTo>
                    <a:cubicBezTo>
                      <a:pt x="10" y="2"/>
                      <a:pt x="10" y="2"/>
                      <a:pt x="11" y="2"/>
                    </a:cubicBezTo>
                    <a:cubicBezTo>
                      <a:pt x="11" y="2"/>
                      <a:pt x="11" y="2"/>
                      <a:pt x="12" y="3"/>
                    </a:cubicBezTo>
                    <a:cubicBezTo>
                      <a:pt x="12" y="3"/>
                      <a:pt x="12" y="3"/>
                      <a:pt x="12" y="3"/>
                    </a:cubicBezTo>
                    <a:cubicBezTo>
                      <a:pt x="13" y="5"/>
                      <a:pt x="14" y="7"/>
                      <a:pt x="17" y="7"/>
                    </a:cubicBezTo>
                    <a:cubicBezTo>
                      <a:pt x="20" y="7"/>
                      <a:pt x="22" y="5"/>
                      <a:pt x="22" y="4"/>
                    </a:cubicBezTo>
                    <a:cubicBezTo>
                      <a:pt x="23" y="4"/>
                      <a:pt x="23" y="4"/>
                      <a:pt x="23" y="4"/>
                    </a:cubicBezTo>
                    <a:cubicBezTo>
                      <a:pt x="23" y="3"/>
                      <a:pt x="23" y="3"/>
                      <a:pt x="23" y="3"/>
                    </a:cubicBezTo>
                    <a:cubicBezTo>
                      <a:pt x="24" y="2"/>
                      <a:pt x="24" y="2"/>
                      <a:pt x="24" y="2"/>
                    </a:cubicBezTo>
                    <a:cubicBezTo>
                      <a:pt x="24" y="2"/>
                      <a:pt x="25" y="2"/>
                      <a:pt x="25" y="3"/>
                    </a:cubicBezTo>
                    <a:cubicBezTo>
                      <a:pt x="25" y="3"/>
                      <a:pt x="25" y="3"/>
                      <a:pt x="25" y="4"/>
                    </a:cubicBezTo>
                    <a:cubicBezTo>
                      <a:pt x="26" y="5"/>
                      <a:pt x="28" y="7"/>
                      <a:pt x="31" y="7"/>
                    </a:cubicBezTo>
                    <a:cubicBezTo>
                      <a:pt x="34" y="7"/>
                      <a:pt x="35" y="5"/>
                      <a:pt x="36" y="4"/>
                    </a:cubicBezTo>
                    <a:cubicBezTo>
                      <a:pt x="36" y="4"/>
                      <a:pt x="36" y="4"/>
                      <a:pt x="36" y="4"/>
                    </a:cubicBezTo>
                    <a:cubicBezTo>
                      <a:pt x="36" y="4"/>
                      <a:pt x="36" y="3"/>
                      <a:pt x="36" y="3"/>
                    </a:cubicBezTo>
                    <a:cubicBezTo>
                      <a:pt x="37" y="3"/>
                      <a:pt x="37" y="2"/>
                      <a:pt x="38" y="2"/>
                    </a:cubicBezTo>
                    <a:cubicBezTo>
                      <a:pt x="38" y="2"/>
                      <a:pt x="38" y="2"/>
                      <a:pt x="38" y="3"/>
                    </a:cubicBezTo>
                    <a:cubicBezTo>
                      <a:pt x="38" y="3"/>
                      <a:pt x="39" y="4"/>
                      <a:pt x="39" y="4"/>
                    </a:cubicBezTo>
                    <a:cubicBezTo>
                      <a:pt x="39" y="4"/>
                      <a:pt x="39" y="4"/>
                      <a:pt x="39" y="4"/>
                    </a:cubicBezTo>
                    <a:cubicBezTo>
                      <a:pt x="40" y="5"/>
                      <a:pt x="41" y="6"/>
                      <a:pt x="43" y="7"/>
                    </a:cubicBezTo>
                    <a:cubicBezTo>
                      <a:pt x="34" y="30"/>
                      <a:pt x="34" y="30"/>
                      <a:pt x="34" y="30"/>
                    </a:cubicBezTo>
                    <a:cubicBezTo>
                      <a:pt x="34" y="32"/>
                      <a:pt x="33" y="35"/>
                      <a:pt x="33" y="37"/>
                    </a:cubicBezTo>
                    <a:cubicBezTo>
                      <a:pt x="31" y="69"/>
                      <a:pt x="31" y="69"/>
                      <a:pt x="31" y="69"/>
                    </a:cubicBezTo>
                    <a:cubicBezTo>
                      <a:pt x="31" y="70"/>
                      <a:pt x="32" y="70"/>
                      <a:pt x="33" y="70"/>
                    </a:cubicBezTo>
                    <a:cubicBezTo>
                      <a:pt x="33" y="70"/>
                      <a:pt x="33" y="70"/>
                      <a:pt x="33" y="70"/>
                    </a:cubicBezTo>
                    <a:cubicBezTo>
                      <a:pt x="34" y="70"/>
                      <a:pt x="34" y="70"/>
                      <a:pt x="34" y="69"/>
                    </a:cubicBezTo>
                    <a:cubicBezTo>
                      <a:pt x="36" y="37"/>
                      <a:pt x="36" y="37"/>
                      <a:pt x="36" y="37"/>
                    </a:cubicBezTo>
                    <a:cubicBezTo>
                      <a:pt x="36" y="36"/>
                      <a:pt x="37" y="33"/>
                      <a:pt x="38" y="31"/>
                    </a:cubicBezTo>
                    <a:cubicBezTo>
                      <a:pt x="48" y="3"/>
                      <a:pt x="48" y="3"/>
                      <a:pt x="48" y="3"/>
                    </a:cubicBezTo>
                    <a:cubicBezTo>
                      <a:pt x="48" y="2"/>
                      <a:pt x="48" y="1"/>
                      <a:pt x="47" y="0"/>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22" name="Google Shape;2622;p141"/>
              <p:cNvSpPr/>
              <p:nvPr/>
            </p:nvSpPr>
            <p:spPr>
              <a:xfrm>
                <a:off x="2279650" y="3313113"/>
                <a:ext cx="96838" cy="7938"/>
              </a:xfrm>
              <a:custGeom>
                <a:rect b="b" l="l" r="r" t="t"/>
                <a:pathLst>
                  <a:path extrusionOk="0" h="2" w="24">
                    <a:moveTo>
                      <a:pt x="1" y="2"/>
                    </a:moveTo>
                    <a:cubicBezTo>
                      <a:pt x="23" y="2"/>
                      <a:pt x="23" y="2"/>
                      <a:pt x="23" y="2"/>
                    </a:cubicBezTo>
                    <a:cubicBezTo>
                      <a:pt x="23" y="2"/>
                      <a:pt x="24" y="1"/>
                      <a:pt x="24" y="1"/>
                    </a:cubicBezTo>
                    <a:cubicBezTo>
                      <a:pt x="24" y="0"/>
                      <a:pt x="23" y="0"/>
                      <a:pt x="23" y="0"/>
                    </a:cubicBezTo>
                    <a:cubicBezTo>
                      <a:pt x="1" y="0"/>
                      <a:pt x="1" y="0"/>
                      <a:pt x="1" y="0"/>
                    </a:cubicBezTo>
                    <a:cubicBezTo>
                      <a:pt x="1" y="0"/>
                      <a:pt x="0" y="0"/>
                      <a:pt x="0" y="1"/>
                    </a:cubicBezTo>
                    <a:cubicBezTo>
                      <a:pt x="0" y="1"/>
                      <a:pt x="1" y="2"/>
                      <a:pt x="1" y="2"/>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23" name="Google Shape;2623;p141"/>
              <p:cNvSpPr/>
              <p:nvPr/>
            </p:nvSpPr>
            <p:spPr>
              <a:xfrm>
                <a:off x="2271713" y="3341688"/>
                <a:ext cx="133350" cy="7938"/>
              </a:xfrm>
              <a:custGeom>
                <a:rect b="b" l="l" r="r" t="t"/>
                <a:pathLst>
                  <a:path extrusionOk="0" h="2" w="33">
                    <a:moveTo>
                      <a:pt x="32" y="0"/>
                    </a:moveTo>
                    <a:cubicBezTo>
                      <a:pt x="1" y="0"/>
                      <a:pt x="1" y="0"/>
                      <a:pt x="1" y="0"/>
                    </a:cubicBezTo>
                    <a:cubicBezTo>
                      <a:pt x="1" y="0"/>
                      <a:pt x="0" y="0"/>
                      <a:pt x="0" y="1"/>
                    </a:cubicBezTo>
                    <a:cubicBezTo>
                      <a:pt x="0" y="1"/>
                      <a:pt x="1" y="2"/>
                      <a:pt x="1" y="2"/>
                    </a:cubicBezTo>
                    <a:cubicBezTo>
                      <a:pt x="31" y="2"/>
                      <a:pt x="31" y="2"/>
                      <a:pt x="31" y="2"/>
                    </a:cubicBezTo>
                    <a:cubicBezTo>
                      <a:pt x="32" y="2"/>
                      <a:pt x="33" y="2"/>
                      <a:pt x="33" y="1"/>
                    </a:cubicBezTo>
                    <a:cubicBezTo>
                      <a:pt x="33" y="1"/>
                      <a:pt x="32" y="0"/>
                      <a:pt x="32" y="0"/>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24" name="Google Shape;2624;p141"/>
              <p:cNvSpPr/>
              <p:nvPr/>
            </p:nvSpPr>
            <p:spPr>
              <a:xfrm>
                <a:off x="2300288" y="3370263"/>
                <a:ext cx="76200" cy="7938"/>
              </a:xfrm>
              <a:custGeom>
                <a:rect b="b" l="l" r="r" t="t"/>
                <a:pathLst>
                  <a:path extrusionOk="0" h="2" w="19">
                    <a:moveTo>
                      <a:pt x="18" y="0"/>
                    </a:moveTo>
                    <a:cubicBezTo>
                      <a:pt x="1" y="0"/>
                      <a:pt x="1" y="0"/>
                      <a:pt x="1" y="0"/>
                    </a:cubicBezTo>
                    <a:cubicBezTo>
                      <a:pt x="0" y="0"/>
                      <a:pt x="0" y="1"/>
                      <a:pt x="0" y="1"/>
                    </a:cubicBezTo>
                    <a:cubicBezTo>
                      <a:pt x="0" y="2"/>
                      <a:pt x="0" y="2"/>
                      <a:pt x="1" y="2"/>
                    </a:cubicBezTo>
                    <a:cubicBezTo>
                      <a:pt x="18" y="2"/>
                      <a:pt x="18" y="2"/>
                      <a:pt x="18" y="2"/>
                    </a:cubicBezTo>
                    <a:cubicBezTo>
                      <a:pt x="18" y="2"/>
                      <a:pt x="19" y="2"/>
                      <a:pt x="19" y="1"/>
                    </a:cubicBezTo>
                    <a:cubicBezTo>
                      <a:pt x="19" y="1"/>
                      <a:pt x="18" y="0"/>
                      <a:pt x="18" y="0"/>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grpSp>
      </p:grpSp>
      <p:grpSp>
        <p:nvGrpSpPr>
          <p:cNvPr id="2625" name="Google Shape;2625;p141"/>
          <p:cNvGrpSpPr/>
          <p:nvPr/>
        </p:nvGrpSpPr>
        <p:grpSpPr>
          <a:xfrm>
            <a:off x="9687374" y="4511520"/>
            <a:ext cx="992475" cy="967060"/>
            <a:chOff x="147782" y="3635086"/>
            <a:chExt cx="1060450" cy="1058863"/>
          </a:xfrm>
        </p:grpSpPr>
        <p:sp>
          <p:nvSpPr>
            <p:cNvPr id="2626" name="Google Shape;2626;p141"/>
            <p:cNvSpPr/>
            <p:nvPr/>
          </p:nvSpPr>
          <p:spPr>
            <a:xfrm>
              <a:off x="147782" y="3635086"/>
              <a:ext cx="1060450" cy="1058863"/>
            </a:xfrm>
            <a:custGeom>
              <a:rect b="b" l="l" r="r" t="t"/>
              <a:pathLst>
                <a:path extrusionOk="0" h="263" w="264">
                  <a:moveTo>
                    <a:pt x="217" y="47"/>
                  </a:moveTo>
                  <a:cubicBezTo>
                    <a:pt x="264" y="94"/>
                    <a:pt x="264" y="170"/>
                    <a:pt x="217" y="217"/>
                  </a:cubicBezTo>
                  <a:cubicBezTo>
                    <a:pt x="170" y="263"/>
                    <a:pt x="94" y="263"/>
                    <a:pt x="47" y="217"/>
                  </a:cubicBezTo>
                  <a:cubicBezTo>
                    <a:pt x="0" y="170"/>
                    <a:pt x="0" y="94"/>
                    <a:pt x="47" y="47"/>
                  </a:cubicBezTo>
                  <a:cubicBezTo>
                    <a:pt x="94" y="0"/>
                    <a:pt x="170" y="0"/>
                    <a:pt x="217" y="47"/>
                  </a:cubicBezTo>
                  <a:close/>
                </a:path>
              </a:pathLst>
            </a:custGeom>
            <a:solidFill>
              <a:srgbClr val="BB1729"/>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grpSp>
          <p:nvGrpSpPr>
            <p:cNvPr id="2627" name="Google Shape;2627;p141"/>
            <p:cNvGrpSpPr/>
            <p:nvPr/>
          </p:nvGrpSpPr>
          <p:grpSpPr>
            <a:xfrm>
              <a:off x="377970" y="3830349"/>
              <a:ext cx="593725" cy="668337"/>
              <a:chOff x="6303963" y="2728913"/>
              <a:chExt cx="593725" cy="668337"/>
            </a:xfrm>
          </p:grpSpPr>
          <p:sp>
            <p:nvSpPr>
              <p:cNvPr id="2628" name="Google Shape;2628;p141"/>
              <p:cNvSpPr/>
              <p:nvPr/>
            </p:nvSpPr>
            <p:spPr>
              <a:xfrm>
                <a:off x="6303963" y="2728913"/>
                <a:ext cx="593725" cy="668337"/>
              </a:xfrm>
              <a:custGeom>
                <a:rect b="b" l="l" r="r" t="t"/>
                <a:pathLst>
                  <a:path extrusionOk="0" h="167" w="149">
                    <a:moveTo>
                      <a:pt x="148" y="38"/>
                    </a:moveTo>
                    <a:cubicBezTo>
                      <a:pt x="148" y="38"/>
                      <a:pt x="148" y="38"/>
                      <a:pt x="148" y="38"/>
                    </a:cubicBezTo>
                    <a:cubicBezTo>
                      <a:pt x="148" y="38"/>
                      <a:pt x="148" y="38"/>
                      <a:pt x="148" y="38"/>
                    </a:cubicBezTo>
                    <a:cubicBezTo>
                      <a:pt x="148" y="37"/>
                      <a:pt x="148" y="37"/>
                      <a:pt x="148" y="37"/>
                    </a:cubicBezTo>
                    <a:cubicBezTo>
                      <a:pt x="148" y="37"/>
                      <a:pt x="148" y="37"/>
                      <a:pt x="148" y="37"/>
                    </a:cubicBezTo>
                    <a:cubicBezTo>
                      <a:pt x="148" y="37"/>
                      <a:pt x="148" y="37"/>
                      <a:pt x="148" y="37"/>
                    </a:cubicBezTo>
                    <a:cubicBezTo>
                      <a:pt x="148" y="37"/>
                      <a:pt x="148" y="37"/>
                      <a:pt x="148" y="37"/>
                    </a:cubicBezTo>
                    <a:cubicBezTo>
                      <a:pt x="147" y="37"/>
                      <a:pt x="147" y="36"/>
                      <a:pt x="147" y="36"/>
                    </a:cubicBezTo>
                    <a:cubicBezTo>
                      <a:pt x="75" y="0"/>
                      <a:pt x="75" y="0"/>
                      <a:pt x="75" y="0"/>
                    </a:cubicBezTo>
                    <a:cubicBezTo>
                      <a:pt x="75" y="0"/>
                      <a:pt x="74" y="0"/>
                      <a:pt x="73" y="0"/>
                    </a:cubicBezTo>
                    <a:cubicBezTo>
                      <a:pt x="1" y="36"/>
                      <a:pt x="1" y="36"/>
                      <a:pt x="1" y="36"/>
                    </a:cubicBezTo>
                    <a:cubicBezTo>
                      <a:pt x="1" y="36"/>
                      <a:pt x="1" y="37"/>
                      <a:pt x="1" y="37"/>
                    </a:cubicBezTo>
                    <a:cubicBezTo>
                      <a:pt x="1" y="37"/>
                      <a:pt x="1" y="37"/>
                      <a:pt x="1" y="37"/>
                    </a:cubicBezTo>
                    <a:cubicBezTo>
                      <a:pt x="1" y="37"/>
                      <a:pt x="1" y="37"/>
                      <a:pt x="0" y="37"/>
                    </a:cubicBezTo>
                    <a:cubicBezTo>
                      <a:pt x="0" y="37"/>
                      <a:pt x="0" y="37"/>
                      <a:pt x="0" y="37"/>
                    </a:cubicBezTo>
                    <a:cubicBezTo>
                      <a:pt x="0" y="37"/>
                      <a:pt x="0" y="37"/>
                      <a:pt x="0" y="38"/>
                    </a:cubicBezTo>
                    <a:cubicBezTo>
                      <a:pt x="0" y="38"/>
                      <a:pt x="0" y="38"/>
                      <a:pt x="0" y="38"/>
                    </a:cubicBezTo>
                    <a:cubicBezTo>
                      <a:pt x="0" y="38"/>
                      <a:pt x="0" y="38"/>
                      <a:pt x="0" y="38"/>
                    </a:cubicBezTo>
                    <a:cubicBezTo>
                      <a:pt x="0" y="38"/>
                      <a:pt x="0" y="38"/>
                      <a:pt x="0" y="38"/>
                    </a:cubicBezTo>
                    <a:cubicBezTo>
                      <a:pt x="0" y="128"/>
                      <a:pt x="0" y="128"/>
                      <a:pt x="0" y="128"/>
                    </a:cubicBezTo>
                    <a:cubicBezTo>
                      <a:pt x="0" y="129"/>
                      <a:pt x="1" y="130"/>
                      <a:pt x="1" y="130"/>
                    </a:cubicBezTo>
                    <a:cubicBezTo>
                      <a:pt x="73" y="166"/>
                      <a:pt x="73" y="166"/>
                      <a:pt x="73" y="166"/>
                    </a:cubicBezTo>
                    <a:cubicBezTo>
                      <a:pt x="73" y="166"/>
                      <a:pt x="73" y="166"/>
                      <a:pt x="73" y="166"/>
                    </a:cubicBezTo>
                    <a:cubicBezTo>
                      <a:pt x="74" y="166"/>
                      <a:pt x="74" y="167"/>
                      <a:pt x="74" y="167"/>
                    </a:cubicBezTo>
                    <a:cubicBezTo>
                      <a:pt x="74" y="167"/>
                      <a:pt x="74" y="167"/>
                      <a:pt x="74" y="167"/>
                    </a:cubicBezTo>
                    <a:cubicBezTo>
                      <a:pt x="74" y="167"/>
                      <a:pt x="74" y="167"/>
                      <a:pt x="74" y="167"/>
                    </a:cubicBezTo>
                    <a:cubicBezTo>
                      <a:pt x="75" y="167"/>
                      <a:pt x="75" y="166"/>
                      <a:pt x="75" y="166"/>
                    </a:cubicBezTo>
                    <a:cubicBezTo>
                      <a:pt x="75" y="166"/>
                      <a:pt x="75" y="166"/>
                      <a:pt x="75" y="166"/>
                    </a:cubicBezTo>
                    <a:cubicBezTo>
                      <a:pt x="147" y="130"/>
                      <a:pt x="147" y="130"/>
                      <a:pt x="147" y="130"/>
                    </a:cubicBezTo>
                    <a:cubicBezTo>
                      <a:pt x="148" y="130"/>
                      <a:pt x="149" y="129"/>
                      <a:pt x="149" y="128"/>
                    </a:cubicBezTo>
                    <a:cubicBezTo>
                      <a:pt x="149" y="38"/>
                      <a:pt x="149" y="38"/>
                      <a:pt x="149" y="38"/>
                    </a:cubicBezTo>
                    <a:cubicBezTo>
                      <a:pt x="149" y="38"/>
                      <a:pt x="148" y="38"/>
                      <a:pt x="148" y="38"/>
                    </a:cubicBezTo>
                    <a:close/>
                    <a:moveTo>
                      <a:pt x="74" y="72"/>
                    </a:moveTo>
                    <a:cubicBezTo>
                      <a:pt x="43" y="56"/>
                      <a:pt x="43" y="56"/>
                      <a:pt x="43" y="56"/>
                    </a:cubicBezTo>
                    <a:cubicBezTo>
                      <a:pt x="110" y="23"/>
                      <a:pt x="110" y="23"/>
                      <a:pt x="110" y="23"/>
                    </a:cubicBezTo>
                    <a:cubicBezTo>
                      <a:pt x="141" y="38"/>
                      <a:pt x="141" y="38"/>
                      <a:pt x="141" y="38"/>
                    </a:cubicBezTo>
                    <a:lnTo>
                      <a:pt x="74" y="72"/>
                    </a:lnTo>
                    <a:close/>
                    <a:moveTo>
                      <a:pt x="74" y="5"/>
                    </a:moveTo>
                    <a:cubicBezTo>
                      <a:pt x="108" y="22"/>
                      <a:pt x="108" y="22"/>
                      <a:pt x="108" y="22"/>
                    </a:cubicBezTo>
                    <a:cubicBezTo>
                      <a:pt x="41" y="55"/>
                      <a:pt x="41" y="55"/>
                      <a:pt x="41" y="55"/>
                    </a:cubicBezTo>
                    <a:cubicBezTo>
                      <a:pt x="8" y="38"/>
                      <a:pt x="8" y="38"/>
                      <a:pt x="8" y="38"/>
                    </a:cubicBezTo>
                    <a:lnTo>
                      <a:pt x="74" y="5"/>
                    </a:lnTo>
                    <a:close/>
                    <a:moveTo>
                      <a:pt x="5" y="42"/>
                    </a:moveTo>
                    <a:cubicBezTo>
                      <a:pt x="72" y="76"/>
                      <a:pt x="72" y="76"/>
                      <a:pt x="72" y="76"/>
                    </a:cubicBezTo>
                    <a:cubicBezTo>
                      <a:pt x="72" y="161"/>
                      <a:pt x="72" y="161"/>
                      <a:pt x="72" y="161"/>
                    </a:cubicBezTo>
                    <a:cubicBezTo>
                      <a:pt x="5" y="127"/>
                      <a:pt x="5" y="127"/>
                      <a:pt x="5" y="127"/>
                    </a:cubicBezTo>
                    <a:lnTo>
                      <a:pt x="5" y="42"/>
                    </a:lnTo>
                    <a:close/>
                    <a:moveTo>
                      <a:pt x="77" y="161"/>
                    </a:moveTo>
                    <a:cubicBezTo>
                      <a:pt x="77" y="76"/>
                      <a:pt x="77" y="76"/>
                      <a:pt x="77" y="76"/>
                    </a:cubicBezTo>
                    <a:cubicBezTo>
                      <a:pt x="144" y="42"/>
                      <a:pt x="144" y="42"/>
                      <a:pt x="144" y="42"/>
                    </a:cubicBezTo>
                    <a:cubicBezTo>
                      <a:pt x="144" y="127"/>
                      <a:pt x="144" y="127"/>
                      <a:pt x="144" y="127"/>
                    </a:cubicBezTo>
                    <a:lnTo>
                      <a:pt x="77" y="161"/>
                    </a:ln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29" name="Google Shape;2629;p141"/>
              <p:cNvSpPr/>
              <p:nvPr/>
            </p:nvSpPr>
            <p:spPr>
              <a:xfrm>
                <a:off x="6757988" y="3152775"/>
                <a:ext cx="107950" cy="128587"/>
              </a:xfrm>
              <a:custGeom>
                <a:rect b="b" l="l" r="r" t="t"/>
                <a:pathLst>
                  <a:path extrusionOk="0" h="32" w="27">
                    <a:moveTo>
                      <a:pt x="26" y="0"/>
                    </a:moveTo>
                    <a:cubicBezTo>
                      <a:pt x="25" y="0"/>
                      <a:pt x="25" y="0"/>
                      <a:pt x="25" y="1"/>
                    </a:cubicBezTo>
                    <a:cubicBezTo>
                      <a:pt x="25" y="17"/>
                      <a:pt x="25" y="17"/>
                      <a:pt x="25" y="17"/>
                    </a:cubicBezTo>
                    <a:cubicBezTo>
                      <a:pt x="0" y="29"/>
                      <a:pt x="0" y="29"/>
                      <a:pt x="0" y="29"/>
                    </a:cubicBezTo>
                    <a:cubicBezTo>
                      <a:pt x="0" y="30"/>
                      <a:pt x="0" y="30"/>
                      <a:pt x="0" y="31"/>
                    </a:cubicBezTo>
                    <a:cubicBezTo>
                      <a:pt x="0" y="31"/>
                      <a:pt x="0" y="32"/>
                      <a:pt x="1" y="32"/>
                    </a:cubicBezTo>
                    <a:cubicBezTo>
                      <a:pt x="1" y="31"/>
                      <a:pt x="1" y="31"/>
                      <a:pt x="1" y="31"/>
                    </a:cubicBezTo>
                    <a:cubicBezTo>
                      <a:pt x="26" y="19"/>
                      <a:pt x="26" y="19"/>
                      <a:pt x="26" y="19"/>
                    </a:cubicBezTo>
                    <a:cubicBezTo>
                      <a:pt x="27" y="19"/>
                      <a:pt x="27" y="18"/>
                      <a:pt x="27" y="18"/>
                    </a:cubicBezTo>
                    <a:cubicBezTo>
                      <a:pt x="27" y="1"/>
                      <a:pt x="27" y="1"/>
                      <a:pt x="27" y="1"/>
                    </a:cubicBezTo>
                    <a:cubicBezTo>
                      <a:pt x="27" y="0"/>
                      <a:pt x="26" y="0"/>
                      <a:pt x="26" y="0"/>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30" name="Google Shape;2630;p141"/>
              <p:cNvSpPr/>
              <p:nvPr/>
            </p:nvSpPr>
            <p:spPr>
              <a:xfrm>
                <a:off x="6348413" y="3017838"/>
                <a:ext cx="219075" cy="284162"/>
              </a:xfrm>
              <a:custGeom>
                <a:rect b="b" l="l" r="r" t="t"/>
                <a:pathLst>
                  <a:path extrusionOk="0" h="71" w="55">
                    <a:moveTo>
                      <a:pt x="51" y="59"/>
                    </a:moveTo>
                    <a:cubicBezTo>
                      <a:pt x="51" y="46"/>
                      <a:pt x="51" y="46"/>
                      <a:pt x="51" y="46"/>
                    </a:cubicBezTo>
                    <a:cubicBezTo>
                      <a:pt x="53" y="47"/>
                      <a:pt x="55" y="45"/>
                      <a:pt x="55" y="43"/>
                    </a:cubicBezTo>
                    <a:cubicBezTo>
                      <a:pt x="55" y="40"/>
                      <a:pt x="53" y="36"/>
                      <a:pt x="50" y="35"/>
                    </a:cubicBezTo>
                    <a:cubicBezTo>
                      <a:pt x="47" y="34"/>
                      <a:pt x="45" y="35"/>
                      <a:pt x="45" y="37"/>
                    </a:cubicBezTo>
                    <a:cubicBezTo>
                      <a:pt x="33" y="31"/>
                      <a:pt x="33" y="31"/>
                      <a:pt x="33" y="31"/>
                    </a:cubicBezTo>
                    <a:cubicBezTo>
                      <a:pt x="33" y="29"/>
                      <a:pt x="31" y="27"/>
                      <a:pt x="29" y="25"/>
                    </a:cubicBezTo>
                    <a:cubicBezTo>
                      <a:pt x="29" y="12"/>
                      <a:pt x="29" y="12"/>
                      <a:pt x="29" y="12"/>
                    </a:cubicBezTo>
                    <a:cubicBezTo>
                      <a:pt x="32" y="13"/>
                      <a:pt x="33" y="12"/>
                      <a:pt x="33" y="9"/>
                    </a:cubicBezTo>
                    <a:cubicBezTo>
                      <a:pt x="33" y="6"/>
                      <a:pt x="31" y="3"/>
                      <a:pt x="28" y="1"/>
                    </a:cubicBezTo>
                    <a:cubicBezTo>
                      <a:pt x="25" y="0"/>
                      <a:pt x="23" y="1"/>
                      <a:pt x="23" y="4"/>
                    </a:cubicBezTo>
                    <a:cubicBezTo>
                      <a:pt x="23" y="7"/>
                      <a:pt x="25" y="10"/>
                      <a:pt x="27" y="11"/>
                    </a:cubicBezTo>
                    <a:cubicBezTo>
                      <a:pt x="27" y="24"/>
                      <a:pt x="27" y="24"/>
                      <a:pt x="27" y="24"/>
                    </a:cubicBezTo>
                    <a:cubicBezTo>
                      <a:pt x="25" y="24"/>
                      <a:pt x="23" y="25"/>
                      <a:pt x="23" y="27"/>
                    </a:cubicBezTo>
                    <a:cubicBezTo>
                      <a:pt x="11" y="21"/>
                      <a:pt x="11" y="21"/>
                      <a:pt x="11" y="21"/>
                    </a:cubicBezTo>
                    <a:cubicBezTo>
                      <a:pt x="10" y="18"/>
                      <a:pt x="8" y="16"/>
                      <a:pt x="6" y="14"/>
                    </a:cubicBezTo>
                    <a:cubicBezTo>
                      <a:pt x="3" y="13"/>
                      <a:pt x="0" y="14"/>
                      <a:pt x="0" y="17"/>
                    </a:cubicBezTo>
                    <a:cubicBezTo>
                      <a:pt x="0" y="20"/>
                      <a:pt x="2" y="23"/>
                      <a:pt x="5" y="24"/>
                    </a:cubicBezTo>
                    <a:cubicBezTo>
                      <a:pt x="5" y="38"/>
                      <a:pt x="5" y="38"/>
                      <a:pt x="5" y="38"/>
                    </a:cubicBezTo>
                    <a:cubicBezTo>
                      <a:pt x="2" y="37"/>
                      <a:pt x="0" y="38"/>
                      <a:pt x="0" y="41"/>
                    </a:cubicBezTo>
                    <a:cubicBezTo>
                      <a:pt x="0" y="44"/>
                      <a:pt x="3" y="47"/>
                      <a:pt x="6" y="49"/>
                    </a:cubicBezTo>
                    <a:cubicBezTo>
                      <a:pt x="9" y="50"/>
                      <a:pt x="11" y="49"/>
                      <a:pt x="11" y="46"/>
                    </a:cubicBezTo>
                    <a:cubicBezTo>
                      <a:pt x="11" y="43"/>
                      <a:pt x="9" y="40"/>
                      <a:pt x="7" y="39"/>
                    </a:cubicBezTo>
                    <a:cubicBezTo>
                      <a:pt x="7" y="25"/>
                      <a:pt x="7" y="25"/>
                      <a:pt x="7" y="25"/>
                    </a:cubicBezTo>
                    <a:cubicBezTo>
                      <a:pt x="9" y="26"/>
                      <a:pt x="10" y="25"/>
                      <a:pt x="11" y="23"/>
                    </a:cubicBezTo>
                    <a:cubicBezTo>
                      <a:pt x="23" y="29"/>
                      <a:pt x="23" y="29"/>
                      <a:pt x="23" y="29"/>
                    </a:cubicBezTo>
                    <a:cubicBezTo>
                      <a:pt x="23" y="31"/>
                      <a:pt x="25" y="33"/>
                      <a:pt x="27" y="35"/>
                    </a:cubicBezTo>
                    <a:cubicBezTo>
                      <a:pt x="27" y="48"/>
                      <a:pt x="27" y="48"/>
                      <a:pt x="27" y="48"/>
                    </a:cubicBezTo>
                    <a:cubicBezTo>
                      <a:pt x="25" y="48"/>
                      <a:pt x="23" y="49"/>
                      <a:pt x="23" y="51"/>
                    </a:cubicBezTo>
                    <a:cubicBezTo>
                      <a:pt x="23" y="54"/>
                      <a:pt x="25" y="58"/>
                      <a:pt x="28" y="59"/>
                    </a:cubicBezTo>
                    <a:cubicBezTo>
                      <a:pt x="31" y="61"/>
                      <a:pt x="33" y="59"/>
                      <a:pt x="33" y="56"/>
                    </a:cubicBezTo>
                    <a:cubicBezTo>
                      <a:pt x="33" y="54"/>
                      <a:pt x="32" y="51"/>
                      <a:pt x="29" y="49"/>
                    </a:cubicBezTo>
                    <a:cubicBezTo>
                      <a:pt x="29" y="36"/>
                      <a:pt x="29" y="36"/>
                      <a:pt x="29" y="36"/>
                    </a:cubicBezTo>
                    <a:cubicBezTo>
                      <a:pt x="31" y="36"/>
                      <a:pt x="33" y="35"/>
                      <a:pt x="33" y="34"/>
                    </a:cubicBezTo>
                    <a:cubicBezTo>
                      <a:pt x="45" y="39"/>
                      <a:pt x="45" y="39"/>
                      <a:pt x="45" y="39"/>
                    </a:cubicBezTo>
                    <a:cubicBezTo>
                      <a:pt x="45" y="41"/>
                      <a:pt x="47" y="44"/>
                      <a:pt x="49" y="45"/>
                    </a:cubicBezTo>
                    <a:cubicBezTo>
                      <a:pt x="49" y="58"/>
                      <a:pt x="49" y="58"/>
                      <a:pt x="49" y="58"/>
                    </a:cubicBezTo>
                    <a:cubicBezTo>
                      <a:pt x="46" y="58"/>
                      <a:pt x="44" y="59"/>
                      <a:pt x="44" y="62"/>
                    </a:cubicBezTo>
                    <a:cubicBezTo>
                      <a:pt x="44" y="65"/>
                      <a:pt x="47" y="68"/>
                      <a:pt x="50" y="69"/>
                    </a:cubicBezTo>
                    <a:cubicBezTo>
                      <a:pt x="53" y="71"/>
                      <a:pt x="55" y="69"/>
                      <a:pt x="55" y="67"/>
                    </a:cubicBezTo>
                    <a:cubicBezTo>
                      <a:pt x="55" y="64"/>
                      <a:pt x="53" y="61"/>
                      <a:pt x="51" y="59"/>
                    </a:cubicBezTo>
                    <a:close/>
                    <a:moveTo>
                      <a:pt x="9" y="45"/>
                    </a:moveTo>
                    <a:cubicBezTo>
                      <a:pt x="9" y="47"/>
                      <a:pt x="7" y="47"/>
                      <a:pt x="6" y="47"/>
                    </a:cubicBezTo>
                    <a:cubicBezTo>
                      <a:pt x="4" y="46"/>
                      <a:pt x="3" y="44"/>
                      <a:pt x="3" y="42"/>
                    </a:cubicBezTo>
                    <a:cubicBezTo>
                      <a:pt x="3" y="40"/>
                      <a:pt x="4" y="40"/>
                      <a:pt x="6" y="40"/>
                    </a:cubicBezTo>
                    <a:cubicBezTo>
                      <a:pt x="7" y="41"/>
                      <a:pt x="9" y="43"/>
                      <a:pt x="9" y="45"/>
                    </a:cubicBezTo>
                    <a:close/>
                    <a:moveTo>
                      <a:pt x="6" y="23"/>
                    </a:moveTo>
                    <a:cubicBezTo>
                      <a:pt x="4" y="22"/>
                      <a:pt x="3" y="20"/>
                      <a:pt x="3" y="18"/>
                    </a:cubicBezTo>
                    <a:cubicBezTo>
                      <a:pt x="3" y="17"/>
                      <a:pt x="4" y="16"/>
                      <a:pt x="6" y="17"/>
                    </a:cubicBezTo>
                    <a:cubicBezTo>
                      <a:pt x="7" y="17"/>
                      <a:pt x="9" y="19"/>
                      <a:pt x="9" y="21"/>
                    </a:cubicBezTo>
                    <a:cubicBezTo>
                      <a:pt x="9" y="23"/>
                      <a:pt x="7" y="24"/>
                      <a:pt x="6" y="23"/>
                    </a:cubicBezTo>
                    <a:close/>
                    <a:moveTo>
                      <a:pt x="25" y="5"/>
                    </a:moveTo>
                    <a:cubicBezTo>
                      <a:pt x="25" y="3"/>
                      <a:pt x="26" y="3"/>
                      <a:pt x="28" y="4"/>
                    </a:cubicBezTo>
                    <a:cubicBezTo>
                      <a:pt x="30" y="4"/>
                      <a:pt x="31" y="6"/>
                      <a:pt x="31" y="8"/>
                    </a:cubicBezTo>
                    <a:cubicBezTo>
                      <a:pt x="31" y="10"/>
                      <a:pt x="30" y="11"/>
                      <a:pt x="28" y="10"/>
                    </a:cubicBezTo>
                    <a:cubicBezTo>
                      <a:pt x="26" y="9"/>
                      <a:pt x="25" y="7"/>
                      <a:pt x="25" y="5"/>
                    </a:cubicBezTo>
                    <a:close/>
                    <a:moveTo>
                      <a:pt x="31" y="55"/>
                    </a:moveTo>
                    <a:cubicBezTo>
                      <a:pt x="31" y="57"/>
                      <a:pt x="30" y="58"/>
                      <a:pt x="28" y="57"/>
                    </a:cubicBezTo>
                    <a:cubicBezTo>
                      <a:pt x="26" y="56"/>
                      <a:pt x="25" y="54"/>
                      <a:pt x="25" y="52"/>
                    </a:cubicBezTo>
                    <a:cubicBezTo>
                      <a:pt x="25" y="51"/>
                      <a:pt x="26" y="50"/>
                      <a:pt x="28" y="51"/>
                    </a:cubicBezTo>
                    <a:cubicBezTo>
                      <a:pt x="30" y="52"/>
                      <a:pt x="31" y="54"/>
                      <a:pt x="31" y="55"/>
                    </a:cubicBezTo>
                    <a:close/>
                    <a:moveTo>
                      <a:pt x="28" y="33"/>
                    </a:moveTo>
                    <a:cubicBezTo>
                      <a:pt x="26" y="32"/>
                      <a:pt x="25" y="30"/>
                      <a:pt x="25" y="29"/>
                    </a:cubicBezTo>
                    <a:cubicBezTo>
                      <a:pt x="25" y="27"/>
                      <a:pt x="26" y="26"/>
                      <a:pt x="28" y="27"/>
                    </a:cubicBezTo>
                    <a:cubicBezTo>
                      <a:pt x="30" y="28"/>
                      <a:pt x="31" y="30"/>
                      <a:pt x="31" y="32"/>
                    </a:cubicBezTo>
                    <a:cubicBezTo>
                      <a:pt x="31" y="33"/>
                      <a:pt x="30" y="34"/>
                      <a:pt x="28" y="33"/>
                    </a:cubicBezTo>
                    <a:close/>
                    <a:moveTo>
                      <a:pt x="47" y="39"/>
                    </a:moveTo>
                    <a:cubicBezTo>
                      <a:pt x="47" y="37"/>
                      <a:pt x="48" y="36"/>
                      <a:pt x="50" y="37"/>
                    </a:cubicBezTo>
                    <a:cubicBezTo>
                      <a:pt x="52" y="38"/>
                      <a:pt x="53" y="40"/>
                      <a:pt x="53" y="42"/>
                    </a:cubicBezTo>
                    <a:cubicBezTo>
                      <a:pt x="53" y="43"/>
                      <a:pt x="52" y="44"/>
                      <a:pt x="50" y="43"/>
                    </a:cubicBezTo>
                    <a:cubicBezTo>
                      <a:pt x="48" y="43"/>
                      <a:pt x="47" y="41"/>
                      <a:pt x="47" y="39"/>
                    </a:cubicBezTo>
                    <a:close/>
                    <a:moveTo>
                      <a:pt x="50" y="67"/>
                    </a:moveTo>
                    <a:cubicBezTo>
                      <a:pt x="48" y="66"/>
                      <a:pt x="47" y="64"/>
                      <a:pt x="47" y="63"/>
                    </a:cubicBezTo>
                    <a:cubicBezTo>
                      <a:pt x="47" y="61"/>
                      <a:pt x="48" y="60"/>
                      <a:pt x="50" y="61"/>
                    </a:cubicBezTo>
                    <a:cubicBezTo>
                      <a:pt x="52" y="62"/>
                      <a:pt x="53" y="64"/>
                      <a:pt x="53" y="66"/>
                    </a:cubicBezTo>
                    <a:cubicBezTo>
                      <a:pt x="53" y="67"/>
                      <a:pt x="52" y="68"/>
                      <a:pt x="50" y="67"/>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grpSp>
      </p:grpSp>
      <p:sp>
        <p:nvSpPr>
          <p:cNvPr id="2631" name="Google Shape;2631;p141"/>
          <p:cNvSpPr/>
          <p:nvPr/>
        </p:nvSpPr>
        <p:spPr>
          <a:xfrm>
            <a:off x="1789067" y="5413204"/>
            <a:ext cx="8516863" cy="674767"/>
          </a:xfrm>
          <a:custGeom>
            <a:rect b="b" l="l" r="r" t="t"/>
            <a:pathLst>
              <a:path extrusionOk="0" h="270" w="2195">
                <a:moveTo>
                  <a:pt x="2195" y="66"/>
                </a:moveTo>
                <a:cubicBezTo>
                  <a:pt x="2174" y="20"/>
                  <a:pt x="2174" y="20"/>
                  <a:pt x="2174" y="20"/>
                </a:cubicBezTo>
                <a:cubicBezTo>
                  <a:pt x="2174" y="19"/>
                  <a:pt x="2173" y="19"/>
                  <a:pt x="2172" y="19"/>
                </a:cubicBezTo>
                <a:cubicBezTo>
                  <a:pt x="2172" y="19"/>
                  <a:pt x="2172" y="19"/>
                  <a:pt x="2172" y="19"/>
                </a:cubicBezTo>
                <a:cubicBezTo>
                  <a:pt x="2171" y="19"/>
                  <a:pt x="2170" y="19"/>
                  <a:pt x="2170" y="20"/>
                </a:cubicBezTo>
                <a:cubicBezTo>
                  <a:pt x="2149" y="66"/>
                  <a:pt x="2149" y="66"/>
                  <a:pt x="2149" y="66"/>
                </a:cubicBezTo>
                <a:cubicBezTo>
                  <a:pt x="2148" y="66"/>
                  <a:pt x="2148" y="67"/>
                  <a:pt x="2149" y="68"/>
                </a:cubicBezTo>
                <a:cubicBezTo>
                  <a:pt x="2149" y="69"/>
                  <a:pt x="2150" y="69"/>
                  <a:pt x="2151" y="69"/>
                </a:cubicBezTo>
                <a:cubicBezTo>
                  <a:pt x="2168" y="69"/>
                  <a:pt x="2168" y="69"/>
                  <a:pt x="2168" y="69"/>
                </a:cubicBezTo>
                <a:cubicBezTo>
                  <a:pt x="2168" y="262"/>
                  <a:pt x="2168" y="262"/>
                  <a:pt x="2168" y="262"/>
                </a:cubicBezTo>
                <a:cubicBezTo>
                  <a:pt x="8" y="262"/>
                  <a:pt x="8" y="262"/>
                  <a:pt x="8" y="262"/>
                </a:cubicBezTo>
                <a:cubicBezTo>
                  <a:pt x="8" y="4"/>
                  <a:pt x="8" y="4"/>
                  <a:pt x="8" y="4"/>
                </a:cubicBezTo>
                <a:cubicBezTo>
                  <a:pt x="8" y="2"/>
                  <a:pt x="6" y="0"/>
                  <a:pt x="4" y="0"/>
                </a:cubicBezTo>
                <a:cubicBezTo>
                  <a:pt x="2" y="0"/>
                  <a:pt x="0" y="2"/>
                  <a:pt x="0" y="4"/>
                </a:cubicBezTo>
                <a:cubicBezTo>
                  <a:pt x="0" y="270"/>
                  <a:pt x="0" y="270"/>
                  <a:pt x="0" y="270"/>
                </a:cubicBezTo>
                <a:cubicBezTo>
                  <a:pt x="2176" y="270"/>
                  <a:pt x="2176" y="270"/>
                  <a:pt x="2176" y="270"/>
                </a:cubicBezTo>
                <a:cubicBezTo>
                  <a:pt x="2176" y="69"/>
                  <a:pt x="2176" y="69"/>
                  <a:pt x="2176" y="69"/>
                </a:cubicBezTo>
                <a:cubicBezTo>
                  <a:pt x="2193" y="69"/>
                  <a:pt x="2193" y="69"/>
                  <a:pt x="2193" y="69"/>
                </a:cubicBezTo>
                <a:cubicBezTo>
                  <a:pt x="2194" y="69"/>
                  <a:pt x="2194" y="69"/>
                  <a:pt x="2195" y="68"/>
                </a:cubicBezTo>
                <a:cubicBezTo>
                  <a:pt x="2195" y="67"/>
                  <a:pt x="2195" y="66"/>
                  <a:pt x="2195" y="66"/>
                </a:cubicBezTo>
                <a:close/>
              </a:path>
            </a:pathLst>
          </a:custGeom>
          <a:solidFill>
            <a:srgbClr val="BB1729"/>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grpSp>
        <p:nvGrpSpPr>
          <p:cNvPr id="2632" name="Google Shape;2632;p141"/>
          <p:cNvGrpSpPr/>
          <p:nvPr/>
        </p:nvGrpSpPr>
        <p:grpSpPr>
          <a:xfrm>
            <a:off x="2637837" y="5251997"/>
            <a:ext cx="407348" cy="604666"/>
            <a:chOff x="2624138" y="6769101"/>
            <a:chExt cx="633413" cy="963611"/>
          </a:xfrm>
        </p:grpSpPr>
        <p:sp>
          <p:nvSpPr>
            <p:cNvPr id="2633" name="Google Shape;2633;p141"/>
            <p:cNvSpPr/>
            <p:nvPr/>
          </p:nvSpPr>
          <p:spPr>
            <a:xfrm>
              <a:off x="2927350" y="7224713"/>
              <a:ext cx="27000" cy="333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34" name="Google Shape;2634;p141"/>
            <p:cNvSpPr/>
            <p:nvPr/>
          </p:nvSpPr>
          <p:spPr>
            <a:xfrm>
              <a:off x="2874963" y="7212013"/>
              <a:ext cx="28500" cy="270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35" name="Google Shape;2635;p141"/>
            <p:cNvSpPr/>
            <p:nvPr/>
          </p:nvSpPr>
          <p:spPr>
            <a:xfrm>
              <a:off x="2973388" y="7212013"/>
              <a:ext cx="28500" cy="270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36" name="Google Shape;2636;p141"/>
            <p:cNvSpPr/>
            <p:nvPr/>
          </p:nvSpPr>
          <p:spPr>
            <a:xfrm>
              <a:off x="3001963" y="7173913"/>
              <a:ext cx="27000" cy="285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37" name="Google Shape;2637;p141"/>
            <p:cNvSpPr/>
            <p:nvPr/>
          </p:nvSpPr>
          <p:spPr>
            <a:xfrm>
              <a:off x="3019425" y="7132638"/>
              <a:ext cx="28500" cy="270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38" name="Google Shape;2638;p141"/>
            <p:cNvSpPr/>
            <p:nvPr/>
          </p:nvSpPr>
          <p:spPr>
            <a:xfrm>
              <a:off x="2847975" y="7173913"/>
              <a:ext cx="27000" cy="285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39" name="Google Shape;2639;p141"/>
            <p:cNvSpPr/>
            <p:nvPr/>
          </p:nvSpPr>
          <p:spPr>
            <a:xfrm>
              <a:off x="2833688" y="7132638"/>
              <a:ext cx="28500" cy="270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40" name="Google Shape;2640;p141"/>
            <p:cNvSpPr/>
            <p:nvPr/>
          </p:nvSpPr>
          <p:spPr>
            <a:xfrm>
              <a:off x="2792413" y="6769101"/>
              <a:ext cx="296863" cy="298450"/>
            </a:xfrm>
            <a:custGeom>
              <a:rect b="b" l="l" r="r" t="t"/>
              <a:pathLst>
                <a:path extrusionOk="0" h="64" w="64">
                  <a:moveTo>
                    <a:pt x="32" y="64"/>
                  </a:moveTo>
                  <a:cubicBezTo>
                    <a:pt x="14" y="64"/>
                    <a:pt x="0" y="50"/>
                    <a:pt x="0" y="32"/>
                  </a:cubicBezTo>
                  <a:cubicBezTo>
                    <a:pt x="0" y="15"/>
                    <a:pt x="14" y="0"/>
                    <a:pt x="32" y="0"/>
                  </a:cubicBezTo>
                  <a:cubicBezTo>
                    <a:pt x="49" y="0"/>
                    <a:pt x="64" y="15"/>
                    <a:pt x="64" y="32"/>
                  </a:cubicBezTo>
                  <a:cubicBezTo>
                    <a:pt x="64" y="50"/>
                    <a:pt x="49" y="64"/>
                    <a:pt x="32" y="64"/>
                  </a:cubicBezTo>
                  <a:close/>
                  <a:moveTo>
                    <a:pt x="32" y="5"/>
                  </a:moveTo>
                  <a:cubicBezTo>
                    <a:pt x="17" y="5"/>
                    <a:pt x="4" y="17"/>
                    <a:pt x="4" y="32"/>
                  </a:cubicBezTo>
                  <a:cubicBezTo>
                    <a:pt x="4" y="48"/>
                    <a:pt x="17" y="60"/>
                    <a:pt x="32" y="60"/>
                  </a:cubicBezTo>
                  <a:cubicBezTo>
                    <a:pt x="47" y="60"/>
                    <a:pt x="59" y="48"/>
                    <a:pt x="59" y="32"/>
                  </a:cubicBezTo>
                  <a:cubicBezTo>
                    <a:pt x="59" y="17"/>
                    <a:pt x="47" y="5"/>
                    <a:pt x="32" y="5"/>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41" name="Google Shape;2641;p141"/>
            <p:cNvSpPr/>
            <p:nvPr/>
          </p:nvSpPr>
          <p:spPr>
            <a:xfrm>
              <a:off x="2735263" y="7313613"/>
              <a:ext cx="19050" cy="368300"/>
            </a:xfrm>
            <a:custGeom>
              <a:rect b="b" l="l" r="r" t="t"/>
              <a:pathLst>
                <a:path extrusionOk="0" h="79" w="4">
                  <a:moveTo>
                    <a:pt x="2" y="79"/>
                  </a:moveTo>
                  <a:cubicBezTo>
                    <a:pt x="1" y="79"/>
                    <a:pt x="0" y="78"/>
                    <a:pt x="0" y="77"/>
                  </a:cubicBezTo>
                  <a:cubicBezTo>
                    <a:pt x="0" y="2"/>
                    <a:pt x="0" y="2"/>
                    <a:pt x="0" y="2"/>
                  </a:cubicBezTo>
                  <a:cubicBezTo>
                    <a:pt x="0" y="1"/>
                    <a:pt x="1" y="0"/>
                    <a:pt x="2" y="0"/>
                  </a:cubicBezTo>
                  <a:cubicBezTo>
                    <a:pt x="3" y="0"/>
                    <a:pt x="4" y="1"/>
                    <a:pt x="4" y="2"/>
                  </a:cubicBezTo>
                  <a:cubicBezTo>
                    <a:pt x="4" y="77"/>
                    <a:pt x="4" y="77"/>
                    <a:pt x="4" y="77"/>
                  </a:cubicBezTo>
                  <a:cubicBezTo>
                    <a:pt x="4" y="78"/>
                    <a:pt x="3" y="79"/>
                    <a:pt x="2" y="79"/>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42" name="Google Shape;2642;p141"/>
            <p:cNvSpPr/>
            <p:nvPr/>
          </p:nvSpPr>
          <p:spPr>
            <a:xfrm>
              <a:off x="3122613" y="7313613"/>
              <a:ext cx="19050" cy="377825"/>
            </a:xfrm>
            <a:custGeom>
              <a:rect b="b" l="l" r="r" t="t"/>
              <a:pathLst>
                <a:path extrusionOk="0" h="81" w="4">
                  <a:moveTo>
                    <a:pt x="2" y="81"/>
                  </a:moveTo>
                  <a:cubicBezTo>
                    <a:pt x="1" y="81"/>
                    <a:pt x="0" y="80"/>
                    <a:pt x="0" y="79"/>
                  </a:cubicBezTo>
                  <a:cubicBezTo>
                    <a:pt x="0" y="2"/>
                    <a:pt x="0" y="2"/>
                    <a:pt x="0" y="2"/>
                  </a:cubicBezTo>
                  <a:cubicBezTo>
                    <a:pt x="0" y="1"/>
                    <a:pt x="1" y="0"/>
                    <a:pt x="2" y="0"/>
                  </a:cubicBezTo>
                  <a:cubicBezTo>
                    <a:pt x="3" y="0"/>
                    <a:pt x="4" y="1"/>
                    <a:pt x="4" y="2"/>
                  </a:cubicBezTo>
                  <a:cubicBezTo>
                    <a:pt x="4" y="79"/>
                    <a:pt x="4" y="79"/>
                    <a:pt x="4" y="79"/>
                  </a:cubicBezTo>
                  <a:cubicBezTo>
                    <a:pt x="4" y="80"/>
                    <a:pt x="3" y="81"/>
                    <a:pt x="2" y="81"/>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43" name="Google Shape;2643;p141"/>
            <p:cNvSpPr/>
            <p:nvPr/>
          </p:nvSpPr>
          <p:spPr>
            <a:xfrm>
              <a:off x="2624138" y="7099300"/>
              <a:ext cx="633413" cy="633412"/>
            </a:xfrm>
            <a:custGeom>
              <a:rect b="b" l="l" r="r" t="t"/>
              <a:pathLst>
                <a:path extrusionOk="0" h="136" w="136">
                  <a:moveTo>
                    <a:pt x="68" y="136"/>
                  </a:moveTo>
                  <a:cubicBezTo>
                    <a:pt x="35" y="136"/>
                    <a:pt x="26" y="128"/>
                    <a:pt x="24" y="126"/>
                  </a:cubicBezTo>
                  <a:cubicBezTo>
                    <a:pt x="23" y="125"/>
                    <a:pt x="23" y="125"/>
                    <a:pt x="23" y="124"/>
                  </a:cubicBezTo>
                  <a:cubicBezTo>
                    <a:pt x="23" y="111"/>
                    <a:pt x="23" y="111"/>
                    <a:pt x="23" y="111"/>
                  </a:cubicBezTo>
                  <a:cubicBezTo>
                    <a:pt x="21" y="110"/>
                    <a:pt x="21" y="110"/>
                    <a:pt x="21" y="110"/>
                  </a:cubicBezTo>
                  <a:cubicBezTo>
                    <a:pt x="10" y="102"/>
                    <a:pt x="0" y="94"/>
                    <a:pt x="0" y="78"/>
                  </a:cubicBezTo>
                  <a:cubicBezTo>
                    <a:pt x="0" y="50"/>
                    <a:pt x="0" y="50"/>
                    <a:pt x="0" y="50"/>
                  </a:cubicBezTo>
                  <a:cubicBezTo>
                    <a:pt x="0" y="18"/>
                    <a:pt x="18" y="0"/>
                    <a:pt x="50" y="0"/>
                  </a:cubicBezTo>
                  <a:cubicBezTo>
                    <a:pt x="85" y="0"/>
                    <a:pt x="85" y="0"/>
                    <a:pt x="85" y="0"/>
                  </a:cubicBezTo>
                  <a:cubicBezTo>
                    <a:pt x="118" y="0"/>
                    <a:pt x="136" y="18"/>
                    <a:pt x="136" y="50"/>
                  </a:cubicBezTo>
                  <a:cubicBezTo>
                    <a:pt x="136" y="78"/>
                    <a:pt x="136" y="78"/>
                    <a:pt x="136" y="78"/>
                  </a:cubicBezTo>
                  <a:cubicBezTo>
                    <a:pt x="136" y="94"/>
                    <a:pt x="125" y="102"/>
                    <a:pt x="114" y="110"/>
                  </a:cubicBezTo>
                  <a:cubicBezTo>
                    <a:pt x="112" y="111"/>
                    <a:pt x="112" y="111"/>
                    <a:pt x="112" y="111"/>
                  </a:cubicBezTo>
                  <a:cubicBezTo>
                    <a:pt x="112" y="124"/>
                    <a:pt x="112" y="124"/>
                    <a:pt x="112" y="124"/>
                  </a:cubicBezTo>
                  <a:cubicBezTo>
                    <a:pt x="112" y="125"/>
                    <a:pt x="112" y="125"/>
                    <a:pt x="112" y="126"/>
                  </a:cubicBezTo>
                  <a:cubicBezTo>
                    <a:pt x="110" y="128"/>
                    <a:pt x="100" y="136"/>
                    <a:pt x="68" y="136"/>
                  </a:cubicBezTo>
                  <a:close/>
                  <a:moveTo>
                    <a:pt x="28" y="123"/>
                  </a:moveTo>
                  <a:cubicBezTo>
                    <a:pt x="30" y="126"/>
                    <a:pt x="39" y="132"/>
                    <a:pt x="68" y="132"/>
                  </a:cubicBezTo>
                  <a:cubicBezTo>
                    <a:pt x="96" y="132"/>
                    <a:pt x="105" y="126"/>
                    <a:pt x="108" y="123"/>
                  </a:cubicBezTo>
                  <a:cubicBezTo>
                    <a:pt x="108" y="110"/>
                    <a:pt x="108" y="110"/>
                    <a:pt x="108" y="110"/>
                  </a:cubicBezTo>
                  <a:cubicBezTo>
                    <a:pt x="108" y="109"/>
                    <a:pt x="108" y="109"/>
                    <a:pt x="109" y="108"/>
                  </a:cubicBezTo>
                  <a:cubicBezTo>
                    <a:pt x="111" y="107"/>
                    <a:pt x="111" y="107"/>
                    <a:pt x="111" y="107"/>
                  </a:cubicBezTo>
                  <a:cubicBezTo>
                    <a:pt x="122" y="99"/>
                    <a:pt x="131" y="92"/>
                    <a:pt x="131" y="78"/>
                  </a:cubicBezTo>
                  <a:cubicBezTo>
                    <a:pt x="131" y="50"/>
                    <a:pt x="131" y="50"/>
                    <a:pt x="131" y="50"/>
                  </a:cubicBezTo>
                  <a:cubicBezTo>
                    <a:pt x="131" y="29"/>
                    <a:pt x="123" y="4"/>
                    <a:pt x="85" y="4"/>
                  </a:cubicBezTo>
                  <a:cubicBezTo>
                    <a:pt x="50" y="4"/>
                    <a:pt x="50" y="4"/>
                    <a:pt x="50" y="4"/>
                  </a:cubicBezTo>
                  <a:cubicBezTo>
                    <a:pt x="12" y="4"/>
                    <a:pt x="4" y="29"/>
                    <a:pt x="4" y="50"/>
                  </a:cubicBezTo>
                  <a:cubicBezTo>
                    <a:pt x="4" y="78"/>
                    <a:pt x="4" y="78"/>
                    <a:pt x="4" y="78"/>
                  </a:cubicBezTo>
                  <a:cubicBezTo>
                    <a:pt x="4" y="92"/>
                    <a:pt x="13" y="99"/>
                    <a:pt x="24" y="107"/>
                  </a:cubicBezTo>
                  <a:cubicBezTo>
                    <a:pt x="27" y="108"/>
                    <a:pt x="27" y="108"/>
                    <a:pt x="27" y="108"/>
                  </a:cubicBezTo>
                  <a:cubicBezTo>
                    <a:pt x="27" y="109"/>
                    <a:pt x="28" y="109"/>
                    <a:pt x="28" y="110"/>
                  </a:cubicBezTo>
                  <a:lnTo>
                    <a:pt x="28" y="123"/>
                  </a:ln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grpSp>
      <p:sp>
        <p:nvSpPr>
          <p:cNvPr id="2644" name="Google Shape;2644;p141"/>
          <p:cNvSpPr/>
          <p:nvPr/>
        </p:nvSpPr>
        <p:spPr>
          <a:xfrm>
            <a:off x="3905384" y="5256034"/>
            <a:ext cx="404572" cy="594676"/>
          </a:xfrm>
          <a:custGeom>
            <a:rect b="b" l="l" r="r" t="t"/>
            <a:pathLst>
              <a:path extrusionOk="0" h="203" w="135">
                <a:moveTo>
                  <a:pt x="67" y="63"/>
                </a:moveTo>
                <a:cubicBezTo>
                  <a:pt x="85" y="63"/>
                  <a:pt x="99" y="49"/>
                  <a:pt x="99" y="32"/>
                </a:cubicBezTo>
                <a:cubicBezTo>
                  <a:pt x="99" y="14"/>
                  <a:pt x="85" y="0"/>
                  <a:pt x="67" y="0"/>
                </a:cubicBezTo>
                <a:cubicBezTo>
                  <a:pt x="50" y="0"/>
                  <a:pt x="36" y="14"/>
                  <a:pt x="36" y="32"/>
                </a:cubicBezTo>
                <a:cubicBezTo>
                  <a:pt x="36" y="49"/>
                  <a:pt x="50" y="63"/>
                  <a:pt x="67" y="63"/>
                </a:cubicBezTo>
                <a:close/>
                <a:moveTo>
                  <a:pt x="67" y="4"/>
                </a:moveTo>
                <a:cubicBezTo>
                  <a:pt x="82" y="4"/>
                  <a:pt x="95" y="17"/>
                  <a:pt x="95" y="32"/>
                </a:cubicBezTo>
                <a:cubicBezTo>
                  <a:pt x="95" y="47"/>
                  <a:pt x="82" y="59"/>
                  <a:pt x="67" y="59"/>
                </a:cubicBezTo>
                <a:cubicBezTo>
                  <a:pt x="52" y="59"/>
                  <a:pt x="40" y="47"/>
                  <a:pt x="40" y="32"/>
                </a:cubicBezTo>
                <a:cubicBezTo>
                  <a:pt x="40" y="17"/>
                  <a:pt x="52" y="4"/>
                  <a:pt x="67" y="4"/>
                </a:cubicBezTo>
                <a:close/>
                <a:moveTo>
                  <a:pt x="85" y="70"/>
                </a:moveTo>
                <a:cubicBezTo>
                  <a:pt x="50" y="70"/>
                  <a:pt x="50" y="70"/>
                  <a:pt x="50" y="70"/>
                </a:cubicBezTo>
                <a:cubicBezTo>
                  <a:pt x="18" y="70"/>
                  <a:pt x="0" y="87"/>
                  <a:pt x="0" y="120"/>
                </a:cubicBezTo>
                <a:cubicBezTo>
                  <a:pt x="0" y="148"/>
                  <a:pt x="0" y="148"/>
                  <a:pt x="0" y="148"/>
                </a:cubicBezTo>
                <a:cubicBezTo>
                  <a:pt x="0" y="164"/>
                  <a:pt x="10" y="171"/>
                  <a:pt x="21" y="180"/>
                </a:cubicBezTo>
                <a:cubicBezTo>
                  <a:pt x="23" y="181"/>
                  <a:pt x="23" y="181"/>
                  <a:pt x="23" y="181"/>
                </a:cubicBezTo>
                <a:cubicBezTo>
                  <a:pt x="23" y="191"/>
                  <a:pt x="23" y="191"/>
                  <a:pt x="23" y="191"/>
                </a:cubicBezTo>
                <a:cubicBezTo>
                  <a:pt x="23" y="192"/>
                  <a:pt x="23" y="192"/>
                  <a:pt x="24" y="193"/>
                </a:cubicBezTo>
                <a:cubicBezTo>
                  <a:pt x="26" y="195"/>
                  <a:pt x="35" y="203"/>
                  <a:pt x="67" y="203"/>
                </a:cubicBezTo>
                <a:cubicBezTo>
                  <a:pt x="100" y="203"/>
                  <a:pt x="109" y="195"/>
                  <a:pt x="111" y="193"/>
                </a:cubicBezTo>
                <a:cubicBezTo>
                  <a:pt x="112" y="192"/>
                  <a:pt x="112" y="192"/>
                  <a:pt x="112" y="191"/>
                </a:cubicBezTo>
                <a:cubicBezTo>
                  <a:pt x="112" y="181"/>
                  <a:pt x="112" y="181"/>
                  <a:pt x="112" y="181"/>
                </a:cubicBezTo>
                <a:cubicBezTo>
                  <a:pt x="113" y="180"/>
                  <a:pt x="113" y="180"/>
                  <a:pt x="113" y="180"/>
                </a:cubicBezTo>
                <a:cubicBezTo>
                  <a:pt x="125" y="171"/>
                  <a:pt x="135" y="164"/>
                  <a:pt x="135" y="148"/>
                </a:cubicBezTo>
                <a:cubicBezTo>
                  <a:pt x="135" y="120"/>
                  <a:pt x="135" y="120"/>
                  <a:pt x="135" y="120"/>
                </a:cubicBezTo>
                <a:cubicBezTo>
                  <a:pt x="135" y="87"/>
                  <a:pt x="117" y="70"/>
                  <a:pt x="85" y="70"/>
                </a:cubicBezTo>
                <a:close/>
                <a:moveTo>
                  <a:pt x="131" y="148"/>
                </a:moveTo>
                <a:cubicBezTo>
                  <a:pt x="131" y="161"/>
                  <a:pt x="121" y="168"/>
                  <a:pt x="111" y="176"/>
                </a:cubicBezTo>
                <a:cubicBezTo>
                  <a:pt x="111" y="115"/>
                  <a:pt x="111" y="115"/>
                  <a:pt x="111" y="115"/>
                </a:cubicBezTo>
                <a:cubicBezTo>
                  <a:pt x="111" y="114"/>
                  <a:pt x="110" y="113"/>
                  <a:pt x="109" y="113"/>
                </a:cubicBezTo>
                <a:cubicBezTo>
                  <a:pt x="108" y="113"/>
                  <a:pt x="107" y="114"/>
                  <a:pt x="107" y="115"/>
                </a:cubicBezTo>
                <a:cubicBezTo>
                  <a:pt x="107" y="191"/>
                  <a:pt x="107" y="191"/>
                  <a:pt x="107" y="191"/>
                </a:cubicBezTo>
                <a:cubicBezTo>
                  <a:pt x="103" y="193"/>
                  <a:pt x="94" y="199"/>
                  <a:pt x="67" y="199"/>
                </a:cubicBezTo>
                <a:cubicBezTo>
                  <a:pt x="40" y="199"/>
                  <a:pt x="31" y="193"/>
                  <a:pt x="28" y="191"/>
                </a:cubicBezTo>
                <a:cubicBezTo>
                  <a:pt x="28" y="190"/>
                  <a:pt x="28" y="190"/>
                  <a:pt x="28" y="190"/>
                </a:cubicBezTo>
                <a:cubicBezTo>
                  <a:pt x="28" y="115"/>
                  <a:pt x="28" y="115"/>
                  <a:pt x="28" y="115"/>
                </a:cubicBezTo>
                <a:cubicBezTo>
                  <a:pt x="28" y="114"/>
                  <a:pt x="27" y="113"/>
                  <a:pt x="26" y="113"/>
                </a:cubicBezTo>
                <a:cubicBezTo>
                  <a:pt x="25" y="113"/>
                  <a:pt x="24" y="114"/>
                  <a:pt x="24" y="115"/>
                </a:cubicBezTo>
                <a:cubicBezTo>
                  <a:pt x="24" y="176"/>
                  <a:pt x="24" y="176"/>
                  <a:pt x="24" y="176"/>
                </a:cubicBezTo>
                <a:cubicBezTo>
                  <a:pt x="13" y="168"/>
                  <a:pt x="4" y="161"/>
                  <a:pt x="4" y="148"/>
                </a:cubicBezTo>
                <a:cubicBezTo>
                  <a:pt x="4" y="120"/>
                  <a:pt x="4" y="120"/>
                  <a:pt x="4" y="120"/>
                </a:cubicBezTo>
                <a:cubicBezTo>
                  <a:pt x="4" y="99"/>
                  <a:pt x="12" y="74"/>
                  <a:pt x="50" y="74"/>
                </a:cubicBezTo>
                <a:cubicBezTo>
                  <a:pt x="85" y="74"/>
                  <a:pt x="85" y="74"/>
                  <a:pt x="85" y="74"/>
                </a:cubicBezTo>
                <a:cubicBezTo>
                  <a:pt x="123" y="74"/>
                  <a:pt x="131" y="99"/>
                  <a:pt x="131" y="120"/>
                </a:cubicBezTo>
                <a:lnTo>
                  <a:pt x="131" y="148"/>
                </a:lnTo>
                <a:close/>
                <a:moveTo>
                  <a:pt x="96" y="110"/>
                </a:moveTo>
                <a:cubicBezTo>
                  <a:pt x="76" y="110"/>
                  <a:pt x="76" y="110"/>
                  <a:pt x="76" y="110"/>
                </a:cubicBezTo>
                <a:cubicBezTo>
                  <a:pt x="75" y="110"/>
                  <a:pt x="74" y="111"/>
                  <a:pt x="74" y="112"/>
                </a:cubicBezTo>
                <a:cubicBezTo>
                  <a:pt x="74" y="129"/>
                  <a:pt x="74" y="129"/>
                  <a:pt x="74" y="129"/>
                </a:cubicBezTo>
                <a:cubicBezTo>
                  <a:pt x="74" y="130"/>
                  <a:pt x="75" y="131"/>
                  <a:pt x="75" y="131"/>
                </a:cubicBezTo>
                <a:cubicBezTo>
                  <a:pt x="85" y="135"/>
                  <a:pt x="85" y="135"/>
                  <a:pt x="85" y="135"/>
                </a:cubicBezTo>
                <a:cubicBezTo>
                  <a:pt x="85" y="135"/>
                  <a:pt x="86" y="135"/>
                  <a:pt x="86" y="135"/>
                </a:cubicBezTo>
                <a:cubicBezTo>
                  <a:pt x="86" y="135"/>
                  <a:pt x="86" y="135"/>
                  <a:pt x="87" y="135"/>
                </a:cubicBezTo>
                <a:cubicBezTo>
                  <a:pt x="97" y="131"/>
                  <a:pt x="97" y="131"/>
                  <a:pt x="97" y="131"/>
                </a:cubicBezTo>
                <a:cubicBezTo>
                  <a:pt x="97" y="131"/>
                  <a:pt x="98" y="130"/>
                  <a:pt x="98" y="129"/>
                </a:cubicBezTo>
                <a:cubicBezTo>
                  <a:pt x="98" y="112"/>
                  <a:pt x="98" y="112"/>
                  <a:pt x="98" y="112"/>
                </a:cubicBezTo>
                <a:cubicBezTo>
                  <a:pt x="98" y="111"/>
                  <a:pt x="97" y="110"/>
                  <a:pt x="96" y="110"/>
                </a:cubicBezTo>
                <a:close/>
                <a:moveTo>
                  <a:pt x="94" y="128"/>
                </a:moveTo>
                <a:cubicBezTo>
                  <a:pt x="86" y="131"/>
                  <a:pt x="86" y="131"/>
                  <a:pt x="86" y="131"/>
                </a:cubicBezTo>
                <a:cubicBezTo>
                  <a:pt x="78" y="128"/>
                  <a:pt x="78" y="128"/>
                  <a:pt x="78" y="128"/>
                </a:cubicBezTo>
                <a:cubicBezTo>
                  <a:pt x="78" y="114"/>
                  <a:pt x="78" y="114"/>
                  <a:pt x="78" y="114"/>
                </a:cubicBezTo>
                <a:cubicBezTo>
                  <a:pt x="94" y="114"/>
                  <a:pt x="94" y="114"/>
                  <a:pt x="94" y="114"/>
                </a:cubicBezTo>
                <a:lnTo>
                  <a:pt x="94" y="128"/>
                </a:ln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grpSp>
        <p:nvGrpSpPr>
          <p:cNvPr id="2645" name="Google Shape;2645;p141"/>
          <p:cNvGrpSpPr/>
          <p:nvPr/>
        </p:nvGrpSpPr>
        <p:grpSpPr>
          <a:xfrm>
            <a:off x="6660542" y="5259647"/>
            <a:ext cx="402659" cy="596853"/>
            <a:chOff x="6654800" y="6778625"/>
            <a:chExt cx="630238" cy="957262"/>
          </a:xfrm>
        </p:grpSpPr>
        <p:sp>
          <p:nvSpPr>
            <p:cNvPr id="2646" name="Google Shape;2646;p141"/>
            <p:cNvSpPr/>
            <p:nvPr/>
          </p:nvSpPr>
          <p:spPr>
            <a:xfrm>
              <a:off x="6823075" y="6778625"/>
              <a:ext cx="293688" cy="298450"/>
            </a:xfrm>
            <a:custGeom>
              <a:rect b="b" l="l" r="r" t="t"/>
              <a:pathLst>
                <a:path extrusionOk="0" h="64" w="63">
                  <a:moveTo>
                    <a:pt x="31" y="64"/>
                  </a:moveTo>
                  <a:cubicBezTo>
                    <a:pt x="14" y="64"/>
                    <a:pt x="0" y="49"/>
                    <a:pt x="0" y="32"/>
                  </a:cubicBezTo>
                  <a:cubicBezTo>
                    <a:pt x="0" y="14"/>
                    <a:pt x="14" y="0"/>
                    <a:pt x="31" y="0"/>
                  </a:cubicBezTo>
                  <a:cubicBezTo>
                    <a:pt x="49" y="0"/>
                    <a:pt x="63" y="14"/>
                    <a:pt x="63" y="32"/>
                  </a:cubicBezTo>
                  <a:cubicBezTo>
                    <a:pt x="63" y="49"/>
                    <a:pt x="49" y="64"/>
                    <a:pt x="31" y="64"/>
                  </a:cubicBezTo>
                  <a:close/>
                  <a:moveTo>
                    <a:pt x="31" y="5"/>
                  </a:moveTo>
                  <a:cubicBezTo>
                    <a:pt x="16" y="5"/>
                    <a:pt x="4" y="17"/>
                    <a:pt x="4" y="32"/>
                  </a:cubicBezTo>
                  <a:cubicBezTo>
                    <a:pt x="4" y="47"/>
                    <a:pt x="16" y="59"/>
                    <a:pt x="31" y="59"/>
                  </a:cubicBezTo>
                  <a:cubicBezTo>
                    <a:pt x="46" y="59"/>
                    <a:pt x="58" y="47"/>
                    <a:pt x="58" y="32"/>
                  </a:cubicBezTo>
                  <a:cubicBezTo>
                    <a:pt x="58" y="17"/>
                    <a:pt x="46" y="5"/>
                    <a:pt x="31" y="5"/>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47" name="Google Shape;2647;p141"/>
            <p:cNvSpPr/>
            <p:nvPr/>
          </p:nvSpPr>
          <p:spPr>
            <a:xfrm>
              <a:off x="6767513" y="7319963"/>
              <a:ext cx="17463" cy="365125"/>
            </a:xfrm>
            <a:custGeom>
              <a:rect b="b" l="l" r="r" t="t"/>
              <a:pathLst>
                <a:path extrusionOk="0" h="78" w="4">
                  <a:moveTo>
                    <a:pt x="2" y="78"/>
                  </a:moveTo>
                  <a:cubicBezTo>
                    <a:pt x="1" y="78"/>
                    <a:pt x="0" y="77"/>
                    <a:pt x="0" y="76"/>
                  </a:cubicBezTo>
                  <a:cubicBezTo>
                    <a:pt x="0" y="2"/>
                    <a:pt x="0" y="2"/>
                    <a:pt x="0" y="2"/>
                  </a:cubicBezTo>
                  <a:cubicBezTo>
                    <a:pt x="0" y="1"/>
                    <a:pt x="1" y="0"/>
                    <a:pt x="2" y="0"/>
                  </a:cubicBezTo>
                  <a:cubicBezTo>
                    <a:pt x="3" y="0"/>
                    <a:pt x="4" y="1"/>
                    <a:pt x="4" y="2"/>
                  </a:cubicBezTo>
                  <a:cubicBezTo>
                    <a:pt x="4" y="76"/>
                    <a:pt x="4" y="76"/>
                    <a:pt x="4" y="76"/>
                  </a:cubicBezTo>
                  <a:cubicBezTo>
                    <a:pt x="4" y="77"/>
                    <a:pt x="3" y="78"/>
                    <a:pt x="2" y="78"/>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48" name="Google Shape;2648;p141"/>
            <p:cNvSpPr/>
            <p:nvPr/>
          </p:nvSpPr>
          <p:spPr>
            <a:xfrm>
              <a:off x="7150100" y="7319963"/>
              <a:ext cx="17463" cy="374650"/>
            </a:xfrm>
            <a:custGeom>
              <a:rect b="b" l="l" r="r" t="t"/>
              <a:pathLst>
                <a:path extrusionOk="0" h="80" w="4">
                  <a:moveTo>
                    <a:pt x="2" y="80"/>
                  </a:moveTo>
                  <a:cubicBezTo>
                    <a:pt x="1" y="80"/>
                    <a:pt x="0" y="79"/>
                    <a:pt x="0" y="78"/>
                  </a:cubicBezTo>
                  <a:cubicBezTo>
                    <a:pt x="0" y="2"/>
                    <a:pt x="0" y="2"/>
                    <a:pt x="0" y="2"/>
                  </a:cubicBezTo>
                  <a:cubicBezTo>
                    <a:pt x="0" y="1"/>
                    <a:pt x="1" y="0"/>
                    <a:pt x="2" y="0"/>
                  </a:cubicBezTo>
                  <a:cubicBezTo>
                    <a:pt x="3" y="0"/>
                    <a:pt x="4" y="1"/>
                    <a:pt x="4" y="2"/>
                  </a:cubicBezTo>
                  <a:cubicBezTo>
                    <a:pt x="4" y="78"/>
                    <a:pt x="4" y="78"/>
                    <a:pt x="4" y="78"/>
                  </a:cubicBezTo>
                  <a:cubicBezTo>
                    <a:pt x="4" y="79"/>
                    <a:pt x="3" y="80"/>
                    <a:pt x="2" y="80"/>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49" name="Google Shape;2649;p141"/>
            <p:cNvSpPr/>
            <p:nvPr/>
          </p:nvSpPr>
          <p:spPr>
            <a:xfrm>
              <a:off x="6654800" y="7105650"/>
              <a:ext cx="630238" cy="630237"/>
            </a:xfrm>
            <a:custGeom>
              <a:rect b="b" l="l" r="r" t="t"/>
              <a:pathLst>
                <a:path extrusionOk="0" h="135" w="135">
                  <a:moveTo>
                    <a:pt x="67" y="135"/>
                  </a:moveTo>
                  <a:cubicBezTo>
                    <a:pt x="35" y="135"/>
                    <a:pt x="26" y="127"/>
                    <a:pt x="23" y="125"/>
                  </a:cubicBezTo>
                  <a:cubicBezTo>
                    <a:pt x="23" y="124"/>
                    <a:pt x="23" y="124"/>
                    <a:pt x="23" y="123"/>
                  </a:cubicBezTo>
                  <a:cubicBezTo>
                    <a:pt x="23" y="111"/>
                    <a:pt x="23" y="111"/>
                    <a:pt x="23" y="111"/>
                  </a:cubicBezTo>
                  <a:cubicBezTo>
                    <a:pt x="21" y="109"/>
                    <a:pt x="21" y="109"/>
                    <a:pt x="21" y="109"/>
                  </a:cubicBezTo>
                  <a:cubicBezTo>
                    <a:pt x="10" y="101"/>
                    <a:pt x="0" y="94"/>
                    <a:pt x="0" y="78"/>
                  </a:cubicBezTo>
                  <a:cubicBezTo>
                    <a:pt x="0" y="50"/>
                    <a:pt x="0" y="50"/>
                    <a:pt x="0" y="50"/>
                  </a:cubicBezTo>
                  <a:cubicBezTo>
                    <a:pt x="0" y="17"/>
                    <a:pt x="18" y="0"/>
                    <a:pt x="50" y="0"/>
                  </a:cubicBezTo>
                  <a:cubicBezTo>
                    <a:pt x="85" y="0"/>
                    <a:pt x="85" y="0"/>
                    <a:pt x="85" y="0"/>
                  </a:cubicBezTo>
                  <a:cubicBezTo>
                    <a:pt x="117" y="0"/>
                    <a:pt x="135" y="17"/>
                    <a:pt x="135" y="50"/>
                  </a:cubicBezTo>
                  <a:cubicBezTo>
                    <a:pt x="135" y="78"/>
                    <a:pt x="135" y="78"/>
                    <a:pt x="135" y="78"/>
                  </a:cubicBezTo>
                  <a:cubicBezTo>
                    <a:pt x="135" y="94"/>
                    <a:pt x="124" y="101"/>
                    <a:pt x="113" y="109"/>
                  </a:cubicBezTo>
                  <a:cubicBezTo>
                    <a:pt x="112" y="111"/>
                    <a:pt x="112" y="111"/>
                    <a:pt x="112" y="111"/>
                  </a:cubicBezTo>
                  <a:cubicBezTo>
                    <a:pt x="112" y="123"/>
                    <a:pt x="112" y="123"/>
                    <a:pt x="112" y="123"/>
                  </a:cubicBezTo>
                  <a:cubicBezTo>
                    <a:pt x="112" y="124"/>
                    <a:pt x="111" y="124"/>
                    <a:pt x="111" y="125"/>
                  </a:cubicBezTo>
                  <a:cubicBezTo>
                    <a:pt x="109" y="127"/>
                    <a:pt x="99" y="135"/>
                    <a:pt x="67" y="135"/>
                  </a:cubicBezTo>
                  <a:close/>
                  <a:moveTo>
                    <a:pt x="27" y="122"/>
                  </a:moveTo>
                  <a:cubicBezTo>
                    <a:pt x="30" y="125"/>
                    <a:pt x="39" y="131"/>
                    <a:pt x="67" y="131"/>
                  </a:cubicBezTo>
                  <a:cubicBezTo>
                    <a:pt x="95" y="131"/>
                    <a:pt x="105" y="125"/>
                    <a:pt x="107" y="122"/>
                  </a:cubicBezTo>
                  <a:cubicBezTo>
                    <a:pt x="107" y="109"/>
                    <a:pt x="107" y="109"/>
                    <a:pt x="107" y="109"/>
                  </a:cubicBezTo>
                  <a:cubicBezTo>
                    <a:pt x="107" y="109"/>
                    <a:pt x="107" y="108"/>
                    <a:pt x="108" y="108"/>
                  </a:cubicBezTo>
                  <a:cubicBezTo>
                    <a:pt x="110" y="106"/>
                    <a:pt x="110" y="106"/>
                    <a:pt x="110" y="106"/>
                  </a:cubicBezTo>
                  <a:cubicBezTo>
                    <a:pt x="121" y="98"/>
                    <a:pt x="130" y="91"/>
                    <a:pt x="130" y="78"/>
                  </a:cubicBezTo>
                  <a:cubicBezTo>
                    <a:pt x="130" y="50"/>
                    <a:pt x="130" y="50"/>
                    <a:pt x="130" y="50"/>
                  </a:cubicBezTo>
                  <a:cubicBezTo>
                    <a:pt x="130" y="29"/>
                    <a:pt x="122" y="4"/>
                    <a:pt x="85" y="4"/>
                  </a:cubicBezTo>
                  <a:cubicBezTo>
                    <a:pt x="50" y="4"/>
                    <a:pt x="50" y="4"/>
                    <a:pt x="50" y="4"/>
                  </a:cubicBezTo>
                  <a:cubicBezTo>
                    <a:pt x="12" y="4"/>
                    <a:pt x="4" y="29"/>
                    <a:pt x="4" y="50"/>
                  </a:cubicBezTo>
                  <a:cubicBezTo>
                    <a:pt x="4" y="78"/>
                    <a:pt x="4" y="78"/>
                    <a:pt x="4" y="78"/>
                  </a:cubicBezTo>
                  <a:cubicBezTo>
                    <a:pt x="4" y="91"/>
                    <a:pt x="13" y="98"/>
                    <a:pt x="24" y="106"/>
                  </a:cubicBezTo>
                  <a:cubicBezTo>
                    <a:pt x="26" y="108"/>
                    <a:pt x="26" y="108"/>
                    <a:pt x="26" y="108"/>
                  </a:cubicBezTo>
                  <a:cubicBezTo>
                    <a:pt x="27" y="108"/>
                    <a:pt x="27" y="109"/>
                    <a:pt x="27" y="109"/>
                  </a:cubicBezTo>
                  <a:lnTo>
                    <a:pt x="27" y="122"/>
                  </a:ln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50" name="Google Shape;2650;p141"/>
            <p:cNvSpPr/>
            <p:nvPr/>
          </p:nvSpPr>
          <p:spPr>
            <a:xfrm>
              <a:off x="6873875" y="7100888"/>
              <a:ext cx="173038" cy="134937"/>
            </a:xfrm>
            <a:custGeom>
              <a:rect b="b" l="l" r="r" t="t"/>
              <a:pathLst>
                <a:path extrusionOk="0" h="29" w="37">
                  <a:moveTo>
                    <a:pt x="19" y="29"/>
                  </a:moveTo>
                  <a:cubicBezTo>
                    <a:pt x="18" y="29"/>
                    <a:pt x="18" y="29"/>
                    <a:pt x="18" y="29"/>
                  </a:cubicBezTo>
                  <a:cubicBezTo>
                    <a:pt x="9" y="24"/>
                    <a:pt x="1" y="5"/>
                    <a:pt x="1" y="4"/>
                  </a:cubicBezTo>
                  <a:cubicBezTo>
                    <a:pt x="0" y="3"/>
                    <a:pt x="1" y="1"/>
                    <a:pt x="2" y="1"/>
                  </a:cubicBezTo>
                  <a:cubicBezTo>
                    <a:pt x="3" y="0"/>
                    <a:pt x="4" y="1"/>
                    <a:pt x="5" y="2"/>
                  </a:cubicBezTo>
                  <a:cubicBezTo>
                    <a:pt x="7" y="7"/>
                    <a:pt x="13" y="19"/>
                    <a:pt x="19" y="24"/>
                  </a:cubicBezTo>
                  <a:cubicBezTo>
                    <a:pt x="22" y="21"/>
                    <a:pt x="30" y="12"/>
                    <a:pt x="32" y="2"/>
                  </a:cubicBezTo>
                  <a:cubicBezTo>
                    <a:pt x="33" y="1"/>
                    <a:pt x="34" y="0"/>
                    <a:pt x="35" y="1"/>
                  </a:cubicBezTo>
                  <a:cubicBezTo>
                    <a:pt x="36" y="1"/>
                    <a:pt x="37" y="2"/>
                    <a:pt x="37" y="4"/>
                  </a:cubicBezTo>
                  <a:cubicBezTo>
                    <a:pt x="33" y="18"/>
                    <a:pt x="21" y="28"/>
                    <a:pt x="20" y="28"/>
                  </a:cubicBezTo>
                  <a:cubicBezTo>
                    <a:pt x="20" y="29"/>
                    <a:pt x="19" y="29"/>
                    <a:pt x="19" y="29"/>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grpSp>
      <p:grpSp>
        <p:nvGrpSpPr>
          <p:cNvPr id="2651" name="Google Shape;2651;p141"/>
          <p:cNvGrpSpPr/>
          <p:nvPr/>
        </p:nvGrpSpPr>
        <p:grpSpPr>
          <a:xfrm>
            <a:off x="7923481" y="5260017"/>
            <a:ext cx="403289" cy="597715"/>
            <a:chOff x="8610600" y="6778625"/>
            <a:chExt cx="630238" cy="957263"/>
          </a:xfrm>
        </p:grpSpPr>
        <p:sp>
          <p:nvSpPr>
            <p:cNvPr id="2652" name="Google Shape;2652;p141"/>
            <p:cNvSpPr/>
            <p:nvPr/>
          </p:nvSpPr>
          <p:spPr>
            <a:xfrm>
              <a:off x="8778875" y="6778625"/>
              <a:ext cx="293688" cy="293687"/>
            </a:xfrm>
            <a:custGeom>
              <a:rect b="b" l="l" r="r" t="t"/>
              <a:pathLst>
                <a:path extrusionOk="0" h="63" w="63">
                  <a:moveTo>
                    <a:pt x="32" y="63"/>
                  </a:moveTo>
                  <a:cubicBezTo>
                    <a:pt x="14" y="63"/>
                    <a:pt x="0" y="49"/>
                    <a:pt x="0" y="31"/>
                  </a:cubicBezTo>
                  <a:cubicBezTo>
                    <a:pt x="0" y="14"/>
                    <a:pt x="14" y="0"/>
                    <a:pt x="32" y="0"/>
                  </a:cubicBezTo>
                  <a:cubicBezTo>
                    <a:pt x="49" y="0"/>
                    <a:pt x="63" y="14"/>
                    <a:pt x="63" y="31"/>
                  </a:cubicBezTo>
                  <a:cubicBezTo>
                    <a:pt x="63" y="49"/>
                    <a:pt x="49" y="63"/>
                    <a:pt x="32" y="63"/>
                  </a:cubicBezTo>
                  <a:close/>
                  <a:moveTo>
                    <a:pt x="32" y="4"/>
                  </a:moveTo>
                  <a:cubicBezTo>
                    <a:pt x="17" y="4"/>
                    <a:pt x="4" y="16"/>
                    <a:pt x="4" y="31"/>
                  </a:cubicBezTo>
                  <a:cubicBezTo>
                    <a:pt x="4" y="46"/>
                    <a:pt x="17" y="59"/>
                    <a:pt x="32" y="59"/>
                  </a:cubicBezTo>
                  <a:cubicBezTo>
                    <a:pt x="47" y="59"/>
                    <a:pt x="59" y="46"/>
                    <a:pt x="59" y="31"/>
                  </a:cubicBezTo>
                  <a:cubicBezTo>
                    <a:pt x="59" y="16"/>
                    <a:pt x="47" y="4"/>
                    <a:pt x="32" y="4"/>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53" name="Google Shape;2653;p141"/>
            <p:cNvSpPr/>
            <p:nvPr/>
          </p:nvSpPr>
          <p:spPr>
            <a:xfrm>
              <a:off x="8721725" y="7315200"/>
              <a:ext cx="19050" cy="369887"/>
            </a:xfrm>
            <a:custGeom>
              <a:rect b="b" l="l" r="r" t="t"/>
              <a:pathLst>
                <a:path extrusionOk="0" h="79" w="4">
                  <a:moveTo>
                    <a:pt x="2" y="79"/>
                  </a:moveTo>
                  <a:cubicBezTo>
                    <a:pt x="1" y="79"/>
                    <a:pt x="0" y="78"/>
                    <a:pt x="0" y="77"/>
                  </a:cubicBezTo>
                  <a:cubicBezTo>
                    <a:pt x="0" y="2"/>
                    <a:pt x="0" y="2"/>
                    <a:pt x="0" y="2"/>
                  </a:cubicBezTo>
                  <a:cubicBezTo>
                    <a:pt x="0" y="1"/>
                    <a:pt x="1" y="0"/>
                    <a:pt x="2" y="0"/>
                  </a:cubicBezTo>
                  <a:cubicBezTo>
                    <a:pt x="3" y="0"/>
                    <a:pt x="4" y="1"/>
                    <a:pt x="4" y="2"/>
                  </a:cubicBezTo>
                  <a:cubicBezTo>
                    <a:pt x="4" y="77"/>
                    <a:pt x="4" y="77"/>
                    <a:pt x="4" y="77"/>
                  </a:cubicBezTo>
                  <a:cubicBezTo>
                    <a:pt x="4" y="78"/>
                    <a:pt x="3" y="79"/>
                    <a:pt x="2" y="79"/>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54" name="Google Shape;2654;p141"/>
            <p:cNvSpPr/>
            <p:nvPr/>
          </p:nvSpPr>
          <p:spPr>
            <a:xfrm>
              <a:off x="9110663" y="7315200"/>
              <a:ext cx="17463" cy="379412"/>
            </a:xfrm>
            <a:custGeom>
              <a:rect b="b" l="l" r="r" t="t"/>
              <a:pathLst>
                <a:path extrusionOk="0" h="81" w="4">
                  <a:moveTo>
                    <a:pt x="2" y="81"/>
                  </a:moveTo>
                  <a:cubicBezTo>
                    <a:pt x="1" y="81"/>
                    <a:pt x="0" y="80"/>
                    <a:pt x="0" y="79"/>
                  </a:cubicBezTo>
                  <a:cubicBezTo>
                    <a:pt x="0" y="2"/>
                    <a:pt x="0" y="2"/>
                    <a:pt x="0" y="2"/>
                  </a:cubicBezTo>
                  <a:cubicBezTo>
                    <a:pt x="0" y="1"/>
                    <a:pt x="1" y="0"/>
                    <a:pt x="2" y="0"/>
                  </a:cubicBezTo>
                  <a:cubicBezTo>
                    <a:pt x="3" y="0"/>
                    <a:pt x="4" y="1"/>
                    <a:pt x="4" y="2"/>
                  </a:cubicBezTo>
                  <a:cubicBezTo>
                    <a:pt x="4" y="79"/>
                    <a:pt x="4" y="79"/>
                    <a:pt x="4" y="79"/>
                  </a:cubicBezTo>
                  <a:cubicBezTo>
                    <a:pt x="4" y="80"/>
                    <a:pt x="3" y="81"/>
                    <a:pt x="2" y="81"/>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55" name="Google Shape;2655;p141"/>
            <p:cNvSpPr/>
            <p:nvPr/>
          </p:nvSpPr>
          <p:spPr>
            <a:xfrm>
              <a:off x="8610600" y="7100888"/>
              <a:ext cx="630238" cy="635000"/>
            </a:xfrm>
            <a:custGeom>
              <a:rect b="b" l="l" r="r" t="t"/>
              <a:pathLst>
                <a:path extrusionOk="0" h="136" w="135">
                  <a:moveTo>
                    <a:pt x="68" y="136"/>
                  </a:moveTo>
                  <a:cubicBezTo>
                    <a:pt x="36" y="136"/>
                    <a:pt x="26" y="128"/>
                    <a:pt x="24" y="126"/>
                  </a:cubicBezTo>
                  <a:cubicBezTo>
                    <a:pt x="23" y="125"/>
                    <a:pt x="23" y="125"/>
                    <a:pt x="23" y="124"/>
                  </a:cubicBezTo>
                  <a:cubicBezTo>
                    <a:pt x="23" y="111"/>
                    <a:pt x="23" y="111"/>
                    <a:pt x="23" y="111"/>
                  </a:cubicBezTo>
                  <a:cubicBezTo>
                    <a:pt x="22" y="110"/>
                    <a:pt x="22" y="110"/>
                    <a:pt x="22" y="110"/>
                  </a:cubicBezTo>
                  <a:cubicBezTo>
                    <a:pt x="10" y="102"/>
                    <a:pt x="0" y="94"/>
                    <a:pt x="0" y="79"/>
                  </a:cubicBezTo>
                  <a:cubicBezTo>
                    <a:pt x="0" y="51"/>
                    <a:pt x="0" y="51"/>
                    <a:pt x="0" y="51"/>
                  </a:cubicBezTo>
                  <a:cubicBezTo>
                    <a:pt x="0" y="18"/>
                    <a:pt x="18" y="0"/>
                    <a:pt x="50" y="0"/>
                  </a:cubicBezTo>
                  <a:cubicBezTo>
                    <a:pt x="85" y="0"/>
                    <a:pt x="85" y="0"/>
                    <a:pt x="85" y="0"/>
                  </a:cubicBezTo>
                  <a:cubicBezTo>
                    <a:pt x="117" y="0"/>
                    <a:pt x="135" y="18"/>
                    <a:pt x="135" y="51"/>
                  </a:cubicBezTo>
                  <a:cubicBezTo>
                    <a:pt x="135" y="79"/>
                    <a:pt x="135" y="79"/>
                    <a:pt x="135" y="79"/>
                  </a:cubicBezTo>
                  <a:cubicBezTo>
                    <a:pt x="135" y="94"/>
                    <a:pt x="125" y="102"/>
                    <a:pt x="114" y="110"/>
                  </a:cubicBezTo>
                  <a:cubicBezTo>
                    <a:pt x="112" y="111"/>
                    <a:pt x="112" y="111"/>
                    <a:pt x="112" y="111"/>
                  </a:cubicBezTo>
                  <a:cubicBezTo>
                    <a:pt x="112" y="124"/>
                    <a:pt x="112" y="124"/>
                    <a:pt x="112" y="124"/>
                  </a:cubicBezTo>
                  <a:cubicBezTo>
                    <a:pt x="112" y="125"/>
                    <a:pt x="112" y="125"/>
                    <a:pt x="112" y="126"/>
                  </a:cubicBezTo>
                  <a:cubicBezTo>
                    <a:pt x="109" y="128"/>
                    <a:pt x="100" y="136"/>
                    <a:pt x="68" y="136"/>
                  </a:cubicBezTo>
                  <a:close/>
                  <a:moveTo>
                    <a:pt x="28" y="123"/>
                  </a:moveTo>
                  <a:cubicBezTo>
                    <a:pt x="30" y="126"/>
                    <a:pt x="40" y="132"/>
                    <a:pt x="68" y="132"/>
                  </a:cubicBezTo>
                  <a:cubicBezTo>
                    <a:pt x="96" y="132"/>
                    <a:pt x="105" y="126"/>
                    <a:pt x="108" y="123"/>
                  </a:cubicBezTo>
                  <a:cubicBezTo>
                    <a:pt x="108" y="110"/>
                    <a:pt x="108" y="110"/>
                    <a:pt x="108" y="110"/>
                  </a:cubicBezTo>
                  <a:cubicBezTo>
                    <a:pt x="108" y="110"/>
                    <a:pt x="108" y="109"/>
                    <a:pt x="108" y="109"/>
                  </a:cubicBezTo>
                  <a:cubicBezTo>
                    <a:pt x="111" y="107"/>
                    <a:pt x="111" y="107"/>
                    <a:pt x="111" y="107"/>
                  </a:cubicBezTo>
                  <a:cubicBezTo>
                    <a:pt x="122" y="99"/>
                    <a:pt x="131" y="92"/>
                    <a:pt x="131" y="79"/>
                  </a:cubicBezTo>
                  <a:cubicBezTo>
                    <a:pt x="131" y="51"/>
                    <a:pt x="131" y="51"/>
                    <a:pt x="131" y="51"/>
                  </a:cubicBezTo>
                  <a:cubicBezTo>
                    <a:pt x="131" y="30"/>
                    <a:pt x="123" y="5"/>
                    <a:pt x="85" y="5"/>
                  </a:cubicBezTo>
                  <a:cubicBezTo>
                    <a:pt x="50" y="5"/>
                    <a:pt x="50" y="5"/>
                    <a:pt x="50" y="5"/>
                  </a:cubicBezTo>
                  <a:cubicBezTo>
                    <a:pt x="12" y="5"/>
                    <a:pt x="5" y="30"/>
                    <a:pt x="5" y="51"/>
                  </a:cubicBezTo>
                  <a:cubicBezTo>
                    <a:pt x="5" y="79"/>
                    <a:pt x="5" y="79"/>
                    <a:pt x="5" y="79"/>
                  </a:cubicBezTo>
                  <a:cubicBezTo>
                    <a:pt x="5" y="92"/>
                    <a:pt x="14" y="99"/>
                    <a:pt x="24" y="107"/>
                  </a:cubicBezTo>
                  <a:cubicBezTo>
                    <a:pt x="27" y="109"/>
                    <a:pt x="27" y="109"/>
                    <a:pt x="27" y="109"/>
                  </a:cubicBezTo>
                  <a:cubicBezTo>
                    <a:pt x="27" y="109"/>
                    <a:pt x="28" y="110"/>
                    <a:pt x="28" y="110"/>
                  </a:cubicBezTo>
                  <a:lnTo>
                    <a:pt x="28" y="123"/>
                  </a:ln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56" name="Google Shape;2656;p141"/>
            <p:cNvSpPr/>
            <p:nvPr/>
          </p:nvSpPr>
          <p:spPr>
            <a:xfrm>
              <a:off x="8875713" y="7100888"/>
              <a:ext cx="103188" cy="84137"/>
            </a:xfrm>
            <a:custGeom>
              <a:rect b="b" l="l" r="r" t="t"/>
              <a:pathLst>
                <a:path extrusionOk="0" h="18" w="22">
                  <a:moveTo>
                    <a:pt x="11" y="18"/>
                  </a:moveTo>
                  <a:cubicBezTo>
                    <a:pt x="11" y="18"/>
                    <a:pt x="11" y="18"/>
                    <a:pt x="11" y="18"/>
                  </a:cubicBezTo>
                  <a:cubicBezTo>
                    <a:pt x="9" y="18"/>
                    <a:pt x="9" y="18"/>
                    <a:pt x="9" y="18"/>
                  </a:cubicBezTo>
                  <a:cubicBezTo>
                    <a:pt x="8" y="18"/>
                    <a:pt x="7" y="18"/>
                    <a:pt x="7" y="17"/>
                  </a:cubicBezTo>
                  <a:cubicBezTo>
                    <a:pt x="3" y="13"/>
                    <a:pt x="1" y="4"/>
                    <a:pt x="1" y="4"/>
                  </a:cubicBezTo>
                  <a:cubicBezTo>
                    <a:pt x="0" y="2"/>
                    <a:pt x="1" y="1"/>
                    <a:pt x="2" y="1"/>
                  </a:cubicBezTo>
                  <a:cubicBezTo>
                    <a:pt x="3" y="0"/>
                    <a:pt x="5" y="1"/>
                    <a:pt x="5" y="2"/>
                  </a:cubicBezTo>
                  <a:cubicBezTo>
                    <a:pt x="6" y="4"/>
                    <a:pt x="8" y="10"/>
                    <a:pt x="10" y="13"/>
                  </a:cubicBezTo>
                  <a:cubicBezTo>
                    <a:pt x="11" y="13"/>
                    <a:pt x="11" y="13"/>
                    <a:pt x="11" y="13"/>
                  </a:cubicBezTo>
                  <a:cubicBezTo>
                    <a:pt x="13" y="13"/>
                    <a:pt x="13" y="13"/>
                    <a:pt x="13" y="13"/>
                  </a:cubicBezTo>
                  <a:cubicBezTo>
                    <a:pt x="14" y="10"/>
                    <a:pt x="17" y="5"/>
                    <a:pt x="17" y="2"/>
                  </a:cubicBezTo>
                  <a:cubicBezTo>
                    <a:pt x="17" y="1"/>
                    <a:pt x="19" y="0"/>
                    <a:pt x="20" y="1"/>
                  </a:cubicBezTo>
                  <a:cubicBezTo>
                    <a:pt x="21" y="1"/>
                    <a:pt x="22" y="2"/>
                    <a:pt x="22" y="3"/>
                  </a:cubicBezTo>
                  <a:cubicBezTo>
                    <a:pt x="21" y="8"/>
                    <a:pt x="16" y="16"/>
                    <a:pt x="16" y="16"/>
                  </a:cubicBezTo>
                  <a:cubicBezTo>
                    <a:pt x="16" y="17"/>
                    <a:pt x="15" y="18"/>
                    <a:pt x="14" y="18"/>
                  </a:cubicBezTo>
                  <a:cubicBezTo>
                    <a:pt x="12" y="18"/>
                    <a:pt x="12" y="18"/>
                    <a:pt x="12" y="18"/>
                  </a:cubicBezTo>
                  <a:cubicBezTo>
                    <a:pt x="12" y="18"/>
                    <a:pt x="12" y="18"/>
                    <a:pt x="11" y="18"/>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57" name="Google Shape;2657;p141"/>
            <p:cNvSpPr/>
            <p:nvPr/>
          </p:nvSpPr>
          <p:spPr>
            <a:xfrm>
              <a:off x="8867775" y="7156450"/>
              <a:ext cx="120650" cy="528637"/>
            </a:xfrm>
            <a:custGeom>
              <a:rect b="b" l="l" r="r" t="t"/>
              <a:pathLst>
                <a:path extrusionOk="0" h="113" w="26">
                  <a:moveTo>
                    <a:pt x="13" y="113"/>
                  </a:moveTo>
                  <a:cubicBezTo>
                    <a:pt x="12" y="113"/>
                    <a:pt x="12" y="113"/>
                    <a:pt x="12" y="113"/>
                  </a:cubicBezTo>
                  <a:cubicBezTo>
                    <a:pt x="1" y="104"/>
                    <a:pt x="1" y="104"/>
                    <a:pt x="1" y="104"/>
                  </a:cubicBezTo>
                  <a:cubicBezTo>
                    <a:pt x="1" y="103"/>
                    <a:pt x="0" y="103"/>
                    <a:pt x="0" y="102"/>
                  </a:cubicBezTo>
                  <a:cubicBezTo>
                    <a:pt x="7" y="3"/>
                    <a:pt x="7" y="3"/>
                    <a:pt x="7" y="3"/>
                  </a:cubicBezTo>
                  <a:cubicBezTo>
                    <a:pt x="7" y="2"/>
                    <a:pt x="8" y="1"/>
                    <a:pt x="10" y="1"/>
                  </a:cubicBezTo>
                  <a:cubicBezTo>
                    <a:pt x="11" y="1"/>
                    <a:pt x="12" y="2"/>
                    <a:pt x="12" y="4"/>
                  </a:cubicBezTo>
                  <a:cubicBezTo>
                    <a:pt x="5" y="101"/>
                    <a:pt x="5" y="101"/>
                    <a:pt x="5" y="101"/>
                  </a:cubicBezTo>
                  <a:cubicBezTo>
                    <a:pt x="13" y="108"/>
                    <a:pt x="13" y="108"/>
                    <a:pt x="13" y="108"/>
                  </a:cubicBezTo>
                  <a:cubicBezTo>
                    <a:pt x="21" y="101"/>
                    <a:pt x="21" y="101"/>
                    <a:pt x="21" y="101"/>
                  </a:cubicBezTo>
                  <a:cubicBezTo>
                    <a:pt x="14" y="3"/>
                    <a:pt x="14" y="3"/>
                    <a:pt x="14" y="3"/>
                  </a:cubicBezTo>
                  <a:cubicBezTo>
                    <a:pt x="14" y="1"/>
                    <a:pt x="15" y="0"/>
                    <a:pt x="16" y="0"/>
                  </a:cubicBezTo>
                  <a:cubicBezTo>
                    <a:pt x="18" y="0"/>
                    <a:pt x="19" y="1"/>
                    <a:pt x="19" y="2"/>
                  </a:cubicBezTo>
                  <a:cubicBezTo>
                    <a:pt x="26" y="102"/>
                    <a:pt x="26" y="102"/>
                    <a:pt x="26" y="102"/>
                  </a:cubicBezTo>
                  <a:cubicBezTo>
                    <a:pt x="26" y="103"/>
                    <a:pt x="25" y="103"/>
                    <a:pt x="25" y="104"/>
                  </a:cubicBezTo>
                  <a:cubicBezTo>
                    <a:pt x="15" y="113"/>
                    <a:pt x="15" y="113"/>
                    <a:pt x="15" y="113"/>
                  </a:cubicBezTo>
                  <a:cubicBezTo>
                    <a:pt x="14" y="113"/>
                    <a:pt x="14" y="113"/>
                    <a:pt x="13" y="113"/>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grpSp>
      <p:sp>
        <p:nvSpPr>
          <p:cNvPr id="2658" name="Google Shape;2658;p141"/>
          <p:cNvSpPr txBox="1"/>
          <p:nvPr/>
        </p:nvSpPr>
        <p:spPr>
          <a:xfrm>
            <a:off x="5587700" y="5116050"/>
            <a:ext cx="1196100" cy="353100"/>
          </a:xfrm>
          <a:prstGeom prst="rect">
            <a:avLst/>
          </a:prstGeom>
          <a:noFill/>
          <a:ln>
            <a:noFill/>
          </a:ln>
        </p:spPr>
        <p:txBody>
          <a:bodyPr anchorCtr="0" anchor="ctr" bIns="60925" lIns="121900" spcFirstLastPara="1" rIns="121900" wrap="square" tIns="60925">
            <a:noAutofit/>
          </a:bodyPr>
          <a:lstStyle/>
          <a:p>
            <a:pPr indent="0" lvl="0" marL="0" marR="0" rtl="0" algn="l">
              <a:lnSpc>
                <a:spcPct val="100000"/>
              </a:lnSpc>
              <a:spcBef>
                <a:spcPts val="0"/>
              </a:spcBef>
              <a:spcAft>
                <a:spcPts val="0"/>
              </a:spcAft>
              <a:buNone/>
            </a:pPr>
            <a:r>
              <a:rPr lang="en" sz="1100">
                <a:solidFill>
                  <a:srgbClr val="FFFFFF"/>
                </a:solidFill>
                <a:latin typeface="Red Hat Text"/>
                <a:ea typeface="Red Hat Text"/>
                <a:cs typeface="Red Hat Text"/>
                <a:sym typeface="Red Hat Text"/>
              </a:rPr>
              <a:t>ARCHITECTS</a:t>
            </a:r>
            <a:endParaRPr i="0" sz="1100" u="none" cap="none" strike="noStrike">
              <a:solidFill>
                <a:srgbClr val="FFFFFF"/>
              </a:solidFill>
              <a:latin typeface="Red Hat Text"/>
              <a:ea typeface="Red Hat Text"/>
              <a:cs typeface="Red Hat Text"/>
              <a:sym typeface="Red Hat Text"/>
            </a:endParaRPr>
          </a:p>
        </p:txBody>
      </p:sp>
      <p:grpSp>
        <p:nvGrpSpPr>
          <p:cNvPr id="2659" name="Google Shape;2659;p141"/>
          <p:cNvGrpSpPr/>
          <p:nvPr/>
        </p:nvGrpSpPr>
        <p:grpSpPr>
          <a:xfrm>
            <a:off x="5356751" y="5251997"/>
            <a:ext cx="407348" cy="604666"/>
            <a:chOff x="2624138" y="6769101"/>
            <a:chExt cx="633413" cy="963611"/>
          </a:xfrm>
        </p:grpSpPr>
        <p:sp>
          <p:nvSpPr>
            <p:cNvPr id="2660" name="Google Shape;2660;p141"/>
            <p:cNvSpPr/>
            <p:nvPr/>
          </p:nvSpPr>
          <p:spPr>
            <a:xfrm>
              <a:off x="2927350" y="7224713"/>
              <a:ext cx="27000" cy="333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61" name="Google Shape;2661;p141"/>
            <p:cNvSpPr/>
            <p:nvPr/>
          </p:nvSpPr>
          <p:spPr>
            <a:xfrm>
              <a:off x="2874963" y="7212013"/>
              <a:ext cx="28500" cy="270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62" name="Google Shape;2662;p141"/>
            <p:cNvSpPr/>
            <p:nvPr/>
          </p:nvSpPr>
          <p:spPr>
            <a:xfrm>
              <a:off x="2973388" y="7212013"/>
              <a:ext cx="28500" cy="270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63" name="Google Shape;2663;p141"/>
            <p:cNvSpPr/>
            <p:nvPr/>
          </p:nvSpPr>
          <p:spPr>
            <a:xfrm>
              <a:off x="3001963" y="7173913"/>
              <a:ext cx="27000" cy="285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64" name="Google Shape;2664;p141"/>
            <p:cNvSpPr/>
            <p:nvPr/>
          </p:nvSpPr>
          <p:spPr>
            <a:xfrm>
              <a:off x="3019425" y="7132638"/>
              <a:ext cx="28500" cy="270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65" name="Google Shape;2665;p141"/>
            <p:cNvSpPr/>
            <p:nvPr/>
          </p:nvSpPr>
          <p:spPr>
            <a:xfrm>
              <a:off x="2847975" y="7173913"/>
              <a:ext cx="27000" cy="285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66" name="Google Shape;2666;p141"/>
            <p:cNvSpPr/>
            <p:nvPr/>
          </p:nvSpPr>
          <p:spPr>
            <a:xfrm>
              <a:off x="2833688" y="7132638"/>
              <a:ext cx="28500" cy="27000"/>
            </a:xfrm>
            <a:prstGeom prst="ellipse">
              <a:avLst/>
            </a:pr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67" name="Google Shape;2667;p141"/>
            <p:cNvSpPr/>
            <p:nvPr/>
          </p:nvSpPr>
          <p:spPr>
            <a:xfrm>
              <a:off x="2792413" y="6769101"/>
              <a:ext cx="296863" cy="298450"/>
            </a:xfrm>
            <a:custGeom>
              <a:rect b="b" l="l" r="r" t="t"/>
              <a:pathLst>
                <a:path extrusionOk="0" h="64" w="64">
                  <a:moveTo>
                    <a:pt x="32" y="64"/>
                  </a:moveTo>
                  <a:cubicBezTo>
                    <a:pt x="14" y="64"/>
                    <a:pt x="0" y="50"/>
                    <a:pt x="0" y="32"/>
                  </a:cubicBezTo>
                  <a:cubicBezTo>
                    <a:pt x="0" y="15"/>
                    <a:pt x="14" y="0"/>
                    <a:pt x="32" y="0"/>
                  </a:cubicBezTo>
                  <a:cubicBezTo>
                    <a:pt x="49" y="0"/>
                    <a:pt x="64" y="15"/>
                    <a:pt x="64" y="32"/>
                  </a:cubicBezTo>
                  <a:cubicBezTo>
                    <a:pt x="64" y="50"/>
                    <a:pt x="49" y="64"/>
                    <a:pt x="32" y="64"/>
                  </a:cubicBezTo>
                  <a:close/>
                  <a:moveTo>
                    <a:pt x="32" y="5"/>
                  </a:moveTo>
                  <a:cubicBezTo>
                    <a:pt x="17" y="5"/>
                    <a:pt x="4" y="17"/>
                    <a:pt x="4" y="32"/>
                  </a:cubicBezTo>
                  <a:cubicBezTo>
                    <a:pt x="4" y="48"/>
                    <a:pt x="17" y="60"/>
                    <a:pt x="32" y="60"/>
                  </a:cubicBezTo>
                  <a:cubicBezTo>
                    <a:pt x="47" y="60"/>
                    <a:pt x="59" y="48"/>
                    <a:pt x="59" y="32"/>
                  </a:cubicBezTo>
                  <a:cubicBezTo>
                    <a:pt x="59" y="17"/>
                    <a:pt x="47" y="5"/>
                    <a:pt x="32" y="5"/>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68" name="Google Shape;2668;p141"/>
            <p:cNvSpPr/>
            <p:nvPr/>
          </p:nvSpPr>
          <p:spPr>
            <a:xfrm>
              <a:off x="2735263" y="7313613"/>
              <a:ext cx="19050" cy="368300"/>
            </a:xfrm>
            <a:custGeom>
              <a:rect b="b" l="l" r="r" t="t"/>
              <a:pathLst>
                <a:path extrusionOk="0" h="79" w="4">
                  <a:moveTo>
                    <a:pt x="2" y="79"/>
                  </a:moveTo>
                  <a:cubicBezTo>
                    <a:pt x="1" y="79"/>
                    <a:pt x="0" y="78"/>
                    <a:pt x="0" y="77"/>
                  </a:cubicBezTo>
                  <a:cubicBezTo>
                    <a:pt x="0" y="2"/>
                    <a:pt x="0" y="2"/>
                    <a:pt x="0" y="2"/>
                  </a:cubicBezTo>
                  <a:cubicBezTo>
                    <a:pt x="0" y="1"/>
                    <a:pt x="1" y="0"/>
                    <a:pt x="2" y="0"/>
                  </a:cubicBezTo>
                  <a:cubicBezTo>
                    <a:pt x="3" y="0"/>
                    <a:pt x="4" y="1"/>
                    <a:pt x="4" y="2"/>
                  </a:cubicBezTo>
                  <a:cubicBezTo>
                    <a:pt x="4" y="77"/>
                    <a:pt x="4" y="77"/>
                    <a:pt x="4" y="77"/>
                  </a:cubicBezTo>
                  <a:cubicBezTo>
                    <a:pt x="4" y="78"/>
                    <a:pt x="3" y="79"/>
                    <a:pt x="2" y="79"/>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69" name="Google Shape;2669;p141"/>
            <p:cNvSpPr/>
            <p:nvPr/>
          </p:nvSpPr>
          <p:spPr>
            <a:xfrm>
              <a:off x="3122613" y="7313613"/>
              <a:ext cx="19050" cy="377825"/>
            </a:xfrm>
            <a:custGeom>
              <a:rect b="b" l="l" r="r" t="t"/>
              <a:pathLst>
                <a:path extrusionOk="0" h="81" w="4">
                  <a:moveTo>
                    <a:pt x="2" y="81"/>
                  </a:moveTo>
                  <a:cubicBezTo>
                    <a:pt x="1" y="81"/>
                    <a:pt x="0" y="80"/>
                    <a:pt x="0" y="79"/>
                  </a:cubicBezTo>
                  <a:cubicBezTo>
                    <a:pt x="0" y="2"/>
                    <a:pt x="0" y="2"/>
                    <a:pt x="0" y="2"/>
                  </a:cubicBezTo>
                  <a:cubicBezTo>
                    <a:pt x="0" y="1"/>
                    <a:pt x="1" y="0"/>
                    <a:pt x="2" y="0"/>
                  </a:cubicBezTo>
                  <a:cubicBezTo>
                    <a:pt x="3" y="0"/>
                    <a:pt x="4" y="1"/>
                    <a:pt x="4" y="2"/>
                  </a:cubicBezTo>
                  <a:cubicBezTo>
                    <a:pt x="4" y="79"/>
                    <a:pt x="4" y="79"/>
                    <a:pt x="4" y="79"/>
                  </a:cubicBezTo>
                  <a:cubicBezTo>
                    <a:pt x="4" y="80"/>
                    <a:pt x="3" y="81"/>
                    <a:pt x="2" y="81"/>
                  </a:cubicBez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sp>
          <p:nvSpPr>
            <p:cNvPr id="2670" name="Google Shape;2670;p141"/>
            <p:cNvSpPr/>
            <p:nvPr/>
          </p:nvSpPr>
          <p:spPr>
            <a:xfrm>
              <a:off x="2624138" y="7099300"/>
              <a:ext cx="633413" cy="633412"/>
            </a:xfrm>
            <a:custGeom>
              <a:rect b="b" l="l" r="r" t="t"/>
              <a:pathLst>
                <a:path extrusionOk="0" h="136" w="136">
                  <a:moveTo>
                    <a:pt x="68" y="136"/>
                  </a:moveTo>
                  <a:cubicBezTo>
                    <a:pt x="35" y="136"/>
                    <a:pt x="26" y="128"/>
                    <a:pt x="24" y="126"/>
                  </a:cubicBezTo>
                  <a:cubicBezTo>
                    <a:pt x="23" y="125"/>
                    <a:pt x="23" y="125"/>
                    <a:pt x="23" y="124"/>
                  </a:cubicBezTo>
                  <a:cubicBezTo>
                    <a:pt x="23" y="111"/>
                    <a:pt x="23" y="111"/>
                    <a:pt x="23" y="111"/>
                  </a:cubicBezTo>
                  <a:cubicBezTo>
                    <a:pt x="21" y="110"/>
                    <a:pt x="21" y="110"/>
                    <a:pt x="21" y="110"/>
                  </a:cubicBezTo>
                  <a:cubicBezTo>
                    <a:pt x="10" y="102"/>
                    <a:pt x="0" y="94"/>
                    <a:pt x="0" y="78"/>
                  </a:cubicBezTo>
                  <a:cubicBezTo>
                    <a:pt x="0" y="50"/>
                    <a:pt x="0" y="50"/>
                    <a:pt x="0" y="50"/>
                  </a:cubicBezTo>
                  <a:cubicBezTo>
                    <a:pt x="0" y="18"/>
                    <a:pt x="18" y="0"/>
                    <a:pt x="50" y="0"/>
                  </a:cubicBezTo>
                  <a:cubicBezTo>
                    <a:pt x="85" y="0"/>
                    <a:pt x="85" y="0"/>
                    <a:pt x="85" y="0"/>
                  </a:cubicBezTo>
                  <a:cubicBezTo>
                    <a:pt x="118" y="0"/>
                    <a:pt x="136" y="18"/>
                    <a:pt x="136" y="50"/>
                  </a:cubicBezTo>
                  <a:cubicBezTo>
                    <a:pt x="136" y="78"/>
                    <a:pt x="136" y="78"/>
                    <a:pt x="136" y="78"/>
                  </a:cubicBezTo>
                  <a:cubicBezTo>
                    <a:pt x="136" y="94"/>
                    <a:pt x="125" y="102"/>
                    <a:pt x="114" y="110"/>
                  </a:cubicBezTo>
                  <a:cubicBezTo>
                    <a:pt x="112" y="111"/>
                    <a:pt x="112" y="111"/>
                    <a:pt x="112" y="111"/>
                  </a:cubicBezTo>
                  <a:cubicBezTo>
                    <a:pt x="112" y="124"/>
                    <a:pt x="112" y="124"/>
                    <a:pt x="112" y="124"/>
                  </a:cubicBezTo>
                  <a:cubicBezTo>
                    <a:pt x="112" y="125"/>
                    <a:pt x="112" y="125"/>
                    <a:pt x="112" y="126"/>
                  </a:cubicBezTo>
                  <a:cubicBezTo>
                    <a:pt x="110" y="128"/>
                    <a:pt x="100" y="136"/>
                    <a:pt x="68" y="136"/>
                  </a:cubicBezTo>
                  <a:close/>
                  <a:moveTo>
                    <a:pt x="28" y="123"/>
                  </a:moveTo>
                  <a:cubicBezTo>
                    <a:pt x="30" y="126"/>
                    <a:pt x="39" y="132"/>
                    <a:pt x="68" y="132"/>
                  </a:cubicBezTo>
                  <a:cubicBezTo>
                    <a:pt x="96" y="132"/>
                    <a:pt x="105" y="126"/>
                    <a:pt x="108" y="123"/>
                  </a:cubicBezTo>
                  <a:cubicBezTo>
                    <a:pt x="108" y="110"/>
                    <a:pt x="108" y="110"/>
                    <a:pt x="108" y="110"/>
                  </a:cubicBezTo>
                  <a:cubicBezTo>
                    <a:pt x="108" y="109"/>
                    <a:pt x="108" y="109"/>
                    <a:pt x="109" y="108"/>
                  </a:cubicBezTo>
                  <a:cubicBezTo>
                    <a:pt x="111" y="107"/>
                    <a:pt x="111" y="107"/>
                    <a:pt x="111" y="107"/>
                  </a:cubicBezTo>
                  <a:cubicBezTo>
                    <a:pt x="122" y="99"/>
                    <a:pt x="131" y="92"/>
                    <a:pt x="131" y="78"/>
                  </a:cubicBezTo>
                  <a:cubicBezTo>
                    <a:pt x="131" y="50"/>
                    <a:pt x="131" y="50"/>
                    <a:pt x="131" y="50"/>
                  </a:cubicBezTo>
                  <a:cubicBezTo>
                    <a:pt x="131" y="29"/>
                    <a:pt x="123" y="4"/>
                    <a:pt x="85" y="4"/>
                  </a:cubicBezTo>
                  <a:cubicBezTo>
                    <a:pt x="50" y="4"/>
                    <a:pt x="50" y="4"/>
                    <a:pt x="50" y="4"/>
                  </a:cubicBezTo>
                  <a:cubicBezTo>
                    <a:pt x="12" y="4"/>
                    <a:pt x="4" y="29"/>
                    <a:pt x="4" y="50"/>
                  </a:cubicBezTo>
                  <a:cubicBezTo>
                    <a:pt x="4" y="78"/>
                    <a:pt x="4" y="78"/>
                    <a:pt x="4" y="78"/>
                  </a:cubicBezTo>
                  <a:cubicBezTo>
                    <a:pt x="4" y="92"/>
                    <a:pt x="13" y="99"/>
                    <a:pt x="24" y="107"/>
                  </a:cubicBezTo>
                  <a:cubicBezTo>
                    <a:pt x="27" y="108"/>
                    <a:pt x="27" y="108"/>
                    <a:pt x="27" y="108"/>
                  </a:cubicBezTo>
                  <a:cubicBezTo>
                    <a:pt x="27" y="109"/>
                    <a:pt x="28" y="109"/>
                    <a:pt x="28" y="110"/>
                  </a:cubicBezTo>
                  <a:lnTo>
                    <a:pt x="28" y="123"/>
                  </a:lnTo>
                  <a:close/>
                </a:path>
              </a:pathLst>
            </a:custGeom>
            <a:solidFill>
              <a:srgbClr val="FFFFFF"/>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b="0" i="0" sz="3500" u="none" cap="none" strike="noStrike">
                <a:solidFill>
                  <a:srgbClr val="000000"/>
                </a:solidFill>
                <a:latin typeface="Proxima Nova"/>
                <a:ea typeface="Proxima Nova"/>
                <a:cs typeface="Proxima Nova"/>
                <a:sym typeface="Proxima Nova"/>
              </a:endParaRPr>
            </a:p>
          </p:txBody>
        </p:sp>
      </p:grpSp>
      <p:sp>
        <p:nvSpPr>
          <p:cNvPr id="2671" name="Google Shape;2671;p141"/>
          <p:cNvSpPr/>
          <p:nvPr/>
        </p:nvSpPr>
        <p:spPr>
          <a:xfrm>
            <a:off x="6734439" y="4405175"/>
            <a:ext cx="1196100" cy="579300"/>
          </a:xfrm>
          <a:prstGeom prst="rect">
            <a:avLst/>
          </a:prstGeom>
          <a:solidFill>
            <a:srgbClr val="FFFFFF"/>
          </a:solidFill>
          <a:ln cap="flat" cmpd="sng" w="19050">
            <a:solidFill>
              <a:srgbClr val="595959"/>
            </a:solidFill>
            <a:prstDash val="dash"/>
            <a:bevel/>
            <a:headEnd len="sm" w="sm" type="none"/>
            <a:tailEnd len="sm" w="sm" type="none"/>
          </a:ln>
        </p:spPr>
        <p:txBody>
          <a:bodyPr anchorCtr="0" anchor="ctr" bIns="60925" lIns="121900" spcFirstLastPara="1" rIns="121900" wrap="square" tIns="60925">
            <a:noAutofit/>
          </a:bodyPr>
          <a:lstStyle/>
          <a:p>
            <a:pPr indent="0" lvl="0" marL="0" rtl="0" algn="ctr">
              <a:spcBef>
                <a:spcPts val="0"/>
              </a:spcBef>
              <a:spcAft>
                <a:spcPts val="0"/>
              </a:spcAft>
              <a:buClr>
                <a:schemeClr val="dk1"/>
              </a:buClr>
              <a:buFont typeface="Arial"/>
              <a:buNone/>
            </a:pPr>
            <a:r>
              <a:rPr lang="en" sz="1100">
                <a:solidFill>
                  <a:schemeClr val="dk1"/>
                </a:solidFill>
                <a:latin typeface="Red Hat Text"/>
                <a:ea typeface="Red Hat Text"/>
                <a:cs typeface="Red Hat Text"/>
                <a:sym typeface="Red Hat Text"/>
              </a:rPr>
              <a:t>SECURE</a:t>
            </a:r>
            <a:endParaRPr sz="1100">
              <a:solidFill>
                <a:schemeClr val="dk1"/>
              </a:solidFill>
              <a:latin typeface="Red Hat Text"/>
              <a:ea typeface="Red Hat Text"/>
              <a:cs typeface="Red Hat Text"/>
              <a:sym typeface="Red Hat Text"/>
            </a:endParaRPr>
          </a:p>
          <a:p>
            <a:pPr indent="0" lvl="0" marL="0" rtl="0" algn="ctr">
              <a:spcBef>
                <a:spcPts val="0"/>
              </a:spcBef>
              <a:spcAft>
                <a:spcPts val="0"/>
              </a:spcAft>
              <a:buClr>
                <a:schemeClr val="dk1"/>
              </a:buClr>
              <a:buFont typeface="Arial"/>
              <a:buNone/>
            </a:pPr>
            <a:r>
              <a:rPr lang="en" sz="1100">
                <a:solidFill>
                  <a:schemeClr val="dk1"/>
                </a:solidFill>
                <a:latin typeface="Red Hat Text"/>
                <a:ea typeface="Red Hat Text"/>
                <a:cs typeface="Red Hat Text"/>
                <a:sym typeface="Red Hat Text"/>
              </a:rPr>
              <a:t>COMPLIANT</a:t>
            </a:r>
            <a:endParaRPr i="0" sz="3600" u="none" cap="none" strike="noStrike">
              <a:solidFill>
                <a:srgbClr val="000000"/>
              </a:solidFill>
              <a:latin typeface="Red Hat Text"/>
              <a:ea typeface="Red Hat Text"/>
              <a:cs typeface="Red Hat Text"/>
              <a:sym typeface="Red Hat Text"/>
            </a:endParaRPr>
          </a:p>
        </p:txBody>
      </p:sp>
      <p:grpSp>
        <p:nvGrpSpPr>
          <p:cNvPr id="2672" name="Google Shape;2672;p141"/>
          <p:cNvGrpSpPr/>
          <p:nvPr/>
        </p:nvGrpSpPr>
        <p:grpSpPr>
          <a:xfrm>
            <a:off x="4391228" y="1476400"/>
            <a:ext cx="3527496" cy="1482000"/>
            <a:chOff x="4400753" y="1476400"/>
            <a:chExt cx="3527496" cy="1482000"/>
          </a:xfrm>
        </p:grpSpPr>
        <p:sp>
          <p:nvSpPr>
            <p:cNvPr id="2673" name="Google Shape;2673;p141"/>
            <p:cNvSpPr/>
            <p:nvPr/>
          </p:nvSpPr>
          <p:spPr>
            <a:xfrm rot="-5406967">
              <a:off x="3910551" y="1968998"/>
              <a:ext cx="1480203" cy="496803"/>
            </a:xfrm>
            <a:prstGeom prst="trapezoid">
              <a:avLst>
                <a:gd fmla="val 7303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pic>
          <p:nvPicPr>
            <p:cNvPr id="2674" name="Google Shape;2674;p141"/>
            <p:cNvPicPr preferRelativeResize="0"/>
            <p:nvPr/>
          </p:nvPicPr>
          <p:blipFill>
            <a:blip r:embed="rId3">
              <a:alphaModFix/>
            </a:blip>
            <a:stretch>
              <a:fillRect/>
            </a:stretch>
          </p:blipFill>
          <p:spPr>
            <a:xfrm>
              <a:off x="4898450" y="1484388"/>
              <a:ext cx="3029798" cy="1464675"/>
            </a:xfrm>
            <a:prstGeom prst="rect">
              <a:avLst/>
            </a:prstGeom>
            <a:noFill/>
            <a:ln cap="flat" cmpd="sng" w="19050">
              <a:solidFill>
                <a:schemeClr val="dk2"/>
              </a:solidFill>
              <a:prstDash val="solid"/>
              <a:round/>
              <a:headEnd len="sm" w="sm" type="none"/>
              <a:tailEnd len="sm" w="sm" type="none"/>
            </a:ln>
          </p:spPr>
        </p:pic>
      </p:grpSp>
      <p:grpSp>
        <p:nvGrpSpPr>
          <p:cNvPr id="2675" name="Google Shape;2675;p141"/>
          <p:cNvGrpSpPr/>
          <p:nvPr/>
        </p:nvGrpSpPr>
        <p:grpSpPr>
          <a:xfrm>
            <a:off x="5981247" y="1438523"/>
            <a:ext cx="1260022" cy="533520"/>
            <a:chOff x="4400753" y="1476400"/>
            <a:chExt cx="3527496" cy="1482000"/>
          </a:xfrm>
        </p:grpSpPr>
        <p:sp>
          <p:nvSpPr>
            <p:cNvPr id="2676" name="Google Shape;2676;p141"/>
            <p:cNvSpPr/>
            <p:nvPr/>
          </p:nvSpPr>
          <p:spPr>
            <a:xfrm rot="-5406967">
              <a:off x="3910551" y="1968998"/>
              <a:ext cx="1480203" cy="496803"/>
            </a:xfrm>
            <a:prstGeom prst="trapezoid">
              <a:avLst>
                <a:gd fmla="val 7303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pic>
          <p:nvPicPr>
            <p:cNvPr id="2677" name="Google Shape;2677;p141"/>
            <p:cNvPicPr preferRelativeResize="0"/>
            <p:nvPr/>
          </p:nvPicPr>
          <p:blipFill>
            <a:blip r:embed="rId3">
              <a:alphaModFix/>
            </a:blip>
            <a:stretch>
              <a:fillRect/>
            </a:stretch>
          </p:blipFill>
          <p:spPr>
            <a:xfrm>
              <a:off x="4898450" y="1484388"/>
              <a:ext cx="3029798" cy="1464675"/>
            </a:xfrm>
            <a:prstGeom prst="rect">
              <a:avLst/>
            </a:prstGeom>
            <a:noFill/>
            <a:ln cap="flat" cmpd="sng" w="19050">
              <a:solidFill>
                <a:schemeClr val="dk2"/>
              </a:solidFill>
              <a:prstDash val="solid"/>
              <a:round/>
              <a:headEnd len="sm" w="sm" type="none"/>
              <a:tailEnd len="sm" w="sm" type="none"/>
            </a:ln>
          </p:spPr>
        </p:pic>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1" name="Shape 2681"/>
        <p:cNvGrpSpPr/>
        <p:nvPr/>
      </p:nvGrpSpPr>
      <p:grpSpPr>
        <a:xfrm>
          <a:off x="0" y="0"/>
          <a:ext cx="0" cy="0"/>
          <a:chOff x="0" y="0"/>
          <a:chExt cx="0" cy="0"/>
        </a:xfrm>
      </p:grpSpPr>
      <p:sp>
        <p:nvSpPr>
          <p:cNvPr id="2682" name="Google Shape;2682;p14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683" name="Google Shape;2683;p142"/>
          <p:cNvSpPr txBox="1"/>
          <p:nvPr>
            <p:ph idx="1" type="subTitle"/>
          </p:nvPr>
        </p:nvSpPr>
        <p:spPr>
          <a:xfrm>
            <a:off x="2083725" y="3521825"/>
            <a:ext cx="7533300" cy="91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684" name="Google Shape;2684;p142"/>
          <p:cNvSpPr txBox="1"/>
          <p:nvPr>
            <p:ph type="title"/>
          </p:nvPr>
        </p:nvSpPr>
        <p:spPr>
          <a:xfrm>
            <a:off x="2083875" y="1743625"/>
            <a:ext cx="7533300" cy="16002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Where does the RH-ISAM fit in the Strategy?</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8" name="Shape 2688"/>
        <p:cNvGrpSpPr/>
        <p:nvPr/>
      </p:nvGrpSpPr>
      <p:grpSpPr>
        <a:xfrm>
          <a:off x="0" y="0"/>
          <a:ext cx="0" cy="0"/>
          <a:chOff x="0" y="0"/>
          <a:chExt cx="0" cy="0"/>
        </a:xfrm>
      </p:grpSpPr>
      <p:sp>
        <p:nvSpPr>
          <p:cNvPr id="2689" name="Google Shape;2689;p14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latin typeface="Red Hat Display SemiBold"/>
                <a:ea typeface="Red Hat Display SemiBold"/>
                <a:cs typeface="Red Hat Display SemiBold"/>
                <a:sym typeface="Red Hat Display SemiBold"/>
              </a:rPr>
              <a:t>Red Hat Infrastructure Standard Adoption Model</a:t>
            </a:r>
            <a:endParaRPr/>
          </a:p>
        </p:txBody>
      </p:sp>
      <p:sp>
        <p:nvSpPr>
          <p:cNvPr id="2690" name="Google Shape;2690;p14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691" name="Google Shape;2691;p143"/>
          <p:cNvSpPr/>
          <p:nvPr/>
        </p:nvSpPr>
        <p:spPr>
          <a:xfrm>
            <a:off x="2142792" y="6059603"/>
            <a:ext cx="1252500" cy="300900"/>
          </a:xfrm>
          <a:prstGeom prst="roundRect">
            <a:avLst>
              <a:gd fmla="val 16667" name="adj"/>
            </a:avLst>
          </a:prstGeom>
          <a:solidFill>
            <a:srgbClr val="CCCCCC"/>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t>Under Performing</a:t>
            </a:r>
            <a:endParaRPr sz="900"/>
          </a:p>
        </p:txBody>
      </p:sp>
      <p:sp>
        <p:nvSpPr>
          <p:cNvPr id="2692" name="Google Shape;2692;p143"/>
          <p:cNvSpPr/>
          <p:nvPr/>
        </p:nvSpPr>
        <p:spPr>
          <a:xfrm>
            <a:off x="3451792" y="6059589"/>
            <a:ext cx="1252500" cy="300900"/>
          </a:xfrm>
          <a:prstGeom prst="roundRect">
            <a:avLst>
              <a:gd fmla="val 16667" name="adj"/>
            </a:avLst>
          </a:prstGeom>
          <a:solidFill>
            <a:srgbClr val="D9EAD3"/>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dk1"/>
                </a:solidFill>
              </a:rPr>
              <a:t>Rudimentary</a:t>
            </a:r>
            <a:endParaRPr sz="900">
              <a:solidFill>
                <a:schemeClr val="dk1"/>
              </a:solidFill>
            </a:endParaRPr>
          </a:p>
        </p:txBody>
      </p:sp>
      <p:cxnSp>
        <p:nvCxnSpPr>
          <p:cNvPr id="2693" name="Google Shape;2693;p143"/>
          <p:cNvCxnSpPr/>
          <p:nvPr/>
        </p:nvCxnSpPr>
        <p:spPr>
          <a:xfrm>
            <a:off x="74882" y="5902116"/>
            <a:ext cx="12059100" cy="6900"/>
          </a:xfrm>
          <a:prstGeom prst="straightConnector1">
            <a:avLst/>
          </a:prstGeom>
          <a:noFill/>
          <a:ln cap="flat" cmpd="sng" w="9525">
            <a:solidFill>
              <a:schemeClr val="dk2"/>
            </a:solidFill>
            <a:prstDash val="solid"/>
            <a:round/>
            <a:headEnd len="med" w="med" type="none"/>
            <a:tailEnd len="med" w="med" type="none"/>
          </a:ln>
        </p:spPr>
      </p:cxnSp>
      <p:sp>
        <p:nvSpPr>
          <p:cNvPr id="2694" name="Google Shape;2694;p143"/>
          <p:cNvSpPr/>
          <p:nvPr/>
        </p:nvSpPr>
        <p:spPr>
          <a:xfrm>
            <a:off x="2132887" y="4048659"/>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dk1"/>
                </a:solidFill>
              </a:rPr>
              <a:t>Provisioning Mgmt</a:t>
            </a:r>
            <a:endParaRPr sz="900">
              <a:solidFill>
                <a:schemeClr val="dk1"/>
              </a:solidFill>
            </a:endParaRPr>
          </a:p>
        </p:txBody>
      </p:sp>
      <p:sp>
        <p:nvSpPr>
          <p:cNvPr id="2695" name="Google Shape;2695;p143"/>
          <p:cNvSpPr/>
          <p:nvPr/>
        </p:nvSpPr>
        <p:spPr>
          <a:xfrm>
            <a:off x="2132887" y="3699997"/>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dk1"/>
                </a:solidFill>
              </a:rPr>
              <a:t>Runbook Automation</a:t>
            </a:r>
            <a:endParaRPr sz="900">
              <a:solidFill>
                <a:schemeClr val="dk1"/>
              </a:solidFill>
            </a:endParaRPr>
          </a:p>
        </p:txBody>
      </p:sp>
      <p:sp>
        <p:nvSpPr>
          <p:cNvPr id="2696" name="Google Shape;2696;p143"/>
          <p:cNvSpPr/>
          <p:nvPr/>
        </p:nvSpPr>
        <p:spPr>
          <a:xfrm>
            <a:off x="809901" y="3693639"/>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Network Provisioning</a:t>
            </a:r>
            <a:endParaRPr sz="900">
              <a:solidFill>
                <a:schemeClr val="dk1"/>
              </a:solidFill>
            </a:endParaRPr>
          </a:p>
        </p:txBody>
      </p:sp>
      <p:sp>
        <p:nvSpPr>
          <p:cNvPr id="2697" name="Google Shape;2697;p143"/>
          <p:cNvSpPr/>
          <p:nvPr/>
        </p:nvSpPr>
        <p:spPr>
          <a:xfrm>
            <a:off x="809901" y="3351347"/>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Security Services Provisioning</a:t>
            </a:r>
            <a:endParaRPr sz="900">
              <a:solidFill>
                <a:schemeClr val="dk1"/>
              </a:solidFill>
            </a:endParaRPr>
          </a:p>
        </p:txBody>
      </p:sp>
      <p:sp>
        <p:nvSpPr>
          <p:cNvPr id="2698" name="Google Shape;2698;p143"/>
          <p:cNvSpPr/>
          <p:nvPr/>
        </p:nvSpPr>
        <p:spPr>
          <a:xfrm>
            <a:off x="809901" y="4035906"/>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dk1"/>
                </a:solidFill>
              </a:rPr>
              <a:t>Storage Provisioning</a:t>
            </a:r>
            <a:endParaRPr sz="900">
              <a:solidFill>
                <a:schemeClr val="dk1"/>
              </a:solidFill>
            </a:endParaRPr>
          </a:p>
        </p:txBody>
      </p:sp>
      <p:sp>
        <p:nvSpPr>
          <p:cNvPr id="2699" name="Google Shape;2699;p143"/>
          <p:cNvSpPr/>
          <p:nvPr/>
        </p:nvSpPr>
        <p:spPr>
          <a:xfrm>
            <a:off x="809901" y="5080064"/>
            <a:ext cx="1252500" cy="300900"/>
          </a:xfrm>
          <a:prstGeom prst="roundRect">
            <a:avLst>
              <a:gd fmla="val 16667" name="adj"/>
            </a:avLst>
          </a:prstGeom>
          <a:solidFill>
            <a:srgbClr val="434343"/>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lt1"/>
                </a:solidFill>
              </a:rPr>
              <a:t>Foundational</a:t>
            </a:r>
            <a:r>
              <a:rPr lang="en" sz="900"/>
              <a:t> </a:t>
            </a:r>
            <a:r>
              <a:rPr lang="en" sz="900">
                <a:solidFill>
                  <a:schemeClr val="lt1"/>
                </a:solidFill>
              </a:rPr>
              <a:t>Automation</a:t>
            </a:r>
            <a:endParaRPr sz="900"/>
          </a:p>
        </p:txBody>
      </p:sp>
      <p:sp>
        <p:nvSpPr>
          <p:cNvPr id="2700" name="Google Shape;2700;p143"/>
          <p:cNvSpPr/>
          <p:nvPr/>
        </p:nvSpPr>
        <p:spPr>
          <a:xfrm>
            <a:off x="809901" y="4720486"/>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dk1"/>
                </a:solidFill>
              </a:rPr>
              <a:t>Config Mgmt</a:t>
            </a:r>
            <a:endParaRPr sz="900">
              <a:solidFill>
                <a:schemeClr val="dk1"/>
              </a:solidFill>
            </a:endParaRPr>
          </a:p>
        </p:txBody>
      </p:sp>
      <p:sp>
        <p:nvSpPr>
          <p:cNvPr id="2701" name="Google Shape;2701;p143"/>
          <p:cNvSpPr/>
          <p:nvPr/>
        </p:nvSpPr>
        <p:spPr>
          <a:xfrm>
            <a:off x="2130552" y="5080064"/>
            <a:ext cx="1252500" cy="300900"/>
          </a:xfrm>
          <a:prstGeom prst="roundRect">
            <a:avLst>
              <a:gd fmla="val 16667" name="adj"/>
            </a:avLst>
          </a:prstGeom>
          <a:solidFill>
            <a:srgbClr val="434343"/>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lt1"/>
                </a:solidFill>
              </a:rPr>
              <a:t>Infrastructure Automation</a:t>
            </a:r>
            <a:endParaRPr sz="900"/>
          </a:p>
        </p:txBody>
      </p:sp>
      <p:sp>
        <p:nvSpPr>
          <p:cNvPr id="2702" name="Google Shape;2702;p143"/>
          <p:cNvSpPr/>
          <p:nvPr/>
        </p:nvSpPr>
        <p:spPr>
          <a:xfrm>
            <a:off x="3451202" y="5080064"/>
            <a:ext cx="1252500" cy="300900"/>
          </a:xfrm>
          <a:prstGeom prst="roundRect">
            <a:avLst>
              <a:gd fmla="val 16667" name="adj"/>
            </a:avLst>
          </a:prstGeom>
          <a:solidFill>
            <a:srgbClr val="434343"/>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lt1"/>
                </a:solidFill>
              </a:rPr>
              <a:t>Container Development</a:t>
            </a:r>
            <a:endParaRPr sz="900"/>
          </a:p>
        </p:txBody>
      </p:sp>
      <p:sp>
        <p:nvSpPr>
          <p:cNvPr id="2703" name="Google Shape;2703;p143"/>
          <p:cNvSpPr/>
          <p:nvPr/>
        </p:nvSpPr>
        <p:spPr>
          <a:xfrm>
            <a:off x="4771853" y="5080064"/>
            <a:ext cx="1252500" cy="300900"/>
          </a:xfrm>
          <a:prstGeom prst="roundRect">
            <a:avLst>
              <a:gd fmla="val 16667" name="adj"/>
            </a:avLst>
          </a:prstGeom>
          <a:solidFill>
            <a:srgbClr val="434343"/>
          </a:solidFill>
          <a:ln>
            <a:noFill/>
          </a:ln>
        </p:spPr>
        <p:txBody>
          <a:bodyPr anchorCtr="0" anchor="ctr" bIns="121900" lIns="0" spcFirstLastPara="1" rIns="0" wrap="square" tIns="121900">
            <a:noAutofit/>
          </a:bodyPr>
          <a:lstStyle/>
          <a:p>
            <a:pPr indent="0" lvl="0" marL="0" marR="0" rtl="0" algn="ctr">
              <a:lnSpc>
                <a:spcPct val="100000"/>
              </a:lnSpc>
              <a:spcBef>
                <a:spcPts val="0"/>
              </a:spcBef>
              <a:spcAft>
                <a:spcPts val="0"/>
              </a:spcAft>
              <a:buNone/>
            </a:pPr>
            <a:r>
              <a:rPr lang="en" sz="900">
                <a:solidFill>
                  <a:schemeClr val="lt1"/>
                </a:solidFill>
              </a:rPr>
              <a:t>Container Platform Essentials</a:t>
            </a:r>
            <a:endParaRPr sz="900"/>
          </a:p>
        </p:txBody>
      </p:sp>
      <p:sp>
        <p:nvSpPr>
          <p:cNvPr id="2704" name="Google Shape;2704;p143"/>
          <p:cNvSpPr/>
          <p:nvPr/>
        </p:nvSpPr>
        <p:spPr>
          <a:xfrm>
            <a:off x="6135478" y="5080064"/>
            <a:ext cx="1252500" cy="300900"/>
          </a:xfrm>
          <a:prstGeom prst="roundRect">
            <a:avLst>
              <a:gd fmla="val 16667" name="adj"/>
            </a:avLst>
          </a:prstGeom>
          <a:solidFill>
            <a:srgbClr val="434343"/>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lt1"/>
                </a:solidFill>
              </a:rPr>
              <a:t>Workload Intake Acceleration</a:t>
            </a:r>
            <a:endParaRPr sz="900"/>
          </a:p>
        </p:txBody>
      </p:sp>
      <p:sp>
        <p:nvSpPr>
          <p:cNvPr id="2705" name="Google Shape;2705;p143"/>
          <p:cNvSpPr/>
          <p:nvPr/>
        </p:nvSpPr>
        <p:spPr>
          <a:xfrm>
            <a:off x="7441962" y="5080064"/>
            <a:ext cx="1252500" cy="300900"/>
          </a:xfrm>
          <a:prstGeom prst="roundRect">
            <a:avLst>
              <a:gd fmla="val 16667" name="adj"/>
            </a:avLst>
          </a:prstGeom>
          <a:solidFill>
            <a:srgbClr val="434343"/>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lt1"/>
                </a:solidFill>
              </a:rPr>
              <a:t>Platform Services</a:t>
            </a:r>
            <a:endParaRPr sz="900"/>
          </a:p>
        </p:txBody>
      </p:sp>
      <p:sp>
        <p:nvSpPr>
          <p:cNvPr id="2706" name="Google Shape;2706;p143"/>
          <p:cNvSpPr/>
          <p:nvPr/>
        </p:nvSpPr>
        <p:spPr>
          <a:xfrm>
            <a:off x="10064659" y="5080097"/>
            <a:ext cx="1252500" cy="300900"/>
          </a:xfrm>
          <a:prstGeom prst="roundRect">
            <a:avLst>
              <a:gd fmla="val 16667" name="adj"/>
            </a:avLst>
          </a:prstGeom>
          <a:solidFill>
            <a:srgbClr val="434343"/>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lt1"/>
                </a:solidFill>
              </a:rPr>
              <a:t>Regulatory Support </a:t>
            </a:r>
            <a:endParaRPr sz="900"/>
          </a:p>
        </p:txBody>
      </p:sp>
      <p:sp>
        <p:nvSpPr>
          <p:cNvPr id="2707" name="Google Shape;2707;p143"/>
          <p:cNvSpPr/>
          <p:nvPr/>
        </p:nvSpPr>
        <p:spPr>
          <a:xfrm>
            <a:off x="8748736" y="5080064"/>
            <a:ext cx="1252500" cy="300900"/>
          </a:xfrm>
          <a:prstGeom prst="roundRect">
            <a:avLst>
              <a:gd fmla="val 16667" name="adj"/>
            </a:avLst>
          </a:prstGeom>
          <a:solidFill>
            <a:srgbClr val="434343"/>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lt1"/>
                </a:solidFill>
              </a:rPr>
              <a:t>Advanced Capabilities</a:t>
            </a:r>
            <a:endParaRPr sz="900"/>
          </a:p>
        </p:txBody>
      </p:sp>
      <p:sp>
        <p:nvSpPr>
          <p:cNvPr id="2708" name="Google Shape;2708;p143"/>
          <p:cNvSpPr/>
          <p:nvPr/>
        </p:nvSpPr>
        <p:spPr>
          <a:xfrm>
            <a:off x="2132887" y="3351348"/>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Platform Workflow</a:t>
            </a:r>
            <a:endParaRPr sz="900">
              <a:solidFill>
                <a:schemeClr val="dk1"/>
              </a:solidFill>
            </a:endParaRPr>
          </a:p>
        </p:txBody>
      </p:sp>
      <p:sp>
        <p:nvSpPr>
          <p:cNvPr id="2709" name="Google Shape;2709;p143"/>
          <p:cNvSpPr/>
          <p:nvPr/>
        </p:nvSpPr>
        <p:spPr>
          <a:xfrm>
            <a:off x="2132887" y="4738722"/>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Automation Workflow</a:t>
            </a:r>
            <a:endParaRPr sz="900">
              <a:solidFill>
                <a:schemeClr val="dk1"/>
              </a:solidFill>
            </a:endParaRPr>
          </a:p>
        </p:txBody>
      </p:sp>
      <p:sp>
        <p:nvSpPr>
          <p:cNvPr id="2710" name="Google Shape;2710;p143"/>
          <p:cNvSpPr/>
          <p:nvPr/>
        </p:nvSpPr>
        <p:spPr>
          <a:xfrm>
            <a:off x="2132887" y="4397355"/>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Version Control</a:t>
            </a:r>
            <a:endParaRPr sz="900">
              <a:solidFill>
                <a:schemeClr val="dk1"/>
              </a:solidFill>
            </a:endParaRPr>
          </a:p>
        </p:txBody>
      </p:sp>
      <p:sp>
        <p:nvSpPr>
          <p:cNvPr id="2711" name="Google Shape;2711;p143"/>
          <p:cNvSpPr/>
          <p:nvPr/>
        </p:nvSpPr>
        <p:spPr>
          <a:xfrm>
            <a:off x="3452366" y="4048653"/>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Prod-like Sandbox</a:t>
            </a:r>
            <a:endParaRPr sz="900">
              <a:solidFill>
                <a:schemeClr val="dk1"/>
              </a:solidFill>
            </a:endParaRPr>
          </a:p>
        </p:txBody>
      </p:sp>
      <p:sp>
        <p:nvSpPr>
          <p:cNvPr id="2712" name="Google Shape;2712;p143"/>
          <p:cNvSpPr/>
          <p:nvPr/>
        </p:nvSpPr>
        <p:spPr>
          <a:xfrm>
            <a:off x="3452366" y="4747466"/>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Dev Workstations</a:t>
            </a:r>
            <a:endParaRPr sz="900">
              <a:solidFill>
                <a:schemeClr val="dk1"/>
              </a:solidFill>
            </a:endParaRPr>
          </a:p>
        </p:txBody>
      </p:sp>
      <p:sp>
        <p:nvSpPr>
          <p:cNvPr id="2713" name="Google Shape;2713;p143"/>
          <p:cNvSpPr/>
          <p:nvPr/>
        </p:nvSpPr>
        <p:spPr>
          <a:xfrm>
            <a:off x="3452366" y="4397355"/>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Single Containers</a:t>
            </a:r>
            <a:endParaRPr sz="900">
              <a:solidFill>
                <a:schemeClr val="dk1"/>
              </a:solidFill>
            </a:endParaRPr>
          </a:p>
        </p:txBody>
      </p:sp>
      <p:sp>
        <p:nvSpPr>
          <p:cNvPr id="2714" name="Google Shape;2714;p143"/>
          <p:cNvSpPr/>
          <p:nvPr/>
        </p:nvSpPr>
        <p:spPr>
          <a:xfrm>
            <a:off x="4771853" y="4729133"/>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Workload Analysis</a:t>
            </a:r>
            <a:endParaRPr sz="900">
              <a:solidFill>
                <a:schemeClr val="dk1"/>
              </a:solidFill>
            </a:endParaRPr>
          </a:p>
        </p:txBody>
      </p:sp>
      <p:sp>
        <p:nvSpPr>
          <p:cNvPr id="2715" name="Google Shape;2715;p143"/>
          <p:cNvSpPr/>
          <p:nvPr/>
        </p:nvSpPr>
        <p:spPr>
          <a:xfrm>
            <a:off x="4771853" y="4378201"/>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Storage/Network integration</a:t>
            </a:r>
            <a:endParaRPr sz="900">
              <a:solidFill>
                <a:schemeClr val="dk1"/>
              </a:solidFill>
            </a:endParaRPr>
          </a:p>
        </p:txBody>
      </p:sp>
      <p:sp>
        <p:nvSpPr>
          <p:cNvPr id="2716" name="Google Shape;2716;p143"/>
          <p:cNvSpPr/>
          <p:nvPr/>
        </p:nvSpPr>
        <p:spPr>
          <a:xfrm>
            <a:off x="4771853" y="4027270"/>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Secrets Management</a:t>
            </a:r>
            <a:endParaRPr sz="900">
              <a:solidFill>
                <a:schemeClr val="dk1"/>
              </a:solidFill>
            </a:endParaRPr>
          </a:p>
        </p:txBody>
      </p:sp>
      <p:sp>
        <p:nvSpPr>
          <p:cNvPr id="2717" name="Google Shape;2717;p143"/>
          <p:cNvSpPr/>
          <p:nvPr/>
        </p:nvSpPr>
        <p:spPr>
          <a:xfrm>
            <a:off x="4771853" y="3676306"/>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Platform Security</a:t>
            </a:r>
            <a:endParaRPr sz="900">
              <a:solidFill>
                <a:schemeClr val="dk1"/>
              </a:solidFill>
            </a:endParaRPr>
          </a:p>
        </p:txBody>
      </p:sp>
      <p:sp>
        <p:nvSpPr>
          <p:cNvPr id="2718" name="Google Shape;2718;p143"/>
          <p:cNvSpPr/>
          <p:nvPr/>
        </p:nvSpPr>
        <p:spPr>
          <a:xfrm>
            <a:off x="4771853" y="3325347"/>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Declarative Infrastructure</a:t>
            </a:r>
            <a:endParaRPr sz="900">
              <a:solidFill>
                <a:schemeClr val="dk1"/>
              </a:solidFill>
            </a:endParaRPr>
          </a:p>
        </p:txBody>
      </p:sp>
      <p:sp>
        <p:nvSpPr>
          <p:cNvPr id="2719" name="Google Shape;2719;p143"/>
          <p:cNvSpPr/>
          <p:nvPr/>
        </p:nvSpPr>
        <p:spPr>
          <a:xfrm>
            <a:off x="4771853" y="2974387"/>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Observability Pub/Sub</a:t>
            </a:r>
            <a:endParaRPr sz="900">
              <a:solidFill>
                <a:schemeClr val="dk1"/>
              </a:solidFill>
            </a:endParaRPr>
          </a:p>
        </p:txBody>
      </p:sp>
      <p:sp>
        <p:nvSpPr>
          <p:cNvPr id="2720" name="Google Shape;2720;p143"/>
          <p:cNvSpPr/>
          <p:nvPr/>
        </p:nvSpPr>
        <p:spPr>
          <a:xfrm>
            <a:off x="4771853" y="2623428"/>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CI Framework</a:t>
            </a:r>
            <a:endParaRPr sz="900">
              <a:solidFill>
                <a:schemeClr val="dk1"/>
              </a:solidFill>
            </a:endParaRPr>
          </a:p>
        </p:txBody>
      </p:sp>
      <p:sp>
        <p:nvSpPr>
          <p:cNvPr id="2721" name="Google Shape;2721;p143"/>
          <p:cNvSpPr/>
          <p:nvPr/>
        </p:nvSpPr>
        <p:spPr>
          <a:xfrm>
            <a:off x="6135478" y="3351340"/>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Operator Certification</a:t>
            </a:r>
            <a:endParaRPr sz="900">
              <a:solidFill>
                <a:schemeClr val="dk1"/>
              </a:solidFill>
            </a:endParaRPr>
          </a:p>
        </p:txBody>
      </p:sp>
      <p:sp>
        <p:nvSpPr>
          <p:cNvPr id="2722" name="Google Shape;2722;p143"/>
          <p:cNvSpPr/>
          <p:nvPr/>
        </p:nvSpPr>
        <p:spPr>
          <a:xfrm>
            <a:off x="6135478" y="4035935"/>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Build Pipelines</a:t>
            </a:r>
            <a:endParaRPr sz="900">
              <a:solidFill>
                <a:schemeClr val="dk1"/>
              </a:solidFill>
            </a:endParaRPr>
          </a:p>
        </p:txBody>
      </p:sp>
      <p:sp>
        <p:nvSpPr>
          <p:cNvPr id="2723" name="Google Shape;2723;p143"/>
          <p:cNvSpPr/>
          <p:nvPr/>
        </p:nvSpPr>
        <p:spPr>
          <a:xfrm>
            <a:off x="6135478" y="4384688"/>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Deployment Integration</a:t>
            </a:r>
            <a:endParaRPr sz="900">
              <a:solidFill>
                <a:schemeClr val="dk1"/>
              </a:solidFill>
            </a:endParaRPr>
          </a:p>
        </p:txBody>
      </p:sp>
      <p:sp>
        <p:nvSpPr>
          <p:cNvPr id="2724" name="Google Shape;2724;p143"/>
          <p:cNvSpPr/>
          <p:nvPr/>
        </p:nvSpPr>
        <p:spPr>
          <a:xfrm>
            <a:off x="6135478" y="4733446"/>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Image Ingestion</a:t>
            </a:r>
            <a:endParaRPr sz="900">
              <a:solidFill>
                <a:schemeClr val="dk1"/>
              </a:solidFill>
            </a:endParaRPr>
          </a:p>
        </p:txBody>
      </p:sp>
      <p:sp>
        <p:nvSpPr>
          <p:cNvPr id="2725" name="Google Shape;2725;p143"/>
          <p:cNvSpPr/>
          <p:nvPr/>
        </p:nvSpPr>
        <p:spPr>
          <a:xfrm>
            <a:off x="7441962" y="3344749"/>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Chargebacks</a:t>
            </a:r>
            <a:endParaRPr sz="900">
              <a:solidFill>
                <a:schemeClr val="dk1"/>
              </a:solidFill>
            </a:endParaRPr>
          </a:p>
        </p:txBody>
      </p:sp>
      <p:sp>
        <p:nvSpPr>
          <p:cNvPr id="2726" name="Google Shape;2726;p143"/>
          <p:cNvSpPr/>
          <p:nvPr/>
        </p:nvSpPr>
        <p:spPr>
          <a:xfrm>
            <a:off x="7441962" y="3686001"/>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Resiliency Validation</a:t>
            </a:r>
            <a:endParaRPr sz="900">
              <a:solidFill>
                <a:schemeClr val="dk1"/>
              </a:solidFill>
            </a:endParaRPr>
          </a:p>
        </p:txBody>
      </p:sp>
      <p:sp>
        <p:nvSpPr>
          <p:cNvPr id="2727" name="Google Shape;2727;p143"/>
          <p:cNvSpPr/>
          <p:nvPr/>
        </p:nvSpPr>
        <p:spPr>
          <a:xfrm>
            <a:off x="7441962" y="4027270"/>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0" lIns="121900" spcFirstLastPara="1" rIns="121900" wrap="square" tIns="0">
            <a:noAutofit/>
          </a:bodyPr>
          <a:lstStyle/>
          <a:p>
            <a:pPr indent="0" lvl="0" marL="0" marR="0" rtl="0" algn="ctr">
              <a:lnSpc>
                <a:spcPct val="100000"/>
              </a:lnSpc>
              <a:spcBef>
                <a:spcPts val="0"/>
              </a:spcBef>
              <a:spcAft>
                <a:spcPts val="0"/>
              </a:spcAft>
              <a:buNone/>
            </a:pPr>
            <a:r>
              <a:rPr lang="en" sz="900">
                <a:solidFill>
                  <a:schemeClr val="dk1"/>
                </a:solidFill>
              </a:rPr>
              <a:t>Disaster Recovery / Active Failover</a:t>
            </a:r>
            <a:endParaRPr sz="900">
              <a:solidFill>
                <a:schemeClr val="dk1"/>
              </a:solidFill>
            </a:endParaRPr>
          </a:p>
        </p:txBody>
      </p:sp>
      <p:sp>
        <p:nvSpPr>
          <p:cNvPr id="2728" name="Google Shape;2728;p143"/>
          <p:cNvSpPr/>
          <p:nvPr/>
        </p:nvSpPr>
        <p:spPr>
          <a:xfrm>
            <a:off x="8748736" y="3687573"/>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0" spcFirstLastPara="1" rIns="0" wrap="square" tIns="121900">
            <a:noAutofit/>
          </a:bodyPr>
          <a:lstStyle/>
          <a:p>
            <a:pPr indent="0" lvl="0" marL="0" marR="0" rtl="0" algn="ctr">
              <a:lnSpc>
                <a:spcPct val="100000"/>
              </a:lnSpc>
              <a:spcBef>
                <a:spcPts val="0"/>
              </a:spcBef>
              <a:spcAft>
                <a:spcPts val="0"/>
              </a:spcAft>
              <a:buNone/>
            </a:pPr>
            <a:r>
              <a:rPr lang="en" sz="900">
                <a:solidFill>
                  <a:schemeClr val="dk1"/>
                </a:solidFill>
              </a:rPr>
              <a:t>Application Lifecycle Automation</a:t>
            </a:r>
            <a:endParaRPr sz="900">
              <a:solidFill>
                <a:schemeClr val="dk1"/>
              </a:solidFill>
            </a:endParaRPr>
          </a:p>
        </p:txBody>
      </p:sp>
      <p:sp>
        <p:nvSpPr>
          <p:cNvPr id="2729" name="Google Shape;2729;p143"/>
          <p:cNvSpPr/>
          <p:nvPr/>
        </p:nvSpPr>
        <p:spPr>
          <a:xfrm>
            <a:off x="7441962" y="4378205"/>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Fleet Management</a:t>
            </a:r>
            <a:endParaRPr sz="900">
              <a:solidFill>
                <a:schemeClr val="dk1"/>
              </a:solidFill>
            </a:endParaRPr>
          </a:p>
        </p:txBody>
      </p:sp>
      <p:sp>
        <p:nvSpPr>
          <p:cNvPr id="2730" name="Google Shape;2730;p143"/>
          <p:cNvSpPr/>
          <p:nvPr/>
        </p:nvSpPr>
        <p:spPr>
          <a:xfrm>
            <a:off x="7441962" y="4729137"/>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SRE Patterns</a:t>
            </a:r>
            <a:endParaRPr sz="900">
              <a:solidFill>
                <a:schemeClr val="dk1"/>
              </a:solidFill>
            </a:endParaRPr>
          </a:p>
        </p:txBody>
      </p:sp>
      <p:sp>
        <p:nvSpPr>
          <p:cNvPr id="2731" name="Google Shape;2731;p143"/>
          <p:cNvSpPr/>
          <p:nvPr/>
        </p:nvSpPr>
        <p:spPr>
          <a:xfrm>
            <a:off x="8748736" y="4027233"/>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FinOps</a:t>
            </a:r>
            <a:endParaRPr sz="900">
              <a:solidFill>
                <a:schemeClr val="dk1"/>
              </a:solidFill>
            </a:endParaRPr>
          </a:p>
        </p:txBody>
      </p:sp>
      <p:sp>
        <p:nvSpPr>
          <p:cNvPr id="2732" name="Google Shape;2732;p143"/>
          <p:cNvSpPr/>
          <p:nvPr/>
        </p:nvSpPr>
        <p:spPr>
          <a:xfrm>
            <a:off x="8748736" y="4378165"/>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Zero Trust</a:t>
            </a:r>
            <a:endParaRPr sz="900">
              <a:solidFill>
                <a:schemeClr val="dk1"/>
              </a:solidFill>
            </a:endParaRPr>
          </a:p>
        </p:txBody>
      </p:sp>
      <p:sp>
        <p:nvSpPr>
          <p:cNvPr id="2733" name="Google Shape;2733;p143"/>
          <p:cNvSpPr/>
          <p:nvPr/>
        </p:nvSpPr>
        <p:spPr>
          <a:xfrm>
            <a:off x="8748736" y="4729137"/>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Service Mesh</a:t>
            </a:r>
            <a:endParaRPr sz="900">
              <a:solidFill>
                <a:schemeClr val="dk1"/>
              </a:solidFill>
            </a:endParaRPr>
          </a:p>
        </p:txBody>
      </p:sp>
      <p:sp>
        <p:nvSpPr>
          <p:cNvPr id="2734" name="Google Shape;2734;p143"/>
          <p:cNvSpPr/>
          <p:nvPr/>
        </p:nvSpPr>
        <p:spPr>
          <a:xfrm>
            <a:off x="10064659" y="4027284"/>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Software Bill of Materials</a:t>
            </a:r>
            <a:endParaRPr sz="900">
              <a:solidFill>
                <a:schemeClr val="dk1"/>
              </a:solidFill>
            </a:endParaRPr>
          </a:p>
        </p:txBody>
      </p:sp>
      <p:sp>
        <p:nvSpPr>
          <p:cNvPr id="2735" name="Google Shape;2735;p143"/>
          <p:cNvSpPr/>
          <p:nvPr/>
        </p:nvSpPr>
        <p:spPr>
          <a:xfrm>
            <a:off x="10064659" y="4378219"/>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Custom Policy Enforcement</a:t>
            </a:r>
            <a:endParaRPr sz="900">
              <a:solidFill>
                <a:schemeClr val="dk1"/>
              </a:solidFill>
            </a:endParaRPr>
          </a:p>
        </p:txBody>
      </p:sp>
      <p:sp>
        <p:nvSpPr>
          <p:cNvPr id="2736" name="Google Shape;2736;p143"/>
          <p:cNvSpPr/>
          <p:nvPr/>
        </p:nvSpPr>
        <p:spPr>
          <a:xfrm>
            <a:off x="10064659" y="4729154"/>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Reg. Auditing &amp; Reporting</a:t>
            </a:r>
            <a:endParaRPr sz="900">
              <a:solidFill>
                <a:schemeClr val="dk1"/>
              </a:solidFill>
            </a:endParaRPr>
          </a:p>
        </p:txBody>
      </p:sp>
      <p:cxnSp>
        <p:nvCxnSpPr>
          <p:cNvPr id="2737" name="Google Shape;2737;p143"/>
          <p:cNvCxnSpPr/>
          <p:nvPr/>
        </p:nvCxnSpPr>
        <p:spPr>
          <a:xfrm>
            <a:off x="6074342" y="1740142"/>
            <a:ext cx="2700" cy="3870000"/>
          </a:xfrm>
          <a:prstGeom prst="straightConnector1">
            <a:avLst/>
          </a:prstGeom>
          <a:noFill/>
          <a:ln cap="flat" cmpd="sng" w="28575">
            <a:solidFill>
              <a:schemeClr val="accent1"/>
            </a:solidFill>
            <a:prstDash val="dot"/>
            <a:round/>
            <a:headEnd len="med" w="med" type="none"/>
            <a:tailEnd len="med" w="med" type="none"/>
          </a:ln>
        </p:spPr>
      </p:cxnSp>
      <p:sp>
        <p:nvSpPr>
          <p:cNvPr id="2738" name="Google Shape;2738;p143"/>
          <p:cNvSpPr txBox="1"/>
          <p:nvPr/>
        </p:nvSpPr>
        <p:spPr>
          <a:xfrm>
            <a:off x="5460692" y="1443742"/>
            <a:ext cx="1189200" cy="4155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lang="en" sz="1100"/>
              <a:t>Inflection Point</a:t>
            </a:r>
            <a:endParaRPr sz="1100"/>
          </a:p>
        </p:txBody>
      </p:sp>
      <p:sp>
        <p:nvSpPr>
          <p:cNvPr id="2739" name="Google Shape;2739;p143"/>
          <p:cNvSpPr txBox="1"/>
          <p:nvPr/>
        </p:nvSpPr>
        <p:spPr>
          <a:xfrm>
            <a:off x="4457792" y="1714483"/>
            <a:ext cx="1189200" cy="3693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lang="en" sz="800"/>
              <a:t>Platform Prep</a:t>
            </a:r>
            <a:endParaRPr sz="800"/>
          </a:p>
        </p:txBody>
      </p:sp>
      <p:sp>
        <p:nvSpPr>
          <p:cNvPr id="2740" name="Google Shape;2740;p143"/>
          <p:cNvSpPr txBox="1"/>
          <p:nvPr/>
        </p:nvSpPr>
        <p:spPr>
          <a:xfrm>
            <a:off x="6463592" y="1714483"/>
            <a:ext cx="1377300" cy="3693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lang="en" sz="800"/>
              <a:t>Platform Delivery</a:t>
            </a:r>
            <a:endParaRPr sz="800"/>
          </a:p>
        </p:txBody>
      </p:sp>
      <p:sp>
        <p:nvSpPr>
          <p:cNvPr id="2741" name="Google Shape;2741;p143"/>
          <p:cNvSpPr/>
          <p:nvPr/>
        </p:nvSpPr>
        <p:spPr>
          <a:xfrm>
            <a:off x="809901" y="4378184"/>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dk1"/>
                </a:solidFill>
              </a:rPr>
              <a:t>Compute Provisioning</a:t>
            </a:r>
            <a:endParaRPr sz="900">
              <a:solidFill>
                <a:schemeClr val="dk1"/>
              </a:solidFill>
            </a:endParaRPr>
          </a:p>
        </p:txBody>
      </p:sp>
      <p:cxnSp>
        <p:nvCxnSpPr>
          <p:cNvPr id="2742" name="Google Shape;2742;p143"/>
          <p:cNvCxnSpPr/>
          <p:nvPr/>
        </p:nvCxnSpPr>
        <p:spPr>
          <a:xfrm flipH="1" rot="10800000">
            <a:off x="548892" y="2528183"/>
            <a:ext cx="1200" cy="2852700"/>
          </a:xfrm>
          <a:prstGeom prst="straightConnector1">
            <a:avLst/>
          </a:prstGeom>
          <a:noFill/>
          <a:ln cap="flat" cmpd="sng" w="28575">
            <a:solidFill>
              <a:schemeClr val="accent6"/>
            </a:solidFill>
            <a:prstDash val="solid"/>
            <a:round/>
            <a:headEnd len="med" w="med" type="none"/>
            <a:tailEnd len="med" w="med" type="triangle"/>
          </a:ln>
        </p:spPr>
      </p:cxnSp>
      <p:sp>
        <p:nvSpPr>
          <p:cNvPr id="2743" name="Google Shape;2743;p143"/>
          <p:cNvSpPr/>
          <p:nvPr/>
        </p:nvSpPr>
        <p:spPr>
          <a:xfrm>
            <a:off x="10064659" y="3685117"/>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Platform Bill of Materials</a:t>
            </a:r>
            <a:endParaRPr sz="900">
              <a:solidFill>
                <a:schemeClr val="dk1"/>
              </a:solidFill>
            </a:endParaRPr>
          </a:p>
        </p:txBody>
      </p:sp>
      <p:sp>
        <p:nvSpPr>
          <p:cNvPr id="2744" name="Google Shape;2744;p143"/>
          <p:cNvSpPr/>
          <p:nvPr/>
        </p:nvSpPr>
        <p:spPr>
          <a:xfrm>
            <a:off x="10064659" y="3342950"/>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Automated Governance</a:t>
            </a:r>
            <a:endParaRPr sz="900">
              <a:solidFill>
                <a:schemeClr val="dk1"/>
              </a:solidFill>
            </a:endParaRPr>
          </a:p>
        </p:txBody>
      </p:sp>
      <p:sp>
        <p:nvSpPr>
          <p:cNvPr id="2745" name="Google Shape;2745;p143"/>
          <p:cNvSpPr/>
          <p:nvPr/>
        </p:nvSpPr>
        <p:spPr>
          <a:xfrm>
            <a:off x="4774792" y="6059589"/>
            <a:ext cx="1252500" cy="300900"/>
          </a:xfrm>
          <a:prstGeom prst="roundRect">
            <a:avLst>
              <a:gd fmla="val 16667" name="adj"/>
            </a:avLst>
          </a:prstGeom>
          <a:solidFill>
            <a:srgbClr val="B6D7A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dk1"/>
                </a:solidFill>
              </a:rPr>
              <a:t>Developing</a:t>
            </a:r>
            <a:endParaRPr sz="900">
              <a:solidFill>
                <a:schemeClr val="dk1"/>
              </a:solidFill>
            </a:endParaRPr>
          </a:p>
        </p:txBody>
      </p:sp>
      <p:sp>
        <p:nvSpPr>
          <p:cNvPr id="2746" name="Google Shape;2746;p143"/>
          <p:cNvSpPr/>
          <p:nvPr/>
        </p:nvSpPr>
        <p:spPr>
          <a:xfrm>
            <a:off x="6083792" y="6059603"/>
            <a:ext cx="1252500" cy="300900"/>
          </a:xfrm>
          <a:prstGeom prst="roundRect">
            <a:avLst>
              <a:gd fmla="val 16667" name="adj"/>
            </a:avLst>
          </a:prstGeom>
          <a:solidFill>
            <a:srgbClr val="93C47D"/>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t>Acceptable</a:t>
            </a:r>
            <a:endParaRPr sz="900"/>
          </a:p>
        </p:txBody>
      </p:sp>
      <p:sp>
        <p:nvSpPr>
          <p:cNvPr id="2747" name="Google Shape;2747;p143"/>
          <p:cNvSpPr/>
          <p:nvPr/>
        </p:nvSpPr>
        <p:spPr>
          <a:xfrm>
            <a:off x="7392792" y="6059589"/>
            <a:ext cx="1252500" cy="300900"/>
          </a:xfrm>
          <a:prstGeom prst="roundRect">
            <a:avLst>
              <a:gd fmla="val 16667" name="adj"/>
            </a:avLst>
          </a:prstGeom>
          <a:solidFill>
            <a:srgbClr val="6AA84F"/>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dk1"/>
                </a:solidFill>
              </a:rPr>
              <a:t>Advanced</a:t>
            </a:r>
            <a:endParaRPr sz="900">
              <a:solidFill>
                <a:schemeClr val="dk1"/>
              </a:solidFill>
            </a:endParaRPr>
          </a:p>
        </p:txBody>
      </p:sp>
      <p:sp>
        <p:nvSpPr>
          <p:cNvPr id="2748" name="Google Shape;2748;p143"/>
          <p:cNvSpPr/>
          <p:nvPr/>
        </p:nvSpPr>
        <p:spPr>
          <a:xfrm>
            <a:off x="8715792" y="6059589"/>
            <a:ext cx="1252500" cy="300900"/>
          </a:xfrm>
          <a:prstGeom prst="roundRect">
            <a:avLst>
              <a:gd fmla="val 16667" name="adj"/>
            </a:avLst>
          </a:prstGeom>
          <a:solidFill>
            <a:srgbClr val="38761D"/>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900">
                <a:solidFill>
                  <a:schemeClr val="lt1"/>
                </a:solidFill>
              </a:rPr>
              <a:t>Leading</a:t>
            </a:r>
            <a:endParaRPr sz="900">
              <a:solidFill>
                <a:schemeClr val="lt1"/>
              </a:solidFill>
            </a:endParaRPr>
          </a:p>
        </p:txBody>
      </p:sp>
      <p:sp>
        <p:nvSpPr>
          <p:cNvPr id="2749" name="Google Shape;2749;p143"/>
          <p:cNvSpPr/>
          <p:nvPr/>
        </p:nvSpPr>
        <p:spPr>
          <a:xfrm>
            <a:off x="6135478" y="3693648"/>
            <a:ext cx="1252500" cy="300900"/>
          </a:xfrm>
          <a:prstGeom prst="roundRect">
            <a:avLst>
              <a:gd fmla="val 16667" name="adj"/>
            </a:avLst>
          </a:prstGeom>
          <a:solidFill>
            <a:schemeClr val="lt1"/>
          </a:solidFill>
          <a:ln cap="flat" cmpd="sng" w="9525">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None/>
            </a:pPr>
            <a:r>
              <a:rPr lang="en" sz="900">
                <a:solidFill>
                  <a:schemeClr val="dk1"/>
                </a:solidFill>
              </a:rPr>
              <a:t>Sidecar Integration</a:t>
            </a:r>
            <a:endParaRPr sz="900">
              <a:solidFill>
                <a:schemeClr val="dk1"/>
              </a:solidFill>
            </a:endParaRPr>
          </a:p>
        </p:txBody>
      </p:sp>
      <p:sp>
        <p:nvSpPr>
          <p:cNvPr id="2750" name="Google Shape;2750;p143"/>
          <p:cNvSpPr txBox="1"/>
          <p:nvPr/>
        </p:nvSpPr>
        <p:spPr>
          <a:xfrm>
            <a:off x="1675200" y="6009950"/>
            <a:ext cx="65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Key:</a:t>
            </a:r>
            <a:endParaRPr>
              <a:latin typeface="Red Hat Display"/>
              <a:ea typeface="Red Hat Display"/>
              <a:cs typeface="Red Hat Display"/>
              <a:sym typeface="Red Hat Display"/>
            </a:endParaRPr>
          </a:p>
        </p:txBody>
      </p:sp>
      <p:sp>
        <p:nvSpPr>
          <p:cNvPr id="2751" name="Google Shape;2751;p143"/>
          <p:cNvSpPr txBox="1"/>
          <p:nvPr>
            <p:ph idx="4294967295" type="title"/>
          </p:nvPr>
        </p:nvSpPr>
        <p:spPr>
          <a:xfrm>
            <a:off x="1752600" y="946000"/>
            <a:ext cx="8686800" cy="415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Capability Matrix for Flight Path</a:t>
            </a:r>
            <a:endParaRPr/>
          </a:p>
        </p:txBody>
      </p:sp>
      <p:sp>
        <p:nvSpPr>
          <p:cNvPr id="2752" name="Google Shape;2752;p143"/>
          <p:cNvSpPr txBox="1"/>
          <p:nvPr/>
        </p:nvSpPr>
        <p:spPr>
          <a:xfrm>
            <a:off x="9046075" y="1656300"/>
            <a:ext cx="2232900" cy="72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latin typeface="Red Hat Display"/>
                <a:ea typeface="Red Hat Display"/>
                <a:cs typeface="Red Hat Display"/>
                <a:sym typeface="Red Hat Display"/>
              </a:rPr>
              <a:t>Overall maturity increases up and to the right</a:t>
            </a:r>
            <a:br>
              <a:rPr lang="en" sz="1300">
                <a:latin typeface="Red Hat Display"/>
                <a:ea typeface="Red Hat Display"/>
                <a:cs typeface="Red Hat Display"/>
                <a:sym typeface="Red Hat Display"/>
              </a:rPr>
            </a:br>
            <a:br>
              <a:rPr lang="en" sz="1300">
                <a:latin typeface="Red Hat Display"/>
                <a:ea typeface="Red Hat Display"/>
                <a:cs typeface="Red Hat Display"/>
                <a:sym typeface="Red Hat Display"/>
              </a:rPr>
            </a:br>
            <a:r>
              <a:rPr lang="en" sz="1300">
                <a:latin typeface="Red Hat Display"/>
                <a:ea typeface="Red Hat Display"/>
                <a:cs typeface="Red Hat Display"/>
                <a:sym typeface="Red Hat Display"/>
              </a:rPr>
              <a:t>Copy this slide and use the colour fill key below to generate your map.</a:t>
            </a:r>
            <a:endParaRPr sz="1300">
              <a:latin typeface="Red Hat Display"/>
              <a:ea typeface="Red Hat Display"/>
              <a:cs typeface="Red Hat Display"/>
              <a:sym typeface="Red Hat Display"/>
            </a:endParaRPr>
          </a:p>
        </p:txBody>
      </p:sp>
      <p:sp>
        <p:nvSpPr>
          <p:cNvPr id="2753" name="Google Shape;2753;p143"/>
          <p:cNvSpPr/>
          <p:nvPr/>
        </p:nvSpPr>
        <p:spPr>
          <a:xfrm>
            <a:off x="759750" y="3211200"/>
            <a:ext cx="2664000" cy="22446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cxnSp>
        <p:nvCxnSpPr>
          <p:cNvPr id="2754" name="Google Shape;2754;p143"/>
          <p:cNvCxnSpPr/>
          <p:nvPr/>
        </p:nvCxnSpPr>
        <p:spPr>
          <a:xfrm>
            <a:off x="1005191" y="5583933"/>
            <a:ext cx="10553100" cy="38100"/>
          </a:xfrm>
          <a:prstGeom prst="straightConnector1">
            <a:avLst/>
          </a:prstGeom>
          <a:noFill/>
          <a:ln cap="flat" cmpd="sng" w="28575">
            <a:solidFill>
              <a:schemeClr val="accent6"/>
            </a:solidFill>
            <a:prstDash val="solid"/>
            <a:round/>
            <a:headEnd len="med" w="med" type="none"/>
            <a:tailEnd len="med" w="med" type="triangle"/>
          </a:ln>
        </p:spPr>
      </p:cxnSp>
      <p:sp>
        <p:nvSpPr>
          <p:cNvPr id="2755" name="Google Shape;2755;p143"/>
          <p:cNvSpPr txBox="1"/>
          <p:nvPr/>
        </p:nvSpPr>
        <p:spPr>
          <a:xfrm>
            <a:off x="678715" y="2795430"/>
            <a:ext cx="21273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2"/>
                </a:solidFill>
                <a:latin typeface="Red Hat Display Medium"/>
                <a:ea typeface="Red Hat Display Medium"/>
                <a:cs typeface="Red Hat Display Medium"/>
                <a:sym typeface="Red Hat Display Medium"/>
              </a:rPr>
              <a:t>RH-ISAM</a:t>
            </a:r>
            <a:endParaRPr sz="1800">
              <a:solidFill>
                <a:schemeClr val="accent2"/>
              </a:solidFill>
              <a:latin typeface="Red Hat Display Medium"/>
              <a:ea typeface="Red Hat Display Medium"/>
              <a:cs typeface="Red Hat Display Medium"/>
              <a:sym typeface="Red Hat Display Medium"/>
            </a:endParaRPr>
          </a:p>
        </p:txBody>
      </p:sp>
      <p:sp>
        <p:nvSpPr>
          <p:cNvPr id="2756" name="Google Shape;2756;p143"/>
          <p:cNvSpPr txBox="1"/>
          <p:nvPr>
            <p:ph idx="2" type="subTitle"/>
          </p:nvPr>
        </p:nvSpPr>
        <p:spPr>
          <a:xfrm>
            <a:off x="885050" y="6169550"/>
            <a:ext cx="6451200" cy="559800"/>
          </a:xfrm>
          <a:prstGeom prst="rect">
            <a:avLst/>
          </a:prstGeom>
        </p:spPr>
        <p:txBody>
          <a:bodyPr anchorCtr="0" anchor="b" bIns="0" lIns="0" spcFirstLastPara="1" rIns="0" wrap="square" tIns="0">
            <a:noAutofit/>
          </a:bodyPr>
          <a:lstStyle/>
          <a:p>
            <a:pPr indent="0" lvl="0" marL="0" rtl="0" algn="l">
              <a:lnSpc>
                <a:spcPct val="100000"/>
              </a:lnSpc>
              <a:spcBef>
                <a:spcPts val="0"/>
              </a:spcBef>
              <a:spcAft>
                <a:spcPts val="0"/>
              </a:spcAft>
              <a:buNone/>
            </a:pPr>
            <a:r>
              <a:rPr lang="en"/>
              <a:t>Adapted From: Flight Path End to End by Adam Seeley and Bob Mader</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0" name="Shape 2760"/>
        <p:cNvGrpSpPr/>
        <p:nvPr/>
      </p:nvGrpSpPr>
      <p:grpSpPr>
        <a:xfrm>
          <a:off x="0" y="0"/>
          <a:ext cx="0" cy="0"/>
          <a:chOff x="0" y="0"/>
          <a:chExt cx="0" cy="0"/>
        </a:xfrm>
      </p:grpSpPr>
      <p:sp>
        <p:nvSpPr>
          <p:cNvPr id="2761" name="Google Shape;2761;p144"/>
          <p:cNvSpPr/>
          <p:nvPr/>
        </p:nvSpPr>
        <p:spPr>
          <a:xfrm>
            <a:off x="632425" y="1870900"/>
            <a:ext cx="3120600" cy="37983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cxnSp>
        <p:nvCxnSpPr>
          <p:cNvPr id="2762" name="Google Shape;2762;p144"/>
          <p:cNvCxnSpPr>
            <a:endCxn id="2763" idx="0"/>
          </p:cNvCxnSpPr>
          <p:nvPr/>
        </p:nvCxnSpPr>
        <p:spPr>
          <a:xfrm rot="10800000">
            <a:off x="7469878" y="4766794"/>
            <a:ext cx="1131000" cy="471900"/>
          </a:xfrm>
          <a:prstGeom prst="curvedConnector4">
            <a:avLst>
              <a:gd fmla="val 12513" name="adj1"/>
              <a:gd fmla="val 150461" name="adj2"/>
            </a:avLst>
          </a:prstGeom>
          <a:noFill/>
          <a:ln cap="flat" cmpd="sng" w="19050">
            <a:solidFill>
              <a:srgbClr val="EC0000"/>
            </a:solidFill>
            <a:prstDash val="dash"/>
            <a:round/>
            <a:headEnd len="med" w="med" type="none"/>
            <a:tailEnd len="med" w="med" type="triangle"/>
          </a:ln>
        </p:spPr>
      </p:cxnSp>
      <p:cxnSp>
        <p:nvCxnSpPr>
          <p:cNvPr id="2764" name="Google Shape;2764;p144"/>
          <p:cNvCxnSpPr>
            <a:endCxn id="2763" idx="0"/>
          </p:cNvCxnSpPr>
          <p:nvPr/>
        </p:nvCxnSpPr>
        <p:spPr>
          <a:xfrm rot="10800000">
            <a:off x="7469878" y="4766794"/>
            <a:ext cx="1817100" cy="500400"/>
          </a:xfrm>
          <a:prstGeom prst="curvedConnector4">
            <a:avLst>
              <a:gd fmla="val 26667" name="adj1"/>
              <a:gd fmla="val 147587" name="adj2"/>
            </a:avLst>
          </a:prstGeom>
          <a:noFill/>
          <a:ln cap="flat" cmpd="sng" w="19050">
            <a:solidFill>
              <a:srgbClr val="EC0000"/>
            </a:solidFill>
            <a:prstDash val="dash"/>
            <a:round/>
            <a:headEnd len="med" w="med" type="none"/>
            <a:tailEnd len="med" w="med" type="triangle"/>
          </a:ln>
        </p:spPr>
      </p:cxnSp>
      <p:sp>
        <p:nvSpPr>
          <p:cNvPr id="2765" name="Google Shape;2765;p14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766" name="Google Shape;2766;p144"/>
          <p:cNvSpPr txBox="1"/>
          <p:nvPr>
            <p:ph idx="4294967295"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Cloud Native Adoption ROI</a:t>
            </a:r>
            <a:endParaRPr/>
          </a:p>
          <a:p>
            <a:pPr indent="0" lvl="0" marL="0" rtl="0" algn="ctr">
              <a:spcBef>
                <a:spcPts val="0"/>
              </a:spcBef>
              <a:spcAft>
                <a:spcPts val="0"/>
              </a:spcAft>
              <a:buNone/>
            </a:pPr>
            <a:r>
              <a:rPr lang="en" sz="1500"/>
              <a:t>Entering at the wrong point in the continuum == failure</a:t>
            </a:r>
            <a:endParaRPr sz="1500"/>
          </a:p>
        </p:txBody>
      </p:sp>
      <p:sp>
        <p:nvSpPr>
          <p:cNvPr id="2767" name="Google Shape;2767;p14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2768" name="Google Shape;2768;p144"/>
          <p:cNvSpPr txBox="1"/>
          <p:nvPr/>
        </p:nvSpPr>
        <p:spPr>
          <a:xfrm>
            <a:off x="678725" y="1489900"/>
            <a:ext cx="25659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2"/>
                </a:solidFill>
                <a:latin typeface="Red Hat Display Medium"/>
                <a:ea typeface="Red Hat Display Medium"/>
                <a:cs typeface="Red Hat Display Medium"/>
                <a:sym typeface="Red Hat Display Medium"/>
              </a:rPr>
              <a:t>RH-ISAM</a:t>
            </a:r>
            <a:endParaRPr sz="1800">
              <a:solidFill>
                <a:schemeClr val="accent2"/>
              </a:solidFill>
              <a:latin typeface="Red Hat Display Medium"/>
              <a:ea typeface="Red Hat Display Medium"/>
              <a:cs typeface="Red Hat Display Medium"/>
              <a:sym typeface="Red Hat Display Medium"/>
            </a:endParaRPr>
          </a:p>
        </p:txBody>
      </p:sp>
      <p:sp>
        <p:nvSpPr>
          <p:cNvPr id="2769" name="Google Shape;2769;p144"/>
          <p:cNvSpPr/>
          <p:nvPr/>
        </p:nvSpPr>
        <p:spPr>
          <a:xfrm>
            <a:off x="8682113" y="5589225"/>
            <a:ext cx="899400" cy="264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70" name="Google Shape;2770;p144"/>
          <p:cNvSpPr/>
          <p:nvPr/>
        </p:nvSpPr>
        <p:spPr>
          <a:xfrm>
            <a:off x="8201625" y="5500791"/>
            <a:ext cx="1018200" cy="31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71" name="Google Shape;2771;p144"/>
          <p:cNvSpPr/>
          <p:nvPr/>
        </p:nvSpPr>
        <p:spPr>
          <a:xfrm>
            <a:off x="6050906" y="5516944"/>
            <a:ext cx="1018200" cy="31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72" name="Google Shape;2772;p144"/>
          <p:cNvSpPr/>
          <p:nvPr/>
        </p:nvSpPr>
        <p:spPr>
          <a:xfrm>
            <a:off x="8201625" y="5516944"/>
            <a:ext cx="1018200" cy="31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73" name="Google Shape;2773;p144"/>
          <p:cNvSpPr/>
          <p:nvPr/>
        </p:nvSpPr>
        <p:spPr>
          <a:xfrm>
            <a:off x="5147081" y="5516944"/>
            <a:ext cx="1018200" cy="31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aphicFrame>
        <p:nvGraphicFramePr>
          <p:cNvPr id="2774" name="Google Shape;2774;p144"/>
          <p:cNvGraphicFramePr/>
          <p:nvPr/>
        </p:nvGraphicFramePr>
        <p:xfrm>
          <a:off x="763728" y="5186994"/>
          <a:ext cx="3000000" cy="3000000"/>
        </p:xfrm>
        <a:graphic>
          <a:graphicData uri="http://schemas.openxmlformats.org/drawingml/2006/table">
            <a:tbl>
              <a:tblPr>
                <a:noFill/>
                <a:tableStyleId>{A5FF7F8D-138B-4539-A690-A636E2218571}</a:tableStyleId>
              </a:tblPr>
              <a:tblGrid>
                <a:gridCol w="1242325"/>
                <a:gridCol w="1337575"/>
                <a:gridCol w="1337575"/>
                <a:gridCol w="1337575"/>
                <a:gridCol w="1337575"/>
                <a:gridCol w="1337575"/>
                <a:gridCol w="1337575"/>
                <a:gridCol w="1309000"/>
              </a:tblGrid>
              <a:tr h="415500">
                <a:tc>
                  <a:txBody>
                    <a:bodyPr/>
                    <a:lstStyle/>
                    <a:p>
                      <a:pPr indent="0" lvl="0" marL="0" marR="0" rtl="0" algn="ctr">
                        <a:lnSpc>
                          <a:spcPct val="100000"/>
                        </a:lnSpc>
                        <a:spcBef>
                          <a:spcPts val="0"/>
                        </a:spcBef>
                        <a:spcAft>
                          <a:spcPts val="0"/>
                        </a:spcAft>
                        <a:buNone/>
                      </a:pPr>
                      <a:r>
                        <a:rPr b="1" lang="en" sz="900">
                          <a:latin typeface="Red Hat Text"/>
                          <a:ea typeface="Red Hat Text"/>
                          <a:cs typeface="Red Hat Text"/>
                          <a:sym typeface="Red Hat Text"/>
                        </a:rPr>
                        <a:t>Entry Automation</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ctr">
                        <a:lnSpc>
                          <a:spcPct val="100000"/>
                        </a:lnSpc>
                        <a:spcBef>
                          <a:spcPts val="0"/>
                        </a:spcBef>
                        <a:spcAft>
                          <a:spcPts val="0"/>
                        </a:spcAft>
                        <a:buNone/>
                      </a:pPr>
                      <a:r>
                        <a:rPr b="1" lang="en" sz="900">
                          <a:latin typeface="Red Hat Text"/>
                          <a:ea typeface="Red Hat Text"/>
                          <a:cs typeface="Red Hat Text"/>
                          <a:sym typeface="Red Hat Text"/>
                        </a:rPr>
                        <a:t>Infra automation</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900">
                          <a:solidFill>
                            <a:srgbClr val="FFFFFF"/>
                          </a:solidFill>
                          <a:latin typeface="Red Hat Text"/>
                          <a:ea typeface="Red Hat Text"/>
                          <a:cs typeface="Red Hat Text"/>
                          <a:sym typeface="Red Hat Text"/>
                        </a:rPr>
                        <a:t>Container Development</a:t>
                      </a:r>
                      <a:endParaRPr b="1" sz="900">
                        <a:solidFill>
                          <a:srgbClr val="FFFFFF"/>
                        </a:solidFill>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E0000"/>
                    </a:solidFill>
                  </a:tcPr>
                </a:tc>
                <a:tc>
                  <a:txBody>
                    <a:bodyPr/>
                    <a:lstStyle/>
                    <a:p>
                      <a:pPr indent="0" lvl="0" marL="0" rtl="0" algn="ctr">
                        <a:spcBef>
                          <a:spcPts val="0"/>
                        </a:spcBef>
                        <a:spcAft>
                          <a:spcPts val="0"/>
                        </a:spcAft>
                        <a:buNone/>
                      </a:pPr>
                      <a:r>
                        <a:rPr b="1" lang="en" sz="900">
                          <a:solidFill>
                            <a:srgbClr val="FFFFFF"/>
                          </a:solidFill>
                          <a:latin typeface="Red Hat Text"/>
                          <a:ea typeface="Red Hat Text"/>
                          <a:cs typeface="Red Hat Text"/>
                          <a:sym typeface="Red Hat Text"/>
                        </a:rPr>
                        <a:t>Container Platform Essentials</a:t>
                      </a:r>
                      <a:endParaRPr b="1" sz="900">
                        <a:solidFill>
                          <a:srgbClr val="FFFFFF"/>
                        </a:solidFill>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E0000"/>
                    </a:solidFill>
                  </a:tcPr>
                </a:tc>
                <a:tc>
                  <a:txBody>
                    <a:bodyPr/>
                    <a:lstStyle/>
                    <a:p>
                      <a:pPr indent="0" lvl="0" marL="0" rtl="0" algn="ctr">
                        <a:spcBef>
                          <a:spcPts val="0"/>
                        </a:spcBef>
                        <a:spcAft>
                          <a:spcPts val="0"/>
                        </a:spcAft>
                        <a:buNone/>
                      </a:pPr>
                      <a:r>
                        <a:rPr b="1" lang="en" sz="900">
                          <a:solidFill>
                            <a:srgbClr val="FFFFFF"/>
                          </a:solidFill>
                          <a:latin typeface="Red Hat Text"/>
                          <a:ea typeface="Red Hat Text"/>
                          <a:cs typeface="Red Hat Text"/>
                          <a:sym typeface="Red Hat Text"/>
                        </a:rPr>
                        <a:t>Workload Intake Acceleration</a:t>
                      </a:r>
                      <a:endParaRPr b="1" sz="900">
                        <a:solidFill>
                          <a:srgbClr val="FFFFFF"/>
                        </a:solidFill>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E0000"/>
                    </a:solidFill>
                  </a:tcPr>
                </a:tc>
                <a:tc>
                  <a:txBody>
                    <a:bodyPr/>
                    <a:lstStyle/>
                    <a:p>
                      <a:pPr indent="0" lvl="0" marL="0" marR="0" rtl="0" algn="ctr">
                        <a:lnSpc>
                          <a:spcPct val="100000"/>
                        </a:lnSpc>
                        <a:spcBef>
                          <a:spcPts val="0"/>
                        </a:spcBef>
                        <a:spcAft>
                          <a:spcPts val="0"/>
                        </a:spcAft>
                        <a:buNone/>
                      </a:pPr>
                      <a:r>
                        <a:rPr b="1" lang="en" sz="900">
                          <a:latin typeface="Red Hat Text"/>
                          <a:ea typeface="Red Hat Text"/>
                          <a:cs typeface="Red Hat Text"/>
                          <a:sym typeface="Red Hat Text"/>
                        </a:rPr>
                        <a:t>Platform Services</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900">
                          <a:latin typeface="Red Hat Text"/>
                          <a:ea typeface="Red Hat Text"/>
                          <a:cs typeface="Red Hat Text"/>
                          <a:sym typeface="Red Hat Text"/>
                        </a:rPr>
                        <a:t>Advanced Capabilities</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900">
                          <a:latin typeface="Red Hat Text"/>
                          <a:ea typeface="Red Hat Text"/>
                          <a:cs typeface="Red Hat Text"/>
                          <a:sym typeface="Red Hat Text"/>
                        </a:rPr>
                        <a:t>Regulatory Support</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bl>
          </a:graphicData>
        </a:graphic>
      </p:graphicFrame>
      <p:sp>
        <p:nvSpPr>
          <p:cNvPr id="2775" name="Google Shape;2775;p144"/>
          <p:cNvSpPr/>
          <p:nvPr/>
        </p:nvSpPr>
        <p:spPr>
          <a:xfrm>
            <a:off x="763725" y="2107075"/>
            <a:ext cx="10215427" cy="2995564"/>
          </a:xfrm>
          <a:custGeom>
            <a:rect b="b" l="l" r="r" t="t"/>
            <a:pathLst>
              <a:path extrusionOk="0" h="209480" w="560748">
                <a:moveTo>
                  <a:pt x="0" y="209480"/>
                </a:moveTo>
                <a:cubicBezTo>
                  <a:pt x="13100" y="174585"/>
                  <a:pt x="47555" y="3520"/>
                  <a:pt x="78597" y="107"/>
                </a:cubicBezTo>
                <a:cubicBezTo>
                  <a:pt x="109640" y="-3305"/>
                  <a:pt x="105897" y="188895"/>
                  <a:pt x="186255" y="189005"/>
                </a:cubicBezTo>
                <a:cubicBezTo>
                  <a:pt x="266614" y="189115"/>
                  <a:pt x="498333" y="32140"/>
                  <a:pt x="560748" y="767"/>
                </a:cubicBezTo>
              </a:path>
            </a:pathLst>
          </a:custGeom>
          <a:noFill/>
          <a:ln cap="flat" cmpd="sng" w="19050">
            <a:solidFill>
              <a:srgbClr val="002060"/>
            </a:solidFill>
            <a:prstDash val="dash"/>
            <a:round/>
            <a:headEnd len="med" w="med" type="none"/>
            <a:tailEnd len="med" w="med" type="triangle"/>
          </a:ln>
        </p:spPr>
      </p:sp>
      <p:sp>
        <p:nvSpPr>
          <p:cNvPr id="2776" name="Google Shape;2776;p144"/>
          <p:cNvSpPr txBox="1"/>
          <p:nvPr/>
        </p:nvSpPr>
        <p:spPr>
          <a:xfrm rot="-5400000">
            <a:off x="-956963" y="3663862"/>
            <a:ext cx="2565900" cy="284700"/>
          </a:xfrm>
          <a:prstGeom prst="rect">
            <a:avLst/>
          </a:prstGeom>
          <a:noFill/>
          <a:ln>
            <a:noFill/>
          </a:ln>
        </p:spPr>
        <p:txBody>
          <a:bodyPr anchorCtr="0" anchor="t" bIns="34300" lIns="34300" spcFirstLastPara="1" rIns="34300" wrap="square" tIns="34300">
            <a:spAutoFit/>
          </a:bodyPr>
          <a:lstStyle/>
          <a:p>
            <a:pPr indent="0" lvl="0" marL="0" rtl="0" algn="ctr">
              <a:spcBef>
                <a:spcPts val="0"/>
              </a:spcBef>
              <a:spcAft>
                <a:spcPts val="0"/>
              </a:spcAft>
              <a:buNone/>
            </a:pPr>
            <a:r>
              <a:rPr lang="en">
                <a:latin typeface="Red Hat Text"/>
                <a:ea typeface="Red Hat Text"/>
                <a:cs typeface="Red Hat Text"/>
                <a:sym typeface="Red Hat Text"/>
              </a:rPr>
              <a:t>Return on Investment</a:t>
            </a:r>
            <a:endParaRPr sz="1500">
              <a:latin typeface="Red Hat Text"/>
              <a:ea typeface="Red Hat Text"/>
              <a:cs typeface="Red Hat Text"/>
              <a:sym typeface="Red Hat Text"/>
            </a:endParaRPr>
          </a:p>
        </p:txBody>
      </p:sp>
      <p:pic>
        <p:nvPicPr>
          <p:cNvPr id="2763" name="Google Shape;2763;p144"/>
          <p:cNvPicPr preferRelativeResize="0"/>
          <p:nvPr/>
        </p:nvPicPr>
        <p:blipFill>
          <a:blip r:embed="rId3">
            <a:alphaModFix/>
          </a:blip>
          <a:stretch>
            <a:fillRect/>
          </a:stretch>
        </p:blipFill>
        <p:spPr>
          <a:xfrm>
            <a:off x="6621918" y="4766794"/>
            <a:ext cx="1695921" cy="497701"/>
          </a:xfrm>
          <a:prstGeom prst="rect">
            <a:avLst/>
          </a:prstGeom>
          <a:noFill/>
          <a:ln>
            <a:noFill/>
          </a:ln>
        </p:spPr>
      </p:pic>
      <p:sp>
        <p:nvSpPr>
          <p:cNvPr id="2777" name="Google Shape;2777;p144"/>
          <p:cNvSpPr txBox="1"/>
          <p:nvPr/>
        </p:nvSpPr>
        <p:spPr>
          <a:xfrm>
            <a:off x="708613" y="2829156"/>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Server Provisioning</a:t>
            </a:r>
            <a:endParaRPr sz="900">
              <a:solidFill>
                <a:srgbClr val="000000"/>
              </a:solidFill>
              <a:latin typeface="Red Hat Display"/>
              <a:ea typeface="Red Hat Display"/>
              <a:cs typeface="Red Hat Display"/>
              <a:sym typeface="Red Hat Display"/>
            </a:endParaRPr>
          </a:p>
        </p:txBody>
      </p:sp>
      <p:sp>
        <p:nvSpPr>
          <p:cNvPr id="2778" name="Google Shape;2778;p144"/>
          <p:cNvSpPr txBox="1"/>
          <p:nvPr/>
        </p:nvSpPr>
        <p:spPr>
          <a:xfrm>
            <a:off x="961819" y="4142438"/>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In-Place Upgrades</a:t>
            </a:r>
            <a:endParaRPr sz="900">
              <a:solidFill>
                <a:srgbClr val="000000"/>
              </a:solidFill>
              <a:latin typeface="Red Hat Display"/>
              <a:ea typeface="Red Hat Display"/>
              <a:cs typeface="Red Hat Display"/>
              <a:sym typeface="Red Hat Display"/>
            </a:endParaRPr>
          </a:p>
        </p:txBody>
      </p:sp>
      <p:sp>
        <p:nvSpPr>
          <p:cNvPr id="2779" name="Google Shape;2779;p144"/>
          <p:cNvSpPr txBox="1"/>
          <p:nvPr/>
        </p:nvSpPr>
        <p:spPr>
          <a:xfrm>
            <a:off x="2415419" y="2339547"/>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IaC </a:t>
            </a:r>
            <a:endParaRPr sz="900">
              <a:solidFill>
                <a:srgbClr val="000000"/>
              </a:solidFill>
              <a:latin typeface="Red Hat Display"/>
              <a:ea typeface="Red Hat Display"/>
              <a:cs typeface="Red Hat Display"/>
              <a:sym typeface="Red Hat Display"/>
            </a:endParaRPr>
          </a:p>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Builds</a:t>
            </a:r>
            <a:endParaRPr sz="900">
              <a:solidFill>
                <a:srgbClr val="000000"/>
              </a:solidFill>
              <a:latin typeface="Red Hat Display"/>
              <a:ea typeface="Red Hat Display"/>
              <a:cs typeface="Red Hat Display"/>
              <a:sym typeface="Red Hat Display"/>
            </a:endParaRPr>
          </a:p>
        </p:txBody>
      </p:sp>
      <p:sp>
        <p:nvSpPr>
          <p:cNvPr id="2780" name="Google Shape;2780;p144"/>
          <p:cNvSpPr txBox="1"/>
          <p:nvPr/>
        </p:nvSpPr>
        <p:spPr>
          <a:xfrm>
            <a:off x="1069031" y="1954678"/>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Network</a:t>
            </a:r>
            <a:endParaRPr sz="900">
              <a:solidFill>
                <a:srgbClr val="000000"/>
              </a:solidFill>
              <a:latin typeface="Red Hat Display"/>
              <a:ea typeface="Red Hat Display"/>
              <a:cs typeface="Red Hat Display"/>
              <a:sym typeface="Red Hat Display"/>
            </a:endParaRPr>
          </a:p>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Automation</a:t>
            </a:r>
            <a:endParaRPr sz="900">
              <a:solidFill>
                <a:srgbClr val="000000"/>
              </a:solidFill>
              <a:latin typeface="Red Hat Display"/>
              <a:ea typeface="Red Hat Display"/>
              <a:cs typeface="Red Hat Display"/>
              <a:sym typeface="Red Hat Display"/>
            </a:endParaRPr>
          </a:p>
        </p:txBody>
      </p:sp>
      <p:sp>
        <p:nvSpPr>
          <p:cNvPr id="2781" name="Google Shape;2781;p144"/>
          <p:cNvSpPr txBox="1"/>
          <p:nvPr/>
        </p:nvSpPr>
        <p:spPr>
          <a:xfrm>
            <a:off x="2111819" y="3332825"/>
            <a:ext cx="815400" cy="2772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GitOps</a:t>
            </a:r>
            <a:endParaRPr sz="900">
              <a:solidFill>
                <a:srgbClr val="000000"/>
              </a:solidFill>
              <a:latin typeface="Red Hat Display"/>
              <a:ea typeface="Red Hat Display"/>
              <a:cs typeface="Red Hat Display"/>
              <a:sym typeface="Red Hat Display"/>
            </a:endParaRPr>
          </a:p>
        </p:txBody>
      </p:sp>
      <p:sp>
        <p:nvSpPr>
          <p:cNvPr id="2782" name="Google Shape;2782;p144"/>
          <p:cNvSpPr txBox="1"/>
          <p:nvPr/>
        </p:nvSpPr>
        <p:spPr>
          <a:xfrm>
            <a:off x="2539322" y="4249075"/>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Developer</a:t>
            </a:r>
            <a:endParaRPr sz="900">
              <a:solidFill>
                <a:srgbClr val="000000"/>
              </a:solidFill>
              <a:latin typeface="Red Hat Display"/>
              <a:ea typeface="Red Hat Display"/>
              <a:cs typeface="Red Hat Display"/>
              <a:sym typeface="Red Hat Display"/>
            </a:endParaRPr>
          </a:p>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Workstations</a:t>
            </a:r>
            <a:endParaRPr sz="900">
              <a:solidFill>
                <a:srgbClr val="000000"/>
              </a:solidFill>
              <a:latin typeface="Red Hat Display"/>
              <a:ea typeface="Red Hat Display"/>
              <a:cs typeface="Red Hat Display"/>
              <a:sym typeface="Red Hat Display"/>
            </a:endParaRPr>
          </a:p>
        </p:txBody>
      </p:sp>
      <p:sp>
        <p:nvSpPr>
          <p:cNvPr id="2783" name="Google Shape;2783;p144"/>
          <p:cNvSpPr txBox="1"/>
          <p:nvPr/>
        </p:nvSpPr>
        <p:spPr>
          <a:xfrm>
            <a:off x="3859941" y="4186613"/>
            <a:ext cx="815400" cy="5541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Container Dev Environment</a:t>
            </a:r>
            <a:endParaRPr sz="900">
              <a:solidFill>
                <a:srgbClr val="000000"/>
              </a:solidFill>
              <a:latin typeface="Red Hat Display"/>
              <a:ea typeface="Red Hat Display"/>
              <a:cs typeface="Red Hat Display"/>
              <a:sym typeface="Red Hat Display"/>
            </a:endParaRPr>
          </a:p>
        </p:txBody>
      </p:sp>
      <p:sp>
        <p:nvSpPr>
          <p:cNvPr id="2784" name="Google Shape;2784;p144"/>
          <p:cNvSpPr txBox="1"/>
          <p:nvPr/>
        </p:nvSpPr>
        <p:spPr>
          <a:xfrm>
            <a:off x="4867463" y="4132950"/>
            <a:ext cx="815400" cy="2772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OpenShift</a:t>
            </a:r>
            <a:endParaRPr sz="900">
              <a:solidFill>
                <a:srgbClr val="000000"/>
              </a:solidFill>
              <a:latin typeface="Red Hat Display"/>
              <a:ea typeface="Red Hat Display"/>
              <a:cs typeface="Red Hat Display"/>
              <a:sym typeface="Red Hat Display"/>
            </a:endParaRPr>
          </a:p>
        </p:txBody>
      </p:sp>
      <p:sp>
        <p:nvSpPr>
          <p:cNvPr id="2785" name="Google Shape;2785;p144"/>
          <p:cNvSpPr txBox="1"/>
          <p:nvPr/>
        </p:nvSpPr>
        <p:spPr>
          <a:xfrm>
            <a:off x="6171497" y="3478181"/>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CI/CD Scaffolding</a:t>
            </a:r>
            <a:endParaRPr sz="900">
              <a:solidFill>
                <a:srgbClr val="000000"/>
              </a:solidFill>
              <a:latin typeface="Red Hat Display"/>
              <a:ea typeface="Red Hat Display"/>
              <a:cs typeface="Red Hat Display"/>
              <a:sym typeface="Red Hat Display"/>
            </a:endParaRPr>
          </a:p>
        </p:txBody>
      </p:sp>
      <p:sp>
        <p:nvSpPr>
          <p:cNvPr id="2786" name="Google Shape;2786;p144"/>
          <p:cNvSpPr txBox="1"/>
          <p:nvPr/>
        </p:nvSpPr>
        <p:spPr>
          <a:xfrm>
            <a:off x="9525472" y="1909725"/>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Secured Supply Chain</a:t>
            </a:r>
            <a:endParaRPr sz="900">
              <a:solidFill>
                <a:srgbClr val="000000"/>
              </a:solidFill>
              <a:latin typeface="Red Hat Display"/>
              <a:ea typeface="Red Hat Display"/>
              <a:cs typeface="Red Hat Display"/>
              <a:sym typeface="Red Hat Display"/>
            </a:endParaRPr>
          </a:p>
        </p:txBody>
      </p:sp>
      <p:sp>
        <p:nvSpPr>
          <p:cNvPr id="2787" name="Google Shape;2787;p144"/>
          <p:cNvSpPr txBox="1"/>
          <p:nvPr/>
        </p:nvSpPr>
        <p:spPr>
          <a:xfrm>
            <a:off x="7344609" y="3044294"/>
            <a:ext cx="815400" cy="2772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Zero Trust</a:t>
            </a:r>
            <a:endParaRPr sz="900">
              <a:solidFill>
                <a:srgbClr val="000000"/>
              </a:solidFill>
              <a:latin typeface="Red Hat Display"/>
              <a:ea typeface="Red Hat Display"/>
              <a:cs typeface="Red Hat Display"/>
              <a:sym typeface="Red Hat Display"/>
            </a:endParaRPr>
          </a:p>
        </p:txBody>
      </p:sp>
      <p:sp>
        <p:nvSpPr>
          <p:cNvPr id="2788" name="Google Shape;2788;p144"/>
          <p:cNvSpPr txBox="1"/>
          <p:nvPr/>
        </p:nvSpPr>
        <p:spPr>
          <a:xfrm>
            <a:off x="8577919" y="2538656"/>
            <a:ext cx="815400" cy="2772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900">
                <a:solidFill>
                  <a:srgbClr val="000000"/>
                </a:solidFill>
                <a:latin typeface="Red Hat Display"/>
                <a:ea typeface="Red Hat Display"/>
                <a:cs typeface="Red Hat Display"/>
                <a:sym typeface="Red Hat Display"/>
              </a:rPr>
              <a:t>Multi-Cloud</a:t>
            </a:r>
            <a:endParaRPr sz="900">
              <a:solidFill>
                <a:srgbClr val="000000"/>
              </a:solidFill>
              <a:latin typeface="Red Hat Display"/>
              <a:ea typeface="Red Hat Display"/>
              <a:cs typeface="Red Hat Display"/>
              <a:sym typeface="Red Hat Display"/>
            </a:endParaRPr>
          </a:p>
        </p:txBody>
      </p:sp>
      <p:cxnSp>
        <p:nvCxnSpPr>
          <p:cNvPr id="2789" name="Google Shape;2789;p144"/>
          <p:cNvCxnSpPr>
            <a:endCxn id="2763" idx="0"/>
          </p:cNvCxnSpPr>
          <p:nvPr/>
        </p:nvCxnSpPr>
        <p:spPr>
          <a:xfrm flipH="1" rot="10800000">
            <a:off x="6391378" y="4766794"/>
            <a:ext cx="1078500" cy="576600"/>
          </a:xfrm>
          <a:prstGeom prst="curvedConnector4">
            <a:avLst>
              <a:gd fmla="val 10688" name="adj1"/>
              <a:gd fmla="val 141298" name="adj2"/>
            </a:avLst>
          </a:prstGeom>
          <a:noFill/>
          <a:ln cap="flat" cmpd="sng" w="19050">
            <a:solidFill>
              <a:srgbClr val="EC0000"/>
            </a:solidFill>
            <a:prstDash val="dash"/>
            <a:round/>
            <a:headEnd len="med" w="med" type="none"/>
            <a:tailEnd len="med" w="med" type="triangle"/>
          </a:ln>
        </p:spPr>
      </p:cxnSp>
      <p:sp>
        <p:nvSpPr>
          <p:cNvPr id="2790" name="Google Shape;2790;p144"/>
          <p:cNvSpPr txBox="1"/>
          <p:nvPr/>
        </p:nvSpPr>
        <p:spPr>
          <a:xfrm>
            <a:off x="6604059" y="4068938"/>
            <a:ext cx="815400" cy="3849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i="1" lang="en" sz="800">
                <a:solidFill>
                  <a:srgbClr val="EC0000"/>
                </a:solidFill>
                <a:latin typeface="Red Hat Display"/>
                <a:ea typeface="Red Hat Display"/>
                <a:cs typeface="Red Hat Display"/>
                <a:sym typeface="Red Hat Display"/>
              </a:rPr>
              <a:t>Enterprise Pipelines</a:t>
            </a:r>
            <a:endParaRPr b="1" i="1" sz="800">
              <a:solidFill>
                <a:srgbClr val="EC0000"/>
              </a:solidFill>
              <a:latin typeface="Red Hat Display"/>
              <a:ea typeface="Red Hat Display"/>
              <a:cs typeface="Red Hat Display"/>
              <a:sym typeface="Red Hat Display"/>
            </a:endParaRPr>
          </a:p>
        </p:txBody>
      </p:sp>
      <p:sp>
        <p:nvSpPr>
          <p:cNvPr id="2791" name="Google Shape;2791;p144"/>
          <p:cNvSpPr txBox="1"/>
          <p:nvPr/>
        </p:nvSpPr>
        <p:spPr>
          <a:xfrm>
            <a:off x="7587328" y="4031138"/>
            <a:ext cx="815400" cy="3849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i="1" lang="en" sz="800">
                <a:solidFill>
                  <a:srgbClr val="EC0000"/>
                </a:solidFill>
                <a:latin typeface="Red Hat Display"/>
                <a:ea typeface="Red Hat Display"/>
                <a:cs typeface="Red Hat Display"/>
                <a:sym typeface="Red Hat Display"/>
              </a:rPr>
              <a:t>Migration Factories</a:t>
            </a:r>
            <a:endParaRPr b="1" i="1" sz="800">
              <a:solidFill>
                <a:srgbClr val="EC0000"/>
              </a:solidFill>
              <a:latin typeface="Red Hat Display"/>
              <a:ea typeface="Red Hat Display"/>
              <a:cs typeface="Red Hat Display"/>
              <a:sym typeface="Red Hat Display"/>
            </a:endParaRPr>
          </a:p>
        </p:txBody>
      </p:sp>
      <p:sp>
        <p:nvSpPr>
          <p:cNvPr id="2792" name="Google Shape;2792;p144"/>
          <p:cNvSpPr txBox="1"/>
          <p:nvPr/>
        </p:nvSpPr>
        <p:spPr>
          <a:xfrm>
            <a:off x="8611078" y="4145438"/>
            <a:ext cx="815400" cy="3849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i="1" lang="en" sz="800">
                <a:solidFill>
                  <a:srgbClr val="EC0000"/>
                </a:solidFill>
                <a:latin typeface="Red Hat Display"/>
                <a:ea typeface="Red Hat Display"/>
                <a:cs typeface="Red Hat Display"/>
                <a:sym typeface="Red Hat Display"/>
              </a:rPr>
              <a:t>OpenShift + ACM + ACS</a:t>
            </a:r>
            <a:endParaRPr b="1" i="1" sz="800">
              <a:solidFill>
                <a:srgbClr val="EC0000"/>
              </a:solidFill>
              <a:latin typeface="Red Hat Display"/>
              <a:ea typeface="Red Hat Display"/>
              <a:cs typeface="Red Hat Display"/>
              <a:sym typeface="Red Hat Display"/>
            </a:endParaRPr>
          </a:p>
        </p:txBody>
      </p:sp>
      <p:sp>
        <p:nvSpPr>
          <p:cNvPr id="2793" name="Google Shape;2793;p144"/>
          <p:cNvSpPr txBox="1"/>
          <p:nvPr/>
        </p:nvSpPr>
        <p:spPr>
          <a:xfrm>
            <a:off x="4453237" y="6026062"/>
            <a:ext cx="2565900" cy="284700"/>
          </a:xfrm>
          <a:prstGeom prst="rect">
            <a:avLst/>
          </a:prstGeom>
          <a:noFill/>
          <a:ln>
            <a:noFill/>
          </a:ln>
        </p:spPr>
        <p:txBody>
          <a:bodyPr anchorCtr="0" anchor="t" bIns="34300" lIns="34300" spcFirstLastPara="1" rIns="34300" wrap="square" tIns="34300">
            <a:spAutoFit/>
          </a:bodyPr>
          <a:lstStyle/>
          <a:p>
            <a:pPr indent="0" lvl="0" marL="0" rtl="0" algn="ctr">
              <a:spcBef>
                <a:spcPts val="0"/>
              </a:spcBef>
              <a:spcAft>
                <a:spcPts val="0"/>
              </a:spcAft>
              <a:buNone/>
            </a:pPr>
            <a:r>
              <a:rPr lang="en">
                <a:latin typeface="Red Hat Text"/>
                <a:ea typeface="Red Hat Text"/>
                <a:cs typeface="Red Hat Text"/>
                <a:sym typeface="Red Hat Text"/>
              </a:rPr>
              <a:t>Time</a:t>
            </a:r>
            <a:endParaRPr sz="1500">
              <a:latin typeface="Red Hat Text"/>
              <a:ea typeface="Red Hat Text"/>
              <a:cs typeface="Red Hat Text"/>
              <a:sym typeface="Red Hat Text"/>
            </a:endParaRPr>
          </a:p>
        </p:txBody>
      </p:sp>
      <p:cxnSp>
        <p:nvCxnSpPr>
          <p:cNvPr id="2794" name="Google Shape;2794;p144"/>
          <p:cNvCxnSpPr/>
          <p:nvPr/>
        </p:nvCxnSpPr>
        <p:spPr>
          <a:xfrm>
            <a:off x="6019800" y="2085975"/>
            <a:ext cx="0" cy="3524100"/>
          </a:xfrm>
          <a:prstGeom prst="straightConnector1">
            <a:avLst/>
          </a:prstGeom>
          <a:noFill/>
          <a:ln cap="flat" cmpd="sng" w="28575">
            <a:solidFill>
              <a:schemeClr val="accent1"/>
            </a:solidFill>
            <a:prstDash val="dot"/>
            <a:round/>
            <a:headEnd len="med" w="med" type="none"/>
            <a:tailEnd len="med" w="med" type="none"/>
          </a:ln>
        </p:spPr>
      </p:cxnSp>
      <p:cxnSp>
        <p:nvCxnSpPr>
          <p:cNvPr id="2795" name="Google Shape;2795;p144"/>
          <p:cNvCxnSpPr/>
          <p:nvPr/>
        </p:nvCxnSpPr>
        <p:spPr>
          <a:xfrm flipH="1" rot="10800000">
            <a:off x="548892" y="2528183"/>
            <a:ext cx="1200" cy="2852700"/>
          </a:xfrm>
          <a:prstGeom prst="straightConnector1">
            <a:avLst/>
          </a:prstGeom>
          <a:noFill/>
          <a:ln cap="flat" cmpd="sng" w="28575">
            <a:solidFill>
              <a:schemeClr val="accent6"/>
            </a:solidFill>
            <a:prstDash val="solid"/>
            <a:round/>
            <a:headEnd len="med" w="med" type="none"/>
            <a:tailEnd len="med" w="med" type="triangle"/>
          </a:ln>
        </p:spPr>
      </p:cxnSp>
      <p:cxnSp>
        <p:nvCxnSpPr>
          <p:cNvPr id="2796" name="Google Shape;2796;p144"/>
          <p:cNvCxnSpPr/>
          <p:nvPr/>
        </p:nvCxnSpPr>
        <p:spPr>
          <a:xfrm>
            <a:off x="1005191" y="5736333"/>
            <a:ext cx="10553100" cy="38100"/>
          </a:xfrm>
          <a:prstGeom prst="straightConnector1">
            <a:avLst/>
          </a:prstGeom>
          <a:noFill/>
          <a:ln cap="flat" cmpd="sng" w="28575">
            <a:solidFill>
              <a:schemeClr val="accent6"/>
            </a:solidFill>
            <a:prstDash val="solid"/>
            <a:round/>
            <a:headEnd len="med" w="med" type="none"/>
            <a:tailEnd len="med" w="med" type="triangle"/>
          </a:ln>
        </p:spPr>
      </p:cxnSp>
      <p:sp>
        <p:nvSpPr>
          <p:cNvPr id="2797" name="Google Shape;2797;p144"/>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lnSpc>
                <a:spcPct val="100000"/>
              </a:lnSpc>
              <a:spcBef>
                <a:spcPts val="0"/>
              </a:spcBef>
              <a:spcAft>
                <a:spcPts val="0"/>
              </a:spcAft>
              <a:buNone/>
            </a:pPr>
            <a:r>
              <a:rPr lang="en"/>
              <a:t>Adapted From: Flight Path End to End by Adam Seeley and Bob Mader</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1" name="Shape 2801"/>
        <p:cNvGrpSpPr/>
        <p:nvPr/>
      </p:nvGrpSpPr>
      <p:grpSpPr>
        <a:xfrm>
          <a:off x="0" y="0"/>
          <a:ext cx="0" cy="0"/>
          <a:chOff x="0" y="0"/>
          <a:chExt cx="0" cy="0"/>
        </a:xfrm>
      </p:grpSpPr>
      <p:sp>
        <p:nvSpPr>
          <p:cNvPr id="2802" name="Google Shape;2802;p145"/>
          <p:cNvSpPr/>
          <p:nvPr/>
        </p:nvSpPr>
        <p:spPr>
          <a:xfrm>
            <a:off x="3827425" y="2107075"/>
            <a:ext cx="7114990" cy="2803244"/>
          </a:xfrm>
          <a:custGeom>
            <a:rect b="b" l="l" r="r" t="t"/>
            <a:pathLst>
              <a:path extrusionOk="0" h="4854103" w="12008422">
                <a:moveTo>
                  <a:pt x="0" y="4854103"/>
                </a:moveTo>
                <a:cubicBezTo>
                  <a:pt x="453957" y="2624037"/>
                  <a:pt x="1521371" y="404013"/>
                  <a:pt x="2598524" y="243192"/>
                </a:cubicBezTo>
                <a:cubicBezTo>
                  <a:pt x="3675677" y="82371"/>
                  <a:pt x="5351333" y="3670052"/>
                  <a:pt x="6462916" y="3889176"/>
                </a:cubicBezTo>
                <a:cubicBezTo>
                  <a:pt x="7574499" y="4108300"/>
                  <a:pt x="8330495" y="2180734"/>
                  <a:pt x="9268022" y="1557938"/>
                </a:cubicBezTo>
                <a:cubicBezTo>
                  <a:pt x="10205549" y="935142"/>
                  <a:pt x="11657900" y="305376"/>
                  <a:pt x="12008422" y="0"/>
                </a:cubicBezTo>
              </a:path>
            </a:pathLst>
          </a:custGeom>
          <a:noFill/>
          <a:ln cap="flat" cmpd="sng" w="19050">
            <a:solidFill>
              <a:srgbClr val="000099"/>
            </a:solidFill>
            <a:prstDash val="dash"/>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803" name="Google Shape;2803;p145"/>
          <p:cNvSpPr/>
          <p:nvPr/>
        </p:nvSpPr>
        <p:spPr>
          <a:xfrm>
            <a:off x="632425" y="1870900"/>
            <a:ext cx="3120600" cy="37983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2804" name="Google Shape;2804;p14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805" name="Google Shape;2805;p145"/>
          <p:cNvSpPr txBox="1"/>
          <p:nvPr>
            <p:ph idx="4294967295"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Combining Flight Path with the Curve</a:t>
            </a:r>
            <a:endParaRPr/>
          </a:p>
          <a:p>
            <a:pPr indent="0" lvl="0" marL="0" rtl="0" algn="ctr">
              <a:spcBef>
                <a:spcPts val="0"/>
              </a:spcBef>
              <a:spcAft>
                <a:spcPts val="0"/>
              </a:spcAft>
              <a:buNone/>
            </a:pPr>
            <a:r>
              <a:rPr lang="en" sz="1300"/>
              <a:t>Build-up of RHEL, Ansible and OpenShift platform capabilities that are used to accelerate application adoption.</a:t>
            </a:r>
            <a:endParaRPr sz="1300"/>
          </a:p>
        </p:txBody>
      </p:sp>
      <p:sp>
        <p:nvSpPr>
          <p:cNvPr id="2806" name="Google Shape;2806;p14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2807" name="Google Shape;2807;p145"/>
          <p:cNvSpPr txBox="1"/>
          <p:nvPr/>
        </p:nvSpPr>
        <p:spPr>
          <a:xfrm>
            <a:off x="678725" y="1489900"/>
            <a:ext cx="25659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2"/>
                </a:solidFill>
                <a:latin typeface="Red Hat Display Medium"/>
                <a:ea typeface="Red Hat Display Medium"/>
                <a:cs typeface="Red Hat Display Medium"/>
                <a:sym typeface="Red Hat Display Medium"/>
              </a:rPr>
              <a:t>RH-ISAM</a:t>
            </a:r>
            <a:endParaRPr sz="1800">
              <a:solidFill>
                <a:schemeClr val="accent2"/>
              </a:solidFill>
              <a:latin typeface="Red Hat Display Medium"/>
              <a:ea typeface="Red Hat Display Medium"/>
              <a:cs typeface="Red Hat Display Medium"/>
              <a:sym typeface="Red Hat Display Medium"/>
            </a:endParaRPr>
          </a:p>
        </p:txBody>
      </p:sp>
      <p:sp>
        <p:nvSpPr>
          <p:cNvPr id="2808" name="Google Shape;2808;p145"/>
          <p:cNvSpPr/>
          <p:nvPr/>
        </p:nvSpPr>
        <p:spPr>
          <a:xfrm>
            <a:off x="8682113" y="5589225"/>
            <a:ext cx="899400" cy="264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09" name="Google Shape;2809;p145"/>
          <p:cNvSpPr/>
          <p:nvPr/>
        </p:nvSpPr>
        <p:spPr>
          <a:xfrm>
            <a:off x="8201625" y="5500791"/>
            <a:ext cx="1018200" cy="31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10" name="Google Shape;2810;p145"/>
          <p:cNvSpPr/>
          <p:nvPr/>
        </p:nvSpPr>
        <p:spPr>
          <a:xfrm>
            <a:off x="6050906" y="5516944"/>
            <a:ext cx="1018200" cy="31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11" name="Google Shape;2811;p145"/>
          <p:cNvSpPr/>
          <p:nvPr/>
        </p:nvSpPr>
        <p:spPr>
          <a:xfrm>
            <a:off x="8201625" y="5516944"/>
            <a:ext cx="1018200" cy="31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12" name="Google Shape;2812;p145"/>
          <p:cNvSpPr/>
          <p:nvPr/>
        </p:nvSpPr>
        <p:spPr>
          <a:xfrm>
            <a:off x="5147081" y="5516944"/>
            <a:ext cx="1018200" cy="315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aphicFrame>
        <p:nvGraphicFramePr>
          <p:cNvPr id="2813" name="Google Shape;2813;p145"/>
          <p:cNvGraphicFramePr/>
          <p:nvPr/>
        </p:nvGraphicFramePr>
        <p:xfrm>
          <a:off x="763728" y="5186994"/>
          <a:ext cx="3000000" cy="3000000"/>
        </p:xfrm>
        <a:graphic>
          <a:graphicData uri="http://schemas.openxmlformats.org/drawingml/2006/table">
            <a:tbl>
              <a:tblPr>
                <a:noFill/>
                <a:tableStyleId>{A5FF7F8D-138B-4539-A690-A636E2218571}</a:tableStyleId>
              </a:tblPr>
              <a:tblGrid>
                <a:gridCol w="1242325"/>
                <a:gridCol w="1337575"/>
                <a:gridCol w="1337575"/>
                <a:gridCol w="1337575"/>
                <a:gridCol w="1337575"/>
                <a:gridCol w="1337575"/>
                <a:gridCol w="1337575"/>
                <a:gridCol w="1309000"/>
              </a:tblGrid>
              <a:tr h="415500">
                <a:tc>
                  <a:txBody>
                    <a:bodyPr/>
                    <a:lstStyle/>
                    <a:p>
                      <a:pPr indent="0" lvl="0" marL="0" marR="0" rtl="0" algn="ctr">
                        <a:lnSpc>
                          <a:spcPct val="100000"/>
                        </a:lnSpc>
                        <a:spcBef>
                          <a:spcPts val="0"/>
                        </a:spcBef>
                        <a:spcAft>
                          <a:spcPts val="0"/>
                        </a:spcAft>
                        <a:buNone/>
                      </a:pPr>
                      <a:r>
                        <a:rPr b="1" lang="en" sz="900">
                          <a:latin typeface="Red Hat Text"/>
                          <a:ea typeface="Red Hat Text"/>
                          <a:cs typeface="Red Hat Text"/>
                          <a:sym typeface="Red Hat Text"/>
                        </a:rPr>
                        <a:t>Entry Automation</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ctr">
                        <a:lnSpc>
                          <a:spcPct val="100000"/>
                        </a:lnSpc>
                        <a:spcBef>
                          <a:spcPts val="0"/>
                        </a:spcBef>
                        <a:spcAft>
                          <a:spcPts val="0"/>
                        </a:spcAft>
                        <a:buNone/>
                      </a:pPr>
                      <a:r>
                        <a:rPr b="1" lang="en" sz="900">
                          <a:latin typeface="Red Hat Text"/>
                          <a:ea typeface="Red Hat Text"/>
                          <a:cs typeface="Red Hat Text"/>
                          <a:sym typeface="Red Hat Text"/>
                        </a:rPr>
                        <a:t>Infra automation</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900">
                          <a:solidFill>
                            <a:srgbClr val="FFFFFF"/>
                          </a:solidFill>
                          <a:latin typeface="Red Hat Text"/>
                          <a:ea typeface="Red Hat Text"/>
                          <a:cs typeface="Red Hat Text"/>
                          <a:sym typeface="Red Hat Text"/>
                        </a:rPr>
                        <a:t>Container Development</a:t>
                      </a:r>
                      <a:endParaRPr b="1" sz="900">
                        <a:solidFill>
                          <a:srgbClr val="FFFFFF"/>
                        </a:solidFill>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E0000"/>
                    </a:solidFill>
                  </a:tcPr>
                </a:tc>
                <a:tc>
                  <a:txBody>
                    <a:bodyPr/>
                    <a:lstStyle/>
                    <a:p>
                      <a:pPr indent="0" lvl="0" marL="0" rtl="0" algn="ctr">
                        <a:spcBef>
                          <a:spcPts val="0"/>
                        </a:spcBef>
                        <a:spcAft>
                          <a:spcPts val="0"/>
                        </a:spcAft>
                        <a:buNone/>
                      </a:pPr>
                      <a:r>
                        <a:rPr b="1" lang="en" sz="900">
                          <a:solidFill>
                            <a:srgbClr val="FFFFFF"/>
                          </a:solidFill>
                          <a:latin typeface="Red Hat Text"/>
                          <a:ea typeface="Red Hat Text"/>
                          <a:cs typeface="Red Hat Text"/>
                          <a:sym typeface="Red Hat Text"/>
                        </a:rPr>
                        <a:t>Container Platform Essentials</a:t>
                      </a:r>
                      <a:endParaRPr b="1" sz="900">
                        <a:solidFill>
                          <a:srgbClr val="FFFFFF"/>
                        </a:solidFill>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E0000"/>
                    </a:solidFill>
                  </a:tcPr>
                </a:tc>
                <a:tc>
                  <a:txBody>
                    <a:bodyPr/>
                    <a:lstStyle/>
                    <a:p>
                      <a:pPr indent="0" lvl="0" marL="0" rtl="0" algn="ctr">
                        <a:spcBef>
                          <a:spcPts val="0"/>
                        </a:spcBef>
                        <a:spcAft>
                          <a:spcPts val="0"/>
                        </a:spcAft>
                        <a:buNone/>
                      </a:pPr>
                      <a:r>
                        <a:rPr b="1" lang="en" sz="900">
                          <a:solidFill>
                            <a:srgbClr val="FFFFFF"/>
                          </a:solidFill>
                          <a:latin typeface="Red Hat Text"/>
                          <a:ea typeface="Red Hat Text"/>
                          <a:cs typeface="Red Hat Text"/>
                          <a:sym typeface="Red Hat Text"/>
                        </a:rPr>
                        <a:t>Workload Intake Acceleration</a:t>
                      </a:r>
                      <a:endParaRPr b="1" sz="900">
                        <a:solidFill>
                          <a:srgbClr val="FFFFFF"/>
                        </a:solidFill>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E0000"/>
                    </a:solidFill>
                  </a:tcPr>
                </a:tc>
                <a:tc>
                  <a:txBody>
                    <a:bodyPr/>
                    <a:lstStyle/>
                    <a:p>
                      <a:pPr indent="0" lvl="0" marL="0" marR="0" rtl="0" algn="ctr">
                        <a:lnSpc>
                          <a:spcPct val="100000"/>
                        </a:lnSpc>
                        <a:spcBef>
                          <a:spcPts val="0"/>
                        </a:spcBef>
                        <a:spcAft>
                          <a:spcPts val="0"/>
                        </a:spcAft>
                        <a:buNone/>
                      </a:pPr>
                      <a:r>
                        <a:rPr b="1" lang="en" sz="900">
                          <a:latin typeface="Red Hat Text"/>
                          <a:ea typeface="Red Hat Text"/>
                          <a:cs typeface="Red Hat Text"/>
                          <a:sym typeface="Red Hat Text"/>
                        </a:rPr>
                        <a:t>Platform Services</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900">
                          <a:latin typeface="Red Hat Text"/>
                          <a:ea typeface="Red Hat Text"/>
                          <a:cs typeface="Red Hat Text"/>
                          <a:sym typeface="Red Hat Text"/>
                        </a:rPr>
                        <a:t>Advanced Capabilities</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900">
                          <a:latin typeface="Red Hat Text"/>
                          <a:ea typeface="Red Hat Text"/>
                          <a:cs typeface="Red Hat Text"/>
                          <a:sym typeface="Red Hat Text"/>
                        </a:rPr>
                        <a:t>Regulatory Support</a:t>
                      </a:r>
                      <a:endParaRPr b="1" sz="900">
                        <a:latin typeface="Red Hat Text"/>
                        <a:ea typeface="Red Hat Text"/>
                        <a:cs typeface="Red Hat Text"/>
                        <a:sym typeface="Red Hat Text"/>
                      </a:endParaRPr>
                    </a:p>
                  </a:txBody>
                  <a:tcPr marT="0" marB="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bl>
          </a:graphicData>
        </a:graphic>
      </p:graphicFrame>
      <p:sp>
        <p:nvSpPr>
          <p:cNvPr id="2814" name="Google Shape;2814;p145"/>
          <p:cNvSpPr/>
          <p:nvPr/>
        </p:nvSpPr>
        <p:spPr>
          <a:xfrm>
            <a:off x="763725" y="2107075"/>
            <a:ext cx="10215427" cy="2995564"/>
          </a:xfrm>
          <a:custGeom>
            <a:rect b="b" l="l" r="r" t="t"/>
            <a:pathLst>
              <a:path extrusionOk="0" h="209480" w="560748">
                <a:moveTo>
                  <a:pt x="0" y="209480"/>
                </a:moveTo>
                <a:cubicBezTo>
                  <a:pt x="13100" y="174585"/>
                  <a:pt x="47555" y="3520"/>
                  <a:pt x="78597" y="107"/>
                </a:cubicBezTo>
                <a:cubicBezTo>
                  <a:pt x="109640" y="-3305"/>
                  <a:pt x="105897" y="188895"/>
                  <a:pt x="186255" y="189005"/>
                </a:cubicBezTo>
                <a:cubicBezTo>
                  <a:pt x="266614" y="189115"/>
                  <a:pt x="498333" y="32140"/>
                  <a:pt x="560748" y="767"/>
                </a:cubicBezTo>
              </a:path>
            </a:pathLst>
          </a:custGeom>
          <a:noFill/>
          <a:ln cap="flat" cmpd="sng" w="19050">
            <a:solidFill>
              <a:schemeClr val="accent1"/>
            </a:solidFill>
            <a:prstDash val="dash"/>
            <a:round/>
            <a:headEnd len="med" w="med" type="none"/>
            <a:tailEnd len="med" w="med" type="triangle"/>
          </a:ln>
        </p:spPr>
      </p:sp>
      <p:sp>
        <p:nvSpPr>
          <p:cNvPr id="2815" name="Google Shape;2815;p145"/>
          <p:cNvSpPr txBox="1"/>
          <p:nvPr/>
        </p:nvSpPr>
        <p:spPr>
          <a:xfrm rot="-5400000">
            <a:off x="-956963" y="3663862"/>
            <a:ext cx="2565900" cy="284700"/>
          </a:xfrm>
          <a:prstGeom prst="rect">
            <a:avLst/>
          </a:prstGeom>
          <a:noFill/>
          <a:ln>
            <a:noFill/>
          </a:ln>
        </p:spPr>
        <p:txBody>
          <a:bodyPr anchorCtr="0" anchor="t" bIns="34300" lIns="34300" spcFirstLastPara="1" rIns="34300" wrap="square" tIns="34300">
            <a:spAutoFit/>
          </a:bodyPr>
          <a:lstStyle/>
          <a:p>
            <a:pPr indent="0" lvl="0" marL="0" rtl="0" algn="ctr">
              <a:spcBef>
                <a:spcPts val="0"/>
              </a:spcBef>
              <a:spcAft>
                <a:spcPts val="0"/>
              </a:spcAft>
              <a:buNone/>
            </a:pPr>
            <a:r>
              <a:rPr lang="en">
                <a:latin typeface="Red Hat Text"/>
                <a:ea typeface="Red Hat Text"/>
                <a:cs typeface="Red Hat Text"/>
                <a:sym typeface="Red Hat Text"/>
              </a:rPr>
              <a:t>Return on Investment</a:t>
            </a:r>
            <a:endParaRPr sz="1500">
              <a:latin typeface="Red Hat Text"/>
              <a:ea typeface="Red Hat Text"/>
              <a:cs typeface="Red Hat Text"/>
              <a:sym typeface="Red Hat Text"/>
            </a:endParaRPr>
          </a:p>
        </p:txBody>
      </p:sp>
      <p:sp>
        <p:nvSpPr>
          <p:cNvPr id="2816" name="Google Shape;2816;p145"/>
          <p:cNvSpPr txBox="1"/>
          <p:nvPr/>
        </p:nvSpPr>
        <p:spPr>
          <a:xfrm>
            <a:off x="708613" y="2829156"/>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Server Provisioning</a:t>
            </a:r>
            <a:endParaRPr b="1" sz="900">
              <a:solidFill>
                <a:schemeClr val="accent2"/>
              </a:solidFill>
              <a:latin typeface="Red Hat Display"/>
              <a:ea typeface="Red Hat Display"/>
              <a:cs typeface="Red Hat Display"/>
              <a:sym typeface="Red Hat Display"/>
            </a:endParaRPr>
          </a:p>
        </p:txBody>
      </p:sp>
      <p:sp>
        <p:nvSpPr>
          <p:cNvPr id="2817" name="Google Shape;2817;p145"/>
          <p:cNvSpPr txBox="1"/>
          <p:nvPr/>
        </p:nvSpPr>
        <p:spPr>
          <a:xfrm>
            <a:off x="961819" y="4142438"/>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In-Place Upgrades</a:t>
            </a:r>
            <a:endParaRPr b="1" sz="900">
              <a:solidFill>
                <a:schemeClr val="accent2"/>
              </a:solidFill>
              <a:latin typeface="Red Hat Display"/>
              <a:ea typeface="Red Hat Display"/>
              <a:cs typeface="Red Hat Display"/>
              <a:sym typeface="Red Hat Display"/>
            </a:endParaRPr>
          </a:p>
        </p:txBody>
      </p:sp>
      <p:sp>
        <p:nvSpPr>
          <p:cNvPr id="2818" name="Google Shape;2818;p145"/>
          <p:cNvSpPr txBox="1"/>
          <p:nvPr/>
        </p:nvSpPr>
        <p:spPr>
          <a:xfrm>
            <a:off x="2415419" y="2339547"/>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IaC </a:t>
            </a:r>
            <a:endParaRPr b="1" sz="900">
              <a:solidFill>
                <a:schemeClr val="accent2"/>
              </a:solidFill>
              <a:latin typeface="Red Hat Display"/>
              <a:ea typeface="Red Hat Display"/>
              <a:cs typeface="Red Hat Display"/>
              <a:sym typeface="Red Hat Display"/>
            </a:endParaRPr>
          </a:p>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Builds</a:t>
            </a:r>
            <a:endParaRPr b="1" sz="900">
              <a:solidFill>
                <a:schemeClr val="accent2"/>
              </a:solidFill>
              <a:latin typeface="Red Hat Display"/>
              <a:ea typeface="Red Hat Display"/>
              <a:cs typeface="Red Hat Display"/>
              <a:sym typeface="Red Hat Display"/>
            </a:endParaRPr>
          </a:p>
        </p:txBody>
      </p:sp>
      <p:sp>
        <p:nvSpPr>
          <p:cNvPr id="2819" name="Google Shape;2819;p145"/>
          <p:cNvSpPr txBox="1"/>
          <p:nvPr/>
        </p:nvSpPr>
        <p:spPr>
          <a:xfrm>
            <a:off x="1069031" y="1954678"/>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Network</a:t>
            </a:r>
            <a:endParaRPr b="1" sz="900">
              <a:solidFill>
                <a:schemeClr val="accent2"/>
              </a:solidFill>
              <a:latin typeface="Red Hat Display"/>
              <a:ea typeface="Red Hat Display"/>
              <a:cs typeface="Red Hat Display"/>
              <a:sym typeface="Red Hat Display"/>
            </a:endParaRPr>
          </a:p>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Automation</a:t>
            </a:r>
            <a:endParaRPr b="1" sz="900">
              <a:solidFill>
                <a:schemeClr val="accent2"/>
              </a:solidFill>
              <a:latin typeface="Red Hat Display"/>
              <a:ea typeface="Red Hat Display"/>
              <a:cs typeface="Red Hat Display"/>
              <a:sym typeface="Red Hat Display"/>
            </a:endParaRPr>
          </a:p>
        </p:txBody>
      </p:sp>
      <p:sp>
        <p:nvSpPr>
          <p:cNvPr id="2820" name="Google Shape;2820;p145"/>
          <p:cNvSpPr txBox="1"/>
          <p:nvPr/>
        </p:nvSpPr>
        <p:spPr>
          <a:xfrm>
            <a:off x="2111819" y="3332825"/>
            <a:ext cx="815400" cy="2772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GitOps</a:t>
            </a:r>
            <a:endParaRPr b="1" sz="900">
              <a:solidFill>
                <a:schemeClr val="accent2"/>
              </a:solidFill>
              <a:latin typeface="Red Hat Display"/>
              <a:ea typeface="Red Hat Display"/>
              <a:cs typeface="Red Hat Display"/>
              <a:sym typeface="Red Hat Display"/>
            </a:endParaRPr>
          </a:p>
        </p:txBody>
      </p:sp>
      <p:sp>
        <p:nvSpPr>
          <p:cNvPr id="2821" name="Google Shape;2821;p145"/>
          <p:cNvSpPr txBox="1"/>
          <p:nvPr/>
        </p:nvSpPr>
        <p:spPr>
          <a:xfrm>
            <a:off x="2475375" y="4249075"/>
            <a:ext cx="8793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Developer</a:t>
            </a:r>
            <a:endParaRPr b="1" sz="900">
              <a:solidFill>
                <a:schemeClr val="accent2"/>
              </a:solidFill>
              <a:latin typeface="Red Hat Display"/>
              <a:ea typeface="Red Hat Display"/>
              <a:cs typeface="Red Hat Display"/>
              <a:sym typeface="Red Hat Display"/>
            </a:endParaRPr>
          </a:p>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Workstations</a:t>
            </a:r>
            <a:endParaRPr b="1" sz="900">
              <a:solidFill>
                <a:schemeClr val="accent2"/>
              </a:solidFill>
              <a:latin typeface="Red Hat Display"/>
              <a:ea typeface="Red Hat Display"/>
              <a:cs typeface="Red Hat Display"/>
              <a:sym typeface="Red Hat Display"/>
            </a:endParaRPr>
          </a:p>
        </p:txBody>
      </p:sp>
      <p:sp>
        <p:nvSpPr>
          <p:cNvPr id="2822" name="Google Shape;2822;p145"/>
          <p:cNvSpPr txBox="1"/>
          <p:nvPr/>
        </p:nvSpPr>
        <p:spPr>
          <a:xfrm>
            <a:off x="3859952" y="4186625"/>
            <a:ext cx="9303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Container Dev Environment</a:t>
            </a:r>
            <a:endParaRPr b="1" sz="900">
              <a:solidFill>
                <a:schemeClr val="accent2"/>
              </a:solidFill>
              <a:latin typeface="Red Hat Display"/>
              <a:ea typeface="Red Hat Display"/>
              <a:cs typeface="Red Hat Display"/>
              <a:sym typeface="Red Hat Display"/>
            </a:endParaRPr>
          </a:p>
        </p:txBody>
      </p:sp>
      <p:sp>
        <p:nvSpPr>
          <p:cNvPr id="2823" name="Google Shape;2823;p145"/>
          <p:cNvSpPr txBox="1"/>
          <p:nvPr/>
        </p:nvSpPr>
        <p:spPr>
          <a:xfrm>
            <a:off x="4867463" y="4132950"/>
            <a:ext cx="815400" cy="2772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OpenShift</a:t>
            </a:r>
            <a:endParaRPr b="1" sz="900">
              <a:solidFill>
                <a:schemeClr val="accent2"/>
              </a:solidFill>
              <a:latin typeface="Red Hat Display"/>
              <a:ea typeface="Red Hat Display"/>
              <a:cs typeface="Red Hat Display"/>
              <a:sym typeface="Red Hat Display"/>
            </a:endParaRPr>
          </a:p>
        </p:txBody>
      </p:sp>
      <p:sp>
        <p:nvSpPr>
          <p:cNvPr id="2824" name="Google Shape;2824;p145"/>
          <p:cNvSpPr txBox="1"/>
          <p:nvPr/>
        </p:nvSpPr>
        <p:spPr>
          <a:xfrm>
            <a:off x="6171497" y="3478181"/>
            <a:ext cx="8154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CI/CD Scaffolding</a:t>
            </a:r>
            <a:endParaRPr b="1" sz="900">
              <a:solidFill>
                <a:schemeClr val="accent2"/>
              </a:solidFill>
              <a:latin typeface="Red Hat Display"/>
              <a:ea typeface="Red Hat Display"/>
              <a:cs typeface="Red Hat Display"/>
              <a:sym typeface="Red Hat Display"/>
            </a:endParaRPr>
          </a:p>
        </p:txBody>
      </p:sp>
      <p:sp>
        <p:nvSpPr>
          <p:cNvPr id="2825" name="Google Shape;2825;p145"/>
          <p:cNvSpPr txBox="1"/>
          <p:nvPr/>
        </p:nvSpPr>
        <p:spPr>
          <a:xfrm>
            <a:off x="9322676" y="1909725"/>
            <a:ext cx="1018200" cy="4155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Secured Supply Chain</a:t>
            </a:r>
            <a:endParaRPr b="1" sz="900">
              <a:solidFill>
                <a:schemeClr val="accent2"/>
              </a:solidFill>
              <a:latin typeface="Red Hat Display"/>
              <a:ea typeface="Red Hat Display"/>
              <a:cs typeface="Red Hat Display"/>
              <a:sym typeface="Red Hat Display"/>
            </a:endParaRPr>
          </a:p>
        </p:txBody>
      </p:sp>
      <p:sp>
        <p:nvSpPr>
          <p:cNvPr id="2826" name="Google Shape;2826;p145"/>
          <p:cNvSpPr txBox="1"/>
          <p:nvPr/>
        </p:nvSpPr>
        <p:spPr>
          <a:xfrm>
            <a:off x="7344609" y="3044294"/>
            <a:ext cx="815400" cy="2772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Zero Trust</a:t>
            </a:r>
            <a:endParaRPr b="1" sz="900">
              <a:solidFill>
                <a:schemeClr val="accent2"/>
              </a:solidFill>
              <a:latin typeface="Red Hat Display"/>
              <a:ea typeface="Red Hat Display"/>
              <a:cs typeface="Red Hat Display"/>
              <a:sym typeface="Red Hat Display"/>
            </a:endParaRPr>
          </a:p>
        </p:txBody>
      </p:sp>
      <p:sp>
        <p:nvSpPr>
          <p:cNvPr id="2827" name="Google Shape;2827;p145"/>
          <p:cNvSpPr txBox="1"/>
          <p:nvPr/>
        </p:nvSpPr>
        <p:spPr>
          <a:xfrm>
            <a:off x="8577919" y="2538656"/>
            <a:ext cx="815400" cy="2772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900">
                <a:solidFill>
                  <a:schemeClr val="accent2"/>
                </a:solidFill>
                <a:latin typeface="Red Hat Display"/>
                <a:ea typeface="Red Hat Display"/>
                <a:cs typeface="Red Hat Display"/>
                <a:sym typeface="Red Hat Display"/>
              </a:rPr>
              <a:t>Multi-Cloud</a:t>
            </a:r>
            <a:endParaRPr b="1" sz="900">
              <a:solidFill>
                <a:schemeClr val="accent2"/>
              </a:solidFill>
              <a:latin typeface="Red Hat Display"/>
              <a:ea typeface="Red Hat Display"/>
              <a:cs typeface="Red Hat Display"/>
              <a:sym typeface="Red Hat Display"/>
            </a:endParaRPr>
          </a:p>
        </p:txBody>
      </p:sp>
      <p:sp>
        <p:nvSpPr>
          <p:cNvPr id="2828" name="Google Shape;2828;p145"/>
          <p:cNvSpPr txBox="1"/>
          <p:nvPr/>
        </p:nvSpPr>
        <p:spPr>
          <a:xfrm>
            <a:off x="4453237" y="6026062"/>
            <a:ext cx="2565900" cy="284700"/>
          </a:xfrm>
          <a:prstGeom prst="rect">
            <a:avLst/>
          </a:prstGeom>
          <a:noFill/>
          <a:ln>
            <a:noFill/>
          </a:ln>
        </p:spPr>
        <p:txBody>
          <a:bodyPr anchorCtr="0" anchor="t" bIns="34300" lIns="34300" spcFirstLastPara="1" rIns="34300" wrap="square" tIns="34300">
            <a:spAutoFit/>
          </a:bodyPr>
          <a:lstStyle/>
          <a:p>
            <a:pPr indent="0" lvl="0" marL="0" rtl="0" algn="ctr">
              <a:spcBef>
                <a:spcPts val="0"/>
              </a:spcBef>
              <a:spcAft>
                <a:spcPts val="0"/>
              </a:spcAft>
              <a:buNone/>
            </a:pPr>
            <a:r>
              <a:rPr lang="en">
                <a:latin typeface="Red Hat Text"/>
                <a:ea typeface="Red Hat Text"/>
                <a:cs typeface="Red Hat Text"/>
                <a:sym typeface="Red Hat Text"/>
              </a:rPr>
              <a:t>Time</a:t>
            </a:r>
            <a:endParaRPr sz="1500">
              <a:latin typeface="Red Hat Text"/>
              <a:ea typeface="Red Hat Text"/>
              <a:cs typeface="Red Hat Text"/>
              <a:sym typeface="Red Hat Text"/>
            </a:endParaRPr>
          </a:p>
        </p:txBody>
      </p:sp>
      <p:cxnSp>
        <p:nvCxnSpPr>
          <p:cNvPr id="2829" name="Google Shape;2829;p145"/>
          <p:cNvCxnSpPr/>
          <p:nvPr/>
        </p:nvCxnSpPr>
        <p:spPr>
          <a:xfrm>
            <a:off x="6019800" y="2085975"/>
            <a:ext cx="0" cy="3524100"/>
          </a:xfrm>
          <a:prstGeom prst="straightConnector1">
            <a:avLst/>
          </a:prstGeom>
          <a:noFill/>
          <a:ln cap="flat" cmpd="sng" w="28575">
            <a:solidFill>
              <a:schemeClr val="accent1"/>
            </a:solidFill>
            <a:prstDash val="dot"/>
            <a:round/>
            <a:headEnd len="med" w="med" type="none"/>
            <a:tailEnd len="med" w="med" type="none"/>
          </a:ln>
        </p:spPr>
      </p:cxnSp>
      <p:cxnSp>
        <p:nvCxnSpPr>
          <p:cNvPr id="2830" name="Google Shape;2830;p145"/>
          <p:cNvCxnSpPr/>
          <p:nvPr/>
        </p:nvCxnSpPr>
        <p:spPr>
          <a:xfrm flipH="1" rot="10800000">
            <a:off x="548892" y="2528183"/>
            <a:ext cx="1200" cy="2852700"/>
          </a:xfrm>
          <a:prstGeom prst="straightConnector1">
            <a:avLst/>
          </a:prstGeom>
          <a:noFill/>
          <a:ln cap="flat" cmpd="sng" w="28575">
            <a:solidFill>
              <a:schemeClr val="accent6"/>
            </a:solidFill>
            <a:prstDash val="solid"/>
            <a:round/>
            <a:headEnd len="med" w="med" type="none"/>
            <a:tailEnd len="med" w="med" type="triangle"/>
          </a:ln>
        </p:spPr>
      </p:cxnSp>
      <p:cxnSp>
        <p:nvCxnSpPr>
          <p:cNvPr id="2831" name="Google Shape;2831;p145"/>
          <p:cNvCxnSpPr/>
          <p:nvPr/>
        </p:nvCxnSpPr>
        <p:spPr>
          <a:xfrm>
            <a:off x="1005191" y="5736333"/>
            <a:ext cx="10553100" cy="38100"/>
          </a:xfrm>
          <a:prstGeom prst="straightConnector1">
            <a:avLst/>
          </a:prstGeom>
          <a:noFill/>
          <a:ln cap="flat" cmpd="sng" w="28575">
            <a:solidFill>
              <a:schemeClr val="accent6"/>
            </a:solidFill>
            <a:prstDash val="solid"/>
            <a:round/>
            <a:headEnd len="med" w="med" type="none"/>
            <a:tailEnd len="med" w="med" type="triangle"/>
          </a:ln>
        </p:spPr>
      </p:cxnSp>
      <p:sp>
        <p:nvSpPr>
          <p:cNvPr id="2832" name="Google Shape;2832;p145"/>
          <p:cNvSpPr/>
          <p:nvPr/>
        </p:nvSpPr>
        <p:spPr>
          <a:xfrm>
            <a:off x="944775" y="4480195"/>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833" name="Google Shape;2833;p145"/>
          <p:cNvSpPr/>
          <p:nvPr/>
        </p:nvSpPr>
        <p:spPr>
          <a:xfrm>
            <a:off x="1610620" y="2709938"/>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834" name="Google Shape;2834;p145"/>
          <p:cNvSpPr/>
          <p:nvPr/>
        </p:nvSpPr>
        <p:spPr>
          <a:xfrm>
            <a:off x="1933439" y="2190976"/>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835" name="Google Shape;2835;p145"/>
          <p:cNvSpPr/>
          <p:nvPr/>
        </p:nvSpPr>
        <p:spPr>
          <a:xfrm>
            <a:off x="2475365" y="2450119"/>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836" name="Google Shape;2836;p145"/>
          <p:cNvSpPr/>
          <p:nvPr/>
        </p:nvSpPr>
        <p:spPr>
          <a:xfrm>
            <a:off x="2745632" y="3279680"/>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837" name="Google Shape;2837;p145"/>
          <p:cNvSpPr/>
          <p:nvPr/>
        </p:nvSpPr>
        <p:spPr>
          <a:xfrm>
            <a:off x="3076888" y="4026105"/>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838" name="Google Shape;2838;p145"/>
          <p:cNvSpPr/>
          <p:nvPr/>
        </p:nvSpPr>
        <p:spPr>
          <a:xfrm>
            <a:off x="4053423" y="4774193"/>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839" name="Google Shape;2839;p145"/>
          <p:cNvSpPr/>
          <p:nvPr/>
        </p:nvSpPr>
        <p:spPr>
          <a:xfrm>
            <a:off x="5246457" y="4553887"/>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840" name="Google Shape;2840;p145"/>
          <p:cNvSpPr/>
          <p:nvPr/>
        </p:nvSpPr>
        <p:spPr>
          <a:xfrm>
            <a:off x="6392222" y="4123859"/>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841" name="Google Shape;2841;p145"/>
          <p:cNvSpPr/>
          <p:nvPr/>
        </p:nvSpPr>
        <p:spPr>
          <a:xfrm>
            <a:off x="8108404" y="3379274"/>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842" name="Google Shape;2842;p145"/>
          <p:cNvSpPr/>
          <p:nvPr/>
        </p:nvSpPr>
        <p:spPr>
          <a:xfrm>
            <a:off x="9094217" y="2928769"/>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843" name="Google Shape;2843;p145"/>
          <p:cNvSpPr/>
          <p:nvPr/>
        </p:nvSpPr>
        <p:spPr>
          <a:xfrm>
            <a:off x="10091755" y="2465667"/>
            <a:ext cx="81000" cy="81000"/>
          </a:xfrm>
          <a:prstGeom prst="ellipse">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844" name="Google Shape;2844;p145"/>
          <p:cNvSpPr txBox="1"/>
          <p:nvPr/>
        </p:nvSpPr>
        <p:spPr>
          <a:xfrm>
            <a:off x="2656400" y="4683661"/>
            <a:ext cx="1211100" cy="4080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99"/>
                </a:solidFill>
                <a:latin typeface="Calibri"/>
                <a:ea typeface="Calibri"/>
                <a:cs typeface="Calibri"/>
                <a:sym typeface="Calibri"/>
              </a:rPr>
              <a:t>Configuration Management</a:t>
            </a:r>
            <a:endParaRPr b="0" i="0" sz="1100" u="none" cap="none" strike="noStrike">
              <a:solidFill>
                <a:srgbClr val="000099"/>
              </a:solidFill>
              <a:latin typeface="Arial"/>
              <a:ea typeface="Arial"/>
              <a:cs typeface="Arial"/>
              <a:sym typeface="Arial"/>
            </a:endParaRPr>
          </a:p>
        </p:txBody>
      </p:sp>
      <p:sp>
        <p:nvSpPr>
          <p:cNvPr id="2845" name="Google Shape;2845;p145"/>
          <p:cNvSpPr txBox="1"/>
          <p:nvPr/>
        </p:nvSpPr>
        <p:spPr>
          <a:xfrm>
            <a:off x="4875924" y="2643067"/>
            <a:ext cx="1211100" cy="2385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99"/>
                </a:solidFill>
                <a:latin typeface="Calibri"/>
                <a:ea typeface="Calibri"/>
                <a:cs typeface="Calibri"/>
                <a:sym typeface="Calibri"/>
              </a:rPr>
              <a:t>Security patching</a:t>
            </a:r>
            <a:endParaRPr b="0" i="0" sz="1100" u="none" cap="none" strike="noStrike">
              <a:solidFill>
                <a:srgbClr val="000099"/>
              </a:solidFill>
              <a:latin typeface="Arial"/>
              <a:ea typeface="Arial"/>
              <a:cs typeface="Arial"/>
              <a:sym typeface="Arial"/>
            </a:endParaRPr>
          </a:p>
        </p:txBody>
      </p:sp>
      <p:sp>
        <p:nvSpPr>
          <p:cNvPr id="2846" name="Google Shape;2846;p145"/>
          <p:cNvSpPr txBox="1"/>
          <p:nvPr/>
        </p:nvSpPr>
        <p:spPr>
          <a:xfrm>
            <a:off x="6388873" y="2890138"/>
            <a:ext cx="1211100" cy="2385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99"/>
                </a:solidFill>
                <a:latin typeface="Calibri"/>
                <a:ea typeface="Calibri"/>
                <a:cs typeface="Calibri"/>
                <a:sym typeface="Calibri"/>
              </a:rPr>
              <a:t>Product upgrades</a:t>
            </a:r>
            <a:endParaRPr b="0" i="0" sz="1100" u="none" cap="none" strike="noStrike">
              <a:solidFill>
                <a:srgbClr val="000099"/>
              </a:solidFill>
              <a:latin typeface="Arial"/>
              <a:ea typeface="Arial"/>
              <a:cs typeface="Arial"/>
              <a:sym typeface="Arial"/>
            </a:endParaRPr>
          </a:p>
        </p:txBody>
      </p:sp>
      <p:sp>
        <p:nvSpPr>
          <p:cNvPr id="2847" name="Google Shape;2847;p145"/>
          <p:cNvSpPr txBox="1"/>
          <p:nvPr/>
        </p:nvSpPr>
        <p:spPr>
          <a:xfrm>
            <a:off x="7219858" y="4435501"/>
            <a:ext cx="1360500" cy="4080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99"/>
                </a:solidFill>
                <a:latin typeface="Calibri"/>
                <a:ea typeface="Calibri"/>
                <a:cs typeface="Calibri"/>
                <a:sym typeface="Calibri"/>
              </a:rPr>
              <a:t>Enterprise grade environment</a:t>
            </a:r>
            <a:endParaRPr b="0" i="0" sz="1100" u="none" cap="none" strike="noStrike">
              <a:solidFill>
                <a:srgbClr val="000099"/>
              </a:solidFill>
              <a:latin typeface="Arial"/>
              <a:ea typeface="Arial"/>
              <a:cs typeface="Arial"/>
              <a:sym typeface="Arial"/>
            </a:endParaRPr>
          </a:p>
        </p:txBody>
      </p:sp>
      <p:sp>
        <p:nvSpPr>
          <p:cNvPr id="2848" name="Google Shape;2848;p145"/>
          <p:cNvSpPr txBox="1"/>
          <p:nvPr/>
        </p:nvSpPr>
        <p:spPr>
          <a:xfrm>
            <a:off x="8521576" y="3961217"/>
            <a:ext cx="1211100" cy="4080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99"/>
                </a:solidFill>
                <a:latin typeface="Calibri"/>
                <a:ea typeface="Calibri"/>
                <a:cs typeface="Calibri"/>
                <a:sym typeface="Calibri"/>
              </a:rPr>
              <a:t>Ephemeral environment</a:t>
            </a:r>
            <a:endParaRPr b="0" i="0" sz="1100" u="none" cap="none" strike="noStrike">
              <a:solidFill>
                <a:srgbClr val="000099"/>
              </a:solidFill>
              <a:latin typeface="Arial"/>
              <a:ea typeface="Arial"/>
              <a:cs typeface="Arial"/>
              <a:sym typeface="Arial"/>
            </a:endParaRPr>
          </a:p>
        </p:txBody>
      </p:sp>
      <p:sp>
        <p:nvSpPr>
          <p:cNvPr id="2849" name="Google Shape;2849;p145"/>
          <p:cNvSpPr txBox="1"/>
          <p:nvPr/>
        </p:nvSpPr>
        <p:spPr>
          <a:xfrm>
            <a:off x="9355782" y="3021943"/>
            <a:ext cx="1211100" cy="2385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99"/>
                </a:solidFill>
                <a:latin typeface="Calibri"/>
                <a:ea typeface="Calibri"/>
                <a:cs typeface="Calibri"/>
                <a:sym typeface="Calibri"/>
              </a:rPr>
              <a:t>Dynamic scaling </a:t>
            </a:r>
            <a:endParaRPr b="0" i="0" sz="1100" u="none" cap="none" strike="noStrike">
              <a:solidFill>
                <a:srgbClr val="000099"/>
              </a:solidFill>
              <a:latin typeface="Arial"/>
              <a:ea typeface="Arial"/>
              <a:cs typeface="Arial"/>
              <a:sym typeface="Arial"/>
            </a:endParaRPr>
          </a:p>
        </p:txBody>
      </p:sp>
      <p:sp>
        <p:nvSpPr>
          <p:cNvPr id="2850" name="Google Shape;2850;p145"/>
          <p:cNvSpPr/>
          <p:nvPr/>
        </p:nvSpPr>
        <p:spPr>
          <a:xfrm>
            <a:off x="3791125" y="4881819"/>
            <a:ext cx="1002000" cy="284700"/>
          </a:xfrm>
          <a:prstGeom prst="rect">
            <a:avLst/>
          </a:prstGeom>
          <a:solidFill>
            <a:srgbClr val="00009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Calibri"/>
                <a:ea typeface="Calibri"/>
                <a:cs typeface="Calibri"/>
                <a:sym typeface="Calibri"/>
              </a:rPr>
              <a:t>Configuration</a:t>
            </a:r>
            <a:endParaRPr b="0" i="0" sz="1100" u="none" cap="none" strike="noStrike">
              <a:solidFill>
                <a:srgbClr val="000000"/>
              </a:solidFill>
              <a:latin typeface="Arial"/>
              <a:ea typeface="Arial"/>
              <a:cs typeface="Arial"/>
              <a:sym typeface="Arial"/>
            </a:endParaRPr>
          </a:p>
        </p:txBody>
      </p:sp>
      <p:sp>
        <p:nvSpPr>
          <p:cNvPr id="2851" name="Google Shape;2851;p145"/>
          <p:cNvSpPr/>
          <p:nvPr/>
        </p:nvSpPr>
        <p:spPr>
          <a:xfrm>
            <a:off x="4814709" y="4881819"/>
            <a:ext cx="1002000" cy="284700"/>
          </a:xfrm>
          <a:prstGeom prst="rect">
            <a:avLst/>
          </a:prstGeom>
          <a:solidFill>
            <a:srgbClr val="00009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Calibri"/>
                <a:ea typeface="Calibri"/>
                <a:cs typeface="Calibri"/>
                <a:sym typeface="Calibri"/>
              </a:rPr>
              <a:t>Non-Production</a:t>
            </a:r>
            <a:endParaRPr b="0" i="0" sz="1100" u="none" cap="none" strike="noStrike">
              <a:solidFill>
                <a:srgbClr val="000000"/>
              </a:solidFill>
              <a:latin typeface="Arial"/>
              <a:ea typeface="Arial"/>
              <a:cs typeface="Arial"/>
              <a:sym typeface="Arial"/>
            </a:endParaRPr>
          </a:p>
        </p:txBody>
      </p:sp>
      <p:sp>
        <p:nvSpPr>
          <p:cNvPr id="2852" name="Google Shape;2852;p145"/>
          <p:cNvSpPr/>
          <p:nvPr/>
        </p:nvSpPr>
        <p:spPr>
          <a:xfrm>
            <a:off x="5838292" y="4881819"/>
            <a:ext cx="1002000" cy="284700"/>
          </a:xfrm>
          <a:prstGeom prst="rect">
            <a:avLst/>
          </a:prstGeom>
          <a:solidFill>
            <a:srgbClr val="00009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Calibri"/>
                <a:ea typeface="Calibri"/>
                <a:cs typeface="Calibri"/>
                <a:sym typeface="Calibri"/>
              </a:rPr>
              <a:t>Lifecycle Management</a:t>
            </a:r>
            <a:endParaRPr b="1" i="0" sz="800" u="none" cap="none" strike="noStrike">
              <a:solidFill>
                <a:srgbClr val="FFFFFF"/>
              </a:solidFill>
              <a:latin typeface="Calibri"/>
              <a:ea typeface="Calibri"/>
              <a:cs typeface="Calibri"/>
              <a:sym typeface="Calibri"/>
            </a:endParaRPr>
          </a:p>
        </p:txBody>
      </p:sp>
      <p:sp>
        <p:nvSpPr>
          <p:cNvPr id="2853" name="Google Shape;2853;p145"/>
          <p:cNvSpPr/>
          <p:nvPr/>
        </p:nvSpPr>
        <p:spPr>
          <a:xfrm>
            <a:off x="6861876" y="4881819"/>
            <a:ext cx="1002000" cy="284700"/>
          </a:xfrm>
          <a:prstGeom prst="rect">
            <a:avLst/>
          </a:prstGeom>
          <a:solidFill>
            <a:srgbClr val="00009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Calibri"/>
                <a:ea typeface="Calibri"/>
                <a:cs typeface="Calibri"/>
                <a:sym typeface="Calibri"/>
              </a:rPr>
              <a:t>GitOps</a:t>
            </a:r>
            <a:endParaRPr b="0" i="0" sz="1100" u="none" cap="none" strike="noStrike">
              <a:solidFill>
                <a:srgbClr val="000000"/>
              </a:solidFill>
              <a:latin typeface="Arial"/>
              <a:ea typeface="Arial"/>
              <a:cs typeface="Arial"/>
              <a:sym typeface="Arial"/>
            </a:endParaRPr>
          </a:p>
        </p:txBody>
      </p:sp>
      <p:sp>
        <p:nvSpPr>
          <p:cNvPr id="2854" name="Google Shape;2854;p145"/>
          <p:cNvSpPr/>
          <p:nvPr/>
        </p:nvSpPr>
        <p:spPr>
          <a:xfrm>
            <a:off x="7885460" y="4881819"/>
            <a:ext cx="1002000" cy="284700"/>
          </a:xfrm>
          <a:prstGeom prst="rect">
            <a:avLst/>
          </a:prstGeom>
          <a:solidFill>
            <a:srgbClr val="00009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Calibri"/>
                <a:ea typeface="Calibri"/>
                <a:cs typeface="Calibri"/>
                <a:sym typeface="Calibri"/>
              </a:rPr>
              <a:t>Production Environments</a:t>
            </a:r>
            <a:endParaRPr b="0" i="0" sz="1100" u="none" cap="none" strike="noStrike">
              <a:solidFill>
                <a:srgbClr val="000000"/>
              </a:solidFill>
              <a:latin typeface="Arial"/>
              <a:ea typeface="Arial"/>
              <a:cs typeface="Arial"/>
              <a:sym typeface="Arial"/>
            </a:endParaRPr>
          </a:p>
        </p:txBody>
      </p:sp>
      <p:sp>
        <p:nvSpPr>
          <p:cNvPr id="2855" name="Google Shape;2855;p145"/>
          <p:cNvSpPr/>
          <p:nvPr/>
        </p:nvSpPr>
        <p:spPr>
          <a:xfrm>
            <a:off x="8909043" y="4881819"/>
            <a:ext cx="1002000" cy="284700"/>
          </a:xfrm>
          <a:prstGeom prst="rect">
            <a:avLst/>
          </a:prstGeom>
          <a:solidFill>
            <a:srgbClr val="00009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Calibri"/>
                <a:ea typeface="Calibri"/>
                <a:cs typeface="Calibri"/>
                <a:sym typeface="Calibri"/>
              </a:rPr>
              <a:t>Self Service</a:t>
            </a:r>
            <a:endParaRPr b="0" i="0" sz="1100" u="none" cap="none" strike="noStrike">
              <a:solidFill>
                <a:srgbClr val="000000"/>
              </a:solidFill>
              <a:latin typeface="Arial"/>
              <a:ea typeface="Arial"/>
              <a:cs typeface="Arial"/>
              <a:sym typeface="Arial"/>
            </a:endParaRPr>
          </a:p>
        </p:txBody>
      </p:sp>
      <p:sp>
        <p:nvSpPr>
          <p:cNvPr id="2856" name="Google Shape;2856;p145"/>
          <p:cNvSpPr/>
          <p:nvPr/>
        </p:nvSpPr>
        <p:spPr>
          <a:xfrm>
            <a:off x="9932626" y="4881819"/>
            <a:ext cx="1002000" cy="284700"/>
          </a:xfrm>
          <a:prstGeom prst="rect">
            <a:avLst/>
          </a:prstGeom>
          <a:solidFill>
            <a:srgbClr val="00009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Calibri"/>
                <a:ea typeface="Calibri"/>
                <a:cs typeface="Calibri"/>
                <a:sym typeface="Calibri"/>
              </a:rPr>
              <a:t>Scale</a:t>
            </a:r>
            <a:endParaRPr b="0" i="0" sz="1100" u="none" cap="none" strike="noStrike">
              <a:solidFill>
                <a:srgbClr val="000000"/>
              </a:solidFill>
              <a:latin typeface="Arial"/>
              <a:ea typeface="Arial"/>
              <a:cs typeface="Arial"/>
              <a:sym typeface="Arial"/>
            </a:endParaRPr>
          </a:p>
        </p:txBody>
      </p:sp>
      <p:sp>
        <p:nvSpPr>
          <p:cNvPr id="2857" name="Google Shape;2857;p145"/>
          <p:cNvSpPr txBox="1"/>
          <p:nvPr/>
        </p:nvSpPr>
        <p:spPr>
          <a:xfrm>
            <a:off x="6325941" y="4099964"/>
            <a:ext cx="1211100" cy="4080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99"/>
                </a:solidFill>
                <a:latin typeface="Calibri"/>
                <a:ea typeface="Calibri"/>
                <a:cs typeface="Calibri"/>
                <a:sym typeface="Calibri"/>
              </a:rPr>
              <a:t>Automated deployments</a:t>
            </a:r>
            <a:endParaRPr b="0" i="0" sz="1100" u="none" cap="none" strike="noStrike">
              <a:solidFill>
                <a:srgbClr val="000099"/>
              </a:solidFill>
              <a:latin typeface="Arial"/>
              <a:ea typeface="Arial"/>
              <a:cs typeface="Arial"/>
              <a:sym typeface="Arial"/>
            </a:endParaRPr>
          </a:p>
        </p:txBody>
      </p:sp>
      <p:sp>
        <p:nvSpPr>
          <p:cNvPr id="2858" name="Google Shape;2858;p145"/>
          <p:cNvSpPr/>
          <p:nvPr/>
        </p:nvSpPr>
        <p:spPr>
          <a:xfrm>
            <a:off x="3830631" y="4736954"/>
            <a:ext cx="81000" cy="81000"/>
          </a:xfrm>
          <a:prstGeom prst="ellipse">
            <a:avLst/>
          </a:prstGeom>
          <a:solidFill>
            <a:srgbClr val="000099"/>
          </a:solidFill>
          <a:ln cap="flat" cmpd="sng" w="12700">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859" name="Google Shape;2859;p145"/>
          <p:cNvSpPr txBox="1"/>
          <p:nvPr/>
        </p:nvSpPr>
        <p:spPr>
          <a:xfrm>
            <a:off x="3866724" y="2145521"/>
            <a:ext cx="992400" cy="4080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99"/>
                </a:solidFill>
                <a:latin typeface="Calibri"/>
                <a:ea typeface="Calibri"/>
                <a:cs typeface="Calibri"/>
                <a:sym typeface="Calibri"/>
              </a:rPr>
              <a:t>Prod-like Sandbox</a:t>
            </a:r>
            <a:endParaRPr b="0" i="0" sz="1100" u="none" cap="none" strike="noStrike">
              <a:solidFill>
                <a:srgbClr val="000099"/>
              </a:solidFill>
              <a:latin typeface="Arial"/>
              <a:ea typeface="Arial"/>
              <a:cs typeface="Arial"/>
              <a:sym typeface="Arial"/>
            </a:endParaRPr>
          </a:p>
        </p:txBody>
      </p:sp>
      <p:sp>
        <p:nvSpPr>
          <p:cNvPr id="2860" name="Google Shape;2860;p145"/>
          <p:cNvSpPr/>
          <p:nvPr/>
        </p:nvSpPr>
        <p:spPr>
          <a:xfrm>
            <a:off x="4535481" y="2908154"/>
            <a:ext cx="81000" cy="81000"/>
          </a:xfrm>
          <a:prstGeom prst="ellipse">
            <a:avLst/>
          </a:prstGeom>
          <a:solidFill>
            <a:srgbClr val="000099"/>
          </a:solidFill>
          <a:ln cap="flat" cmpd="sng" w="12700">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861" name="Google Shape;2861;p145"/>
          <p:cNvSpPr/>
          <p:nvPr/>
        </p:nvSpPr>
        <p:spPr>
          <a:xfrm>
            <a:off x="5907081" y="2527154"/>
            <a:ext cx="81000" cy="81000"/>
          </a:xfrm>
          <a:prstGeom prst="ellipse">
            <a:avLst/>
          </a:prstGeom>
          <a:solidFill>
            <a:srgbClr val="000099"/>
          </a:solidFill>
          <a:ln cap="flat" cmpd="sng" w="12700">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862" name="Google Shape;2862;p145"/>
          <p:cNvSpPr/>
          <p:nvPr/>
        </p:nvSpPr>
        <p:spPr>
          <a:xfrm>
            <a:off x="6440481" y="3146279"/>
            <a:ext cx="81000" cy="81000"/>
          </a:xfrm>
          <a:prstGeom prst="ellipse">
            <a:avLst/>
          </a:prstGeom>
          <a:solidFill>
            <a:srgbClr val="000099"/>
          </a:solidFill>
          <a:ln cap="flat" cmpd="sng" w="12700">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863" name="Google Shape;2863;p145"/>
          <p:cNvSpPr/>
          <p:nvPr/>
        </p:nvSpPr>
        <p:spPr>
          <a:xfrm>
            <a:off x="7202481" y="4051154"/>
            <a:ext cx="81000" cy="81000"/>
          </a:xfrm>
          <a:prstGeom prst="ellipse">
            <a:avLst/>
          </a:prstGeom>
          <a:solidFill>
            <a:srgbClr val="000099"/>
          </a:solidFill>
          <a:ln cap="flat" cmpd="sng" w="12700">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864" name="Google Shape;2864;p145"/>
          <p:cNvSpPr/>
          <p:nvPr/>
        </p:nvSpPr>
        <p:spPr>
          <a:xfrm>
            <a:off x="7850181" y="4317854"/>
            <a:ext cx="81000" cy="81000"/>
          </a:xfrm>
          <a:prstGeom prst="ellipse">
            <a:avLst/>
          </a:prstGeom>
          <a:solidFill>
            <a:srgbClr val="000099"/>
          </a:solidFill>
          <a:ln cap="flat" cmpd="sng" w="12700">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865" name="Google Shape;2865;p145"/>
          <p:cNvSpPr/>
          <p:nvPr/>
        </p:nvSpPr>
        <p:spPr>
          <a:xfrm>
            <a:off x="8688381" y="3603479"/>
            <a:ext cx="81000" cy="81000"/>
          </a:xfrm>
          <a:prstGeom prst="ellipse">
            <a:avLst/>
          </a:prstGeom>
          <a:solidFill>
            <a:srgbClr val="000099"/>
          </a:solidFill>
          <a:ln cap="flat" cmpd="sng" w="12700">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866" name="Google Shape;2866;p145"/>
          <p:cNvSpPr/>
          <p:nvPr/>
        </p:nvSpPr>
        <p:spPr>
          <a:xfrm>
            <a:off x="9678981" y="2746229"/>
            <a:ext cx="81000" cy="81000"/>
          </a:xfrm>
          <a:prstGeom prst="ellipse">
            <a:avLst/>
          </a:prstGeom>
          <a:solidFill>
            <a:srgbClr val="000099"/>
          </a:solidFill>
          <a:ln cap="flat" cmpd="sng" w="12700">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867" name="Google Shape;2867;p145"/>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Adapted From: Flight Path End to End by Adam Seeley and Bob Mader</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1" name="Shape 2871"/>
        <p:cNvGrpSpPr/>
        <p:nvPr/>
      </p:nvGrpSpPr>
      <p:grpSpPr>
        <a:xfrm>
          <a:off x="0" y="0"/>
          <a:ext cx="0" cy="0"/>
          <a:chOff x="0" y="0"/>
          <a:chExt cx="0" cy="0"/>
        </a:xfrm>
      </p:grpSpPr>
      <p:sp>
        <p:nvSpPr>
          <p:cNvPr id="2872" name="Google Shape;2872;p146"/>
          <p:cNvSpPr/>
          <p:nvPr/>
        </p:nvSpPr>
        <p:spPr>
          <a:xfrm>
            <a:off x="817800" y="1404375"/>
            <a:ext cx="9914400" cy="4802400"/>
          </a:xfrm>
          <a:prstGeom prst="rect">
            <a:avLst/>
          </a:prstGeom>
          <a:solidFill>
            <a:srgbClr val="F3F3F3"/>
          </a:solidFill>
          <a:ln>
            <a:noFill/>
          </a:ln>
        </p:spPr>
        <p:txBody>
          <a:bodyPr anchorCtr="0" anchor="b" bIns="121900" lIns="91425" spcFirstLastPara="1" rIns="121900" wrap="square" tIns="121900">
            <a:noAutofit/>
          </a:bodyPr>
          <a:lstStyle/>
          <a:p>
            <a:pPr indent="0" lvl="0" marL="114300" rtl="0" algn="l">
              <a:spcBef>
                <a:spcPts val="0"/>
              </a:spcBef>
              <a:spcAft>
                <a:spcPts val="0"/>
              </a:spcAft>
              <a:buNone/>
            </a:pPr>
            <a:r>
              <a:rPr b="1" lang="en" sz="1600">
                <a:solidFill>
                  <a:srgbClr val="666666"/>
                </a:solidFill>
                <a:latin typeface="Red Hat Display"/>
                <a:ea typeface="Red Hat Display"/>
                <a:cs typeface="Red Hat Display"/>
                <a:sym typeface="Red Hat Display"/>
              </a:rPr>
              <a:t>Red Hat Infrastructure Standard Adoption Model</a:t>
            </a:r>
            <a:endParaRPr b="1" sz="1600">
              <a:solidFill>
                <a:srgbClr val="666666"/>
              </a:solidFill>
              <a:latin typeface="Red Hat Display"/>
              <a:ea typeface="Red Hat Display"/>
              <a:cs typeface="Red Hat Display"/>
              <a:sym typeface="Red Hat Display"/>
            </a:endParaRPr>
          </a:p>
          <a:p>
            <a:pPr indent="0" lvl="0" marL="114300" rtl="0" algn="l">
              <a:spcBef>
                <a:spcPts val="0"/>
              </a:spcBef>
              <a:spcAft>
                <a:spcPts val="0"/>
              </a:spcAft>
              <a:buNone/>
            </a:pPr>
            <a:r>
              <a:rPr lang="en" sz="1200">
                <a:solidFill>
                  <a:srgbClr val="666666"/>
                </a:solidFill>
                <a:latin typeface="Red Hat Display"/>
                <a:ea typeface="Red Hat Display"/>
                <a:cs typeface="Red Hat Display"/>
                <a:sym typeface="Red Hat Display"/>
              </a:rPr>
              <a:t>A modular framework to support customer infrastructure modernisation - click on components for more information</a:t>
            </a:r>
            <a:endParaRPr sz="1200">
              <a:solidFill>
                <a:srgbClr val="666666"/>
              </a:solidFill>
            </a:endParaRPr>
          </a:p>
        </p:txBody>
      </p:sp>
      <p:sp>
        <p:nvSpPr>
          <p:cNvPr id="2873" name="Google Shape;2873;p146"/>
          <p:cNvSpPr/>
          <p:nvPr/>
        </p:nvSpPr>
        <p:spPr>
          <a:xfrm>
            <a:off x="924825" y="1543350"/>
            <a:ext cx="9659100" cy="2499600"/>
          </a:xfrm>
          <a:prstGeom prst="rect">
            <a:avLst/>
          </a:prstGeom>
          <a:solidFill>
            <a:srgbClr val="D9D9D9"/>
          </a:solidFill>
          <a:ln>
            <a:noFill/>
          </a:ln>
        </p:spPr>
        <p:txBody>
          <a:bodyPr anchorCtr="0" anchor="b" bIns="121900" lIns="121900" spcFirstLastPara="1" rIns="121900" wrap="square" tIns="121900">
            <a:noAutofit/>
          </a:bodyPr>
          <a:lstStyle/>
          <a:p>
            <a:pPr indent="0" lvl="0" marL="0" rtl="0" algn="l">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rtl="0" algn="l">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rtl="0" algn="l">
              <a:spcBef>
                <a:spcPts val="0"/>
              </a:spcBef>
              <a:spcAft>
                <a:spcPts val="0"/>
              </a:spcAft>
              <a:buNone/>
            </a:pPr>
            <a:r>
              <a:t/>
            </a:r>
            <a:endParaRPr b="1" sz="1600">
              <a:solidFill>
                <a:srgbClr val="FF0000"/>
              </a:solidFill>
              <a:latin typeface="Red Hat Display"/>
              <a:ea typeface="Red Hat Display"/>
              <a:cs typeface="Red Hat Display"/>
              <a:sym typeface="Red Hat Display"/>
            </a:endParaRPr>
          </a:p>
        </p:txBody>
      </p:sp>
      <p:sp>
        <p:nvSpPr>
          <p:cNvPr id="2874" name="Google Shape;2874;p146">
            <a:hlinkClick r:id="rId3"/>
          </p:cNvPr>
          <p:cNvSpPr/>
          <p:nvPr/>
        </p:nvSpPr>
        <p:spPr>
          <a:xfrm>
            <a:off x="1010726" y="1640781"/>
            <a:ext cx="1274100" cy="2304600"/>
          </a:xfrm>
          <a:prstGeom prst="rect">
            <a:avLst/>
          </a:prstGeom>
          <a:solidFill>
            <a:srgbClr val="C00000"/>
          </a:solidFill>
          <a:ln>
            <a:noFill/>
          </a:ln>
        </p:spPr>
        <p:txBody>
          <a:bodyPr anchorCtr="0" anchor="t" bIns="121900" lIns="121900" spcFirstLastPara="1" rIns="121900" wrap="square" tIns="121900">
            <a:noAutofit/>
          </a:bodyPr>
          <a:lstStyle/>
          <a:p>
            <a:pPr indent="0" lvl="0" marL="0" rtl="0" algn="l">
              <a:spcBef>
                <a:spcPts val="0"/>
              </a:spcBef>
              <a:spcAft>
                <a:spcPts val="0"/>
              </a:spcAft>
              <a:buClr>
                <a:srgbClr val="000000"/>
              </a:buClr>
              <a:buSzPts val="1100"/>
              <a:buFont typeface="Arial"/>
              <a:buNone/>
            </a:pPr>
            <a:r>
              <a:rPr lang="en">
                <a:solidFill>
                  <a:schemeClr val="lt1"/>
                </a:solidFill>
                <a:uFill>
                  <a:noFill/>
                </a:uFill>
                <a:latin typeface="Red Hat Display Medium"/>
                <a:ea typeface="Red Hat Display Medium"/>
                <a:cs typeface="Red Hat Display Medium"/>
                <a:sym typeface="Red Hat Display Medium"/>
                <a:hlinkClick r:id="rId4">
                  <a:extLst>
                    <a:ext uri="{A12FA001-AC4F-418D-AE19-62706E023703}">
                      <ahyp:hlinkClr val="tx"/>
                    </a:ext>
                  </a:extLst>
                </a:hlinkClick>
              </a:rPr>
              <a:t>Migrate to RHEL</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Clr>
                <a:schemeClr val="dk1"/>
              </a:buClr>
              <a:buSzPts val="1100"/>
              <a:buFont typeface="Arial"/>
              <a:buNone/>
            </a:pPr>
            <a:r>
              <a:rPr lang="en" sz="900">
                <a:solidFill>
                  <a:srgbClr val="FFFFFF"/>
                </a:solidFill>
                <a:latin typeface="Red Hat Text"/>
                <a:ea typeface="Red Hat Text"/>
                <a:cs typeface="Red Hat Text"/>
                <a:sym typeface="Red Hat Text"/>
              </a:rPr>
              <a:t>Analysing workloads on non-RHEL platforms (inc. legacy UNIX, Windows, +Linux), creating a migration strategy, replatforming candidate workloads on RHEL using a migration factory approach.</a:t>
            </a:r>
            <a:endParaRPr sz="900">
              <a:solidFill>
                <a:srgbClr val="FFFFFF"/>
              </a:solidFill>
            </a:endParaRPr>
          </a:p>
        </p:txBody>
      </p:sp>
      <p:sp>
        <p:nvSpPr>
          <p:cNvPr id="2875" name="Google Shape;2875;p146"/>
          <p:cNvSpPr txBox="1"/>
          <p:nvPr/>
        </p:nvSpPr>
        <p:spPr>
          <a:xfrm>
            <a:off x="860400" y="595033"/>
            <a:ext cx="9752100" cy="726900"/>
          </a:xfrm>
          <a:prstGeom prst="rect">
            <a:avLst/>
          </a:prstGeom>
          <a:noFill/>
          <a:ln>
            <a:noFill/>
          </a:ln>
        </p:spPr>
        <p:txBody>
          <a:bodyPr anchorCtr="0" anchor="t" bIns="121900" lIns="121900" spcFirstLastPara="1" rIns="121900" wrap="square" tIns="121900">
            <a:noAutofit/>
          </a:bodyPr>
          <a:lstStyle/>
          <a:p>
            <a:pPr indent="0" lvl="0" marL="0" rtl="0" algn="ctr">
              <a:spcBef>
                <a:spcPts val="0"/>
              </a:spcBef>
              <a:spcAft>
                <a:spcPts val="0"/>
              </a:spcAft>
              <a:buNone/>
            </a:pPr>
            <a:r>
              <a:rPr lang="en" sz="2700">
                <a:latin typeface="Red Hat Display Medium"/>
                <a:ea typeface="Red Hat Display Medium"/>
                <a:cs typeface="Red Hat Display Medium"/>
                <a:sym typeface="Red Hat Display Medium"/>
              </a:rPr>
              <a:t>Red Hat Infrastructure Standard Adoption Model</a:t>
            </a:r>
            <a:endParaRPr sz="2700">
              <a:latin typeface="Red Hat Display Medium"/>
              <a:ea typeface="Red Hat Display Medium"/>
              <a:cs typeface="Red Hat Display Medium"/>
              <a:sym typeface="Red Hat Display Medium"/>
            </a:endParaRPr>
          </a:p>
        </p:txBody>
      </p:sp>
      <p:sp>
        <p:nvSpPr>
          <p:cNvPr id="2876" name="Google Shape;2876;p146"/>
          <p:cNvSpPr/>
          <p:nvPr/>
        </p:nvSpPr>
        <p:spPr>
          <a:xfrm>
            <a:off x="924925" y="4125875"/>
            <a:ext cx="9659100" cy="1450800"/>
          </a:xfrm>
          <a:prstGeom prst="rect">
            <a:avLst/>
          </a:prstGeom>
          <a:solidFill>
            <a:srgbClr val="D9D9D9"/>
          </a:solidFill>
          <a:ln>
            <a:noFill/>
          </a:ln>
        </p:spPr>
        <p:txBody>
          <a:bodyPr anchorCtr="0" anchor="b" bIns="121900" lIns="121900" spcFirstLastPara="1" rIns="121900" wrap="square" tIns="121900">
            <a:noAutofit/>
          </a:bodyPr>
          <a:lstStyle/>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p:txBody>
      </p:sp>
      <p:sp>
        <p:nvSpPr>
          <p:cNvPr id="2877" name="Google Shape;2877;p146">
            <a:hlinkClick r:id="rId5"/>
          </p:cNvPr>
          <p:cNvSpPr/>
          <p:nvPr/>
        </p:nvSpPr>
        <p:spPr>
          <a:xfrm>
            <a:off x="1010725" y="4907616"/>
            <a:ext cx="8576700" cy="569100"/>
          </a:xfrm>
          <a:prstGeom prst="rect">
            <a:avLst/>
          </a:prstGeom>
          <a:solidFill>
            <a:srgbClr val="C0000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
                <a:solidFill>
                  <a:schemeClr val="lt1"/>
                </a:solidFill>
                <a:uFill>
                  <a:noFill/>
                </a:uFill>
                <a:latin typeface="Red Hat Display Medium"/>
                <a:ea typeface="Red Hat Display Medium"/>
                <a:cs typeface="Red Hat Display Medium"/>
                <a:sym typeface="Red Hat Display Medium"/>
                <a:hlinkClick r:id="rId6">
                  <a:extLst>
                    <a:ext uri="{A12FA001-AC4F-418D-AE19-62706E023703}">
                      <ahyp:hlinkClr val="tx"/>
                    </a:ext>
                  </a:extLst>
                </a:hlinkClick>
              </a:rPr>
              <a:t>Navigate to the Red Hat Infrastructure</a:t>
            </a:r>
            <a:r>
              <a:rPr lang="en">
                <a:solidFill>
                  <a:schemeClr val="lt1"/>
                </a:solidFill>
                <a:latin typeface="Red Hat Display Medium"/>
                <a:ea typeface="Red Hat Display Medium"/>
                <a:cs typeface="Red Hat Display Medium"/>
                <a:sym typeface="Red Hat Display Medium"/>
              </a:rPr>
              <a:t> Standard</a:t>
            </a:r>
            <a:endParaRPr>
              <a:solidFill>
                <a:schemeClr val="lt1"/>
              </a:solidFill>
              <a:latin typeface="Red Hat Display Medium"/>
              <a:ea typeface="Red Hat Display Medium"/>
              <a:cs typeface="Red Hat Display Medium"/>
              <a:sym typeface="Red Hat Display Medium"/>
            </a:endParaRPr>
          </a:p>
          <a:p>
            <a:pPr indent="0" lvl="0" marL="0" rtl="0" algn="l">
              <a:spcBef>
                <a:spcPts val="0"/>
              </a:spcBef>
              <a:spcAft>
                <a:spcPts val="0"/>
              </a:spcAft>
              <a:buNone/>
            </a:pPr>
            <a:r>
              <a:rPr lang="en" sz="900">
                <a:solidFill>
                  <a:schemeClr val="lt1"/>
                </a:solidFill>
                <a:latin typeface="Red Hat Display"/>
                <a:ea typeface="Red Hat Display"/>
                <a:cs typeface="Red Hat Display"/>
                <a:sym typeface="Red Hat Display"/>
              </a:rPr>
              <a:t>Engage with Red Hat to fully determine requirements, operational readiness.</a:t>
            </a:r>
            <a:endParaRPr sz="900">
              <a:solidFill>
                <a:srgbClr val="FFFFFF"/>
              </a:solidFill>
            </a:endParaRPr>
          </a:p>
        </p:txBody>
      </p:sp>
      <p:sp>
        <p:nvSpPr>
          <p:cNvPr id="2878" name="Google Shape;2878;p146">
            <a:hlinkClick r:id="rId7"/>
          </p:cNvPr>
          <p:cNvSpPr/>
          <p:nvPr/>
        </p:nvSpPr>
        <p:spPr>
          <a:xfrm>
            <a:off x="1010725" y="4233675"/>
            <a:ext cx="8576700" cy="569100"/>
          </a:xfrm>
          <a:prstGeom prst="rect">
            <a:avLst/>
          </a:prstGeom>
          <a:solidFill>
            <a:srgbClr val="C0000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
                <a:solidFill>
                  <a:schemeClr val="lt1"/>
                </a:solidFill>
                <a:latin typeface="Red Hat Display Medium"/>
                <a:ea typeface="Red Hat Display Medium"/>
                <a:cs typeface="Red Hat Display Medium"/>
                <a:sym typeface="Red Hat Display Medium"/>
              </a:rPr>
              <a:t>Implement the Red Hat Infrastructure Standard Platform</a:t>
            </a:r>
            <a:endParaRPr>
              <a:solidFill>
                <a:schemeClr val="lt1"/>
              </a:solidFill>
              <a:latin typeface="Red Hat Display Medium"/>
              <a:ea typeface="Red Hat Display Medium"/>
              <a:cs typeface="Red Hat Display Medium"/>
              <a:sym typeface="Red Hat Display Medium"/>
            </a:endParaRPr>
          </a:p>
          <a:p>
            <a:pPr indent="0" lvl="0" marL="0" rtl="0" algn="l">
              <a:spcBef>
                <a:spcPts val="0"/>
              </a:spcBef>
              <a:spcAft>
                <a:spcPts val="0"/>
              </a:spcAft>
              <a:buNone/>
            </a:pPr>
            <a:r>
              <a:rPr lang="en" sz="900">
                <a:solidFill>
                  <a:schemeClr val="lt1"/>
                </a:solidFill>
                <a:latin typeface="Red Hat Display"/>
                <a:ea typeface="Red Hat Display"/>
                <a:cs typeface="Red Hat Display"/>
                <a:sym typeface="Red Hat Display"/>
              </a:rPr>
              <a:t>Required :building a secure, stable, manageable, automated RHEL platform to scale workloads on</a:t>
            </a:r>
            <a:endParaRPr sz="900">
              <a:solidFill>
                <a:srgbClr val="FFFFFF"/>
              </a:solidFill>
            </a:endParaRPr>
          </a:p>
        </p:txBody>
      </p:sp>
      <p:sp>
        <p:nvSpPr>
          <p:cNvPr id="2879" name="Google Shape;2879;p146"/>
          <p:cNvSpPr txBox="1"/>
          <p:nvPr/>
        </p:nvSpPr>
        <p:spPr>
          <a:xfrm>
            <a:off x="894000" y="6430025"/>
            <a:ext cx="8997300" cy="3747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rPr lang="en" sz="1000">
                <a:solidFill>
                  <a:schemeClr val="dk1"/>
                </a:solidFill>
                <a:latin typeface="Red Hat Text"/>
                <a:ea typeface="Red Hat Text"/>
                <a:cs typeface="Red Hat Text"/>
                <a:sym typeface="Red Hat Text"/>
              </a:rPr>
              <a:t>* This component is mandatory unless the customer already has a RHEL Standard Operating Environment in place.</a:t>
            </a:r>
            <a:endParaRPr/>
          </a:p>
        </p:txBody>
      </p:sp>
      <p:sp>
        <p:nvSpPr>
          <p:cNvPr id="2880" name="Google Shape;2880;p146"/>
          <p:cNvSpPr txBox="1"/>
          <p:nvPr/>
        </p:nvSpPr>
        <p:spPr>
          <a:xfrm rot="-5400000">
            <a:off x="9747750" y="4615925"/>
            <a:ext cx="1354800" cy="3747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lang="en" sz="1200">
                <a:solidFill>
                  <a:schemeClr val="dk1"/>
                </a:solidFill>
                <a:latin typeface="Red Hat Text"/>
                <a:ea typeface="Red Hat Text"/>
                <a:cs typeface="Red Hat Text"/>
                <a:sym typeface="Red Hat Text"/>
              </a:rPr>
              <a:t>Foundational</a:t>
            </a:r>
            <a:endParaRPr sz="1200"/>
          </a:p>
        </p:txBody>
      </p:sp>
      <p:sp>
        <p:nvSpPr>
          <p:cNvPr id="2881" name="Google Shape;2881;p146"/>
          <p:cNvSpPr txBox="1"/>
          <p:nvPr/>
        </p:nvSpPr>
        <p:spPr>
          <a:xfrm rot="-5400000">
            <a:off x="8881200" y="2605730"/>
            <a:ext cx="2783100" cy="3747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lang="en" sz="1200">
                <a:solidFill>
                  <a:schemeClr val="dk1"/>
                </a:solidFill>
                <a:latin typeface="Red Hat Text"/>
                <a:ea typeface="Red Hat Text"/>
                <a:cs typeface="Red Hat Text"/>
                <a:sym typeface="Red Hat Text"/>
              </a:rPr>
              <a:t>Plugable Solutions</a:t>
            </a:r>
            <a:endParaRPr sz="1200">
              <a:solidFill>
                <a:schemeClr val="dk1"/>
              </a:solidFill>
              <a:latin typeface="Red Hat Text"/>
              <a:ea typeface="Red Hat Text"/>
              <a:cs typeface="Red Hat Text"/>
              <a:sym typeface="Red Hat Text"/>
            </a:endParaRPr>
          </a:p>
          <a:p>
            <a:pPr indent="0" lvl="0" marL="0" marR="0" rtl="0" algn="ctr">
              <a:spcBef>
                <a:spcPts val="0"/>
              </a:spcBef>
              <a:spcAft>
                <a:spcPts val="0"/>
              </a:spcAft>
              <a:buNone/>
            </a:pPr>
            <a:r>
              <a:rPr lang="en" sz="1200">
                <a:solidFill>
                  <a:schemeClr val="dk1"/>
                </a:solidFill>
                <a:latin typeface="Red Hat Text"/>
                <a:ea typeface="Red Hat Text"/>
                <a:cs typeface="Red Hat Text"/>
                <a:sym typeface="Red Hat Text"/>
              </a:rPr>
              <a:t>at least one + Contribute</a:t>
            </a:r>
            <a:endParaRPr sz="1200">
              <a:solidFill>
                <a:schemeClr val="dk1"/>
              </a:solidFill>
              <a:latin typeface="Red Hat Text"/>
              <a:ea typeface="Red Hat Text"/>
              <a:cs typeface="Red Hat Text"/>
              <a:sym typeface="Red Hat Text"/>
            </a:endParaRPr>
          </a:p>
        </p:txBody>
      </p:sp>
      <p:sp>
        <p:nvSpPr>
          <p:cNvPr id="2882" name="Google Shape;2882;p146">
            <a:hlinkClick r:id="rId8"/>
          </p:cNvPr>
          <p:cNvSpPr/>
          <p:nvPr/>
        </p:nvSpPr>
        <p:spPr>
          <a:xfrm>
            <a:off x="2382326" y="1640781"/>
            <a:ext cx="1274100" cy="2304600"/>
          </a:xfrm>
          <a:prstGeom prst="rect">
            <a:avLst/>
          </a:prstGeom>
          <a:solidFill>
            <a:srgbClr val="C00000"/>
          </a:solidFill>
          <a:ln>
            <a:noFill/>
          </a:ln>
        </p:spPr>
        <p:txBody>
          <a:bodyPr anchorCtr="0" anchor="t" bIns="121900" lIns="121900" spcFirstLastPara="1" rIns="121900" wrap="square" tIns="121900">
            <a:noAutofit/>
          </a:bodyPr>
          <a:lstStyle/>
          <a:p>
            <a:pPr indent="0" lvl="0" marL="0" rtl="0" algn="l">
              <a:spcBef>
                <a:spcPts val="0"/>
              </a:spcBef>
              <a:spcAft>
                <a:spcPts val="0"/>
              </a:spcAft>
              <a:buClr>
                <a:srgbClr val="000000"/>
              </a:buClr>
              <a:buSzPts val="1100"/>
              <a:buFont typeface="Arial"/>
              <a:buNone/>
            </a:pPr>
            <a:r>
              <a:rPr lang="en">
                <a:solidFill>
                  <a:schemeClr val="lt1"/>
                </a:solidFill>
                <a:uFill>
                  <a:noFill/>
                </a:uFill>
                <a:latin typeface="Red Hat Display Medium"/>
                <a:ea typeface="Red Hat Display Medium"/>
                <a:cs typeface="Red Hat Display Medium"/>
                <a:sym typeface="Red Hat Display Medium"/>
                <a:hlinkClick r:id="rId9">
                  <a:extLst>
                    <a:ext uri="{A12FA001-AC4F-418D-AE19-62706E023703}">
                      <ahyp:hlinkClr val="tx"/>
                    </a:ext>
                  </a:extLst>
                </a:hlinkClick>
              </a:rPr>
              <a:t>Convert to RHEL</a:t>
            </a:r>
            <a:endParaRPr>
              <a:solidFill>
                <a:schemeClr val="lt1"/>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rPr lang="en" sz="900">
                <a:solidFill>
                  <a:srgbClr val="FFFFFF"/>
                </a:solidFill>
                <a:latin typeface="Red Hat Text"/>
                <a:ea typeface="Red Hat Text"/>
                <a:cs typeface="Red Hat Text"/>
                <a:sym typeface="Red Hat Text"/>
              </a:rPr>
              <a:t>Analysing and converting in-place rpm based operating systems to RHEL.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rPr lang="en" sz="900">
                <a:solidFill>
                  <a:srgbClr val="FFFFFF"/>
                </a:solidFill>
                <a:latin typeface="Red Hat Text"/>
                <a:ea typeface="Red Hat Text"/>
                <a:cs typeface="Red Hat Text"/>
                <a:sym typeface="Red Hat Text"/>
              </a:rPr>
              <a:t>This allows in-place upgrade to eliminate technical debt.</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900">
              <a:solidFill>
                <a:srgbClr val="FFFFFF"/>
              </a:solidFill>
            </a:endParaRPr>
          </a:p>
        </p:txBody>
      </p:sp>
      <p:sp>
        <p:nvSpPr>
          <p:cNvPr id="2883" name="Google Shape;2883;p146">
            <a:hlinkClick r:id="rId10"/>
          </p:cNvPr>
          <p:cNvSpPr/>
          <p:nvPr/>
        </p:nvSpPr>
        <p:spPr>
          <a:xfrm>
            <a:off x="3753926" y="1640781"/>
            <a:ext cx="1274100" cy="2304600"/>
          </a:xfrm>
          <a:prstGeom prst="rect">
            <a:avLst/>
          </a:prstGeom>
          <a:solidFill>
            <a:srgbClr val="C00000"/>
          </a:solid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
                <a:solidFill>
                  <a:schemeClr val="lt1"/>
                </a:solidFill>
                <a:uFill>
                  <a:noFill/>
                </a:uFill>
                <a:latin typeface="Red Hat Display Medium"/>
                <a:ea typeface="Red Hat Display Medium"/>
                <a:cs typeface="Red Hat Display Medium"/>
                <a:sym typeface="Red Hat Display Medium"/>
                <a:hlinkClick r:id="rId11">
                  <a:extLst>
                    <a:ext uri="{A12FA001-AC4F-418D-AE19-62706E023703}">
                      <ahyp:hlinkClr val="tx"/>
                    </a:ext>
                  </a:extLst>
                </a:hlinkClick>
              </a:rPr>
              <a:t>Upgrade to RHEL</a:t>
            </a:r>
            <a:r>
              <a:rPr lang="en">
                <a:solidFill>
                  <a:schemeClr val="lt1"/>
                </a:solidFill>
                <a:latin typeface="Red Hat Display Medium"/>
                <a:ea typeface="Red Hat Display Medium"/>
                <a:cs typeface="Red Hat Display Medium"/>
                <a:sym typeface="Red Hat Display Medium"/>
              </a:rPr>
              <a:t>8 or 9</a:t>
            </a:r>
            <a:endParaRPr>
              <a:solidFill>
                <a:schemeClr val="lt1"/>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rPr lang="en" sz="900">
                <a:solidFill>
                  <a:srgbClr val="FFFFFF"/>
                </a:solidFill>
                <a:latin typeface="Red Hat Text"/>
                <a:ea typeface="Red Hat Text"/>
                <a:cs typeface="Red Hat Text"/>
                <a:sym typeface="Red Hat Text"/>
              </a:rPr>
              <a:t>Analysis and in-place upgrading servers running older versions of RHEL to RHEL8 or RHEL9.</a:t>
            </a:r>
            <a:endParaRPr sz="900">
              <a:solidFill>
                <a:schemeClr val="lt1"/>
              </a:solidFill>
              <a:latin typeface="Red Hat Text"/>
              <a:ea typeface="Red Hat Text"/>
              <a:cs typeface="Red Hat Text"/>
              <a:sym typeface="Red Hat Text"/>
            </a:endParaRPr>
          </a:p>
        </p:txBody>
      </p:sp>
      <p:sp>
        <p:nvSpPr>
          <p:cNvPr id="2884" name="Google Shape;2884;p146">
            <a:hlinkClick r:id="rId12"/>
          </p:cNvPr>
          <p:cNvSpPr/>
          <p:nvPr/>
        </p:nvSpPr>
        <p:spPr>
          <a:xfrm>
            <a:off x="6471001" y="1640681"/>
            <a:ext cx="1274100" cy="2304600"/>
          </a:xfrm>
          <a:prstGeom prst="rect">
            <a:avLst/>
          </a:prstGeom>
          <a:solidFill>
            <a:srgbClr val="C00000"/>
          </a:solidFill>
          <a:ln>
            <a:noFill/>
          </a:ln>
        </p:spPr>
        <p:txBody>
          <a:bodyPr anchorCtr="0" anchor="t" bIns="121900" lIns="121900" spcFirstLastPara="1" rIns="121900" wrap="square" tIns="121900">
            <a:noAutofit/>
          </a:bodyPr>
          <a:lstStyle/>
          <a:p>
            <a:pPr indent="0" lvl="0" marL="0" marR="0" rtl="0" algn="l">
              <a:spcBef>
                <a:spcPts val="0"/>
              </a:spcBef>
              <a:spcAft>
                <a:spcPts val="0"/>
              </a:spcAft>
              <a:buNone/>
            </a:pPr>
            <a:r>
              <a:rPr lang="en">
                <a:solidFill>
                  <a:srgbClr val="FFFFFF"/>
                </a:solidFill>
                <a:latin typeface="Red Hat Display Medium"/>
                <a:ea typeface="Red Hat Display Medium"/>
                <a:cs typeface="Red Hat Display Medium"/>
                <a:sym typeface="Red Hat Display Medium"/>
              </a:rPr>
              <a:t>Modernize Application Delivery</a:t>
            </a:r>
            <a:endParaRPr>
              <a:solidFill>
                <a:srgbClr val="FFFFFF"/>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t/>
            </a:r>
            <a:endParaRPr>
              <a:solidFill>
                <a:srgbClr val="FFFFFF"/>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rPr lang="en" sz="900">
                <a:solidFill>
                  <a:srgbClr val="FFFFFF"/>
                </a:solidFill>
                <a:latin typeface="Red Hat Text"/>
                <a:ea typeface="Red Hat Text"/>
                <a:cs typeface="Red Hat Text"/>
                <a:sym typeface="Red Hat Text"/>
              </a:rPr>
              <a:t>Analysis and migration of applications running any operating system to a standard methodology</a:t>
            </a:r>
            <a:endParaRPr sz="1600">
              <a:solidFill>
                <a:srgbClr val="FFFFFF"/>
              </a:solidFill>
            </a:endParaRPr>
          </a:p>
        </p:txBody>
      </p:sp>
      <p:sp>
        <p:nvSpPr>
          <p:cNvPr id="2885" name="Google Shape;2885;p146"/>
          <p:cNvSpPr/>
          <p:nvPr/>
        </p:nvSpPr>
        <p:spPr>
          <a:xfrm>
            <a:off x="8171213" y="1640681"/>
            <a:ext cx="1274100" cy="2304600"/>
          </a:xfrm>
          <a:prstGeom prst="rect">
            <a:avLst/>
          </a:prstGeom>
          <a:solidFill>
            <a:srgbClr val="D9D9D9"/>
          </a:solidFill>
          <a:ln cap="flat" cmpd="sng" w="9525">
            <a:solidFill>
              <a:srgbClr val="FFFFFF"/>
            </a:solidFill>
            <a:prstDash val="dot"/>
            <a:round/>
            <a:headEnd len="sm" w="sm" type="none"/>
            <a:tailEnd len="sm" w="sm" type="none"/>
          </a:ln>
        </p:spPr>
        <p:txBody>
          <a:bodyPr anchorCtr="0" anchor="t" bIns="121900" lIns="121900" spcFirstLastPara="1" rIns="121900" wrap="square" tIns="121900">
            <a:noAutofit/>
          </a:bodyPr>
          <a:lstStyle/>
          <a:p>
            <a:pPr indent="0" lvl="0" marL="0" marR="0" rtl="0" algn="l">
              <a:spcBef>
                <a:spcPts val="0"/>
              </a:spcBef>
              <a:spcAft>
                <a:spcPts val="0"/>
              </a:spcAft>
              <a:buNone/>
            </a:pPr>
            <a:r>
              <a:t/>
            </a:r>
            <a:endParaRPr sz="1600">
              <a:solidFill>
                <a:srgbClr val="FFFFFF"/>
              </a:solidFill>
            </a:endParaRPr>
          </a:p>
        </p:txBody>
      </p:sp>
      <p:sp>
        <p:nvSpPr>
          <p:cNvPr id="2886" name="Google Shape;2886;p146"/>
          <p:cNvSpPr/>
          <p:nvPr/>
        </p:nvSpPr>
        <p:spPr>
          <a:xfrm>
            <a:off x="8052151" y="1640681"/>
            <a:ext cx="1274100" cy="2304600"/>
          </a:xfrm>
          <a:prstGeom prst="rect">
            <a:avLst/>
          </a:prstGeom>
          <a:solidFill>
            <a:srgbClr val="D9D9D9"/>
          </a:solidFill>
          <a:ln cap="flat" cmpd="sng" w="9525">
            <a:solidFill>
              <a:srgbClr val="FFFFFF"/>
            </a:solidFill>
            <a:prstDash val="dot"/>
            <a:round/>
            <a:headEnd len="sm" w="sm" type="none"/>
            <a:tailEnd len="sm" w="sm" type="none"/>
          </a:ln>
        </p:spPr>
        <p:txBody>
          <a:bodyPr anchorCtr="0" anchor="t" bIns="121900" lIns="121900" spcFirstLastPara="1" rIns="121900" wrap="square" tIns="121900">
            <a:noAutofit/>
          </a:bodyPr>
          <a:lstStyle/>
          <a:p>
            <a:pPr indent="0" lvl="0" marL="0" marR="0" rtl="0" algn="l">
              <a:spcBef>
                <a:spcPts val="0"/>
              </a:spcBef>
              <a:spcAft>
                <a:spcPts val="0"/>
              </a:spcAft>
              <a:buNone/>
            </a:pPr>
            <a:r>
              <a:t/>
            </a:r>
            <a:endParaRPr sz="1600">
              <a:solidFill>
                <a:srgbClr val="FFFFFF"/>
              </a:solidFill>
            </a:endParaRPr>
          </a:p>
        </p:txBody>
      </p:sp>
      <p:sp>
        <p:nvSpPr>
          <p:cNvPr id="2887" name="Google Shape;2887;p146"/>
          <p:cNvSpPr/>
          <p:nvPr/>
        </p:nvSpPr>
        <p:spPr>
          <a:xfrm>
            <a:off x="7942613" y="1640681"/>
            <a:ext cx="1274100" cy="2304600"/>
          </a:xfrm>
          <a:prstGeom prst="rect">
            <a:avLst/>
          </a:prstGeom>
          <a:solidFill>
            <a:srgbClr val="D9D9D9"/>
          </a:solidFill>
          <a:ln cap="flat" cmpd="sng" w="9525">
            <a:solidFill>
              <a:srgbClr val="FFFFFF"/>
            </a:solidFill>
            <a:prstDash val="dot"/>
            <a:round/>
            <a:headEnd len="sm" w="sm" type="none"/>
            <a:tailEnd len="sm" w="sm" type="none"/>
          </a:ln>
        </p:spPr>
        <p:txBody>
          <a:bodyPr anchorCtr="0" anchor="t" bIns="121900" lIns="121900" spcFirstLastPara="1" rIns="121900" wrap="square" tIns="121900">
            <a:noAutofit/>
          </a:bodyPr>
          <a:lstStyle/>
          <a:p>
            <a:pPr indent="0" lvl="0" marL="0" marR="0" rtl="0" algn="l">
              <a:spcBef>
                <a:spcPts val="0"/>
              </a:spcBef>
              <a:spcAft>
                <a:spcPts val="0"/>
              </a:spcAft>
              <a:buNone/>
            </a:pPr>
            <a:r>
              <a:t/>
            </a:r>
            <a:endParaRPr sz="1600">
              <a:solidFill>
                <a:srgbClr val="FFFFFF"/>
              </a:solidFill>
            </a:endParaRPr>
          </a:p>
        </p:txBody>
      </p:sp>
      <p:sp>
        <p:nvSpPr>
          <p:cNvPr id="2888" name="Google Shape;2888;p146">
            <a:hlinkClick r:id="rId13"/>
          </p:cNvPr>
          <p:cNvSpPr/>
          <p:nvPr/>
        </p:nvSpPr>
        <p:spPr>
          <a:xfrm>
            <a:off x="7842601" y="1640681"/>
            <a:ext cx="1274100" cy="2304600"/>
          </a:xfrm>
          <a:prstGeom prst="rect">
            <a:avLst/>
          </a:prstGeom>
          <a:solidFill>
            <a:srgbClr val="999999"/>
          </a:solidFill>
          <a:ln>
            <a:noFill/>
          </a:ln>
        </p:spPr>
        <p:txBody>
          <a:bodyPr anchorCtr="0" anchor="t" bIns="121900" lIns="121900" spcFirstLastPara="1" rIns="121900" wrap="square" tIns="121900">
            <a:noAutofit/>
          </a:bodyPr>
          <a:lstStyle/>
          <a:p>
            <a:pPr indent="0" lvl="0" marL="0" marR="0" rtl="0" algn="l">
              <a:spcBef>
                <a:spcPts val="0"/>
              </a:spcBef>
              <a:spcAft>
                <a:spcPts val="0"/>
              </a:spcAft>
              <a:buNone/>
            </a:pPr>
            <a:r>
              <a:rPr lang="en">
                <a:solidFill>
                  <a:srgbClr val="FFFFFF"/>
                </a:solidFill>
                <a:latin typeface="Red Hat Display Medium"/>
                <a:ea typeface="Red Hat Display Medium"/>
                <a:cs typeface="Red Hat Display Medium"/>
                <a:sym typeface="Red Hat Display Medium"/>
              </a:rPr>
              <a:t>Deliver All Standard Workloads through Automation</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1600">
              <a:solidFill>
                <a:srgbClr val="FFFFFF"/>
              </a:solidFill>
            </a:endParaRPr>
          </a:p>
        </p:txBody>
      </p:sp>
      <p:sp>
        <p:nvSpPr>
          <p:cNvPr id="2889" name="Google Shape;2889;p146">
            <a:hlinkClick r:id="rId14"/>
          </p:cNvPr>
          <p:cNvSpPr/>
          <p:nvPr/>
        </p:nvSpPr>
        <p:spPr>
          <a:xfrm>
            <a:off x="5112463" y="1649725"/>
            <a:ext cx="1274100" cy="2304600"/>
          </a:xfrm>
          <a:prstGeom prst="rect">
            <a:avLst/>
          </a:prstGeom>
          <a:solidFill>
            <a:srgbClr val="C00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Medium"/>
                <a:ea typeface="Red Hat Display Medium"/>
                <a:cs typeface="Red Hat Display Medium"/>
                <a:sym typeface="Red Hat Display Medium"/>
              </a:rPr>
              <a:t>Modernize</a:t>
            </a:r>
            <a:br>
              <a:rPr lang="en">
                <a:solidFill>
                  <a:schemeClr val="lt1"/>
                </a:solidFill>
                <a:latin typeface="Red Hat Display Medium"/>
                <a:ea typeface="Red Hat Display Medium"/>
                <a:cs typeface="Red Hat Display Medium"/>
                <a:sym typeface="Red Hat Display Medium"/>
              </a:rPr>
            </a:br>
            <a:r>
              <a:rPr lang="en">
                <a:solidFill>
                  <a:schemeClr val="lt1"/>
                </a:solidFill>
                <a:latin typeface="Red Hat Display Medium"/>
                <a:ea typeface="Red Hat Display Medium"/>
                <a:cs typeface="Red Hat Display Medium"/>
                <a:sym typeface="Red Hat Display Medium"/>
              </a:rPr>
              <a:t>Virtualization</a:t>
            </a:r>
            <a:endParaRPr>
              <a:solidFill>
                <a:schemeClr val="lt1"/>
              </a:solidFill>
              <a:latin typeface="Red Hat Display Medium"/>
              <a:ea typeface="Red Hat Display Medium"/>
              <a:cs typeface="Red Hat Display Medium"/>
              <a:sym typeface="Red Hat Display Medium"/>
            </a:endParaRPr>
          </a:p>
          <a:p>
            <a:pPr indent="0" lvl="0" marL="0" rtl="0" algn="l">
              <a:spcBef>
                <a:spcPts val="0"/>
              </a:spcBef>
              <a:spcAft>
                <a:spcPts val="0"/>
              </a:spcAft>
              <a:buNone/>
            </a:pPr>
            <a:r>
              <a:t/>
            </a:r>
            <a:endParaRPr sz="9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900">
                <a:solidFill>
                  <a:schemeClr val="lt1"/>
                </a:solidFill>
                <a:latin typeface="Red Hat Display"/>
                <a:ea typeface="Red Hat Display"/>
                <a:cs typeface="Red Hat Display"/>
                <a:sym typeface="Red Hat Display"/>
              </a:rPr>
              <a:t>Deploy New Virtualization Platforms and migrate workloads onto it. </a:t>
            </a:r>
            <a:endParaRPr sz="9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sz="900">
              <a:solidFill>
                <a:schemeClr val="lt1"/>
              </a:solidFill>
              <a:latin typeface="Red Hat Display"/>
              <a:ea typeface="Red Hat Display"/>
              <a:cs typeface="Red Hat Display"/>
              <a:sym typeface="Red Hat Display"/>
            </a:endParaRPr>
          </a:p>
        </p:txBody>
      </p:sp>
      <p:sp>
        <p:nvSpPr>
          <p:cNvPr id="2890" name="Google Shape;2890;p14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4" name="Shape 2894"/>
        <p:cNvGrpSpPr/>
        <p:nvPr/>
      </p:nvGrpSpPr>
      <p:grpSpPr>
        <a:xfrm>
          <a:off x="0" y="0"/>
          <a:ext cx="0" cy="0"/>
          <a:chOff x="0" y="0"/>
          <a:chExt cx="0" cy="0"/>
        </a:xfrm>
      </p:grpSpPr>
      <p:sp>
        <p:nvSpPr>
          <p:cNvPr id="2895" name="Google Shape;2895;p147"/>
          <p:cNvSpPr/>
          <p:nvPr/>
        </p:nvSpPr>
        <p:spPr>
          <a:xfrm>
            <a:off x="542651" y="1971561"/>
            <a:ext cx="10819045" cy="2970050"/>
          </a:xfrm>
          <a:custGeom>
            <a:rect b="b" l="l" r="r" t="t"/>
            <a:pathLst>
              <a:path extrusionOk="0" h="2565918" w="7552562">
                <a:moveTo>
                  <a:pt x="0" y="2565918"/>
                </a:moveTo>
                <a:cubicBezTo>
                  <a:pt x="489079" y="1771261"/>
                  <a:pt x="1000295" y="1219200"/>
                  <a:pt x="1841605" y="1110343"/>
                </a:cubicBezTo>
                <a:cubicBezTo>
                  <a:pt x="2682915" y="1001486"/>
                  <a:pt x="4096035" y="2097832"/>
                  <a:pt x="5047861" y="1912775"/>
                </a:cubicBezTo>
                <a:cubicBezTo>
                  <a:pt x="5999687" y="1727718"/>
                  <a:pt x="6860364" y="1041141"/>
                  <a:pt x="7552562" y="0"/>
                </a:cubicBezTo>
              </a:path>
            </a:pathLst>
          </a:custGeom>
          <a:noFill/>
          <a:ln cap="flat" cmpd="sng" w="76200">
            <a:solidFill>
              <a:srgbClr val="EE0000"/>
            </a:solidFill>
            <a:prstDash val="solid"/>
            <a:round/>
            <a:headEnd len="sm" w="sm" type="none"/>
            <a:tailEnd len="sm" w="sm" type="none"/>
          </a:ln>
          <a:effectLst>
            <a:outerShdw blurRad="50800" rotWithShape="0" algn="tl" dir="2700000" dist="203200">
              <a:srgbClr val="000000">
                <a:alpha val="863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b="0" i="0" sz="3200" u="none" cap="none" strike="noStrike">
              <a:solidFill>
                <a:srgbClr val="FFFFFF"/>
              </a:solidFill>
              <a:latin typeface="Calibri"/>
              <a:ea typeface="Calibri"/>
              <a:cs typeface="Calibri"/>
              <a:sym typeface="Calibri"/>
            </a:endParaRPr>
          </a:p>
        </p:txBody>
      </p:sp>
      <p:grpSp>
        <p:nvGrpSpPr>
          <p:cNvPr id="2896" name="Google Shape;2896;p147"/>
          <p:cNvGrpSpPr/>
          <p:nvPr/>
        </p:nvGrpSpPr>
        <p:grpSpPr>
          <a:xfrm>
            <a:off x="1993185" y="3191918"/>
            <a:ext cx="515572" cy="526964"/>
            <a:chOff x="2961988" y="3325174"/>
            <a:chExt cx="482700" cy="482700"/>
          </a:xfrm>
        </p:grpSpPr>
        <p:sp>
          <p:nvSpPr>
            <p:cNvPr id="2897" name="Google Shape;2897;p147"/>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b="0" i="1" sz="3200" u="none" cap="none" strike="noStrike">
                <a:solidFill>
                  <a:srgbClr val="FFFFFF"/>
                </a:solidFill>
                <a:latin typeface="Calibri"/>
                <a:ea typeface="Calibri"/>
                <a:cs typeface="Calibri"/>
                <a:sym typeface="Calibri"/>
              </a:endParaRPr>
            </a:p>
          </p:txBody>
        </p:sp>
        <p:sp>
          <p:nvSpPr>
            <p:cNvPr id="2898" name="Google Shape;2898;p147"/>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i="1" sz="3200">
                <a:solidFill>
                  <a:srgbClr val="000000"/>
                </a:solidFill>
                <a:latin typeface="Calibri"/>
                <a:ea typeface="Calibri"/>
                <a:cs typeface="Calibri"/>
                <a:sym typeface="Calibri"/>
              </a:endParaRPr>
            </a:p>
          </p:txBody>
        </p:sp>
      </p:grpSp>
      <p:grpSp>
        <p:nvGrpSpPr>
          <p:cNvPr id="2899" name="Google Shape;2899;p147"/>
          <p:cNvGrpSpPr/>
          <p:nvPr/>
        </p:nvGrpSpPr>
        <p:grpSpPr>
          <a:xfrm>
            <a:off x="354123" y="4660381"/>
            <a:ext cx="515572" cy="526964"/>
            <a:chOff x="2961988" y="3325174"/>
            <a:chExt cx="482700" cy="482700"/>
          </a:xfrm>
        </p:grpSpPr>
        <p:sp>
          <p:nvSpPr>
            <p:cNvPr id="2900" name="Google Shape;2900;p147"/>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i="1" sz="3200">
                <a:solidFill>
                  <a:srgbClr val="FFFFFF"/>
                </a:solidFill>
                <a:latin typeface="Calibri"/>
                <a:ea typeface="Calibri"/>
                <a:cs typeface="Calibri"/>
                <a:sym typeface="Calibri"/>
              </a:endParaRPr>
            </a:p>
          </p:txBody>
        </p:sp>
        <p:sp>
          <p:nvSpPr>
            <p:cNvPr id="2901" name="Google Shape;2901;p147"/>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i="1" sz="3200">
                <a:solidFill>
                  <a:srgbClr val="000000"/>
                </a:solidFill>
                <a:latin typeface="Calibri"/>
                <a:ea typeface="Calibri"/>
                <a:cs typeface="Calibri"/>
                <a:sym typeface="Calibri"/>
              </a:endParaRPr>
            </a:p>
          </p:txBody>
        </p:sp>
      </p:grpSp>
      <p:grpSp>
        <p:nvGrpSpPr>
          <p:cNvPr id="2902" name="Google Shape;2902;p147"/>
          <p:cNvGrpSpPr/>
          <p:nvPr/>
        </p:nvGrpSpPr>
        <p:grpSpPr>
          <a:xfrm>
            <a:off x="6672611" y="3807854"/>
            <a:ext cx="515572" cy="526964"/>
            <a:chOff x="2961988" y="3325174"/>
            <a:chExt cx="482700" cy="482700"/>
          </a:xfrm>
        </p:grpSpPr>
        <p:sp>
          <p:nvSpPr>
            <p:cNvPr id="2903" name="Google Shape;2903;p147"/>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i="1" sz="3200">
                <a:solidFill>
                  <a:srgbClr val="FFFFFF"/>
                </a:solidFill>
                <a:latin typeface="Calibri"/>
                <a:ea typeface="Calibri"/>
                <a:cs typeface="Calibri"/>
                <a:sym typeface="Calibri"/>
              </a:endParaRPr>
            </a:p>
          </p:txBody>
        </p:sp>
        <p:sp>
          <p:nvSpPr>
            <p:cNvPr id="2904" name="Google Shape;2904;p147"/>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i="1" sz="3200">
                <a:solidFill>
                  <a:srgbClr val="000000"/>
                </a:solidFill>
                <a:latin typeface="Calibri"/>
                <a:ea typeface="Calibri"/>
                <a:cs typeface="Calibri"/>
                <a:sym typeface="Calibri"/>
              </a:endParaRPr>
            </a:p>
          </p:txBody>
        </p:sp>
      </p:grpSp>
      <p:grpSp>
        <p:nvGrpSpPr>
          <p:cNvPr id="2905" name="Google Shape;2905;p147"/>
          <p:cNvGrpSpPr/>
          <p:nvPr/>
        </p:nvGrpSpPr>
        <p:grpSpPr>
          <a:xfrm>
            <a:off x="9041112" y="3351380"/>
            <a:ext cx="515572" cy="526964"/>
            <a:chOff x="2961988" y="3325174"/>
            <a:chExt cx="482700" cy="482700"/>
          </a:xfrm>
        </p:grpSpPr>
        <p:sp>
          <p:nvSpPr>
            <p:cNvPr id="2906" name="Google Shape;2906;p147"/>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i="1" sz="3200">
                <a:solidFill>
                  <a:srgbClr val="FFFFFF"/>
                </a:solidFill>
                <a:latin typeface="Calibri"/>
                <a:ea typeface="Calibri"/>
                <a:cs typeface="Calibri"/>
                <a:sym typeface="Calibri"/>
              </a:endParaRPr>
            </a:p>
          </p:txBody>
        </p:sp>
        <p:sp>
          <p:nvSpPr>
            <p:cNvPr id="2907" name="Google Shape;2907;p147"/>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i="1" sz="3200">
                <a:solidFill>
                  <a:srgbClr val="000000"/>
                </a:solidFill>
                <a:latin typeface="Calibri"/>
                <a:ea typeface="Calibri"/>
                <a:cs typeface="Calibri"/>
                <a:sym typeface="Calibri"/>
              </a:endParaRPr>
            </a:p>
          </p:txBody>
        </p:sp>
      </p:grpSp>
      <p:grpSp>
        <p:nvGrpSpPr>
          <p:cNvPr id="2908" name="Google Shape;2908;p147"/>
          <p:cNvGrpSpPr/>
          <p:nvPr/>
        </p:nvGrpSpPr>
        <p:grpSpPr>
          <a:xfrm>
            <a:off x="11151846" y="1721447"/>
            <a:ext cx="515572" cy="526964"/>
            <a:chOff x="2961988" y="3325174"/>
            <a:chExt cx="482700" cy="482700"/>
          </a:xfrm>
        </p:grpSpPr>
        <p:sp>
          <p:nvSpPr>
            <p:cNvPr id="2909" name="Google Shape;2909;p147"/>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i="1" sz="3200">
                <a:solidFill>
                  <a:srgbClr val="FFFFFF"/>
                </a:solidFill>
                <a:latin typeface="Calibri"/>
                <a:ea typeface="Calibri"/>
                <a:cs typeface="Calibri"/>
                <a:sym typeface="Calibri"/>
              </a:endParaRPr>
            </a:p>
          </p:txBody>
        </p:sp>
        <p:sp>
          <p:nvSpPr>
            <p:cNvPr id="2910" name="Google Shape;2910;p147"/>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i="1" sz="3200">
                <a:solidFill>
                  <a:srgbClr val="000000"/>
                </a:solidFill>
                <a:latin typeface="Calibri"/>
                <a:ea typeface="Calibri"/>
                <a:cs typeface="Calibri"/>
                <a:sym typeface="Calibri"/>
              </a:endParaRPr>
            </a:p>
          </p:txBody>
        </p:sp>
      </p:grpSp>
      <p:sp>
        <p:nvSpPr>
          <p:cNvPr id="2911" name="Google Shape;2911;p147"/>
          <p:cNvSpPr txBox="1"/>
          <p:nvPr/>
        </p:nvSpPr>
        <p:spPr>
          <a:xfrm>
            <a:off x="435864" y="676797"/>
            <a:ext cx="3657600" cy="806400"/>
          </a:xfrm>
          <a:prstGeom prst="rect">
            <a:avLst/>
          </a:prstGeom>
          <a:noFill/>
          <a:ln>
            <a:noFill/>
          </a:ln>
        </p:spPr>
        <p:txBody>
          <a:bodyPr anchorCtr="0" anchor="t" bIns="60925" lIns="0" spcFirstLastPara="1" rIns="0" wrap="square" tIns="60925">
            <a:noAutofit/>
          </a:bodyPr>
          <a:lstStyle/>
          <a:p>
            <a:pPr indent="-381000" lvl="0" marL="609600" marR="0" rtl="0" algn="l">
              <a:spcBef>
                <a:spcPts val="0"/>
              </a:spcBef>
              <a:spcAft>
                <a:spcPts val="0"/>
              </a:spcAft>
              <a:buClr>
                <a:srgbClr val="595959"/>
              </a:buClr>
              <a:buSzPts val="1200"/>
              <a:buFont typeface="Red Hat Display"/>
              <a:buChar char="●"/>
            </a:pPr>
            <a:r>
              <a:rPr lang="en" sz="1200">
                <a:solidFill>
                  <a:schemeClr val="dk2"/>
                </a:solidFill>
                <a:latin typeface="Red Hat Display"/>
                <a:ea typeface="Red Hat Display"/>
                <a:cs typeface="Red Hat Display"/>
                <a:sym typeface="Red Hat Display"/>
              </a:rPr>
              <a:t>Why is this important?</a:t>
            </a:r>
            <a:endParaRPr sz="1200">
              <a:solidFill>
                <a:schemeClr val="dk2"/>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Who will be responsible?</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Who will be involved in execution?</a:t>
            </a:r>
            <a:endParaRPr sz="1200">
              <a:solidFill>
                <a:srgbClr val="595959"/>
              </a:solidFill>
              <a:latin typeface="Red Hat Display"/>
              <a:ea typeface="Red Hat Display"/>
              <a:cs typeface="Red Hat Display"/>
              <a:sym typeface="Red Hat Display"/>
            </a:endParaRPr>
          </a:p>
          <a:p>
            <a:pPr indent="-381000" lvl="0" marL="609600" rtl="0" algn="l">
              <a:spcBef>
                <a:spcPts val="0"/>
              </a:spcBef>
              <a:spcAft>
                <a:spcPts val="0"/>
              </a:spcAft>
              <a:buClr>
                <a:srgbClr val="595959"/>
              </a:buClr>
              <a:buSzPts val="1200"/>
              <a:buFont typeface="Red Hat Display"/>
              <a:buChar char="●"/>
            </a:pPr>
            <a:r>
              <a:rPr lang="en" sz="1200">
                <a:solidFill>
                  <a:schemeClr val="dk2"/>
                </a:solidFill>
                <a:latin typeface="Red Hat Display"/>
                <a:ea typeface="Red Hat Display"/>
                <a:cs typeface="Red Hat Display"/>
                <a:sym typeface="Red Hat Display"/>
              </a:rPr>
              <a:t>What is the task we need to execute?</a:t>
            </a:r>
            <a:endParaRPr sz="1200">
              <a:solidFill>
                <a:schemeClr val="dk2"/>
              </a:solidFill>
              <a:latin typeface="Red Hat Display"/>
              <a:ea typeface="Red Hat Display"/>
              <a:cs typeface="Red Hat Display"/>
              <a:sym typeface="Red Hat Display"/>
            </a:endParaRPr>
          </a:p>
          <a:p>
            <a:pPr indent="-381000" lvl="0" marL="609600" rtl="0" algn="l">
              <a:spcBef>
                <a:spcPts val="0"/>
              </a:spcBef>
              <a:spcAft>
                <a:spcPts val="0"/>
              </a:spcAft>
              <a:buClr>
                <a:schemeClr val="dk2"/>
              </a:buClr>
              <a:buSzPts val="1200"/>
              <a:buFont typeface="Red Hat Display"/>
              <a:buChar char="●"/>
            </a:pPr>
            <a:r>
              <a:rPr lang="en" sz="1200">
                <a:solidFill>
                  <a:schemeClr val="dk2"/>
                </a:solidFill>
                <a:latin typeface="Red Hat Display"/>
                <a:ea typeface="Red Hat Display"/>
                <a:cs typeface="Red Hat Display"/>
                <a:sym typeface="Red Hat Display"/>
              </a:rPr>
              <a:t>What are target applications?</a:t>
            </a:r>
            <a:endParaRPr sz="1200">
              <a:solidFill>
                <a:schemeClr val="dk2"/>
              </a:solidFill>
              <a:latin typeface="Red Hat Display"/>
              <a:ea typeface="Red Hat Display"/>
              <a:cs typeface="Red Hat Display"/>
              <a:sym typeface="Red Hat Display"/>
            </a:endParaRPr>
          </a:p>
          <a:p>
            <a:pPr indent="0" lvl="0" marL="0" rtl="0" algn="l">
              <a:spcBef>
                <a:spcPts val="0"/>
              </a:spcBef>
              <a:spcAft>
                <a:spcPts val="0"/>
              </a:spcAft>
              <a:buNone/>
            </a:pPr>
            <a:r>
              <a:t/>
            </a:r>
            <a:endParaRPr sz="1200">
              <a:solidFill>
                <a:schemeClr val="dk2"/>
              </a:solidFill>
              <a:latin typeface="Red Hat Display"/>
              <a:ea typeface="Red Hat Display"/>
              <a:cs typeface="Red Hat Display"/>
              <a:sym typeface="Red Hat Display"/>
            </a:endParaRPr>
          </a:p>
        </p:txBody>
      </p:sp>
      <p:sp>
        <p:nvSpPr>
          <p:cNvPr id="2912" name="Google Shape;2912;p147"/>
          <p:cNvSpPr txBox="1"/>
          <p:nvPr/>
        </p:nvSpPr>
        <p:spPr>
          <a:xfrm>
            <a:off x="1232061" y="234911"/>
            <a:ext cx="2056500" cy="436800"/>
          </a:xfrm>
          <a:prstGeom prst="rect">
            <a:avLst/>
          </a:prstGeom>
          <a:noFill/>
          <a:ln>
            <a:noFill/>
          </a:ln>
        </p:spPr>
        <p:txBody>
          <a:bodyPr anchorCtr="0" anchor="ctr" bIns="60925" lIns="0" spcFirstLastPara="1" rIns="0" wrap="square" tIns="60925">
            <a:noAutofit/>
          </a:bodyPr>
          <a:lstStyle/>
          <a:p>
            <a:pPr indent="0" lvl="0" marL="0" marR="0" rtl="0" algn="ctr">
              <a:spcBef>
                <a:spcPts val="0"/>
              </a:spcBef>
              <a:spcAft>
                <a:spcPts val="0"/>
              </a:spcAft>
              <a:buNone/>
            </a:pPr>
            <a:r>
              <a:rPr b="1" lang="en" sz="2400">
                <a:solidFill>
                  <a:srgbClr val="EE0000"/>
                </a:solidFill>
                <a:latin typeface="Red Hat Display"/>
                <a:ea typeface="Red Hat Display"/>
                <a:cs typeface="Red Hat Display"/>
                <a:sym typeface="Red Hat Display"/>
              </a:rPr>
              <a:t>Discovery</a:t>
            </a:r>
            <a:endParaRPr b="1" sz="1600">
              <a:solidFill>
                <a:srgbClr val="EE0000"/>
              </a:solidFill>
              <a:latin typeface="Red Hat Display"/>
              <a:ea typeface="Red Hat Display"/>
              <a:cs typeface="Red Hat Display"/>
              <a:sym typeface="Red Hat Display"/>
            </a:endParaRPr>
          </a:p>
        </p:txBody>
      </p:sp>
      <p:sp>
        <p:nvSpPr>
          <p:cNvPr id="2913" name="Google Shape;2913;p147"/>
          <p:cNvSpPr txBox="1"/>
          <p:nvPr/>
        </p:nvSpPr>
        <p:spPr>
          <a:xfrm>
            <a:off x="3288549" y="4784570"/>
            <a:ext cx="2519700" cy="436800"/>
          </a:xfrm>
          <a:prstGeom prst="rect">
            <a:avLst/>
          </a:prstGeom>
          <a:noFill/>
          <a:ln>
            <a:noFill/>
          </a:ln>
        </p:spPr>
        <p:txBody>
          <a:bodyPr anchorCtr="0" anchor="ctr" bIns="60925" lIns="0" spcFirstLastPara="1" rIns="0" wrap="square" tIns="60925">
            <a:noAutofit/>
          </a:bodyPr>
          <a:lstStyle/>
          <a:p>
            <a:pPr indent="0" lvl="0" marL="0" marR="0" rtl="0" algn="ctr">
              <a:spcBef>
                <a:spcPts val="0"/>
              </a:spcBef>
              <a:spcAft>
                <a:spcPts val="0"/>
              </a:spcAft>
              <a:buNone/>
            </a:pPr>
            <a:r>
              <a:rPr b="1" lang="en" sz="2700">
                <a:solidFill>
                  <a:srgbClr val="EE0000"/>
                </a:solidFill>
                <a:latin typeface="Red Hat Display"/>
                <a:ea typeface="Red Hat Display"/>
                <a:cs typeface="Red Hat Display"/>
                <a:sym typeface="Red Hat Display"/>
              </a:rPr>
              <a:t>Navigate</a:t>
            </a:r>
            <a:endParaRPr b="1" sz="1900">
              <a:solidFill>
                <a:srgbClr val="EE0000"/>
              </a:solidFill>
              <a:latin typeface="Red Hat Display"/>
              <a:ea typeface="Red Hat Display"/>
              <a:cs typeface="Red Hat Display"/>
              <a:sym typeface="Red Hat Display"/>
            </a:endParaRPr>
          </a:p>
        </p:txBody>
      </p:sp>
      <p:sp>
        <p:nvSpPr>
          <p:cNvPr id="2914" name="Google Shape;2914;p147"/>
          <p:cNvSpPr txBox="1"/>
          <p:nvPr/>
        </p:nvSpPr>
        <p:spPr>
          <a:xfrm>
            <a:off x="5670700" y="693951"/>
            <a:ext cx="2519700" cy="436800"/>
          </a:xfrm>
          <a:prstGeom prst="rect">
            <a:avLst/>
          </a:prstGeom>
          <a:noFill/>
          <a:ln>
            <a:noFill/>
          </a:ln>
        </p:spPr>
        <p:txBody>
          <a:bodyPr anchorCtr="0" anchor="ctr" bIns="60925" lIns="0" spcFirstLastPara="1" rIns="0" wrap="square" tIns="60925">
            <a:noAutofit/>
          </a:bodyPr>
          <a:lstStyle/>
          <a:p>
            <a:pPr indent="0" lvl="0" marL="0" marR="0" rtl="0" algn="ctr">
              <a:spcBef>
                <a:spcPts val="0"/>
              </a:spcBef>
              <a:spcAft>
                <a:spcPts val="0"/>
              </a:spcAft>
              <a:buNone/>
            </a:pPr>
            <a:r>
              <a:rPr b="1" lang="en" sz="2700">
                <a:solidFill>
                  <a:srgbClr val="EE0000"/>
                </a:solidFill>
                <a:latin typeface="Red Hat Display"/>
                <a:ea typeface="Red Hat Display"/>
                <a:cs typeface="Red Hat Display"/>
                <a:sym typeface="Red Hat Display"/>
              </a:rPr>
              <a:t>Pilot</a:t>
            </a:r>
            <a:endParaRPr b="1" sz="1900">
              <a:solidFill>
                <a:srgbClr val="EE0000"/>
              </a:solidFill>
              <a:latin typeface="Red Hat Display"/>
              <a:ea typeface="Red Hat Display"/>
              <a:cs typeface="Red Hat Display"/>
              <a:sym typeface="Red Hat Display"/>
            </a:endParaRPr>
          </a:p>
        </p:txBody>
      </p:sp>
      <p:sp>
        <p:nvSpPr>
          <p:cNvPr id="2915" name="Google Shape;2915;p147"/>
          <p:cNvSpPr txBox="1"/>
          <p:nvPr/>
        </p:nvSpPr>
        <p:spPr>
          <a:xfrm>
            <a:off x="8039194" y="4846133"/>
            <a:ext cx="2519700" cy="436800"/>
          </a:xfrm>
          <a:prstGeom prst="rect">
            <a:avLst/>
          </a:prstGeom>
          <a:noFill/>
          <a:ln>
            <a:noFill/>
          </a:ln>
        </p:spPr>
        <p:txBody>
          <a:bodyPr anchorCtr="0" anchor="ctr" bIns="60925" lIns="0" spcFirstLastPara="1" rIns="0" wrap="square" tIns="60925">
            <a:noAutofit/>
          </a:bodyPr>
          <a:lstStyle/>
          <a:p>
            <a:pPr indent="0" lvl="0" marL="0" marR="0" rtl="0" algn="ctr">
              <a:spcBef>
                <a:spcPts val="0"/>
              </a:spcBef>
              <a:spcAft>
                <a:spcPts val="0"/>
              </a:spcAft>
              <a:buNone/>
            </a:pPr>
            <a:r>
              <a:rPr b="1" lang="en" sz="2700">
                <a:solidFill>
                  <a:srgbClr val="EE0000"/>
                </a:solidFill>
                <a:latin typeface="Red Hat Display"/>
                <a:ea typeface="Red Hat Display"/>
                <a:cs typeface="Red Hat Display"/>
                <a:sym typeface="Red Hat Display"/>
              </a:rPr>
              <a:t>Scale</a:t>
            </a:r>
            <a:endParaRPr b="1" sz="1900">
              <a:solidFill>
                <a:srgbClr val="EE0000"/>
              </a:solidFill>
              <a:latin typeface="Red Hat Display"/>
              <a:ea typeface="Red Hat Display"/>
              <a:cs typeface="Red Hat Display"/>
              <a:sym typeface="Red Hat Display"/>
            </a:endParaRPr>
          </a:p>
        </p:txBody>
      </p:sp>
      <p:cxnSp>
        <p:nvCxnSpPr>
          <p:cNvPr id="2916" name="Google Shape;2916;p147"/>
          <p:cNvCxnSpPr/>
          <p:nvPr/>
        </p:nvCxnSpPr>
        <p:spPr>
          <a:xfrm>
            <a:off x="6960860" y="2941898"/>
            <a:ext cx="0" cy="751500"/>
          </a:xfrm>
          <a:prstGeom prst="straightConnector1">
            <a:avLst/>
          </a:prstGeom>
          <a:noFill/>
          <a:ln cap="flat" cmpd="sng" w="9525">
            <a:solidFill>
              <a:srgbClr val="D8D8D8"/>
            </a:solidFill>
            <a:prstDash val="solid"/>
            <a:round/>
            <a:headEnd len="sm" w="sm" type="none"/>
            <a:tailEnd len="sm" w="sm" type="none"/>
          </a:ln>
        </p:spPr>
      </p:cxnSp>
      <p:cxnSp>
        <p:nvCxnSpPr>
          <p:cNvPr id="2917" name="Google Shape;2917;p147"/>
          <p:cNvCxnSpPr/>
          <p:nvPr/>
        </p:nvCxnSpPr>
        <p:spPr>
          <a:xfrm>
            <a:off x="4576682" y="3878269"/>
            <a:ext cx="0" cy="782100"/>
          </a:xfrm>
          <a:prstGeom prst="straightConnector1">
            <a:avLst/>
          </a:prstGeom>
          <a:noFill/>
          <a:ln cap="flat" cmpd="sng" w="9525">
            <a:solidFill>
              <a:srgbClr val="D8D8D8"/>
            </a:solidFill>
            <a:prstDash val="solid"/>
            <a:round/>
            <a:headEnd len="sm" w="sm" type="none"/>
            <a:tailEnd len="sm" w="sm" type="none"/>
          </a:ln>
        </p:spPr>
      </p:cxnSp>
      <p:cxnSp>
        <p:nvCxnSpPr>
          <p:cNvPr id="2918" name="Google Shape;2918;p147"/>
          <p:cNvCxnSpPr/>
          <p:nvPr/>
        </p:nvCxnSpPr>
        <p:spPr>
          <a:xfrm>
            <a:off x="2293374" y="2428493"/>
            <a:ext cx="0" cy="501900"/>
          </a:xfrm>
          <a:prstGeom prst="straightConnector1">
            <a:avLst/>
          </a:prstGeom>
          <a:noFill/>
          <a:ln cap="flat" cmpd="sng" w="9525">
            <a:solidFill>
              <a:srgbClr val="D8D8D8"/>
            </a:solidFill>
            <a:prstDash val="solid"/>
            <a:round/>
            <a:headEnd len="sm" w="sm" type="none"/>
            <a:tailEnd len="sm" w="sm" type="none"/>
          </a:ln>
        </p:spPr>
      </p:cxnSp>
      <p:sp>
        <p:nvSpPr>
          <p:cNvPr id="2919" name="Google Shape;2919;p147"/>
          <p:cNvSpPr txBox="1"/>
          <p:nvPr/>
        </p:nvSpPr>
        <p:spPr>
          <a:xfrm>
            <a:off x="0" y="5411925"/>
            <a:ext cx="1657800" cy="504000"/>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rPr b="1" lang="en" sz="2700">
                <a:solidFill>
                  <a:srgbClr val="EE0000"/>
                </a:solidFill>
                <a:latin typeface="Red Hat Display"/>
                <a:ea typeface="Red Hat Display"/>
                <a:cs typeface="Red Hat Display"/>
                <a:sym typeface="Red Hat Display"/>
              </a:rPr>
              <a:t>As is</a:t>
            </a:r>
            <a:endParaRPr b="1" sz="2700">
              <a:solidFill>
                <a:srgbClr val="EE0000"/>
              </a:solidFill>
              <a:latin typeface="Red Hat Display"/>
              <a:ea typeface="Red Hat Display"/>
              <a:cs typeface="Red Hat Display"/>
              <a:sym typeface="Red Hat Display"/>
            </a:endParaRPr>
          </a:p>
        </p:txBody>
      </p:sp>
      <p:sp>
        <p:nvSpPr>
          <p:cNvPr id="2920" name="Google Shape;2920;p147"/>
          <p:cNvSpPr txBox="1"/>
          <p:nvPr/>
        </p:nvSpPr>
        <p:spPr>
          <a:xfrm>
            <a:off x="10427909" y="1069387"/>
            <a:ext cx="1452000" cy="504000"/>
          </a:xfrm>
          <a:prstGeom prst="rect">
            <a:avLst/>
          </a:prstGeom>
          <a:noFill/>
          <a:ln>
            <a:noFill/>
          </a:ln>
        </p:spPr>
        <p:txBody>
          <a:bodyPr anchorCtr="0" anchor="t" bIns="60925" lIns="121900" spcFirstLastPara="1" rIns="121900" wrap="square" tIns="60925">
            <a:noAutofit/>
          </a:bodyPr>
          <a:lstStyle/>
          <a:p>
            <a:pPr indent="0" lvl="0" marL="0" marR="0" rtl="0" algn="r">
              <a:spcBef>
                <a:spcPts val="0"/>
              </a:spcBef>
              <a:spcAft>
                <a:spcPts val="0"/>
              </a:spcAft>
              <a:buNone/>
            </a:pPr>
            <a:r>
              <a:rPr b="1" lang="en" sz="2700">
                <a:solidFill>
                  <a:srgbClr val="EE0000"/>
                </a:solidFill>
                <a:latin typeface="Red Hat Display"/>
                <a:ea typeface="Red Hat Display"/>
                <a:cs typeface="Red Hat Display"/>
                <a:sym typeface="Red Hat Display"/>
              </a:rPr>
              <a:t>To Be</a:t>
            </a:r>
            <a:endParaRPr b="1" sz="2700">
              <a:solidFill>
                <a:srgbClr val="EE0000"/>
              </a:solidFill>
              <a:latin typeface="Red Hat Display"/>
              <a:ea typeface="Red Hat Display"/>
              <a:cs typeface="Red Hat Display"/>
              <a:sym typeface="Red Hat Display"/>
            </a:endParaRPr>
          </a:p>
        </p:txBody>
      </p:sp>
      <p:grpSp>
        <p:nvGrpSpPr>
          <p:cNvPr id="2921" name="Google Shape;2921;p147"/>
          <p:cNvGrpSpPr/>
          <p:nvPr/>
        </p:nvGrpSpPr>
        <p:grpSpPr>
          <a:xfrm>
            <a:off x="4363502" y="3148650"/>
            <a:ext cx="515572" cy="526964"/>
            <a:chOff x="2961988" y="3325174"/>
            <a:chExt cx="482700" cy="482700"/>
          </a:xfrm>
        </p:grpSpPr>
        <p:sp>
          <p:nvSpPr>
            <p:cNvPr id="2922" name="Google Shape;2922;p147"/>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i="1" sz="3200">
                <a:solidFill>
                  <a:srgbClr val="FFFFFF"/>
                </a:solidFill>
                <a:latin typeface="Calibri"/>
                <a:ea typeface="Calibri"/>
                <a:cs typeface="Calibri"/>
                <a:sym typeface="Calibri"/>
              </a:endParaRPr>
            </a:p>
          </p:txBody>
        </p:sp>
        <p:sp>
          <p:nvSpPr>
            <p:cNvPr id="2923" name="Google Shape;2923;p147"/>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i="1" sz="3200">
                <a:solidFill>
                  <a:srgbClr val="000000"/>
                </a:solidFill>
                <a:latin typeface="Calibri"/>
                <a:ea typeface="Calibri"/>
                <a:cs typeface="Calibri"/>
                <a:sym typeface="Calibri"/>
              </a:endParaRPr>
            </a:p>
          </p:txBody>
        </p:sp>
      </p:grpSp>
      <p:cxnSp>
        <p:nvCxnSpPr>
          <p:cNvPr id="2924" name="Google Shape;2924;p147"/>
          <p:cNvCxnSpPr/>
          <p:nvPr/>
        </p:nvCxnSpPr>
        <p:spPr>
          <a:xfrm>
            <a:off x="9324912" y="4198681"/>
            <a:ext cx="0" cy="462000"/>
          </a:xfrm>
          <a:prstGeom prst="straightConnector1">
            <a:avLst/>
          </a:prstGeom>
          <a:noFill/>
          <a:ln cap="flat" cmpd="sng" w="9525">
            <a:solidFill>
              <a:srgbClr val="D8D8D8"/>
            </a:solidFill>
            <a:prstDash val="solid"/>
            <a:round/>
            <a:headEnd len="sm" w="sm" type="none"/>
            <a:tailEnd len="sm" w="sm" type="none"/>
          </a:ln>
        </p:spPr>
      </p:cxnSp>
      <p:sp>
        <p:nvSpPr>
          <p:cNvPr id="2925" name="Google Shape;2925;p147"/>
          <p:cNvSpPr txBox="1"/>
          <p:nvPr/>
        </p:nvSpPr>
        <p:spPr>
          <a:xfrm>
            <a:off x="1942800" y="5221367"/>
            <a:ext cx="5357100" cy="806400"/>
          </a:xfrm>
          <a:prstGeom prst="rect">
            <a:avLst/>
          </a:prstGeom>
          <a:noFill/>
          <a:ln>
            <a:noFill/>
          </a:ln>
        </p:spPr>
        <p:txBody>
          <a:bodyPr anchorCtr="0" anchor="t" bIns="60925" lIns="0" spcFirstLastPara="1" rIns="0" wrap="square" tIns="60925">
            <a:noAutofit/>
          </a:bodyPr>
          <a:lstStyle/>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Review the current environment and integrations, dependencies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Review applications and review systems running these applications, identify and commit to the order of migrations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Analyse where these applications can go to: RHEL, containers, bin, and so on.</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High level design for the new RHEL environment, including security model based on HBAC and RBAC and central directory services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Common understanding of the task at hand</a:t>
            </a:r>
            <a:endParaRPr sz="1200">
              <a:solidFill>
                <a:srgbClr val="595959"/>
              </a:solidFill>
              <a:latin typeface="Red Hat Display"/>
              <a:ea typeface="Red Hat Display"/>
              <a:cs typeface="Red Hat Display"/>
              <a:sym typeface="Red Hat Display"/>
            </a:endParaRPr>
          </a:p>
        </p:txBody>
      </p:sp>
      <p:sp>
        <p:nvSpPr>
          <p:cNvPr id="2926" name="Google Shape;2926;p147"/>
          <p:cNvSpPr txBox="1"/>
          <p:nvPr/>
        </p:nvSpPr>
        <p:spPr>
          <a:xfrm>
            <a:off x="4870704" y="1221825"/>
            <a:ext cx="4114800" cy="806400"/>
          </a:xfrm>
          <a:prstGeom prst="rect">
            <a:avLst/>
          </a:prstGeom>
          <a:noFill/>
          <a:ln>
            <a:noFill/>
          </a:ln>
        </p:spPr>
        <p:txBody>
          <a:bodyPr anchorCtr="0" anchor="t" bIns="60925" lIns="0" spcFirstLastPara="1" rIns="0" wrap="square" tIns="60925">
            <a:noAutofit/>
          </a:bodyPr>
          <a:lstStyle/>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Create and build modernisation paths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Deploy automation tools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Design and deploy SOE</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Test modernisation of workloads</a:t>
            </a:r>
            <a:br>
              <a:rPr lang="en" sz="1200">
                <a:solidFill>
                  <a:srgbClr val="595959"/>
                </a:solidFill>
                <a:latin typeface="Red Hat Display"/>
                <a:ea typeface="Red Hat Display"/>
                <a:cs typeface="Red Hat Display"/>
                <a:sym typeface="Red Hat Display"/>
              </a:rPr>
            </a:br>
            <a:r>
              <a:rPr lang="en" sz="1200">
                <a:solidFill>
                  <a:srgbClr val="595959"/>
                </a:solidFill>
                <a:latin typeface="Red Hat Display"/>
                <a:ea typeface="Red Hat Display"/>
                <a:cs typeface="Red Hat Display"/>
                <a:sym typeface="Red Hat Display"/>
              </a:rPr>
              <a:t>Use side by side comparisons, use dark launches, test deployments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Define the factory</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Define day 2 operations and other standards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Automate everything</a:t>
            </a:r>
            <a:endParaRPr sz="1200">
              <a:solidFill>
                <a:srgbClr val="595959"/>
              </a:solidFill>
              <a:latin typeface="Red Hat Display"/>
              <a:ea typeface="Red Hat Display"/>
              <a:cs typeface="Red Hat Display"/>
              <a:sym typeface="Red Hat Display"/>
            </a:endParaRPr>
          </a:p>
        </p:txBody>
      </p:sp>
      <p:sp>
        <p:nvSpPr>
          <p:cNvPr id="2927" name="Google Shape;2927;p147"/>
          <p:cNvSpPr txBox="1"/>
          <p:nvPr/>
        </p:nvSpPr>
        <p:spPr>
          <a:xfrm>
            <a:off x="7946400" y="5337625"/>
            <a:ext cx="2700000" cy="806400"/>
          </a:xfrm>
          <a:prstGeom prst="rect">
            <a:avLst/>
          </a:prstGeom>
          <a:noFill/>
          <a:ln>
            <a:noFill/>
          </a:ln>
        </p:spPr>
        <p:txBody>
          <a:bodyPr anchorCtr="0" anchor="t" bIns="60925" lIns="0" spcFirstLastPara="1" rIns="0" wrap="square" tIns="60925">
            <a:noAutofit/>
          </a:bodyPr>
          <a:lstStyle/>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Deploy the modernisation factory</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Plan for modernisation</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Modernize remaining systems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Implement responsibilities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Refactor and extend automation</a:t>
            </a:r>
            <a:endParaRPr sz="1200">
              <a:solidFill>
                <a:srgbClr val="595959"/>
              </a:solidFill>
              <a:latin typeface="Red Hat Display"/>
              <a:ea typeface="Red Hat Display"/>
              <a:cs typeface="Red Hat Display"/>
              <a:sym typeface="Red Hat Display"/>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1" name="Shape 2931"/>
        <p:cNvGrpSpPr/>
        <p:nvPr/>
      </p:nvGrpSpPr>
      <p:grpSpPr>
        <a:xfrm>
          <a:off x="0" y="0"/>
          <a:ext cx="0" cy="0"/>
          <a:chOff x="0" y="0"/>
          <a:chExt cx="0" cy="0"/>
        </a:xfrm>
      </p:grpSpPr>
      <p:sp>
        <p:nvSpPr>
          <p:cNvPr id="2932" name="Google Shape;2932;p148"/>
          <p:cNvSpPr/>
          <p:nvPr/>
        </p:nvSpPr>
        <p:spPr>
          <a:xfrm>
            <a:off x="0" y="1272550"/>
            <a:ext cx="12192000" cy="4987800"/>
          </a:xfrm>
          <a:prstGeom prst="rect">
            <a:avLst/>
          </a:prstGeom>
          <a:solidFill>
            <a:srgbClr val="D9D9D9"/>
          </a:solidFill>
          <a:ln>
            <a:noFill/>
          </a:ln>
        </p:spPr>
        <p:txBody>
          <a:bodyPr anchorCtr="0" anchor="b" bIns="121900" lIns="91425" spcFirstLastPara="1" rIns="121900" wrap="square" tIns="121900">
            <a:noAutofit/>
          </a:bodyPr>
          <a:lstStyle/>
          <a:p>
            <a:pPr indent="0" lvl="0" marL="114300" rtl="0" algn="l">
              <a:spcBef>
                <a:spcPts val="0"/>
              </a:spcBef>
              <a:spcAft>
                <a:spcPts val="0"/>
              </a:spcAft>
              <a:buNone/>
            </a:pPr>
            <a:r>
              <a:rPr b="1" lang="en" sz="1600">
                <a:solidFill>
                  <a:schemeClr val="accent2"/>
                </a:solidFill>
                <a:latin typeface="Red Hat Display"/>
                <a:ea typeface="Red Hat Display"/>
                <a:cs typeface="Red Hat Display"/>
                <a:sym typeface="Red Hat Display"/>
              </a:rPr>
              <a:t>Red Hat Infrastructure Standard</a:t>
            </a:r>
            <a:endParaRPr sz="1200">
              <a:solidFill>
                <a:schemeClr val="accent2"/>
              </a:solidFill>
            </a:endParaRPr>
          </a:p>
        </p:txBody>
      </p:sp>
      <p:sp>
        <p:nvSpPr>
          <p:cNvPr id="2933" name="Google Shape;2933;p148"/>
          <p:cNvSpPr/>
          <p:nvPr/>
        </p:nvSpPr>
        <p:spPr>
          <a:xfrm>
            <a:off x="81975" y="1671450"/>
            <a:ext cx="1504200" cy="4154400"/>
          </a:xfrm>
          <a:prstGeom prst="rect">
            <a:avLst/>
          </a:prstGeom>
          <a:solidFill>
            <a:schemeClr val="lt1"/>
          </a:solidFill>
          <a:ln cap="flat" cmpd="sng" w="28575">
            <a:solidFill>
              <a:schemeClr val="accent1"/>
            </a:solidFill>
            <a:prstDash val="solid"/>
            <a:round/>
            <a:headEnd len="sm" w="sm" type="none"/>
            <a:tailEnd len="sm" w="sm" type="none"/>
          </a:ln>
        </p:spPr>
        <p:txBody>
          <a:bodyPr anchorCtr="0" anchor="b" bIns="121900" lIns="121900" spcFirstLastPara="1" rIns="121900" wrap="square" tIns="121900">
            <a:noAutofit/>
          </a:bodyPr>
          <a:lstStyle/>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p:txBody>
      </p:sp>
      <p:sp>
        <p:nvSpPr>
          <p:cNvPr id="2934" name="Google Shape;2934;p148"/>
          <p:cNvSpPr txBox="1"/>
          <p:nvPr>
            <p:ph type="title"/>
          </p:nvPr>
        </p:nvSpPr>
        <p:spPr>
          <a:xfrm>
            <a:off x="1752600" y="793000"/>
            <a:ext cx="8686800" cy="967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RH-ISAM in a Hybrid Cloud Deployment</a:t>
            </a:r>
            <a:endParaRPr>
              <a:latin typeface="Red Hat Display Medium"/>
              <a:ea typeface="Red Hat Display Medium"/>
              <a:cs typeface="Red Hat Display Medium"/>
              <a:sym typeface="Red Hat Display Medium"/>
            </a:endParaRPr>
          </a:p>
        </p:txBody>
      </p:sp>
      <p:sp>
        <p:nvSpPr>
          <p:cNvPr id="2935" name="Google Shape;2935;p148"/>
          <p:cNvSpPr/>
          <p:nvPr/>
        </p:nvSpPr>
        <p:spPr>
          <a:xfrm>
            <a:off x="1681625" y="1671450"/>
            <a:ext cx="8904900" cy="795300"/>
          </a:xfrm>
          <a:prstGeom prst="rect">
            <a:avLst/>
          </a:prstGeom>
          <a:solidFill>
            <a:schemeClr val="l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148"/>
          <p:cNvSpPr/>
          <p:nvPr/>
        </p:nvSpPr>
        <p:spPr>
          <a:xfrm>
            <a:off x="1681625" y="2561246"/>
            <a:ext cx="8904900" cy="816600"/>
          </a:xfrm>
          <a:prstGeom prst="rect">
            <a:avLst/>
          </a:prstGeom>
          <a:solidFill>
            <a:schemeClr val="l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37" name="Google Shape;2937;p148"/>
          <p:cNvGrpSpPr/>
          <p:nvPr/>
        </p:nvGrpSpPr>
        <p:grpSpPr>
          <a:xfrm>
            <a:off x="6787247" y="2721146"/>
            <a:ext cx="494400" cy="496800"/>
            <a:chOff x="4343234" y="4889450"/>
            <a:chExt cx="494400" cy="496800"/>
          </a:xfrm>
        </p:grpSpPr>
        <p:sp>
          <p:nvSpPr>
            <p:cNvPr id="2938" name="Google Shape;2938;p148"/>
            <p:cNvSpPr/>
            <p:nvPr/>
          </p:nvSpPr>
          <p:spPr>
            <a:xfrm>
              <a:off x="4343234" y="4889450"/>
              <a:ext cx="494400" cy="496800"/>
            </a:xfrm>
            <a:prstGeom prst="roundRect">
              <a:avLst>
                <a:gd fmla="val 21845"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39" name="Google Shape;2939;p148"/>
            <p:cNvPicPr preferRelativeResize="0"/>
            <p:nvPr/>
          </p:nvPicPr>
          <p:blipFill rotWithShape="1">
            <a:blip r:embed="rId3">
              <a:alphaModFix/>
            </a:blip>
            <a:srcRect b="9632" l="15541" r="14164" t="9218"/>
            <a:stretch/>
          </p:blipFill>
          <p:spPr>
            <a:xfrm>
              <a:off x="4397312" y="4907788"/>
              <a:ext cx="400050" cy="461900"/>
            </a:xfrm>
            <a:prstGeom prst="rect">
              <a:avLst/>
            </a:prstGeom>
            <a:noFill/>
            <a:ln>
              <a:noFill/>
            </a:ln>
          </p:spPr>
        </p:pic>
      </p:grpSp>
      <p:grpSp>
        <p:nvGrpSpPr>
          <p:cNvPr id="2940" name="Google Shape;2940;p148"/>
          <p:cNvGrpSpPr/>
          <p:nvPr/>
        </p:nvGrpSpPr>
        <p:grpSpPr>
          <a:xfrm>
            <a:off x="6153212" y="2700645"/>
            <a:ext cx="537800" cy="537800"/>
            <a:chOff x="6681800" y="5400650"/>
            <a:chExt cx="537800" cy="537800"/>
          </a:xfrm>
        </p:grpSpPr>
        <p:pic>
          <p:nvPicPr>
            <p:cNvPr id="2941" name="Google Shape;2941;p148"/>
            <p:cNvPicPr preferRelativeResize="0"/>
            <p:nvPr/>
          </p:nvPicPr>
          <p:blipFill>
            <a:blip r:embed="rId4">
              <a:alphaModFix/>
            </a:blip>
            <a:stretch>
              <a:fillRect/>
            </a:stretch>
          </p:blipFill>
          <p:spPr>
            <a:xfrm>
              <a:off x="6681800" y="5400650"/>
              <a:ext cx="537800" cy="537800"/>
            </a:xfrm>
            <a:prstGeom prst="rect">
              <a:avLst/>
            </a:prstGeom>
            <a:noFill/>
            <a:ln>
              <a:noFill/>
            </a:ln>
          </p:spPr>
        </p:pic>
        <p:sp>
          <p:nvSpPr>
            <p:cNvPr id="2942" name="Google Shape;2942;p148"/>
            <p:cNvSpPr/>
            <p:nvPr/>
          </p:nvSpPr>
          <p:spPr>
            <a:xfrm>
              <a:off x="6706625" y="5413325"/>
              <a:ext cx="494400" cy="496800"/>
            </a:xfrm>
            <a:prstGeom prst="roundRect">
              <a:avLst>
                <a:gd fmla="val 21845"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943" name="Google Shape;2943;p148"/>
          <p:cNvPicPr preferRelativeResize="0"/>
          <p:nvPr/>
        </p:nvPicPr>
        <p:blipFill>
          <a:blip r:embed="rId5">
            <a:alphaModFix/>
          </a:blip>
          <a:stretch>
            <a:fillRect/>
          </a:stretch>
        </p:blipFill>
        <p:spPr>
          <a:xfrm>
            <a:off x="4937400" y="2689645"/>
            <a:ext cx="554262" cy="559800"/>
          </a:xfrm>
          <a:prstGeom prst="rect">
            <a:avLst/>
          </a:prstGeom>
          <a:noFill/>
          <a:ln>
            <a:noFill/>
          </a:ln>
        </p:spPr>
      </p:pic>
      <p:sp>
        <p:nvSpPr>
          <p:cNvPr id="2944" name="Google Shape;2944;p148"/>
          <p:cNvSpPr/>
          <p:nvPr/>
        </p:nvSpPr>
        <p:spPr>
          <a:xfrm>
            <a:off x="5578177" y="2711488"/>
            <a:ext cx="494400" cy="496800"/>
          </a:xfrm>
          <a:prstGeom prst="roundRect">
            <a:avLst>
              <a:gd fmla="val 21845"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148"/>
          <p:cNvSpPr/>
          <p:nvPr/>
        </p:nvSpPr>
        <p:spPr>
          <a:xfrm>
            <a:off x="7685485" y="3464325"/>
            <a:ext cx="1405200" cy="1765800"/>
          </a:xfrm>
          <a:prstGeom prst="rect">
            <a:avLst/>
          </a:prstGeom>
          <a:solidFill>
            <a:schemeClr val="lt1"/>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6" name="Google Shape;2946;p148"/>
          <p:cNvSpPr txBox="1"/>
          <p:nvPr/>
        </p:nvSpPr>
        <p:spPr>
          <a:xfrm>
            <a:off x="7698080" y="3464175"/>
            <a:ext cx="1344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Cloud 2</a:t>
            </a:r>
            <a:endParaRPr>
              <a:latin typeface="Overpass Light"/>
              <a:ea typeface="Overpass Light"/>
              <a:cs typeface="Overpass Light"/>
              <a:sym typeface="Overpass Light"/>
            </a:endParaRPr>
          </a:p>
        </p:txBody>
      </p:sp>
      <p:pic>
        <p:nvPicPr>
          <p:cNvPr id="2947" name="Google Shape;2947;p148"/>
          <p:cNvPicPr preferRelativeResize="0"/>
          <p:nvPr/>
        </p:nvPicPr>
        <p:blipFill>
          <a:blip r:embed="rId6">
            <a:alphaModFix/>
          </a:blip>
          <a:stretch>
            <a:fillRect/>
          </a:stretch>
        </p:blipFill>
        <p:spPr>
          <a:xfrm>
            <a:off x="7982730" y="3985939"/>
            <a:ext cx="762000" cy="762000"/>
          </a:xfrm>
          <a:prstGeom prst="rect">
            <a:avLst/>
          </a:prstGeom>
          <a:noFill/>
          <a:ln>
            <a:noFill/>
          </a:ln>
        </p:spPr>
      </p:pic>
      <p:grpSp>
        <p:nvGrpSpPr>
          <p:cNvPr id="2948" name="Google Shape;2948;p148"/>
          <p:cNvGrpSpPr/>
          <p:nvPr/>
        </p:nvGrpSpPr>
        <p:grpSpPr>
          <a:xfrm>
            <a:off x="5475314" y="1899915"/>
            <a:ext cx="1233548" cy="400200"/>
            <a:chOff x="9030285" y="1083983"/>
            <a:chExt cx="1233548" cy="400200"/>
          </a:xfrm>
        </p:grpSpPr>
        <p:pic>
          <p:nvPicPr>
            <p:cNvPr id="2949" name="Google Shape;2949;p148"/>
            <p:cNvPicPr preferRelativeResize="0"/>
            <p:nvPr/>
          </p:nvPicPr>
          <p:blipFill>
            <a:blip r:embed="rId7">
              <a:alphaModFix/>
            </a:blip>
            <a:stretch>
              <a:fillRect/>
            </a:stretch>
          </p:blipFill>
          <p:spPr>
            <a:xfrm>
              <a:off x="9030285" y="1083983"/>
              <a:ext cx="400200" cy="400200"/>
            </a:xfrm>
            <a:prstGeom prst="rect">
              <a:avLst/>
            </a:prstGeom>
            <a:noFill/>
            <a:ln>
              <a:noFill/>
            </a:ln>
          </p:spPr>
        </p:pic>
        <p:sp>
          <p:nvSpPr>
            <p:cNvPr id="2950" name="Google Shape;2950;p148"/>
            <p:cNvSpPr txBox="1"/>
            <p:nvPr/>
          </p:nvSpPr>
          <p:spPr>
            <a:xfrm>
              <a:off x="9411833" y="1114733"/>
              <a:ext cx="852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Automation</a:t>
              </a:r>
              <a:endParaRPr sz="1000">
                <a:latin typeface="Overpass Light"/>
                <a:ea typeface="Overpass Light"/>
                <a:cs typeface="Overpass Light"/>
                <a:sym typeface="Overpass Light"/>
              </a:endParaRPr>
            </a:p>
          </p:txBody>
        </p:sp>
      </p:grpSp>
      <p:grpSp>
        <p:nvGrpSpPr>
          <p:cNvPr id="2951" name="Google Shape;2951;p148"/>
          <p:cNvGrpSpPr/>
          <p:nvPr/>
        </p:nvGrpSpPr>
        <p:grpSpPr>
          <a:xfrm>
            <a:off x="3901681" y="1899915"/>
            <a:ext cx="1113243" cy="400200"/>
            <a:chOff x="9030285" y="1562396"/>
            <a:chExt cx="1113243" cy="400200"/>
          </a:xfrm>
        </p:grpSpPr>
        <p:pic>
          <p:nvPicPr>
            <p:cNvPr id="2952" name="Google Shape;2952;p148"/>
            <p:cNvPicPr preferRelativeResize="0"/>
            <p:nvPr/>
          </p:nvPicPr>
          <p:blipFill>
            <a:blip r:embed="rId8">
              <a:alphaModFix/>
            </a:blip>
            <a:stretch>
              <a:fillRect/>
            </a:stretch>
          </p:blipFill>
          <p:spPr>
            <a:xfrm>
              <a:off x="9030285" y="1562396"/>
              <a:ext cx="400200" cy="400200"/>
            </a:xfrm>
            <a:prstGeom prst="rect">
              <a:avLst/>
            </a:prstGeom>
            <a:noFill/>
            <a:ln>
              <a:noFill/>
            </a:ln>
          </p:spPr>
        </p:pic>
        <p:sp>
          <p:nvSpPr>
            <p:cNvPr id="2953" name="Google Shape;2953;p148"/>
            <p:cNvSpPr txBox="1"/>
            <p:nvPr/>
          </p:nvSpPr>
          <p:spPr>
            <a:xfrm>
              <a:off x="9411828" y="1593156"/>
              <a:ext cx="73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Lifecycle</a:t>
              </a:r>
              <a:endParaRPr sz="1000">
                <a:latin typeface="Overpass Light"/>
                <a:ea typeface="Overpass Light"/>
                <a:cs typeface="Overpass Light"/>
                <a:sym typeface="Overpass Light"/>
              </a:endParaRPr>
            </a:p>
          </p:txBody>
        </p:sp>
      </p:grpSp>
      <p:grpSp>
        <p:nvGrpSpPr>
          <p:cNvPr id="2954" name="Google Shape;2954;p148"/>
          <p:cNvGrpSpPr/>
          <p:nvPr/>
        </p:nvGrpSpPr>
        <p:grpSpPr>
          <a:xfrm>
            <a:off x="2096410" y="1899925"/>
            <a:ext cx="1344880" cy="400200"/>
            <a:chOff x="9030285" y="2040808"/>
            <a:chExt cx="1420448" cy="400200"/>
          </a:xfrm>
        </p:grpSpPr>
        <p:pic>
          <p:nvPicPr>
            <p:cNvPr id="2955" name="Google Shape;2955;p148"/>
            <p:cNvPicPr preferRelativeResize="0"/>
            <p:nvPr/>
          </p:nvPicPr>
          <p:blipFill>
            <a:blip r:embed="rId9">
              <a:alphaModFix/>
            </a:blip>
            <a:stretch>
              <a:fillRect/>
            </a:stretch>
          </p:blipFill>
          <p:spPr>
            <a:xfrm>
              <a:off x="9030285" y="2040808"/>
              <a:ext cx="400200" cy="400200"/>
            </a:xfrm>
            <a:prstGeom prst="rect">
              <a:avLst/>
            </a:prstGeom>
            <a:noFill/>
            <a:ln>
              <a:noFill/>
            </a:ln>
          </p:spPr>
        </p:pic>
        <p:sp>
          <p:nvSpPr>
            <p:cNvPr id="2956" name="Google Shape;2956;p148"/>
            <p:cNvSpPr txBox="1"/>
            <p:nvPr/>
          </p:nvSpPr>
          <p:spPr>
            <a:xfrm>
              <a:off x="9411833" y="2071558"/>
              <a:ext cx="1038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Security/SSO</a:t>
              </a:r>
              <a:endParaRPr sz="1000">
                <a:latin typeface="Overpass Light"/>
                <a:ea typeface="Overpass Light"/>
                <a:cs typeface="Overpass Light"/>
                <a:sym typeface="Overpass Light"/>
              </a:endParaRPr>
            </a:p>
          </p:txBody>
        </p:sp>
      </p:grpSp>
      <p:grpSp>
        <p:nvGrpSpPr>
          <p:cNvPr id="2957" name="Google Shape;2957;p148"/>
          <p:cNvGrpSpPr/>
          <p:nvPr/>
        </p:nvGrpSpPr>
        <p:grpSpPr>
          <a:xfrm>
            <a:off x="7169253" y="1899915"/>
            <a:ext cx="1248242" cy="400200"/>
            <a:chOff x="9030285" y="2519221"/>
            <a:chExt cx="1248242" cy="400200"/>
          </a:xfrm>
        </p:grpSpPr>
        <p:pic>
          <p:nvPicPr>
            <p:cNvPr id="2958" name="Google Shape;2958;p148"/>
            <p:cNvPicPr preferRelativeResize="0"/>
            <p:nvPr/>
          </p:nvPicPr>
          <p:blipFill>
            <a:blip r:embed="rId10">
              <a:alphaModFix/>
            </a:blip>
            <a:stretch>
              <a:fillRect/>
            </a:stretch>
          </p:blipFill>
          <p:spPr>
            <a:xfrm>
              <a:off x="9030285" y="2519221"/>
              <a:ext cx="400200" cy="400200"/>
            </a:xfrm>
            <a:prstGeom prst="rect">
              <a:avLst/>
            </a:prstGeom>
            <a:noFill/>
            <a:ln>
              <a:noFill/>
            </a:ln>
          </p:spPr>
        </p:pic>
        <p:sp>
          <p:nvSpPr>
            <p:cNvPr id="2959" name="Google Shape;2959;p148"/>
            <p:cNvSpPr txBox="1"/>
            <p:nvPr/>
          </p:nvSpPr>
          <p:spPr>
            <a:xfrm>
              <a:off x="9411827" y="2549981"/>
              <a:ext cx="866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Compliance</a:t>
              </a:r>
              <a:endParaRPr sz="1000">
                <a:latin typeface="Overpass Light"/>
                <a:ea typeface="Overpass Light"/>
                <a:cs typeface="Overpass Light"/>
                <a:sym typeface="Overpass Light"/>
              </a:endParaRPr>
            </a:p>
          </p:txBody>
        </p:sp>
      </p:grpSp>
      <p:grpSp>
        <p:nvGrpSpPr>
          <p:cNvPr id="2960" name="Google Shape;2960;p148"/>
          <p:cNvGrpSpPr/>
          <p:nvPr/>
        </p:nvGrpSpPr>
        <p:grpSpPr>
          <a:xfrm>
            <a:off x="8877885" y="1899915"/>
            <a:ext cx="1409040" cy="400200"/>
            <a:chOff x="9030285" y="2997633"/>
            <a:chExt cx="1409040" cy="400200"/>
          </a:xfrm>
        </p:grpSpPr>
        <p:pic>
          <p:nvPicPr>
            <p:cNvPr id="2961" name="Google Shape;2961;p148"/>
            <p:cNvPicPr preferRelativeResize="0"/>
            <p:nvPr/>
          </p:nvPicPr>
          <p:blipFill>
            <a:blip r:embed="rId11">
              <a:alphaModFix/>
            </a:blip>
            <a:stretch>
              <a:fillRect/>
            </a:stretch>
          </p:blipFill>
          <p:spPr>
            <a:xfrm>
              <a:off x="9030285" y="2997633"/>
              <a:ext cx="400200" cy="400200"/>
            </a:xfrm>
            <a:prstGeom prst="rect">
              <a:avLst/>
            </a:prstGeom>
            <a:noFill/>
            <a:ln>
              <a:noFill/>
            </a:ln>
          </p:spPr>
        </p:pic>
        <p:sp>
          <p:nvSpPr>
            <p:cNvPr id="2962" name="Google Shape;2962;p148"/>
            <p:cNvSpPr txBox="1"/>
            <p:nvPr/>
          </p:nvSpPr>
          <p:spPr>
            <a:xfrm>
              <a:off x="9411825" y="3028394"/>
              <a:ext cx="10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Configuration</a:t>
              </a:r>
              <a:endParaRPr sz="1000">
                <a:latin typeface="Overpass Light"/>
                <a:ea typeface="Overpass Light"/>
                <a:cs typeface="Overpass Light"/>
                <a:sym typeface="Overpass Light"/>
              </a:endParaRPr>
            </a:p>
          </p:txBody>
        </p:sp>
      </p:grpSp>
      <p:pic>
        <p:nvPicPr>
          <p:cNvPr id="2963" name="Google Shape;2963;p148"/>
          <p:cNvPicPr preferRelativeResize="0"/>
          <p:nvPr/>
        </p:nvPicPr>
        <p:blipFill rotWithShape="1">
          <a:blip r:embed="rId12">
            <a:alphaModFix/>
          </a:blip>
          <a:srcRect b="13752" l="0" r="0" t="16966"/>
          <a:stretch/>
        </p:blipFill>
        <p:spPr>
          <a:xfrm>
            <a:off x="142628" y="3592950"/>
            <a:ext cx="1344875" cy="861000"/>
          </a:xfrm>
          <a:prstGeom prst="rect">
            <a:avLst/>
          </a:prstGeom>
          <a:noFill/>
          <a:ln>
            <a:noFill/>
          </a:ln>
        </p:spPr>
      </p:pic>
      <p:sp>
        <p:nvSpPr>
          <p:cNvPr id="2964" name="Google Shape;2964;p148"/>
          <p:cNvSpPr txBox="1"/>
          <p:nvPr/>
        </p:nvSpPr>
        <p:spPr>
          <a:xfrm>
            <a:off x="107138" y="1801125"/>
            <a:ext cx="1263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Red Hat Hybrid Cloud</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Services</a:t>
            </a:r>
            <a:endParaRPr>
              <a:latin typeface="Overpass Light"/>
              <a:ea typeface="Overpass Light"/>
              <a:cs typeface="Overpass Light"/>
              <a:sym typeface="Overpass Light"/>
            </a:endParaRPr>
          </a:p>
        </p:txBody>
      </p:sp>
      <p:cxnSp>
        <p:nvCxnSpPr>
          <p:cNvPr id="2965" name="Google Shape;2965;p148"/>
          <p:cNvCxnSpPr>
            <a:stCxn id="2963" idx="0"/>
          </p:cNvCxnSpPr>
          <p:nvPr/>
        </p:nvCxnSpPr>
        <p:spPr>
          <a:xfrm rot="-5400000">
            <a:off x="1221116" y="2562900"/>
            <a:ext cx="624000" cy="1436100"/>
          </a:xfrm>
          <a:prstGeom prst="curvedConnector2">
            <a:avLst/>
          </a:prstGeom>
          <a:noFill/>
          <a:ln cap="flat" cmpd="sng" w="19050">
            <a:solidFill>
              <a:schemeClr val="dk1"/>
            </a:solidFill>
            <a:prstDash val="solid"/>
            <a:round/>
            <a:headEnd len="med" w="med" type="triangle"/>
            <a:tailEnd len="med" w="med" type="triangle"/>
          </a:ln>
        </p:spPr>
      </p:cxnSp>
      <p:sp>
        <p:nvSpPr>
          <p:cNvPr id="2966" name="Google Shape;2966;p148"/>
          <p:cNvSpPr txBox="1"/>
          <p:nvPr/>
        </p:nvSpPr>
        <p:spPr>
          <a:xfrm>
            <a:off x="8187100" y="2769446"/>
            <a:ext cx="140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Native AD Trust</a:t>
            </a:r>
            <a:endParaRPr>
              <a:latin typeface="Overpass Light"/>
              <a:ea typeface="Overpass Light"/>
              <a:cs typeface="Overpass Light"/>
              <a:sym typeface="Overpass Light"/>
            </a:endParaRPr>
          </a:p>
        </p:txBody>
      </p:sp>
      <p:grpSp>
        <p:nvGrpSpPr>
          <p:cNvPr id="2967" name="Google Shape;2967;p148"/>
          <p:cNvGrpSpPr/>
          <p:nvPr/>
        </p:nvGrpSpPr>
        <p:grpSpPr>
          <a:xfrm>
            <a:off x="7832228" y="4664966"/>
            <a:ext cx="1063003" cy="320100"/>
            <a:chOff x="7850298" y="5712472"/>
            <a:chExt cx="1063003" cy="320100"/>
          </a:xfrm>
        </p:grpSpPr>
        <p:grpSp>
          <p:nvGrpSpPr>
            <p:cNvPr id="2968" name="Google Shape;2968;p148"/>
            <p:cNvGrpSpPr/>
            <p:nvPr/>
          </p:nvGrpSpPr>
          <p:grpSpPr>
            <a:xfrm>
              <a:off x="8221825" y="5712503"/>
              <a:ext cx="320025" cy="320039"/>
              <a:chOff x="3734825" y="5794325"/>
              <a:chExt cx="494400" cy="496800"/>
            </a:xfrm>
          </p:grpSpPr>
          <p:sp>
            <p:nvSpPr>
              <p:cNvPr id="2969" name="Google Shape;2969;p148"/>
              <p:cNvSpPr/>
              <p:nvPr/>
            </p:nvSpPr>
            <p:spPr>
              <a:xfrm>
                <a:off x="3734825" y="5794325"/>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70" name="Google Shape;2970;p148"/>
              <p:cNvPicPr preferRelativeResize="0"/>
              <p:nvPr/>
            </p:nvPicPr>
            <p:blipFill>
              <a:blip r:embed="rId13">
                <a:alphaModFix/>
              </a:blip>
              <a:stretch>
                <a:fillRect/>
              </a:stretch>
            </p:blipFill>
            <p:spPr>
              <a:xfrm>
                <a:off x="3768875" y="5833375"/>
                <a:ext cx="431100" cy="431100"/>
              </a:xfrm>
              <a:prstGeom prst="rect">
                <a:avLst/>
              </a:prstGeom>
              <a:noFill/>
              <a:ln>
                <a:noFill/>
              </a:ln>
            </p:spPr>
          </p:pic>
        </p:grpSp>
        <p:grpSp>
          <p:nvGrpSpPr>
            <p:cNvPr id="2971" name="Google Shape;2971;p148"/>
            <p:cNvGrpSpPr/>
            <p:nvPr/>
          </p:nvGrpSpPr>
          <p:grpSpPr>
            <a:xfrm>
              <a:off x="8593276" y="5712502"/>
              <a:ext cx="320025" cy="320041"/>
              <a:chOff x="4343234" y="4889450"/>
              <a:chExt cx="494400" cy="496803"/>
            </a:xfrm>
          </p:grpSpPr>
          <p:sp>
            <p:nvSpPr>
              <p:cNvPr id="2972" name="Google Shape;2972;p148"/>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73" name="Google Shape;2973;p148"/>
              <p:cNvPicPr preferRelativeResize="0"/>
              <p:nvPr/>
            </p:nvPicPr>
            <p:blipFill rotWithShape="1">
              <a:blip r:embed="rId3">
                <a:alphaModFix/>
              </a:blip>
              <a:srcRect b="6729" l="13134" r="11033" t="8625"/>
              <a:stretch/>
            </p:blipFill>
            <p:spPr>
              <a:xfrm>
                <a:off x="4383607" y="4904479"/>
                <a:ext cx="431559" cy="481775"/>
              </a:xfrm>
              <a:prstGeom prst="rect">
                <a:avLst/>
              </a:prstGeom>
              <a:noFill/>
              <a:ln>
                <a:noFill/>
              </a:ln>
            </p:spPr>
          </p:pic>
        </p:grpSp>
        <p:grpSp>
          <p:nvGrpSpPr>
            <p:cNvPr id="2974" name="Google Shape;2974;p148"/>
            <p:cNvGrpSpPr/>
            <p:nvPr/>
          </p:nvGrpSpPr>
          <p:grpSpPr>
            <a:xfrm>
              <a:off x="7850298" y="5712472"/>
              <a:ext cx="320100" cy="320100"/>
              <a:chOff x="7850298" y="5716815"/>
              <a:chExt cx="320100" cy="320100"/>
            </a:xfrm>
          </p:grpSpPr>
          <p:pic>
            <p:nvPicPr>
              <p:cNvPr id="2975" name="Google Shape;2975;p148"/>
              <p:cNvPicPr preferRelativeResize="0"/>
              <p:nvPr/>
            </p:nvPicPr>
            <p:blipFill rotWithShape="1">
              <a:blip r:embed="rId14">
                <a:alphaModFix/>
              </a:blip>
              <a:srcRect b="18682" l="21903" r="23772" t="14924"/>
              <a:stretch/>
            </p:blipFill>
            <p:spPr>
              <a:xfrm>
                <a:off x="7918713" y="5772150"/>
                <a:ext cx="173850" cy="211925"/>
              </a:xfrm>
              <a:prstGeom prst="rect">
                <a:avLst/>
              </a:prstGeom>
              <a:noFill/>
              <a:ln>
                <a:noFill/>
              </a:ln>
            </p:spPr>
          </p:pic>
          <p:sp>
            <p:nvSpPr>
              <p:cNvPr id="2976" name="Google Shape;2976;p148"/>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77" name="Google Shape;2977;p148"/>
          <p:cNvGrpSpPr/>
          <p:nvPr/>
        </p:nvGrpSpPr>
        <p:grpSpPr>
          <a:xfrm>
            <a:off x="9185518" y="3464175"/>
            <a:ext cx="1405200" cy="1765950"/>
            <a:chOff x="9138222" y="3768075"/>
            <a:chExt cx="1405200" cy="1765950"/>
          </a:xfrm>
        </p:grpSpPr>
        <p:sp>
          <p:nvSpPr>
            <p:cNvPr id="2978" name="Google Shape;2978;p148"/>
            <p:cNvSpPr/>
            <p:nvPr/>
          </p:nvSpPr>
          <p:spPr>
            <a:xfrm>
              <a:off x="9138222" y="3768225"/>
              <a:ext cx="1405200" cy="1765800"/>
            </a:xfrm>
            <a:prstGeom prst="rect">
              <a:avLst/>
            </a:prstGeom>
            <a:solidFill>
              <a:schemeClr val="lt1"/>
            </a:solidFill>
            <a:ln cap="flat" cmpd="sng" w="28575">
              <a:solidFill>
                <a:srgbClr val="BF9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9" name="Google Shape;2979;p148"/>
            <p:cNvSpPr txBox="1"/>
            <p:nvPr/>
          </p:nvSpPr>
          <p:spPr>
            <a:xfrm>
              <a:off x="9209457" y="3768075"/>
              <a:ext cx="1263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Cloud 3</a:t>
              </a:r>
              <a:endParaRPr>
                <a:latin typeface="Overpass Light"/>
                <a:ea typeface="Overpass Light"/>
                <a:cs typeface="Overpass Light"/>
                <a:sym typeface="Overpass Light"/>
              </a:endParaRPr>
            </a:p>
          </p:txBody>
        </p:sp>
        <p:pic>
          <p:nvPicPr>
            <p:cNvPr id="2980" name="Google Shape;2980;p148"/>
            <p:cNvPicPr preferRelativeResize="0"/>
            <p:nvPr/>
          </p:nvPicPr>
          <p:blipFill>
            <a:blip r:embed="rId6">
              <a:alphaModFix/>
            </a:blip>
            <a:stretch>
              <a:fillRect/>
            </a:stretch>
          </p:blipFill>
          <p:spPr>
            <a:xfrm>
              <a:off x="9459821" y="4289839"/>
              <a:ext cx="762000" cy="762000"/>
            </a:xfrm>
            <a:prstGeom prst="rect">
              <a:avLst/>
            </a:prstGeom>
            <a:noFill/>
            <a:ln>
              <a:noFill/>
            </a:ln>
          </p:spPr>
        </p:pic>
        <p:grpSp>
          <p:nvGrpSpPr>
            <p:cNvPr id="2981" name="Google Shape;2981;p148"/>
            <p:cNvGrpSpPr/>
            <p:nvPr/>
          </p:nvGrpSpPr>
          <p:grpSpPr>
            <a:xfrm>
              <a:off x="9309320" y="4968865"/>
              <a:ext cx="1063003" cy="320100"/>
              <a:chOff x="7850298" y="5712472"/>
              <a:chExt cx="1063003" cy="320100"/>
            </a:xfrm>
          </p:grpSpPr>
          <p:grpSp>
            <p:nvGrpSpPr>
              <p:cNvPr id="2982" name="Google Shape;2982;p148"/>
              <p:cNvGrpSpPr/>
              <p:nvPr/>
            </p:nvGrpSpPr>
            <p:grpSpPr>
              <a:xfrm>
                <a:off x="8221825" y="5712503"/>
                <a:ext cx="320025" cy="320039"/>
                <a:chOff x="3734825" y="5794325"/>
                <a:chExt cx="494400" cy="496800"/>
              </a:xfrm>
            </p:grpSpPr>
            <p:sp>
              <p:nvSpPr>
                <p:cNvPr id="2983" name="Google Shape;2983;p148"/>
                <p:cNvSpPr/>
                <p:nvPr/>
              </p:nvSpPr>
              <p:spPr>
                <a:xfrm>
                  <a:off x="3734825" y="5794325"/>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84" name="Google Shape;2984;p148"/>
                <p:cNvPicPr preferRelativeResize="0"/>
                <p:nvPr/>
              </p:nvPicPr>
              <p:blipFill>
                <a:blip r:embed="rId13">
                  <a:alphaModFix/>
                </a:blip>
                <a:stretch>
                  <a:fillRect/>
                </a:stretch>
              </p:blipFill>
              <p:spPr>
                <a:xfrm>
                  <a:off x="3768875" y="5833375"/>
                  <a:ext cx="431100" cy="431100"/>
                </a:xfrm>
                <a:prstGeom prst="rect">
                  <a:avLst/>
                </a:prstGeom>
                <a:noFill/>
                <a:ln>
                  <a:noFill/>
                </a:ln>
              </p:spPr>
            </p:pic>
          </p:grpSp>
          <p:grpSp>
            <p:nvGrpSpPr>
              <p:cNvPr id="2985" name="Google Shape;2985;p148"/>
              <p:cNvGrpSpPr/>
              <p:nvPr/>
            </p:nvGrpSpPr>
            <p:grpSpPr>
              <a:xfrm>
                <a:off x="8593276" y="5712502"/>
                <a:ext cx="320025" cy="320041"/>
                <a:chOff x="4343234" y="4889450"/>
                <a:chExt cx="494400" cy="496803"/>
              </a:xfrm>
            </p:grpSpPr>
            <p:sp>
              <p:nvSpPr>
                <p:cNvPr id="2986" name="Google Shape;2986;p148"/>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87" name="Google Shape;2987;p148"/>
                <p:cNvPicPr preferRelativeResize="0"/>
                <p:nvPr/>
              </p:nvPicPr>
              <p:blipFill rotWithShape="1">
                <a:blip r:embed="rId3">
                  <a:alphaModFix/>
                </a:blip>
                <a:srcRect b="6729" l="13134" r="11033" t="8625"/>
                <a:stretch/>
              </p:blipFill>
              <p:spPr>
                <a:xfrm>
                  <a:off x="4383607" y="4904479"/>
                  <a:ext cx="431559" cy="481775"/>
                </a:xfrm>
                <a:prstGeom prst="rect">
                  <a:avLst/>
                </a:prstGeom>
                <a:noFill/>
                <a:ln>
                  <a:noFill/>
                </a:ln>
              </p:spPr>
            </p:pic>
          </p:grpSp>
          <p:grpSp>
            <p:nvGrpSpPr>
              <p:cNvPr id="2988" name="Google Shape;2988;p148"/>
              <p:cNvGrpSpPr/>
              <p:nvPr/>
            </p:nvGrpSpPr>
            <p:grpSpPr>
              <a:xfrm>
                <a:off x="7850298" y="5712472"/>
                <a:ext cx="320100" cy="320100"/>
                <a:chOff x="7850298" y="5716815"/>
                <a:chExt cx="320100" cy="320100"/>
              </a:xfrm>
            </p:grpSpPr>
            <p:pic>
              <p:nvPicPr>
                <p:cNvPr id="2989" name="Google Shape;2989;p148"/>
                <p:cNvPicPr preferRelativeResize="0"/>
                <p:nvPr/>
              </p:nvPicPr>
              <p:blipFill rotWithShape="1">
                <a:blip r:embed="rId14">
                  <a:alphaModFix/>
                </a:blip>
                <a:srcRect b="18682" l="21903" r="23772" t="14924"/>
                <a:stretch/>
              </p:blipFill>
              <p:spPr>
                <a:xfrm>
                  <a:off x="7918713" y="5772150"/>
                  <a:ext cx="173850" cy="211925"/>
                </a:xfrm>
                <a:prstGeom prst="rect">
                  <a:avLst/>
                </a:prstGeom>
                <a:noFill/>
                <a:ln>
                  <a:noFill/>
                </a:ln>
              </p:spPr>
            </p:pic>
            <p:sp>
              <p:nvSpPr>
                <p:cNvPr id="2990" name="Google Shape;2990;p148"/>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2991" name="Google Shape;2991;p148"/>
          <p:cNvGrpSpPr/>
          <p:nvPr/>
        </p:nvGrpSpPr>
        <p:grpSpPr>
          <a:xfrm>
            <a:off x="3185384" y="3464184"/>
            <a:ext cx="1405200" cy="1765942"/>
            <a:chOff x="3187240" y="3768083"/>
            <a:chExt cx="1405200" cy="1765942"/>
          </a:xfrm>
        </p:grpSpPr>
        <p:sp>
          <p:nvSpPr>
            <p:cNvPr id="2992" name="Google Shape;2992;p148"/>
            <p:cNvSpPr/>
            <p:nvPr/>
          </p:nvSpPr>
          <p:spPr>
            <a:xfrm>
              <a:off x="3187240" y="3768225"/>
              <a:ext cx="1405200" cy="1765800"/>
            </a:xfrm>
            <a:prstGeom prst="rect">
              <a:avLst/>
            </a:prstGeom>
            <a:solidFill>
              <a:schemeClr val="l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3" name="Google Shape;2993;p148"/>
            <p:cNvSpPr txBox="1"/>
            <p:nvPr/>
          </p:nvSpPr>
          <p:spPr>
            <a:xfrm>
              <a:off x="3228340" y="3768083"/>
              <a:ext cx="132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Data Center 2</a:t>
              </a:r>
              <a:endParaRPr>
                <a:latin typeface="Overpass Light"/>
                <a:ea typeface="Overpass Light"/>
                <a:cs typeface="Overpass Light"/>
                <a:sym typeface="Overpass Light"/>
              </a:endParaRPr>
            </a:p>
          </p:txBody>
        </p:sp>
        <p:grpSp>
          <p:nvGrpSpPr>
            <p:cNvPr id="2994" name="Google Shape;2994;p148"/>
            <p:cNvGrpSpPr/>
            <p:nvPr/>
          </p:nvGrpSpPr>
          <p:grpSpPr>
            <a:xfrm>
              <a:off x="3358338" y="4968865"/>
              <a:ext cx="1063003" cy="320100"/>
              <a:chOff x="7850298" y="5712472"/>
              <a:chExt cx="1063003" cy="320100"/>
            </a:xfrm>
          </p:grpSpPr>
          <p:grpSp>
            <p:nvGrpSpPr>
              <p:cNvPr id="2995" name="Google Shape;2995;p148"/>
              <p:cNvGrpSpPr/>
              <p:nvPr/>
            </p:nvGrpSpPr>
            <p:grpSpPr>
              <a:xfrm>
                <a:off x="8221825" y="5712503"/>
                <a:ext cx="320025" cy="320039"/>
                <a:chOff x="3734825" y="5794325"/>
                <a:chExt cx="494400" cy="496800"/>
              </a:xfrm>
            </p:grpSpPr>
            <p:sp>
              <p:nvSpPr>
                <p:cNvPr id="2996" name="Google Shape;2996;p148"/>
                <p:cNvSpPr/>
                <p:nvPr/>
              </p:nvSpPr>
              <p:spPr>
                <a:xfrm>
                  <a:off x="3734825" y="5794325"/>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97" name="Google Shape;2997;p148"/>
                <p:cNvPicPr preferRelativeResize="0"/>
                <p:nvPr/>
              </p:nvPicPr>
              <p:blipFill>
                <a:blip r:embed="rId13">
                  <a:alphaModFix/>
                </a:blip>
                <a:stretch>
                  <a:fillRect/>
                </a:stretch>
              </p:blipFill>
              <p:spPr>
                <a:xfrm>
                  <a:off x="3768875" y="5833375"/>
                  <a:ext cx="431100" cy="431100"/>
                </a:xfrm>
                <a:prstGeom prst="rect">
                  <a:avLst/>
                </a:prstGeom>
                <a:noFill/>
                <a:ln>
                  <a:noFill/>
                </a:ln>
              </p:spPr>
            </p:pic>
          </p:grpSp>
          <p:grpSp>
            <p:nvGrpSpPr>
              <p:cNvPr id="2998" name="Google Shape;2998;p148"/>
              <p:cNvGrpSpPr/>
              <p:nvPr/>
            </p:nvGrpSpPr>
            <p:grpSpPr>
              <a:xfrm>
                <a:off x="8593276" y="5712502"/>
                <a:ext cx="320025" cy="320041"/>
                <a:chOff x="4343234" y="4889450"/>
                <a:chExt cx="494400" cy="496803"/>
              </a:xfrm>
            </p:grpSpPr>
            <p:sp>
              <p:nvSpPr>
                <p:cNvPr id="2999" name="Google Shape;2999;p148"/>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00" name="Google Shape;3000;p148"/>
                <p:cNvPicPr preferRelativeResize="0"/>
                <p:nvPr/>
              </p:nvPicPr>
              <p:blipFill rotWithShape="1">
                <a:blip r:embed="rId3">
                  <a:alphaModFix/>
                </a:blip>
                <a:srcRect b="6729" l="13134" r="11033" t="8625"/>
                <a:stretch/>
              </p:blipFill>
              <p:spPr>
                <a:xfrm>
                  <a:off x="4383607" y="4904479"/>
                  <a:ext cx="431559" cy="481775"/>
                </a:xfrm>
                <a:prstGeom prst="rect">
                  <a:avLst/>
                </a:prstGeom>
                <a:noFill/>
                <a:ln>
                  <a:noFill/>
                </a:ln>
              </p:spPr>
            </p:pic>
          </p:grpSp>
          <p:grpSp>
            <p:nvGrpSpPr>
              <p:cNvPr id="3001" name="Google Shape;3001;p148"/>
              <p:cNvGrpSpPr/>
              <p:nvPr/>
            </p:nvGrpSpPr>
            <p:grpSpPr>
              <a:xfrm>
                <a:off x="7850298" y="5712472"/>
                <a:ext cx="320100" cy="320100"/>
                <a:chOff x="7850298" y="5716815"/>
                <a:chExt cx="320100" cy="320100"/>
              </a:xfrm>
            </p:grpSpPr>
            <p:pic>
              <p:nvPicPr>
                <p:cNvPr id="3002" name="Google Shape;3002;p148"/>
                <p:cNvPicPr preferRelativeResize="0"/>
                <p:nvPr/>
              </p:nvPicPr>
              <p:blipFill rotWithShape="1">
                <a:blip r:embed="rId14">
                  <a:alphaModFix/>
                </a:blip>
                <a:srcRect b="18682" l="21903" r="23772" t="14924"/>
                <a:stretch/>
              </p:blipFill>
              <p:spPr>
                <a:xfrm>
                  <a:off x="7918713" y="5772150"/>
                  <a:ext cx="173850" cy="211925"/>
                </a:xfrm>
                <a:prstGeom prst="rect">
                  <a:avLst/>
                </a:prstGeom>
                <a:noFill/>
                <a:ln>
                  <a:noFill/>
                </a:ln>
              </p:spPr>
            </p:pic>
            <p:sp>
              <p:nvSpPr>
                <p:cNvPr id="3003" name="Google Shape;3003;p148"/>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004" name="Google Shape;3004;p148"/>
          <p:cNvGrpSpPr/>
          <p:nvPr/>
        </p:nvGrpSpPr>
        <p:grpSpPr>
          <a:xfrm>
            <a:off x="1685350" y="3464192"/>
            <a:ext cx="1405200" cy="1765808"/>
            <a:chOff x="1685350" y="3768092"/>
            <a:chExt cx="1405200" cy="1765808"/>
          </a:xfrm>
        </p:grpSpPr>
        <p:sp>
          <p:nvSpPr>
            <p:cNvPr id="3005" name="Google Shape;3005;p148"/>
            <p:cNvSpPr/>
            <p:nvPr/>
          </p:nvSpPr>
          <p:spPr>
            <a:xfrm>
              <a:off x="1685350" y="3768100"/>
              <a:ext cx="1405200" cy="1765800"/>
            </a:xfrm>
            <a:prstGeom prst="rect">
              <a:avLst/>
            </a:prstGeom>
            <a:solidFill>
              <a:schemeClr val="l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6" name="Google Shape;3006;p148"/>
            <p:cNvSpPr txBox="1"/>
            <p:nvPr/>
          </p:nvSpPr>
          <p:spPr>
            <a:xfrm>
              <a:off x="1756300" y="3768092"/>
              <a:ext cx="1263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Data Center 1</a:t>
              </a:r>
              <a:endParaRPr>
                <a:latin typeface="Overpass Light"/>
                <a:ea typeface="Overpass Light"/>
                <a:cs typeface="Overpass Light"/>
                <a:sym typeface="Overpass Light"/>
              </a:endParaRPr>
            </a:p>
          </p:txBody>
        </p:sp>
        <p:grpSp>
          <p:nvGrpSpPr>
            <p:cNvPr id="3007" name="Google Shape;3007;p148"/>
            <p:cNvGrpSpPr/>
            <p:nvPr/>
          </p:nvGrpSpPr>
          <p:grpSpPr>
            <a:xfrm>
              <a:off x="1856448" y="4968865"/>
              <a:ext cx="1063003" cy="320100"/>
              <a:chOff x="7850298" y="5712472"/>
              <a:chExt cx="1063003" cy="320100"/>
            </a:xfrm>
          </p:grpSpPr>
          <p:grpSp>
            <p:nvGrpSpPr>
              <p:cNvPr id="3008" name="Google Shape;3008;p148"/>
              <p:cNvGrpSpPr/>
              <p:nvPr/>
            </p:nvGrpSpPr>
            <p:grpSpPr>
              <a:xfrm>
                <a:off x="8221825" y="5712503"/>
                <a:ext cx="320025" cy="320039"/>
                <a:chOff x="3734825" y="5794325"/>
                <a:chExt cx="494400" cy="496800"/>
              </a:xfrm>
            </p:grpSpPr>
            <p:sp>
              <p:nvSpPr>
                <p:cNvPr id="3009" name="Google Shape;3009;p148"/>
                <p:cNvSpPr/>
                <p:nvPr/>
              </p:nvSpPr>
              <p:spPr>
                <a:xfrm>
                  <a:off x="3734825" y="5794325"/>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10" name="Google Shape;3010;p148"/>
                <p:cNvPicPr preferRelativeResize="0"/>
                <p:nvPr/>
              </p:nvPicPr>
              <p:blipFill>
                <a:blip r:embed="rId13">
                  <a:alphaModFix/>
                </a:blip>
                <a:stretch>
                  <a:fillRect/>
                </a:stretch>
              </p:blipFill>
              <p:spPr>
                <a:xfrm>
                  <a:off x="3768875" y="5833375"/>
                  <a:ext cx="431100" cy="431100"/>
                </a:xfrm>
                <a:prstGeom prst="rect">
                  <a:avLst/>
                </a:prstGeom>
                <a:noFill/>
                <a:ln>
                  <a:noFill/>
                </a:ln>
              </p:spPr>
            </p:pic>
          </p:grpSp>
          <p:grpSp>
            <p:nvGrpSpPr>
              <p:cNvPr id="3011" name="Google Shape;3011;p148"/>
              <p:cNvGrpSpPr/>
              <p:nvPr/>
            </p:nvGrpSpPr>
            <p:grpSpPr>
              <a:xfrm>
                <a:off x="8593276" y="5712502"/>
                <a:ext cx="320025" cy="320041"/>
                <a:chOff x="4343234" y="4889450"/>
                <a:chExt cx="494400" cy="496803"/>
              </a:xfrm>
            </p:grpSpPr>
            <p:sp>
              <p:nvSpPr>
                <p:cNvPr id="3012" name="Google Shape;3012;p148"/>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13" name="Google Shape;3013;p148"/>
                <p:cNvPicPr preferRelativeResize="0"/>
                <p:nvPr/>
              </p:nvPicPr>
              <p:blipFill rotWithShape="1">
                <a:blip r:embed="rId3">
                  <a:alphaModFix/>
                </a:blip>
                <a:srcRect b="6729" l="13134" r="11033" t="8625"/>
                <a:stretch/>
              </p:blipFill>
              <p:spPr>
                <a:xfrm>
                  <a:off x="4383607" y="4904479"/>
                  <a:ext cx="431559" cy="481775"/>
                </a:xfrm>
                <a:prstGeom prst="rect">
                  <a:avLst/>
                </a:prstGeom>
                <a:noFill/>
                <a:ln>
                  <a:noFill/>
                </a:ln>
              </p:spPr>
            </p:pic>
          </p:grpSp>
          <p:grpSp>
            <p:nvGrpSpPr>
              <p:cNvPr id="3014" name="Google Shape;3014;p148"/>
              <p:cNvGrpSpPr/>
              <p:nvPr/>
            </p:nvGrpSpPr>
            <p:grpSpPr>
              <a:xfrm>
                <a:off x="7850298" y="5712472"/>
                <a:ext cx="320100" cy="320100"/>
                <a:chOff x="7850298" y="5716815"/>
                <a:chExt cx="320100" cy="320100"/>
              </a:xfrm>
            </p:grpSpPr>
            <p:pic>
              <p:nvPicPr>
                <p:cNvPr id="3015" name="Google Shape;3015;p148"/>
                <p:cNvPicPr preferRelativeResize="0"/>
                <p:nvPr/>
              </p:nvPicPr>
              <p:blipFill rotWithShape="1">
                <a:blip r:embed="rId14">
                  <a:alphaModFix/>
                </a:blip>
                <a:srcRect b="18682" l="21903" r="23772" t="14924"/>
                <a:stretch/>
              </p:blipFill>
              <p:spPr>
                <a:xfrm>
                  <a:off x="7918713" y="5772150"/>
                  <a:ext cx="173850" cy="211925"/>
                </a:xfrm>
                <a:prstGeom prst="rect">
                  <a:avLst/>
                </a:prstGeom>
                <a:noFill/>
                <a:ln>
                  <a:noFill/>
                </a:ln>
              </p:spPr>
            </p:pic>
            <p:sp>
              <p:nvSpPr>
                <p:cNvPr id="3016" name="Google Shape;3016;p148"/>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pic>
        <p:nvPicPr>
          <p:cNvPr id="3017" name="Google Shape;3017;p148"/>
          <p:cNvPicPr preferRelativeResize="0"/>
          <p:nvPr/>
        </p:nvPicPr>
        <p:blipFill rotWithShape="1">
          <a:blip r:embed="rId15">
            <a:alphaModFix/>
          </a:blip>
          <a:srcRect b="13122" l="12810" r="11523" t="12272"/>
          <a:stretch/>
        </p:blipFill>
        <p:spPr>
          <a:xfrm>
            <a:off x="5622400" y="2769446"/>
            <a:ext cx="406925" cy="400200"/>
          </a:xfrm>
          <a:prstGeom prst="rect">
            <a:avLst/>
          </a:prstGeom>
          <a:noFill/>
          <a:ln>
            <a:noFill/>
          </a:ln>
        </p:spPr>
      </p:pic>
      <p:grpSp>
        <p:nvGrpSpPr>
          <p:cNvPr id="3018" name="Google Shape;3018;p148"/>
          <p:cNvGrpSpPr/>
          <p:nvPr/>
        </p:nvGrpSpPr>
        <p:grpSpPr>
          <a:xfrm>
            <a:off x="6185451" y="3464175"/>
            <a:ext cx="1405200" cy="1765950"/>
            <a:chOff x="6162420" y="3768075"/>
            <a:chExt cx="1405200" cy="1765950"/>
          </a:xfrm>
        </p:grpSpPr>
        <p:sp>
          <p:nvSpPr>
            <p:cNvPr id="3019" name="Google Shape;3019;p148"/>
            <p:cNvSpPr/>
            <p:nvPr/>
          </p:nvSpPr>
          <p:spPr>
            <a:xfrm>
              <a:off x="6162420" y="3768225"/>
              <a:ext cx="1405200" cy="1765800"/>
            </a:xfrm>
            <a:prstGeom prst="rect">
              <a:avLst/>
            </a:prstGeom>
            <a:solidFill>
              <a:schemeClr val="lt1"/>
            </a:solidFill>
            <a:ln cap="flat" cmpd="sng" w="2857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148"/>
            <p:cNvSpPr txBox="1"/>
            <p:nvPr/>
          </p:nvSpPr>
          <p:spPr>
            <a:xfrm>
              <a:off x="6162420" y="3768075"/>
              <a:ext cx="14052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Cloud 1</a:t>
              </a:r>
              <a:endParaRPr>
                <a:latin typeface="Overpass Light"/>
                <a:ea typeface="Overpass Light"/>
                <a:cs typeface="Overpass Light"/>
                <a:sym typeface="Overpass Light"/>
              </a:endParaRPr>
            </a:p>
            <a:p>
              <a:pPr indent="0" lvl="0" marL="0" rtl="0" algn="ctr">
                <a:spcBef>
                  <a:spcPts val="0"/>
                </a:spcBef>
                <a:spcAft>
                  <a:spcPts val="0"/>
                </a:spcAft>
                <a:buNone/>
              </a:pPr>
              <a:r>
                <a:rPr lang="en">
                  <a:latin typeface="Overpass Light"/>
                  <a:ea typeface="Overpass Light"/>
                  <a:cs typeface="Overpass Light"/>
                  <a:sym typeface="Overpass Light"/>
                </a:rPr>
                <a:t>Region 2</a:t>
              </a:r>
              <a:endParaRPr>
                <a:latin typeface="Overpass Light"/>
                <a:ea typeface="Overpass Light"/>
                <a:cs typeface="Overpass Light"/>
                <a:sym typeface="Overpass Light"/>
              </a:endParaRPr>
            </a:p>
          </p:txBody>
        </p:sp>
        <p:pic>
          <p:nvPicPr>
            <p:cNvPr id="3021" name="Google Shape;3021;p148"/>
            <p:cNvPicPr preferRelativeResize="0"/>
            <p:nvPr/>
          </p:nvPicPr>
          <p:blipFill>
            <a:blip r:embed="rId6">
              <a:alphaModFix/>
            </a:blip>
            <a:stretch>
              <a:fillRect/>
            </a:stretch>
          </p:blipFill>
          <p:spPr>
            <a:xfrm>
              <a:off x="6484020" y="4289839"/>
              <a:ext cx="762000" cy="762000"/>
            </a:xfrm>
            <a:prstGeom prst="rect">
              <a:avLst/>
            </a:prstGeom>
            <a:noFill/>
            <a:ln>
              <a:noFill/>
            </a:ln>
          </p:spPr>
        </p:pic>
        <p:grpSp>
          <p:nvGrpSpPr>
            <p:cNvPr id="3022" name="Google Shape;3022;p148"/>
            <p:cNvGrpSpPr/>
            <p:nvPr/>
          </p:nvGrpSpPr>
          <p:grpSpPr>
            <a:xfrm>
              <a:off x="6333518" y="4968865"/>
              <a:ext cx="1063003" cy="320100"/>
              <a:chOff x="7850298" y="5712472"/>
              <a:chExt cx="1063003" cy="320100"/>
            </a:xfrm>
          </p:grpSpPr>
          <p:grpSp>
            <p:nvGrpSpPr>
              <p:cNvPr id="3023" name="Google Shape;3023;p148"/>
              <p:cNvGrpSpPr/>
              <p:nvPr/>
            </p:nvGrpSpPr>
            <p:grpSpPr>
              <a:xfrm>
                <a:off x="8221825" y="5712503"/>
                <a:ext cx="320025" cy="320039"/>
                <a:chOff x="3734825" y="5794325"/>
                <a:chExt cx="494400" cy="496800"/>
              </a:xfrm>
            </p:grpSpPr>
            <p:sp>
              <p:nvSpPr>
                <p:cNvPr id="3024" name="Google Shape;3024;p148"/>
                <p:cNvSpPr/>
                <p:nvPr/>
              </p:nvSpPr>
              <p:spPr>
                <a:xfrm>
                  <a:off x="3734825" y="5794325"/>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25" name="Google Shape;3025;p148"/>
                <p:cNvPicPr preferRelativeResize="0"/>
                <p:nvPr/>
              </p:nvPicPr>
              <p:blipFill>
                <a:blip r:embed="rId13">
                  <a:alphaModFix/>
                </a:blip>
                <a:stretch>
                  <a:fillRect/>
                </a:stretch>
              </p:blipFill>
              <p:spPr>
                <a:xfrm>
                  <a:off x="3768875" y="5833375"/>
                  <a:ext cx="431100" cy="431100"/>
                </a:xfrm>
                <a:prstGeom prst="rect">
                  <a:avLst/>
                </a:prstGeom>
                <a:noFill/>
                <a:ln>
                  <a:noFill/>
                </a:ln>
              </p:spPr>
            </p:pic>
          </p:grpSp>
          <p:grpSp>
            <p:nvGrpSpPr>
              <p:cNvPr id="3026" name="Google Shape;3026;p148"/>
              <p:cNvGrpSpPr/>
              <p:nvPr/>
            </p:nvGrpSpPr>
            <p:grpSpPr>
              <a:xfrm>
                <a:off x="8593276" y="5712502"/>
                <a:ext cx="320025" cy="320041"/>
                <a:chOff x="4343234" y="4889450"/>
                <a:chExt cx="494400" cy="496803"/>
              </a:xfrm>
            </p:grpSpPr>
            <p:sp>
              <p:nvSpPr>
                <p:cNvPr id="3027" name="Google Shape;3027;p148"/>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28" name="Google Shape;3028;p148"/>
                <p:cNvPicPr preferRelativeResize="0"/>
                <p:nvPr/>
              </p:nvPicPr>
              <p:blipFill rotWithShape="1">
                <a:blip r:embed="rId3">
                  <a:alphaModFix/>
                </a:blip>
                <a:srcRect b="6729" l="13134" r="11033" t="8625"/>
                <a:stretch/>
              </p:blipFill>
              <p:spPr>
                <a:xfrm>
                  <a:off x="4383607" y="4904479"/>
                  <a:ext cx="431559" cy="481775"/>
                </a:xfrm>
                <a:prstGeom prst="rect">
                  <a:avLst/>
                </a:prstGeom>
                <a:noFill/>
                <a:ln>
                  <a:noFill/>
                </a:ln>
              </p:spPr>
            </p:pic>
          </p:grpSp>
          <p:grpSp>
            <p:nvGrpSpPr>
              <p:cNvPr id="3029" name="Google Shape;3029;p148"/>
              <p:cNvGrpSpPr/>
              <p:nvPr/>
            </p:nvGrpSpPr>
            <p:grpSpPr>
              <a:xfrm>
                <a:off x="7850298" y="5712472"/>
                <a:ext cx="320100" cy="320100"/>
                <a:chOff x="7850298" y="5716815"/>
                <a:chExt cx="320100" cy="320100"/>
              </a:xfrm>
            </p:grpSpPr>
            <p:pic>
              <p:nvPicPr>
                <p:cNvPr id="3030" name="Google Shape;3030;p148"/>
                <p:cNvPicPr preferRelativeResize="0"/>
                <p:nvPr/>
              </p:nvPicPr>
              <p:blipFill rotWithShape="1">
                <a:blip r:embed="rId14">
                  <a:alphaModFix/>
                </a:blip>
                <a:srcRect b="18682" l="21903" r="23772" t="14924"/>
                <a:stretch/>
              </p:blipFill>
              <p:spPr>
                <a:xfrm>
                  <a:off x="7918713" y="5772150"/>
                  <a:ext cx="173850" cy="211925"/>
                </a:xfrm>
                <a:prstGeom prst="rect">
                  <a:avLst/>
                </a:prstGeom>
                <a:noFill/>
                <a:ln>
                  <a:noFill/>
                </a:ln>
              </p:spPr>
            </p:pic>
            <p:sp>
              <p:nvSpPr>
                <p:cNvPr id="3031" name="Google Shape;3031;p148"/>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3032" name="Google Shape;3032;p148"/>
          <p:cNvSpPr txBox="1"/>
          <p:nvPr>
            <p:ph idx="4294967295" type="subTitle"/>
          </p:nvPr>
        </p:nvSpPr>
        <p:spPr>
          <a:xfrm>
            <a:off x="885125" y="133378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solidFill>
                  <a:schemeClr val="accent2"/>
                </a:solidFill>
              </a:rPr>
              <a:t>Common Code and Process Across All Environments</a:t>
            </a:r>
            <a:endParaRPr>
              <a:solidFill>
                <a:schemeClr val="accent2"/>
              </a:solidFill>
            </a:endParaRPr>
          </a:p>
        </p:txBody>
      </p:sp>
      <p:sp>
        <p:nvSpPr>
          <p:cNvPr id="3033" name="Google Shape;3033;p148"/>
          <p:cNvSpPr/>
          <p:nvPr/>
        </p:nvSpPr>
        <p:spPr>
          <a:xfrm>
            <a:off x="10679075" y="1671450"/>
            <a:ext cx="1479900" cy="4154400"/>
          </a:xfrm>
          <a:prstGeom prst="rect">
            <a:avLst/>
          </a:prstGeom>
          <a:solidFill>
            <a:schemeClr val="lt1"/>
          </a:solidFill>
          <a:ln cap="flat" cmpd="sng" w="2857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3034" name="Google Shape;3034;p148"/>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p>
            <a:pPr indent="0" lvl="0" marL="0" rtl="0" algn="l">
              <a:spcBef>
                <a:spcPts val="0"/>
              </a:spcBef>
              <a:spcAft>
                <a:spcPts val="0"/>
              </a:spcAft>
              <a:buNone/>
            </a:pPr>
            <a:r>
              <a:rPr lang="en">
                <a:solidFill>
                  <a:schemeClr val="accent1"/>
                </a:solidFill>
              </a:rPr>
              <a:t>Red Hat Infrastructure Standard Adoption Model</a:t>
            </a:r>
            <a:endParaRPr/>
          </a:p>
        </p:txBody>
      </p:sp>
      <p:grpSp>
        <p:nvGrpSpPr>
          <p:cNvPr id="3035" name="Google Shape;3035;p148"/>
          <p:cNvGrpSpPr/>
          <p:nvPr/>
        </p:nvGrpSpPr>
        <p:grpSpPr>
          <a:xfrm>
            <a:off x="4685417" y="3464175"/>
            <a:ext cx="1405200" cy="1765950"/>
            <a:chOff x="4698359" y="3768075"/>
            <a:chExt cx="1405200" cy="1765950"/>
          </a:xfrm>
        </p:grpSpPr>
        <p:sp>
          <p:nvSpPr>
            <p:cNvPr id="3036" name="Google Shape;3036;p148"/>
            <p:cNvSpPr/>
            <p:nvPr/>
          </p:nvSpPr>
          <p:spPr>
            <a:xfrm>
              <a:off x="4698359" y="3768225"/>
              <a:ext cx="1405200" cy="1765800"/>
            </a:xfrm>
            <a:prstGeom prst="rect">
              <a:avLst/>
            </a:prstGeom>
            <a:solidFill>
              <a:schemeClr val="lt1"/>
            </a:solidFill>
            <a:ln cap="flat" cmpd="sng" w="2857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148"/>
            <p:cNvSpPr txBox="1"/>
            <p:nvPr/>
          </p:nvSpPr>
          <p:spPr>
            <a:xfrm>
              <a:off x="4729811" y="3768075"/>
              <a:ext cx="13449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Cloud 1</a:t>
              </a:r>
              <a:endParaRPr>
                <a:latin typeface="Overpass Light"/>
                <a:ea typeface="Overpass Light"/>
                <a:cs typeface="Overpass Light"/>
                <a:sym typeface="Overpass Light"/>
              </a:endParaRPr>
            </a:p>
            <a:p>
              <a:pPr indent="0" lvl="0" marL="0" rtl="0" algn="ctr">
                <a:spcBef>
                  <a:spcPts val="0"/>
                </a:spcBef>
                <a:spcAft>
                  <a:spcPts val="0"/>
                </a:spcAft>
                <a:buNone/>
              </a:pPr>
              <a:r>
                <a:rPr lang="en">
                  <a:latin typeface="Overpass Light"/>
                  <a:ea typeface="Overpass Light"/>
                  <a:cs typeface="Overpass Light"/>
                  <a:sym typeface="Overpass Light"/>
                </a:rPr>
                <a:t>Region 1</a:t>
              </a:r>
              <a:endParaRPr>
                <a:latin typeface="Overpass Light"/>
                <a:ea typeface="Overpass Light"/>
                <a:cs typeface="Overpass Light"/>
                <a:sym typeface="Overpass Light"/>
              </a:endParaRPr>
            </a:p>
          </p:txBody>
        </p:sp>
        <p:grpSp>
          <p:nvGrpSpPr>
            <p:cNvPr id="3038" name="Google Shape;3038;p148"/>
            <p:cNvGrpSpPr/>
            <p:nvPr/>
          </p:nvGrpSpPr>
          <p:grpSpPr>
            <a:xfrm>
              <a:off x="4869458" y="4968865"/>
              <a:ext cx="1063003" cy="320100"/>
              <a:chOff x="7850298" y="5712472"/>
              <a:chExt cx="1063003" cy="320100"/>
            </a:xfrm>
          </p:grpSpPr>
          <p:grpSp>
            <p:nvGrpSpPr>
              <p:cNvPr id="3039" name="Google Shape;3039;p148"/>
              <p:cNvGrpSpPr/>
              <p:nvPr/>
            </p:nvGrpSpPr>
            <p:grpSpPr>
              <a:xfrm>
                <a:off x="8221825" y="5712503"/>
                <a:ext cx="320025" cy="320039"/>
                <a:chOff x="3734825" y="5794325"/>
                <a:chExt cx="494400" cy="496800"/>
              </a:xfrm>
            </p:grpSpPr>
            <p:sp>
              <p:nvSpPr>
                <p:cNvPr id="3040" name="Google Shape;3040;p148"/>
                <p:cNvSpPr/>
                <p:nvPr/>
              </p:nvSpPr>
              <p:spPr>
                <a:xfrm>
                  <a:off x="3734825" y="5794325"/>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41" name="Google Shape;3041;p148"/>
                <p:cNvPicPr preferRelativeResize="0"/>
                <p:nvPr/>
              </p:nvPicPr>
              <p:blipFill>
                <a:blip r:embed="rId13">
                  <a:alphaModFix/>
                </a:blip>
                <a:stretch>
                  <a:fillRect/>
                </a:stretch>
              </p:blipFill>
              <p:spPr>
                <a:xfrm>
                  <a:off x="3768875" y="5833375"/>
                  <a:ext cx="431100" cy="431100"/>
                </a:xfrm>
                <a:prstGeom prst="rect">
                  <a:avLst/>
                </a:prstGeom>
                <a:noFill/>
                <a:ln>
                  <a:noFill/>
                </a:ln>
              </p:spPr>
            </p:pic>
          </p:grpSp>
          <p:grpSp>
            <p:nvGrpSpPr>
              <p:cNvPr id="3042" name="Google Shape;3042;p148"/>
              <p:cNvGrpSpPr/>
              <p:nvPr/>
            </p:nvGrpSpPr>
            <p:grpSpPr>
              <a:xfrm>
                <a:off x="8593276" y="5712502"/>
                <a:ext cx="320025" cy="320041"/>
                <a:chOff x="4343234" y="4889450"/>
                <a:chExt cx="494400" cy="496803"/>
              </a:xfrm>
            </p:grpSpPr>
            <p:sp>
              <p:nvSpPr>
                <p:cNvPr id="3043" name="Google Shape;3043;p148"/>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44" name="Google Shape;3044;p148"/>
                <p:cNvPicPr preferRelativeResize="0"/>
                <p:nvPr/>
              </p:nvPicPr>
              <p:blipFill rotWithShape="1">
                <a:blip r:embed="rId3">
                  <a:alphaModFix/>
                </a:blip>
                <a:srcRect b="6729" l="13134" r="11033" t="8625"/>
                <a:stretch/>
              </p:blipFill>
              <p:spPr>
                <a:xfrm>
                  <a:off x="4383607" y="4904479"/>
                  <a:ext cx="431559" cy="481775"/>
                </a:xfrm>
                <a:prstGeom prst="rect">
                  <a:avLst/>
                </a:prstGeom>
                <a:noFill/>
                <a:ln>
                  <a:noFill/>
                </a:ln>
              </p:spPr>
            </p:pic>
          </p:grpSp>
          <p:grpSp>
            <p:nvGrpSpPr>
              <p:cNvPr id="3045" name="Google Shape;3045;p148"/>
              <p:cNvGrpSpPr/>
              <p:nvPr/>
            </p:nvGrpSpPr>
            <p:grpSpPr>
              <a:xfrm>
                <a:off x="7850298" y="5712472"/>
                <a:ext cx="320100" cy="320100"/>
                <a:chOff x="7850298" y="5716815"/>
                <a:chExt cx="320100" cy="320100"/>
              </a:xfrm>
            </p:grpSpPr>
            <p:pic>
              <p:nvPicPr>
                <p:cNvPr id="3046" name="Google Shape;3046;p148"/>
                <p:cNvPicPr preferRelativeResize="0"/>
                <p:nvPr/>
              </p:nvPicPr>
              <p:blipFill rotWithShape="1">
                <a:blip r:embed="rId14">
                  <a:alphaModFix/>
                </a:blip>
                <a:srcRect b="18682" l="21903" r="23772" t="14924"/>
                <a:stretch/>
              </p:blipFill>
              <p:spPr>
                <a:xfrm>
                  <a:off x="7918713" y="5772150"/>
                  <a:ext cx="173850" cy="211925"/>
                </a:xfrm>
                <a:prstGeom prst="rect">
                  <a:avLst/>
                </a:prstGeom>
                <a:noFill/>
                <a:ln>
                  <a:noFill/>
                </a:ln>
              </p:spPr>
            </p:pic>
            <p:sp>
              <p:nvSpPr>
                <p:cNvPr id="3047" name="Google Shape;3047;p148"/>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3048" name="Google Shape;3048;p148"/>
            <p:cNvPicPr preferRelativeResize="0"/>
            <p:nvPr/>
          </p:nvPicPr>
          <p:blipFill>
            <a:blip r:embed="rId6">
              <a:alphaModFix/>
            </a:blip>
            <a:stretch>
              <a:fillRect/>
            </a:stretch>
          </p:blipFill>
          <p:spPr>
            <a:xfrm>
              <a:off x="5019959" y="4289839"/>
              <a:ext cx="762000" cy="762000"/>
            </a:xfrm>
            <a:prstGeom prst="rect">
              <a:avLst/>
            </a:prstGeom>
            <a:noFill/>
            <a:ln>
              <a:noFill/>
            </a:ln>
          </p:spPr>
        </p:pic>
      </p:grpSp>
      <p:cxnSp>
        <p:nvCxnSpPr>
          <p:cNvPr id="3049" name="Google Shape;3049;p148"/>
          <p:cNvCxnSpPr>
            <a:stCxn id="2938" idx="3"/>
            <a:endCxn id="2966" idx="1"/>
          </p:cNvCxnSpPr>
          <p:nvPr/>
        </p:nvCxnSpPr>
        <p:spPr>
          <a:xfrm>
            <a:off x="7281647" y="2969546"/>
            <a:ext cx="905400" cy="0"/>
          </a:xfrm>
          <a:prstGeom prst="straightConnector1">
            <a:avLst/>
          </a:prstGeom>
          <a:noFill/>
          <a:ln cap="flat" cmpd="sng" w="9525">
            <a:solidFill>
              <a:schemeClr val="dk1"/>
            </a:solidFill>
            <a:prstDash val="solid"/>
            <a:round/>
            <a:headEnd len="med" w="med" type="none"/>
            <a:tailEnd len="med" w="med" type="none"/>
          </a:ln>
        </p:spPr>
      </p:cxnSp>
      <p:cxnSp>
        <p:nvCxnSpPr>
          <p:cNvPr id="3050" name="Google Shape;3050;p148"/>
          <p:cNvCxnSpPr>
            <a:stCxn id="2966" idx="3"/>
            <a:endCxn id="3051" idx="1"/>
          </p:cNvCxnSpPr>
          <p:nvPr/>
        </p:nvCxnSpPr>
        <p:spPr>
          <a:xfrm>
            <a:off x="9596200" y="2969546"/>
            <a:ext cx="1405200" cy="0"/>
          </a:xfrm>
          <a:prstGeom prst="straightConnector1">
            <a:avLst/>
          </a:prstGeom>
          <a:noFill/>
          <a:ln cap="flat" cmpd="sng" w="9525">
            <a:solidFill>
              <a:schemeClr val="dk1"/>
            </a:solidFill>
            <a:prstDash val="solid"/>
            <a:round/>
            <a:headEnd len="med" w="med" type="none"/>
            <a:tailEnd len="med" w="med" type="none"/>
          </a:ln>
        </p:spPr>
      </p:cxnSp>
      <p:pic>
        <p:nvPicPr>
          <p:cNvPr id="3051" name="Google Shape;3051;p148"/>
          <p:cNvPicPr preferRelativeResize="0"/>
          <p:nvPr/>
        </p:nvPicPr>
        <p:blipFill>
          <a:blip r:embed="rId16">
            <a:alphaModFix/>
          </a:blip>
          <a:stretch>
            <a:fillRect/>
          </a:stretch>
        </p:blipFill>
        <p:spPr>
          <a:xfrm>
            <a:off x="11001375" y="2588546"/>
            <a:ext cx="762000" cy="762000"/>
          </a:xfrm>
          <a:prstGeom prst="rect">
            <a:avLst/>
          </a:prstGeom>
          <a:noFill/>
          <a:ln>
            <a:noFill/>
          </a:ln>
        </p:spPr>
      </p:pic>
      <p:pic>
        <p:nvPicPr>
          <p:cNvPr id="3052" name="Google Shape;3052;p148"/>
          <p:cNvPicPr preferRelativeResize="0"/>
          <p:nvPr/>
        </p:nvPicPr>
        <p:blipFill rotWithShape="1">
          <a:blip r:embed="rId17">
            <a:alphaModFix/>
          </a:blip>
          <a:srcRect b="41733" l="0" r="0" t="38600"/>
          <a:stretch/>
        </p:blipFill>
        <p:spPr>
          <a:xfrm>
            <a:off x="10741200" y="3801375"/>
            <a:ext cx="1344875" cy="264493"/>
          </a:xfrm>
          <a:prstGeom prst="rect">
            <a:avLst/>
          </a:prstGeom>
          <a:noFill/>
          <a:ln>
            <a:noFill/>
          </a:ln>
        </p:spPr>
      </p:pic>
      <p:pic>
        <p:nvPicPr>
          <p:cNvPr id="3053" name="Google Shape;3053;p148"/>
          <p:cNvPicPr preferRelativeResize="0"/>
          <p:nvPr/>
        </p:nvPicPr>
        <p:blipFill>
          <a:blip r:embed="rId18">
            <a:alphaModFix/>
          </a:blip>
          <a:stretch>
            <a:fillRect/>
          </a:stretch>
        </p:blipFill>
        <p:spPr>
          <a:xfrm>
            <a:off x="10776975" y="3456500"/>
            <a:ext cx="1263300" cy="211409"/>
          </a:xfrm>
          <a:prstGeom prst="rect">
            <a:avLst/>
          </a:prstGeom>
          <a:noFill/>
          <a:ln>
            <a:noFill/>
          </a:ln>
        </p:spPr>
      </p:pic>
      <p:sp>
        <p:nvSpPr>
          <p:cNvPr id="3054" name="Google Shape;3054;p148"/>
          <p:cNvSpPr/>
          <p:nvPr/>
        </p:nvSpPr>
        <p:spPr>
          <a:xfrm>
            <a:off x="1681625" y="5329050"/>
            <a:ext cx="8904900" cy="496800"/>
          </a:xfrm>
          <a:prstGeom prst="rect">
            <a:avLst/>
          </a:prstGeom>
          <a:solidFill>
            <a:schemeClr val="l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55" name="Google Shape;3055;p148"/>
          <p:cNvPicPr preferRelativeResize="0"/>
          <p:nvPr/>
        </p:nvPicPr>
        <p:blipFill>
          <a:blip r:embed="rId19">
            <a:alphaModFix/>
          </a:blip>
          <a:stretch>
            <a:fillRect/>
          </a:stretch>
        </p:blipFill>
        <p:spPr>
          <a:xfrm>
            <a:off x="9644641" y="5499883"/>
            <a:ext cx="504000" cy="161587"/>
          </a:xfrm>
          <a:prstGeom prst="rect">
            <a:avLst/>
          </a:prstGeom>
          <a:noFill/>
          <a:ln>
            <a:noFill/>
          </a:ln>
        </p:spPr>
      </p:pic>
      <p:pic>
        <p:nvPicPr>
          <p:cNvPr id="3056" name="Google Shape;3056;p148"/>
          <p:cNvPicPr preferRelativeResize="0"/>
          <p:nvPr/>
        </p:nvPicPr>
        <p:blipFill>
          <a:blip r:embed="rId20">
            <a:alphaModFix/>
          </a:blip>
          <a:stretch>
            <a:fillRect/>
          </a:stretch>
        </p:blipFill>
        <p:spPr>
          <a:xfrm>
            <a:off x="3871485" y="5380573"/>
            <a:ext cx="663325" cy="400206"/>
          </a:xfrm>
          <a:prstGeom prst="rect">
            <a:avLst/>
          </a:prstGeom>
          <a:noFill/>
          <a:ln>
            <a:noFill/>
          </a:ln>
        </p:spPr>
      </p:pic>
      <p:pic>
        <p:nvPicPr>
          <p:cNvPr id="3057" name="Google Shape;3057;p148"/>
          <p:cNvPicPr preferRelativeResize="0"/>
          <p:nvPr/>
        </p:nvPicPr>
        <p:blipFill>
          <a:blip r:embed="rId21">
            <a:alphaModFix/>
          </a:blip>
          <a:stretch>
            <a:fillRect/>
          </a:stretch>
        </p:blipFill>
        <p:spPr>
          <a:xfrm>
            <a:off x="5846281" y="5372815"/>
            <a:ext cx="448200" cy="415722"/>
          </a:xfrm>
          <a:prstGeom prst="rect">
            <a:avLst/>
          </a:prstGeom>
          <a:noFill/>
          <a:ln>
            <a:noFill/>
          </a:ln>
        </p:spPr>
      </p:pic>
      <p:pic>
        <p:nvPicPr>
          <p:cNvPr id="3058" name="Google Shape;3058;p148"/>
          <p:cNvPicPr preferRelativeResize="0"/>
          <p:nvPr/>
        </p:nvPicPr>
        <p:blipFill>
          <a:blip r:embed="rId22">
            <a:alphaModFix/>
          </a:blip>
          <a:stretch>
            <a:fillRect/>
          </a:stretch>
        </p:blipFill>
        <p:spPr>
          <a:xfrm>
            <a:off x="7659240" y="5469737"/>
            <a:ext cx="731700" cy="221878"/>
          </a:xfrm>
          <a:prstGeom prst="rect">
            <a:avLst/>
          </a:prstGeom>
          <a:noFill/>
          <a:ln>
            <a:noFill/>
          </a:ln>
        </p:spPr>
      </p:pic>
      <p:pic>
        <p:nvPicPr>
          <p:cNvPr id="3059" name="Google Shape;3059;p148"/>
          <p:cNvPicPr preferRelativeResize="0"/>
          <p:nvPr/>
        </p:nvPicPr>
        <p:blipFill>
          <a:blip r:embed="rId23">
            <a:alphaModFix/>
          </a:blip>
          <a:stretch>
            <a:fillRect/>
          </a:stretch>
        </p:blipFill>
        <p:spPr>
          <a:xfrm>
            <a:off x="2157507" y="5363187"/>
            <a:ext cx="448200" cy="43497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3" name="Shape 3063"/>
        <p:cNvGrpSpPr/>
        <p:nvPr/>
      </p:nvGrpSpPr>
      <p:grpSpPr>
        <a:xfrm>
          <a:off x="0" y="0"/>
          <a:ext cx="0" cy="0"/>
          <a:chOff x="0" y="0"/>
          <a:chExt cx="0" cy="0"/>
        </a:xfrm>
      </p:grpSpPr>
      <p:sp>
        <p:nvSpPr>
          <p:cNvPr id="3064" name="Google Shape;3064;p14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latin typeface="Red Hat Display SemiBold"/>
                <a:ea typeface="Red Hat Display SemiBold"/>
                <a:cs typeface="Red Hat Display SemiBold"/>
                <a:sym typeface="Red Hat Display SemiBold"/>
              </a:rPr>
              <a:t>Red Hat Infrastructure Standard Adoption Model</a:t>
            </a:r>
            <a:endParaRPr/>
          </a:p>
        </p:txBody>
      </p:sp>
      <p:sp>
        <p:nvSpPr>
          <p:cNvPr id="3065" name="Google Shape;3065;p14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3066" name="Google Shape;3066;p149"/>
          <p:cNvSpPr txBox="1"/>
          <p:nvPr>
            <p:ph type="title"/>
          </p:nvPr>
        </p:nvSpPr>
        <p:spPr>
          <a:xfrm>
            <a:off x="885050" y="7193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Why should Red Hat want to do this?</a:t>
            </a:r>
            <a:endParaRPr>
              <a:latin typeface="Red Hat Display Medium"/>
              <a:ea typeface="Red Hat Display Medium"/>
              <a:cs typeface="Red Hat Display Medium"/>
              <a:sym typeface="Red Hat Display Medium"/>
            </a:endParaRPr>
          </a:p>
        </p:txBody>
      </p:sp>
      <p:sp>
        <p:nvSpPr>
          <p:cNvPr id="3067" name="Google Shape;3067;p149"/>
          <p:cNvSpPr txBox="1"/>
          <p:nvPr/>
        </p:nvSpPr>
        <p:spPr>
          <a:xfrm>
            <a:off x="1324625" y="1561575"/>
            <a:ext cx="2207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Red Hat Display"/>
                <a:ea typeface="Red Hat Display"/>
                <a:cs typeface="Red Hat Display"/>
                <a:sym typeface="Red Hat Display"/>
              </a:rPr>
              <a:t>Consistency</a:t>
            </a:r>
            <a:endParaRPr b="1">
              <a:latin typeface="Red Hat Display"/>
              <a:ea typeface="Red Hat Display"/>
              <a:cs typeface="Red Hat Display"/>
              <a:sym typeface="Red Hat Display"/>
            </a:endParaRPr>
          </a:p>
        </p:txBody>
      </p:sp>
      <p:sp>
        <p:nvSpPr>
          <p:cNvPr id="3068" name="Google Shape;3068;p149"/>
          <p:cNvSpPr txBox="1"/>
          <p:nvPr/>
        </p:nvSpPr>
        <p:spPr>
          <a:xfrm>
            <a:off x="3839300" y="1561575"/>
            <a:ext cx="2207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Red Hat Display"/>
                <a:ea typeface="Red Hat Display"/>
                <a:cs typeface="Red Hat Display"/>
                <a:sym typeface="Red Hat Display"/>
              </a:rPr>
              <a:t>Leverage Investment</a:t>
            </a:r>
            <a:endParaRPr b="1">
              <a:latin typeface="Red Hat Display"/>
              <a:ea typeface="Red Hat Display"/>
              <a:cs typeface="Red Hat Display"/>
              <a:sym typeface="Red Hat Display"/>
            </a:endParaRPr>
          </a:p>
        </p:txBody>
      </p:sp>
      <p:sp>
        <p:nvSpPr>
          <p:cNvPr id="3069" name="Google Shape;3069;p149"/>
          <p:cNvSpPr txBox="1"/>
          <p:nvPr/>
        </p:nvSpPr>
        <p:spPr>
          <a:xfrm>
            <a:off x="6353825" y="1561575"/>
            <a:ext cx="2207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Red Hat Display"/>
                <a:ea typeface="Red Hat Display"/>
                <a:cs typeface="Red Hat Display"/>
                <a:sym typeface="Red Hat Display"/>
              </a:rPr>
              <a:t>Onboard to Insights</a:t>
            </a:r>
            <a:endParaRPr b="1">
              <a:latin typeface="Red Hat Display"/>
              <a:ea typeface="Red Hat Display"/>
              <a:cs typeface="Red Hat Display"/>
              <a:sym typeface="Red Hat Display"/>
            </a:endParaRPr>
          </a:p>
        </p:txBody>
      </p:sp>
      <p:sp>
        <p:nvSpPr>
          <p:cNvPr id="3070" name="Google Shape;3070;p149"/>
          <p:cNvSpPr txBox="1"/>
          <p:nvPr/>
        </p:nvSpPr>
        <p:spPr>
          <a:xfrm>
            <a:off x="8868425" y="1561575"/>
            <a:ext cx="2207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Red Hat Display"/>
                <a:ea typeface="Red Hat Display"/>
                <a:cs typeface="Red Hat Display"/>
                <a:sym typeface="Red Hat Display"/>
              </a:rPr>
              <a:t>Expand</a:t>
            </a:r>
            <a:endParaRPr b="1">
              <a:latin typeface="Red Hat Display"/>
              <a:ea typeface="Red Hat Display"/>
              <a:cs typeface="Red Hat Display"/>
              <a:sym typeface="Red Hat Display"/>
            </a:endParaRPr>
          </a:p>
        </p:txBody>
      </p:sp>
      <p:sp>
        <p:nvSpPr>
          <p:cNvPr id="3071" name="Google Shape;3071;p149"/>
          <p:cNvSpPr/>
          <p:nvPr/>
        </p:nvSpPr>
        <p:spPr>
          <a:xfrm>
            <a:off x="1324625" y="2219198"/>
            <a:ext cx="2207700" cy="36543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Allow our Red Hat customers to transition to cloud with a minimum of disruption of existing Linux management workflows and tools.</a:t>
            </a:r>
            <a:br>
              <a:rPr lang="en">
                <a:latin typeface="Red Hat Display"/>
                <a:ea typeface="Red Hat Display"/>
                <a:cs typeface="Red Hat Display"/>
                <a:sym typeface="Red Hat Display"/>
              </a:rPr>
            </a:br>
            <a:br>
              <a:rPr lang="en">
                <a:latin typeface="Red Hat Display"/>
                <a:ea typeface="Red Hat Display"/>
                <a:cs typeface="Red Hat Display"/>
                <a:sym typeface="Red Hat Display"/>
              </a:rPr>
            </a:br>
            <a:r>
              <a:rPr lang="en">
                <a:latin typeface="Red Hat Display"/>
                <a:ea typeface="Red Hat Display"/>
                <a:cs typeface="Red Hat Display"/>
                <a:sym typeface="Red Hat Display"/>
              </a:rPr>
              <a:t>Get customer adopting modern infrastructure and code practices that are necessary with OpenShift.</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Close the gap to cloud native.</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p:txBody>
      </p:sp>
      <p:sp>
        <p:nvSpPr>
          <p:cNvPr id="3072" name="Google Shape;3072;p149"/>
          <p:cNvSpPr/>
          <p:nvPr/>
        </p:nvSpPr>
        <p:spPr>
          <a:xfrm>
            <a:off x="3839225" y="2219198"/>
            <a:ext cx="2207700" cy="36543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Leverage the existing experience and bias of operations teams for Red Hat product.</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Foundation for migration service day 2 / N</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u="sng">
                <a:solidFill>
                  <a:schemeClr val="hlink"/>
                </a:solidFill>
                <a:latin typeface="Red Hat Display"/>
                <a:ea typeface="Red Hat Display"/>
                <a:cs typeface="Red Hat Display"/>
                <a:sym typeface="Red Hat Display"/>
                <a:hlinkClick r:id="rId3"/>
              </a:rPr>
              <a:t>See MTH slides</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Maintain installed base and capture cloud share. Accelerate cloud adoption. </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Accelerate modernization</a:t>
            </a:r>
            <a:endParaRPr>
              <a:latin typeface="Red Hat Display"/>
              <a:ea typeface="Red Hat Display"/>
              <a:cs typeface="Red Hat Display"/>
              <a:sym typeface="Red Hat Display"/>
            </a:endParaRPr>
          </a:p>
        </p:txBody>
      </p:sp>
      <p:sp>
        <p:nvSpPr>
          <p:cNvPr id="3073" name="Google Shape;3073;p149"/>
          <p:cNvSpPr/>
          <p:nvPr/>
        </p:nvSpPr>
        <p:spPr>
          <a:xfrm>
            <a:off x="6353825" y="2219198"/>
            <a:ext cx="2207700" cy="36543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Insights becomes an integral part of the solution ecosystem.</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Tie console dot into the provisioning lifecycle of the customer to add value. </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Use satellite gateway function to overcome objections (cost and security concerns)</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Differentiate from other Linux variants and make our solution more sticky.</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p:txBody>
      </p:sp>
      <p:sp>
        <p:nvSpPr>
          <p:cNvPr id="3074" name="Google Shape;3074;p149"/>
          <p:cNvSpPr/>
          <p:nvPr/>
        </p:nvSpPr>
        <p:spPr>
          <a:xfrm>
            <a:off x="8868425" y="2219198"/>
            <a:ext cx="2207700" cy="3654300"/>
          </a:xfrm>
          <a:prstGeom prst="rect">
            <a:avLst/>
          </a:prstGeom>
          <a:solidFill>
            <a:srgbClr val="EFEFEF"/>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Closely tie testing, delivery and maintenance of all systems to Ansible.</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Use ansible and satellite as the lingua franca for automating traditional linux systems across multiple platforms and clouds.</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Further open hybrid cloud message.</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Upsell Ansible and Openshift cloud offerings.</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p:txBody>
      </p:sp>
      <p:sp>
        <p:nvSpPr>
          <p:cNvPr id="3075" name="Google Shape;3075;p149"/>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9" name="Shape 3079"/>
        <p:cNvGrpSpPr/>
        <p:nvPr/>
      </p:nvGrpSpPr>
      <p:grpSpPr>
        <a:xfrm>
          <a:off x="0" y="0"/>
          <a:ext cx="0" cy="0"/>
          <a:chOff x="0" y="0"/>
          <a:chExt cx="0" cy="0"/>
        </a:xfrm>
      </p:grpSpPr>
      <p:sp>
        <p:nvSpPr>
          <p:cNvPr id="3080" name="Google Shape;3080;p15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3081" name="Google Shape;3081;p150"/>
          <p:cNvSpPr txBox="1"/>
          <p:nvPr>
            <p:ph type="title"/>
          </p:nvPr>
        </p:nvSpPr>
        <p:spPr>
          <a:xfrm>
            <a:off x="2076025" y="1883250"/>
            <a:ext cx="7992000" cy="1287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latin typeface="Red Hat Display"/>
                <a:ea typeface="Red Hat Display"/>
                <a:cs typeface="Red Hat Display"/>
                <a:sym typeface="Red Hat Display"/>
              </a:rPr>
              <a:t>The Tools We Use</a:t>
            </a:r>
            <a:endParaRPr>
              <a:latin typeface="Red Hat Display"/>
              <a:ea typeface="Red Hat Display"/>
              <a:cs typeface="Red Hat Display"/>
              <a:sym typeface="Red Hat Display"/>
            </a:endParaRPr>
          </a:p>
        </p:txBody>
      </p:sp>
      <p:sp>
        <p:nvSpPr>
          <p:cNvPr id="3082" name="Google Shape;3082;p15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3083" name="Google Shape;3083;p150"/>
          <p:cNvSpPr txBox="1"/>
          <p:nvPr>
            <p:ph idx="4294967295" type="subTitle"/>
          </p:nvPr>
        </p:nvSpPr>
        <p:spPr>
          <a:xfrm>
            <a:off x="2155325" y="2904850"/>
            <a:ext cx="4446300" cy="914400"/>
          </a:xfrm>
          <a:prstGeom prst="rect">
            <a:avLst/>
          </a:prstGeom>
        </p:spPr>
        <p:txBody>
          <a:bodyPr anchorCtr="0" anchor="t" bIns="0" lIns="0" spcFirstLastPara="1" rIns="0" wrap="square" tIns="0">
            <a:noAutofit/>
          </a:bodyPr>
          <a:lstStyle/>
          <a:p>
            <a:pPr indent="0" lvl="0" marL="0" rtl="0" algn="l">
              <a:spcBef>
                <a:spcPts val="0"/>
              </a:spcBef>
              <a:spcAft>
                <a:spcPts val="500"/>
              </a:spcAft>
              <a:buNone/>
            </a:pPr>
            <a:r>
              <a:rPr lang="en">
                <a:solidFill>
                  <a:schemeClr val="lt1"/>
                </a:solidFill>
              </a:rPr>
              <a:t>A quick introduction to the elements of the Red Hat Infrastructure Standard</a:t>
            </a:r>
            <a:endParaRPr>
              <a:solidFill>
                <a:schemeClr val="lt1"/>
              </a:solidFill>
              <a:latin typeface="Red Hat Display"/>
              <a:ea typeface="Red Hat Display"/>
              <a:cs typeface="Red Hat Display"/>
              <a:sym typeface="Red Hat Display"/>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7" name="Shape 3087"/>
        <p:cNvGrpSpPr/>
        <p:nvPr/>
      </p:nvGrpSpPr>
      <p:grpSpPr>
        <a:xfrm>
          <a:off x="0" y="0"/>
          <a:ext cx="0" cy="0"/>
          <a:chOff x="0" y="0"/>
          <a:chExt cx="0" cy="0"/>
        </a:xfrm>
      </p:grpSpPr>
      <p:sp>
        <p:nvSpPr>
          <p:cNvPr id="3088" name="Google Shape;3088;p151"/>
          <p:cNvSpPr txBox="1"/>
          <p:nvPr>
            <p:ph type="title"/>
          </p:nvPr>
        </p:nvSpPr>
        <p:spPr>
          <a:xfrm>
            <a:off x="1752600" y="946000"/>
            <a:ext cx="8686800" cy="967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Red Hat </a:t>
            </a:r>
            <a:r>
              <a:rPr lang="en">
                <a:latin typeface="Red Hat Display Medium"/>
                <a:ea typeface="Red Hat Display Medium"/>
                <a:cs typeface="Red Hat Display Medium"/>
                <a:sym typeface="Red Hat Display Medium"/>
              </a:rPr>
              <a:t>Management Portfolio</a:t>
            </a:r>
            <a:endParaRPr>
              <a:latin typeface="Red Hat Display Medium"/>
              <a:ea typeface="Red Hat Display Medium"/>
              <a:cs typeface="Red Hat Display Medium"/>
              <a:sym typeface="Red Hat Display Medium"/>
            </a:endParaRPr>
          </a:p>
        </p:txBody>
      </p:sp>
      <p:sp>
        <p:nvSpPr>
          <p:cNvPr id="3089" name="Google Shape;3089;p151"/>
          <p:cNvSpPr/>
          <p:nvPr/>
        </p:nvSpPr>
        <p:spPr>
          <a:xfrm>
            <a:off x="813675" y="2004374"/>
            <a:ext cx="2532600" cy="3321300"/>
          </a:xfrm>
          <a:prstGeom prst="rect">
            <a:avLst/>
          </a:prstGeom>
          <a:noFill/>
          <a:ln cap="flat" cmpd="sng" w="9525">
            <a:solidFill>
              <a:srgbClr val="4C4C4C"/>
            </a:solidFill>
            <a:prstDash val="dash"/>
            <a:round/>
            <a:headEnd len="sm" w="sm" type="none"/>
            <a:tailEnd len="sm" w="sm" type="none"/>
          </a:ln>
        </p:spPr>
        <p:txBody>
          <a:bodyPr anchorCtr="0" anchor="ctr" bIns="121875" lIns="121875" spcFirstLastPara="1" rIns="121875" wrap="square" tIns="121875">
            <a:noAutofit/>
          </a:bodyPr>
          <a:lstStyle/>
          <a:p>
            <a:pPr indent="0" lvl="0" marL="0" rtl="0" algn="l">
              <a:lnSpc>
                <a:spcPct val="150000"/>
              </a:lnSpc>
              <a:spcBef>
                <a:spcPts val="0"/>
              </a:spcBef>
              <a:spcAft>
                <a:spcPts val="0"/>
              </a:spcAft>
              <a:buNone/>
            </a:pPr>
            <a:r>
              <a:t/>
            </a:r>
            <a:endParaRPr sz="1300">
              <a:solidFill>
                <a:srgbClr val="4C4C4C"/>
              </a:solidFill>
              <a:latin typeface="Overpass"/>
              <a:ea typeface="Overpass"/>
              <a:cs typeface="Overpass"/>
              <a:sym typeface="Overpass"/>
            </a:endParaRPr>
          </a:p>
        </p:txBody>
      </p:sp>
      <p:grpSp>
        <p:nvGrpSpPr>
          <p:cNvPr id="3090" name="Google Shape;3090;p151"/>
          <p:cNvGrpSpPr/>
          <p:nvPr/>
        </p:nvGrpSpPr>
        <p:grpSpPr>
          <a:xfrm>
            <a:off x="945392" y="2153580"/>
            <a:ext cx="1417320" cy="585826"/>
            <a:chOff x="9952773" y="5067484"/>
            <a:chExt cx="3928271" cy="1619197"/>
          </a:xfrm>
        </p:grpSpPr>
        <p:pic>
          <p:nvPicPr>
            <p:cNvPr id="3091" name="Google Shape;3091;p151"/>
            <p:cNvPicPr preferRelativeResize="0"/>
            <p:nvPr/>
          </p:nvPicPr>
          <p:blipFill>
            <a:blip r:embed="rId3">
              <a:alphaModFix/>
            </a:blip>
            <a:stretch>
              <a:fillRect/>
            </a:stretch>
          </p:blipFill>
          <p:spPr>
            <a:xfrm>
              <a:off x="9952773" y="5067484"/>
              <a:ext cx="3928271" cy="1619197"/>
            </a:xfrm>
            <a:prstGeom prst="rect">
              <a:avLst/>
            </a:prstGeom>
            <a:noFill/>
            <a:ln>
              <a:noFill/>
            </a:ln>
          </p:spPr>
        </p:pic>
        <p:sp>
          <p:nvSpPr>
            <p:cNvPr id="3092" name="Google Shape;3092;p151"/>
            <p:cNvSpPr txBox="1"/>
            <p:nvPr/>
          </p:nvSpPr>
          <p:spPr>
            <a:xfrm>
              <a:off x="10728818" y="5518340"/>
              <a:ext cx="2249700" cy="769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rPr lang="en" sz="1304">
                  <a:latin typeface="Red Hat Display SemiBold"/>
                  <a:ea typeface="Red Hat Display SemiBold"/>
                  <a:cs typeface="Red Hat Display SemiBold"/>
                  <a:sym typeface="Red Hat Display SemiBold"/>
                </a:rPr>
                <a:t>Identity</a:t>
              </a:r>
              <a:endParaRPr sz="1304">
                <a:latin typeface="Red Hat Display SemiBold"/>
                <a:ea typeface="Red Hat Display SemiBold"/>
                <a:cs typeface="Red Hat Display SemiBold"/>
                <a:sym typeface="Red Hat Display SemiBold"/>
              </a:endParaRPr>
            </a:p>
          </p:txBody>
        </p:sp>
      </p:grpSp>
      <p:sp>
        <p:nvSpPr>
          <p:cNvPr id="3093" name="Google Shape;3093;p151"/>
          <p:cNvSpPr txBox="1"/>
          <p:nvPr/>
        </p:nvSpPr>
        <p:spPr>
          <a:xfrm>
            <a:off x="818725" y="2866750"/>
            <a:ext cx="2532600" cy="24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rgbClr val="4C4C4C"/>
                </a:solidFill>
                <a:latin typeface="Red Hat Display"/>
                <a:ea typeface="Red Hat Display"/>
                <a:cs typeface="Red Hat Display"/>
                <a:sym typeface="Red Hat Display"/>
              </a:rPr>
              <a:t>MANAGE LINUX IDENTITY AND POLICY</a:t>
            </a:r>
            <a:endParaRPr b="1" sz="1500">
              <a:solidFill>
                <a:srgbClr val="4C4C4C"/>
              </a:solidFill>
              <a:latin typeface="Red Hat Display"/>
              <a:ea typeface="Red Hat Display"/>
              <a:cs typeface="Red Hat Display"/>
              <a:sym typeface="Red Hat Display"/>
            </a:endParaRPr>
          </a:p>
          <a:p>
            <a:pPr indent="0" lvl="0" marL="0" rtl="0" algn="l">
              <a:spcBef>
                <a:spcPts val="0"/>
              </a:spcBef>
              <a:spcAft>
                <a:spcPts val="0"/>
              </a:spcAft>
              <a:buNone/>
            </a:pPr>
            <a:r>
              <a:rPr b="1" lang="en" sz="1500">
                <a:solidFill>
                  <a:srgbClr val="4C4C4C"/>
                </a:solidFill>
                <a:latin typeface="Red Hat Display"/>
                <a:ea typeface="Red Hat Display"/>
                <a:cs typeface="Red Hat Display"/>
                <a:sym typeface="Red Hat Display"/>
              </a:rPr>
              <a:t> </a:t>
            </a:r>
            <a:endParaRPr sz="1300">
              <a:solidFill>
                <a:srgbClr val="4C4C4C"/>
              </a:solidFill>
              <a:latin typeface="Red Hat Display"/>
              <a:ea typeface="Red Hat Display"/>
              <a:cs typeface="Red Hat Display"/>
              <a:sym typeface="Red Hat Display"/>
            </a:endParaRPr>
          </a:p>
          <a:p>
            <a:pPr indent="0" lvl="0" marL="0" rtl="0" algn="l">
              <a:lnSpc>
                <a:spcPct val="100000"/>
              </a:lnSpc>
              <a:spcBef>
                <a:spcPts val="0"/>
              </a:spcBef>
              <a:spcAft>
                <a:spcPts val="0"/>
              </a:spcAft>
              <a:buNone/>
            </a:pPr>
            <a:r>
              <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lang="en" sz="1300">
                <a:solidFill>
                  <a:srgbClr val="4C4C4C"/>
                </a:solidFill>
                <a:latin typeface="Red Hat Display"/>
                <a:ea typeface="Red Hat Display"/>
                <a:cs typeface="Red Hat Display"/>
                <a:sym typeface="Red Hat Display"/>
              </a:rPr>
              <a:t>Single Sign-On, sudo, RBAC, HBAC, SELinux Policy, identity mapping,  native AD Integration.  </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b="1" lang="en" sz="1300">
                <a:solidFill>
                  <a:srgbClr val="4C4C4C"/>
                </a:solidFill>
                <a:latin typeface="Red Hat Display"/>
                <a:ea typeface="Red Hat Display"/>
                <a:cs typeface="Red Hat Display"/>
                <a:sym typeface="Red Hat Display"/>
              </a:rPr>
              <a:t>Included</a:t>
            </a:r>
            <a:r>
              <a:rPr lang="en" sz="1300">
                <a:solidFill>
                  <a:srgbClr val="4C4C4C"/>
                </a:solidFill>
                <a:latin typeface="Red Hat Display"/>
                <a:ea typeface="Red Hat Display"/>
                <a:cs typeface="Red Hat Display"/>
                <a:sym typeface="Red Hat Display"/>
              </a:rPr>
              <a:t> with Red Hat Enterprise Linux. </a:t>
            </a:r>
            <a:endParaRPr b="1" sz="1500">
              <a:solidFill>
                <a:srgbClr val="4C4C4C"/>
              </a:solidFill>
              <a:latin typeface="Red Hat Display"/>
              <a:ea typeface="Red Hat Display"/>
              <a:cs typeface="Red Hat Display"/>
              <a:sym typeface="Red Hat Display"/>
            </a:endParaRPr>
          </a:p>
        </p:txBody>
      </p:sp>
      <p:grpSp>
        <p:nvGrpSpPr>
          <p:cNvPr id="3094" name="Google Shape;3094;p151"/>
          <p:cNvGrpSpPr/>
          <p:nvPr/>
        </p:nvGrpSpPr>
        <p:grpSpPr>
          <a:xfrm>
            <a:off x="1793813" y="5509800"/>
            <a:ext cx="569125" cy="569175"/>
            <a:chOff x="4308875" y="4855363"/>
            <a:chExt cx="569125" cy="569175"/>
          </a:xfrm>
        </p:grpSpPr>
        <p:sp>
          <p:nvSpPr>
            <p:cNvPr id="3095" name="Google Shape;3095;p151"/>
            <p:cNvSpPr/>
            <p:nvPr/>
          </p:nvSpPr>
          <p:spPr>
            <a:xfrm>
              <a:off x="4343234" y="4889450"/>
              <a:ext cx="494400" cy="496800"/>
            </a:xfrm>
            <a:prstGeom prst="roundRect">
              <a:avLst>
                <a:gd fmla="val 21845"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96" name="Google Shape;3096;p151"/>
            <p:cNvPicPr preferRelativeResize="0"/>
            <p:nvPr/>
          </p:nvPicPr>
          <p:blipFill>
            <a:blip r:embed="rId4">
              <a:alphaModFix/>
            </a:blip>
            <a:stretch>
              <a:fillRect/>
            </a:stretch>
          </p:blipFill>
          <p:spPr>
            <a:xfrm>
              <a:off x="4308875" y="4855363"/>
              <a:ext cx="569125" cy="569175"/>
            </a:xfrm>
            <a:prstGeom prst="rect">
              <a:avLst/>
            </a:prstGeom>
            <a:noFill/>
            <a:ln>
              <a:noFill/>
            </a:ln>
          </p:spPr>
        </p:pic>
      </p:grpSp>
      <p:sp>
        <p:nvSpPr>
          <p:cNvPr id="3097" name="Google Shape;3097;p151"/>
          <p:cNvSpPr/>
          <p:nvPr/>
        </p:nvSpPr>
        <p:spPr>
          <a:xfrm>
            <a:off x="3548485" y="2003730"/>
            <a:ext cx="2532600" cy="3321300"/>
          </a:xfrm>
          <a:prstGeom prst="rect">
            <a:avLst/>
          </a:prstGeom>
          <a:noFill/>
          <a:ln cap="flat" cmpd="sng" w="9525">
            <a:solidFill>
              <a:srgbClr val="4C4C4C"/>
            </a:solidFill>
            <a:prstDash val="dash"/>
            <a:round/>
            <a:headEnd len="sm" w="sm" type="none"/>
            <a:tailEnd len="sm" w="sm" type="none"/>
          </a:ln>
        </p:spPr>
        <p:txBody>
          <a:bodyPr anchorCtr="0" anchor="ctr" bIns="121875" lIns="121875" spcFirstLastPara="1" rIns="121875" wrap="square" tIns="121875">
            <a:noAutofit/>
          </a:bodyPr>
          <a:lstStyle/>
          <a:p>
            <a:pPr indent="0" lvl="0" marL="0" rtl="0" algn="l">
              <a:lnSpc>
                <a:spcPct val="150000"/>
              </a:lnSpc>
              <a:spcBef>
                <a:spcPts val="0"/>
              </a:spcBef>
              <a:spcAft>
                <a:spcPts val="0"/>
              </a:spcAft>
              <a:buNone/>
            </a:pPr>
            <a:r>
              <a:t/>
            </a:r>
            <a:endParaRPr sz="1300">
              <a:solidFill>
                <a:srgbClr val="4C4C4C"/>
              </a:solidFill>
              <a:latin typeface="Overpass"/>
              <a:ea typeface="Overpass"/>
              <a:cs typeface="Overpass"/>
              <a:sym typeface="Overpass"/>
            </a:endParaRPr>
          </a:p>
        </p:txBody>
      </p:sp>
      <p:sp>
        <p:nvSpPr>
          <p:cNvPr id="3098" name="Google Shape;3098;p151"/>
          <p:cNvSpPr txBox="1"/>
          <p:nvPr/>
        </p:nvSpPr>
        <p:spPr>
          <a:xfrm>
            <a:off x="3562485" y="2866106"/>
            <a:ext cx="2532600" cy="24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rgbClr val="4C4C4C"/>
                </a:solidFill>
                <a:latin typeface="Red Hat Display"/>
                <a:ea typeface="Red Hat Display"/>
                <a:cs typeface="Red Hat Display"/>
                <a:sym typeface="Red Hat Display"/>
              </a:rPr>
              <a:t>FLEXIBILITY TO MANAGE RED HAT ENTERPRISE LINUX</a:t>
            </a:r>
            <a:endParaRPr sz="1300">
              <a:solidFill>
                <a:srgbClr val="4C4C4C"/>
              </a:solidFill>
              <a:latin typeface="Red Hat Display"/>
              <a:ea typeface="Red Hat Display"/>
              <a:cs typeface="Red Hat Display"/>
              <a:sym typeface="Red Hat Display"/>
            </a:endParaRPr>
          </a:p>
          <a:p>
            <a:pPr indent="0" lvl="0" marL="0" rtl="0" algn="l">
              <a:spcBef>
                <a:spcPts val="0"/>
              </a:spcBef>
              <a:spcAft>
                <a:spcPts val="0"/>
              </a:spcAft>
              <a:buNone/>
            </a:pPr>
            <a:r>
              <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lang="en" sz="1300">
                <a:solidFill>
                  <a:srgbClr val="4C4C4C"/>
                </a:solidFill>
                <a:latin typeface="Red Hat Display"/>
                <a:ea typeface="Red Hat Display"/>
                <a:cs typeface="Red Hat Display"/>
                <a:sym typeface="Red Hat Display"/>
              </a:rPr>
              <a:t>Secure software supply chain and content lifecycle on-premise or in the cloud with Satellite and Red Hat Hybrid Cloud Console</a:t>
            </a:r>
            <a:endParaRPr b="1" sz="1500">
              <a:solidFill>
                <a:srgbClr val="4C4C4C"/>
              </a:solidFill>
              <a:latin typeface="Red Hat Display"/>
              <a:ea typeface="Red Hat Display"/>
              <a:cs typeface="Red Hat Display"/>
              <a:sym typeface="Red Hat Display"/>
            </a:endParaRPr>
          </a:p>
        </p:txBody>
      </p:sp>
      <p:grpSp>
        <p:nvGrpSpPr>
          <p:cNvPr id="3099" name="Google Shape;3099;p151"/>
          <p:cNvGrpSpPr/>
          <p:nvPr/>
        </p:nvGrpSpPr>
        <p:grpSpPr>
          <a:xfrm>
            <a:off x="4553235" y="5509156"/>
            <a:ext cx="537800" cy="537800"/>
            <a:chOff x="6681800" y="5400650"/>
            <a:chExt cx="537800" cy="537800"/>
          </a:xfrm>
        </p:grpSpPr>
        <p:pic>
          <p:nvPicPr>
            <p:cNvPr id="3100" name="Google Shape;3100;p151"/>
            <p:cNvPicPr preferRelativeResize="0"/>
            <p:nvPr/>
          </p:nvPicPr>
          <p:blipFill>
            <a:blip r:embed="rId5">
              <a:alphaModFix/>
            </a:blip>
            <a:stretch>
              <a:fillRect/>
            </a:stretch>
          </p:blipFill>
          <p:spPr>
            <a:xfrm>
              <a:off x="6681800" y="5400650"/>
              <a:ext cx="537800" cy="537800"/>
            </a:xfrm>
            <a:prstGeom prst="rect">
              <a:avLst/>
            </a:prstGeom>
            <a:noFill/>
            <a:ln>
              <a:noFill/>
            </a:ln>
          </p:spPr>
        </p:pic>
        <p:sp>
          <p:nvSpPr>
            <p:cNvPr id="3101" name="Google Shape;3101;p151"/>
            <p:cNvSpPr/>
            <p:nvPr/>
          </p:nvSpPr>
          <p:spPr>
            <a:xfrm>
              <a:off x="6706625" y="5413325"/>
              <a:ext cx="494400" cy="496800"/>
            </a:xfrm>
            <a:prstGeom prst="roundRect">
              <a:avLst>
                <a:gd fmla="val 21845"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02" name="Google Shape;3102;p151"/>
          <p:cNvSpPr/>
          <p:nvPr/>
        </p:nvSpPr>
        <p:spPr>
          <a:xfrm>
            <a:off x="6292976" y="2005986"/>
            <a:ext cx="2532600" cy="3321300"/>
          </a:xfrm>
          <a:prstGeom prst="rect">
            <a:avLst/>
          </a:prstGeom>
          <a:noFill/>
          <a:ln cap="flat" cmpd="sng" w="9525">
            <a:solidFill>
              <a:srgbClr val="4C4C4C"/>
            </a:solidFill>
            <a:prstDash val="dash"/>
            <a:round/>
            <a:headEnd len="sm" w="sm" type="none"/>
            <a:tailEnd len="sm" w="sm" type="none"/>
          </a:ln>
        </p:spPr>
        <p:txBody>
          <a:bodyPr anchorCtr="0" anchor="ctr" bIns="121875" lIns="121875" spcFirstLastPara="1" rIns="121875" wrap="square" tIns="121875">
            <a:noAutofit/>
          </a:bodyPr>
          <a:lstStyle/>
          <a:p>
            <a:pPr indent="0" lvl="0" marL="0" marR="0" rtl="0" algn="l">
              <a:lnSpc>
                <a:spcPct val="150000"/>
              </a:lnSpc>
              <a:spcBef>
                <a:spcPts val="0"/>
              </a:spcBef>
              <a:spcAft>
                <a:spcPts val="0"/>
              </a:spcAft>
              <a:buNone/>
            </a:pPr>
            <a:r>
              <a:t/>
            </a:r>
            <a:endParaRPr sz="1300">
              <a:solidFill>
                <a:srgbClr val="4C4C4C"/>
              </a:solidFill>
              <a:latin typeface="Overpass"/>
              <a:ea typeface="Overpass"/>
              <a:cs typeface="Overpass"/>
              <a:sym typeface="Overpass"/>
            </a:endParaRPr>
          </a:p>
        </p:txBody>
      </p:sp>
      <p:pic>
        <p:nvPicPr>
          <p:cNvPr id="3103" name="Google Shape;3103;p151"/>
          <p:cNvPicPr preferRelativeResize="0"/>
          <p:nvPr/>
        </p:nvPicPr>
        <p:blipFill>
          <a:blip r:embed="rId6">
            <a:alphaModFix/>
          </a:blip>
          <a:stretch>
            <a:fillRect/>
          </a:stretch>
        </p:blipFill>
        <p:spPr>
          <a:xfrm>
            <a:off x="6448676" y="2136212"/>
            <a:ext cx="1987373" cy="604875"/>
          </a:xfrm>
          <a:prstGeom prst="rect">
            <a:avLst/>
          </a:prstGeom>
          <a:noFill/>
          <a:ln>
            <a:noFill/>
          </a:ln>
        </p:spPr>
      </p:pic>
      <p:sp>
        <p:nvSpPr>
          <p:cNvPr id="3104" name="Google Shape;3104;p151"/>
          <p:cNvSpPr txBox="1"/>
          <p:nvPr/>
        </p:nvSpPr>
        <p:spPr>
          <a:xfrm>
            <a:off x="6287901" y="2865162"/>
            <a:ext cx="2532600" cy="24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rgbClr val="4C4C4C"/>
                </a:solidFill>
                <a:latin typeface="Red Hat Display"/>
                <a:ea typeface="Red Hat Display"/>
                <a:cs typeface="Red Hat Display"/>
                <a:sym typeface="Red Hat Display"/>
              </a:rPr>
              <a:t>AUTOMATION FOR EVERYONE</a:t>
            </a:r>
            <a:endParaRPr b="1" sz="1500">
              <a:solidFill>
                <a:srgbClr val="4C4C4C"/>
              </a:solidFill>
              <a:latin typeface="Red Hat Display"/>
              <a:ea typeface="Red Hat Display"/>
              <a:cs typeface="Red Hat Display"/>
              <a:sym typeface="Red Hat Display"/>
            </a:endParaRPr>
          </a:p>
          <a:p>
            <a:pPr indent="0" lvl="0" marL="0" rtl="0" algn="l">
              <a:spcBef>
                <a:spcPts val="0"/>
              </a:spcBef>
              <a:spcAft>
                <a:spcPts val="0"/>
              </a:spcAft>
              <a:buNone/>
            </a:pPr>
            <a:r>
              <a:t/>
            </a:r>
            <a:endParaRPr sz="1600">
              <a:solidFill>
                <a:srgbClr val="4C4C4C"/>
              </a:solidFill>
              <a:latin typeface="Red Hat Display"/>
              <a:ea typeface="Red Hat Display"/>
              <a:cs typeface="Red Hat Display"/>
              <a:sym typeface="Red Hat Display"/>
            </a:endParaRPr>
          </a:p>
          <a:p>
            <a:pPr indent="0" lvl="0" marL="0" rtl="0" algn="l">
              <a:lnSpc>
                <a:spcPct val="150000"/>
              </a:lnSpc>
              <a:spcBef>
                <a:spcPts val="1000"/>
              </a:spcBef>
              <a:spcAft>
                <a:spcPts val="0"/>
              </a:spcAft>
              <a:buNone/>
            </a:pPr>
            <a:r>
              <a:rPr lang="en" sz="1300">
                <a:solidFill>
                  <a:srgbClr val="4C4C4C"/>
                </a:solidFill>
                <a:latin typeface="Red Hat Display"/>
                <a:ea typeface="Red Hat Display"/>
                <a:cs typeface="Red Hat Display"/>
                <a:sym typeface="Red Hat Display"/>
              </a:rPr>
              <a:t>Simple, </a:t>
            </a:r>
            <a:r>
              <a:rPr lang="en" sz="1300">
                <a:solidFill>
                  <a:srgbClr val="4C4C4C"/>
                </a:solidFill>
                <a:latin typeface="Red Hat Display"/>
                <a:ea typeface="Red Hat Display"/>
                <a:cs typeface="Red Hat Display"/>
                <a:sym typeface="Red Hat Display"/>
              </a:rPr>
              <a:t>Powerful</a:t>
            </a:r>
            <a:r>
              <a:rPr lang="en" sz="1300">
                <a:solidFill>
                  <a:srgbClr val="4C4C4C"/>
                </a:solidFill>
                <a:latin typeface="Red Hat Display"/>
                <a:ea typeface="Red Hat Display"/>
                <a:cs typeface="Red Hat Display"/>
                <a:sym typeface="Red Hat Display"/>
              </a:rPr>
              <a:t>, Agentless</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lang="en" sz="1300">
                <a:solidFill>
                  <a:srgbClr val="4C4C4C"/>
                </a:solidFill>
                <a:latin typeface="Red Hat Display"/>
                <a:ea typeface="Red Hat Display"/>
                <a:cs typeface="Red Hat Display"/>
                <a:sym typeface="Red Hat Display"/>
              </a:rPr>
              <a:t>Cross Platform</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lang="en" sz="1300">
                <a:solidFill>
                  <a:srgbClr val="4C4C4C"/>
                </a:solidFill>
                <a:latin typeface="Red Hat Display"/>
                <a:ea typeface="Red Hat Display"/>
                <a:cs typeface="Red Hat Display"/>
                <a:sym typeface="Red Hat Display"/>
              </a:rPr>
              <a:t>Systems, Network, Storage, Cloud</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lang="en" sz="1300">
                <a:solidFill>
                  <a:srgbClr val="4C4C4C"/>
                </a:solidFill>
                <a:latin typeface="Red Hat Display"/>
                <a:ea typeface="Red Hat Display"/>
                <a:cs typeface="Red Hat Display"/>
                <a:sym typeface="Red Hat Display"/>
              </a:rPr>
              <a:t>Human Readable</a:t>
            </a:r>
            <a:endParaRPr>
              <a:latin typeface="Red Hat Display"/>
              <a:ea typeface="Red Hat Display"/>
              <a:cs typeface="Red Hat Display"/>
              <a:sym typeface="Red Hat Display"/>
            </a:endParaRPr>
          </a:p>
        </p:txBody>
      </p:sp>
      <p:pic>
        <p:nvPicPr>
          <p:cNvPr id="3105" name="Google Shape;3105;p151"/>
          <p:cNvPicPr preferRelativeResize="0"/>
          <p:nvPr/>
        </p:nvPicPr>
        <p:blipFill>
          <a:blip r:embed="rId7">
            <a:alphaModFix/>
          </a:blip>
          <a:stretch>
            <a:fillRect/>
          </a:stretch>
        </p:blipFill>
        <p:spPr>
          <a:xfrm>
            <a:off x="7285301" y="5508212"/>
            <a:ext cx="537800" cy="536390"/>
          </a:xfrm>
          <a:prstGeom prst="rect">
            <a:avLst/>
          </a:prstGeom>
          <a:noFill/>
          <a:ln>
            <a:noFill/>
          </a:ln>
        </p:spPr>
      </p:pic>
      <p:sp>
        <p:nvSpPr>
          <p:cNvPr id="3106" name="Google Shape;3106;p151"/>
          <p:cNvSpPr/>
          <p:nvPr/>
        </p:nvSpPr>
        <p:spPr>
          <a:xfrm>
            <a:off x="9023904" y="2005086"/>
            <a:ext cx="2532600" cy="3321300"/>
          </a:xfrm>
          <a:prstGeom prst="rect">
            <a:avLst/>
          </a:prstGeom>
          <a:noFill/>
          <a:ln cap="flat" cmpd="sng" w="9525">
            <a:solidFill>
              <a:srgbClr val="4C4C4C"/>
            </a:solidFill>
            <a:prstDash val="dash"/>
            <a:round/>
            <a:headEnd len="sm" w="sm" type="none"/>
            <a:tailEnd len="sm" w="sm" type="none"/>
          </a:ln>
        </p:spPr>
        <p:txBody>
          <a:bodyPr anchorCtr="0" anchor="ctr" bIns="121875" lIns="121875" spcFirstLastPara="1" rIns="121875" wrap="square" tIns="121875">
            <a:noAutofit/>
          </a:bodyPr>
          <a:lstStyle/>
          <a:p>
            <a:pPr indent="0" lvl="0" marL="0" rtl="0" algn="l">
              <a:lnSpc>
                <a:spcPct val="150000"/>
              </a:lnSpc>
              <a:spcBef>
                <a:spcPts val="0"/>
              </a:spcBef>
              <a:spcAft>
                <a:spcPts val="0"/>
              </a:spcAft>
              <a:buNone/>
            </a:pPr>
            <a:r>
              <a:t/>
            </a:r>
            <a:endParaRPr sz="1300">
              <a:solidFill>
                <a:srgbClr val="4C4C4C"/>
              </a:solidFill>
              <a:latin typeface="Overpass"/>
              <a:ea typeface="Overpass"/>
              <a:cs typeface="Overpass"/>
              <a:sym typeface="Overpass"/>
            </a:endParaRPr>
          </a:p>
        </p:txBody>
      </p:sp>
      <p:sp>
        <p:nvSpPr>
          <p:cNvPr id="3107" name="Google Shape;3107;p151"/>
          <p:cNvSpPr txBox="1"/>
          <p:nvPr/>
        </p:nvSpPr>
        <p:spPr>
          <a:xfrm>
            <a:off x="9023559" y="2865162"/>
            <a:ext cx="2532600" cy="24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rgbClr val="4C4C4C"/>
                </a:solidFill>
                <a:latin typeface="Red Hat Display"/>
                <a:ea typeface="Red Hat Display"/>
                <a:cs typeface="Red Hat Display"/>
                <a:sym typeface="Red Hat Display"/>
              </a:rPr>
              <a:t>PREVENT CRITICAL ISSUES BEFORE THEY OCCUR</a:t>
            </a:r>
            <a:endParaRPr sz="1600">
              <a:solidFill>
                <a:srgbClr val="4C4C4C"/>
              </a:solidFill>
              <a:latin typeface="Red Hat Display"/>
              <a:ea typeface="Red Hat Display"/>
              <a:cs typeface="Red Hat Display"/>
              <a:sym typeface="Red Hat Display"/>
            </a:endParaRPr>
          </a:p>
          <a:p>
            <a:pPr indent="0" lvl="0" marL="0" rtl="0" algn="l">
              <a:spcBef>
                <a:spcPts val="0"/>
              </a:spcBef>
              <a:spcAft>
                <a:spcPts val="0"/>
              </a:spcAft>
              <a:buNone/>
            </a:pPr>
            <a:r>
              <a:t/>
            </a:r>
            <a:endParaRPr sz="1300">
              <a:solidFill>
                <a:srgbClr val="4C4C4C"/>
              </a:solidFill>
              <a:latin typeface="Red Hat Display"/>
              <a:ea typeface="Red Hat Display"/>
              <a:cs typeface="Red Hat Display"/>
              <a:sym typeface="Red Hat Display"/>
            </a:endParaRPr>
          </a:p>
          <a:p>
            <a:pPr indent="0" lvl="0" marL="0" rtl="0" algn="l">
              <a:spcBef>
                <a:spcPts val="0"/>
              </a:spcBef>
              <a:spcAft>
                <a:spcPts val="0"/>
              </a:spcAft>
              <a:buNone/>
            </a:pPr>
            <a:r>
              <a:rPr lang="en" sz="1300">
                <a:solidFill>
                  <a:srgbClr val="4C4C4C"/>
                </a:solidFill>
                <a:latin typeface="Red Hat Display"/>
                <a:ea typeface="Red Hat Display"/>
                <a:cs typeface="Red Hat Display"/>
                <a:sym typeface="Red Hat Display"/>
              </a:rPr>
              <a:t>Red Hat “Insights” </a:t>
            </a:r>
            <a:r>
              <a:rPr b="1" lang="en" sz="1300">
                <a:solidFill>
                  <a:srgbClr val="4C4C4C"/>
                </a:solidFill>
                <a:latin typeface="Red Hat Display"/>
                <a:ea typeface="Red Hat Display"/>
                <a:cs typeface="Red Hat Display"/>
                <a:sym typeface="Red Hat Display"/>
              </a:rPr>
              <a:t>Included</a:t>
            </a:r>
            <a:r>
              <a:rPr lang="en" sz="1300">
                <a:solidFill>
                  <a:srgbClr val="4C4C4C"/>
                </a:solidFill>
                <a:latin typeface="Red Hat Display"/>
                <a:ea typeface="Red Hat Display"/>
                <a:cs typeface="Red Hat Display"/>
                <a:sym typeface="Red Hat Display"/>
              </a:rPr>
              <a:t> with Red Hat Enterprise Linux.</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1000"/>
              </a:spcBef>
              <a:spcAft>
                <a:spcPts val="0"/>
              </a:spcAft>
              <a:buNone/>
            </a:pPr>
            <a:r>
              <a:rPr lang="en" sz="1300">
                <a:solidFill>
                  <a:srgbClr val="4C4C4C"/>
                </a:solidFill>
                <a:latin typeface="Red Hat Display"/>
                <a:ea typeface="Red Hat Display"/>
                <a:cs typeface="Red Hat Display"/>
                <a:sym typeface="Red Hat Display"/>
              </a:rPr>
              <a:t>Red Hat Hybrid Cloud Console</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0"/>
              </a:spcBef>
              <a:spcAft>
                <a:spcPts val="0"/>
              </a:spcAft>
              <a:buClr>
                <a:schemeClr val="dk1"/>
              </a:buClr>
              <a:buSzPts val="1100"/>
              <a:buFont typeface="Arial"/>
              <a:buNone/>
            </a:pPr>
            <a:r>
              <a:rPr lang="en" sz="1300">
                <a:solidFill>
                  <a:srgbClr val="4C4C4C"/>
                </a:solidFill>
                <a:latin typeface="Red Hat Display"/>
                <a:ea typeface="Red Hat Display"/>
                <a:cs typeface="Red Hat Display"/>
                <a:sym typeface="Red Hat Display"/>
              </a:rPr>
              <a:t>Red Hat Image Builder</a:t>
            </a:r>
            <a:endParaRPr sz="1300">
              <a:solidFill>
                <a:srgbClr val="4C4C4C"/>
              </a:solidFill>
              <a:latin typeface="Red Hat Display"/>
              <a:ea typeface="Red Hat Display"/>
              <a:cs typeface="Red Hat Display"/>
              <a:sym typeface="Red Hat Display"/>
            </a:endParaRPr>
          </a:p>
        </p:txBody>
      </p:sp>
      <p:pic>
        <p:nvPicPr>
          <p:cNvPr id="3108" name="Google Shape;3108;p151"/>
          <p:cNvPicPr preferRelativeResize="0"/>
          <p:nvPr/>
        </p:nvPicPr>
        <p:blipFill>
          <a:blip r:embed="rId8">
            <a:alphaModFix/>
          </a:blip>
          <a:stretch>
            <a:fillRect/>
          </a:stretch>
        </p:blipFill>
        <p:spPr>
          <a:xfrm>
            <a:off x="10006079" y="5508212"/>
            <a:ext cx="554262" cy="559800"/>
          </a:xfrm>
          <a:prstGeom prst="rect">
            <a:avLst/>
          </a:prstGeom>
          <a:noFill/>
          <a:ln>
            <a:noFill/>
          </a:ln>
        </p:spPr>
      </p:pic>
      <p:pic>
        <p:nvPicPr>
          <p:cNvPr id="3109" name="Google Shape;3109;p151"/>
          <p:cNvPicPr preferRelativeResize="0"/>
          <p:nvPr/>
        </p:nvPicPr>
        <p:blipFill>
          <a:blip r:embed="rId9">
            <a:alphaModFix/>
          </a:blip>
          <a:stretch>
            <a:fillRect/>
          </a:stretch>
        </p:blipFill>
        <p:spPr>
          <a:xfrm>
            <a:off x="9204742" y="2136200"/>
            <a:ext cx="1595276" cy="417650"/>
          </a:xfrm>
          <a:prstGeom prst="rect">
            <a:avLst/>
          </a:prstGeom>
          <a:noFill/>
          <a:ln>
            <a:noFill/>
          </a:ln>
        </p:spPr>
      </p:pic>
      <p:pic>
        <p:nvPicPr>
          <p:cNvPr id="3110" name="Google Shape;3110;p151"/>
          <p:cNvPicPr preferRelativeResize="0"/>
          <p:nvPr/>
        </p:nvPicPr>
        <p:blipFill>
          <a:blip r:embed="rId10">
            <a:alphaModFix/>
          </a:blip>
          <a:stretch>
            <a:fillRect/>
          </a:stretch>
        </p:blipFill>
        <p:spPr>
          <a:xfrm>
            <a:off x="3732994" y="2136200"/>
            <a:ext cx="1058674" cy="417650"/>
          </a:xfrm>
          <a:prstGeom prst="rect">
            <a:avLst/>
          </a:prstGeom>
          <a:noFill/>
          <a:ln>
            <a:noFill/>
          </a:ln>
        </p:spPr>
      </p:pic>
      <p:sp>
        <p:nvSpPr>
          <p:cNvPr id="3111" name="Google Shape;3111;p151"/>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p>
            <a:pPr indent="0" lvl="0" marL="0" rtl="0" algn="l">
              <a:spcBef>
                <a:spcPts val="0"/>
              </a:spcBef>
              <a:spcAft>
                <a:spcPts val="0"/>
              </a:spcAft>
              <a:buNone/>
            </a:pPr>
            <a:r>
              <a:rPr lang="en"/>
              <a:t>Red Hat Infrastructure Standard Adoption Model</a:t>
            </a:r>
            <a:endParaRPr/>
          </a:p>
        </p:txBody>
      </p:sp>
      <p:sp>
        <p:nvSpPr>
          <p:cNvPr id="3112" name="Google Shape;3112;p151"/>
          <p:cNvSpPr txBox="1"/>
          <p:nvPr>
            <p:ph idx="2" type="subTitle"/>
          </p:nvPr>
        </p:nvSpPr>
        <p:spPr>
          <a:xfrm>
            <a:off x="885050" y="6169550"/>
            <a:ext cx="91830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9"/>
                                        </p:tgtEl>
                                        <p:attrNameLst>
                                          <p:attrName>style.visibility</p:attrName>
                                        </p:attrNameLst>
                                      </p:cBhvr>
                                      <p:to>
                                        <p:strVal val="visible"/>
                                      </p:to>
                                    </p:set>
                                    <p:animEffect filter="fade" transition="in">
                                      <p:cBhvr>
                                        <p:cTn dur="1000"/>
                                        <p:tgtEl>
                                          <p:spTgt spid="3089"/>
                                        </p:tgtEl>
                                      </p:cBhvr>
                                    </p:animEffect>
                                  </p:childTnLst>
                                </p:cTn>
                              </p:par>
                              <p:par>
                                <p:cTn fill="hold" nodeType="withEffect" presetClass="entr" presetID="10" presetSubtype="0">
                                  <p:stCondLst>
                                    <p:cond delay="0"/>
                                  </p:stCondLst>
                                  <p:childTnLst>
                                    <p:set>
                                      <p:cBhvr>
                                        <p:cTn dur="1" fill="hold">
                                          <p:stCondLst>
                                            <p:cond delay="0"/>
                                          </p:stCondLst>
                                        </p:cTn>
                                        <p:tgtEl>
                                          <p:spTgt spid="3090"/>
                                        </p:tgtEl>
                                        <p:attrNameLst>
                                          <p:attrName>style.visibility</p:attrName>
                                        </p:attrNameLst>
                                      </p:cBhvr>
                                      <p:to>
                                        <p:strVal val="visible"/>
                                      </p:to>
                                    </p:set>
                                    <p:animEffect filter="fade" transition="in">
                                      <p:cBhvr>
                                        <p:cTn dur="1000"/>
                                        <p:tgtEl>
                                          <p:spTgt spid="3090"/>
                                        </p:tgtEl>
                                      </p:cBhvr>
                                    </p:animEffect>
                                  </p:childTnLst>
                                </p:cTn>
                              </p:par>
                              <p:par>
                                <p:cTn fill="hold" nodeType="withEffect" presetClass="entr" presetID="10" presetSubtype="0">
                                  <p:stCondLst>
                                    <p:cond delay="0"/>
                                  </p:stCondLst>
                                  <p:childTnLst>
                                    <p:set>
                                      <p:cBhvr>
                                        <p:cTn dur="1" fill="hold">
                                          <p:stCondLst>
                                            <p:cond delay="0"/>
                                          </p:stCondLst>
                                        </p:cTn>
                                        <p:tgtEl>
                                          <p:spTgt spid="3093"/>
                                        </p:tgtEl>
                                        <p:attrNameLst>
                                          <p:attrName>style.visibility</p:attrName>
                                        </p:attrNameLst>
                                      </p:cBhvr>
                                      <p:to>
                                        <p:strVal val="visible"/>
                                      </p:to>
                                    </p:set>
                                    <p:animEffect filter="fade" transition="in">
                                      <p:cBhvr>
                                        <p:cTn dur="1000"/>
                                        <p:tgtEl>
                                          <p:spTgt spid="3093"/>
                                        </p:tgtEl>
                                      </p:cBhvr>
                                    </p:animEffect>
                                  </p:childTnLst>
                                </p:cTn>
                              </p:par>
                              <p:par>
                                <p:cTn fill="hold" nodeType="withEffect" presetClass="entr" presetID="10" presetSubtype="0">
                                  <p:stCondLst>
                                    <p:cond delay="0"/>
                                  </p:stCondLst>
                                  <p:childTnLst>
                                    <p:set>
                                      <p:cBhvr>
                                        <p:cTn dur="1" fill="hold">
                                          <p:stCondLst>
                                            <p:cond delay="0"/>
                                          </p:stCondLst>
                                        </p:cTn>
                                        <p:tgtEl>
                                          <p:spTgt spid="3094"/>
                                        </p:tgtEl>
                                        <p:attrNameLst>
                                          <p:attrName>style.visibility</p:attrName>
                                        </p:attrNameLst>
                                      </p:cBhvr>
                                      <p:to>
                                        <p:strVal val="visible"/>
                                      </p:to>
                                    </p:set>
                                    <p:animEffect filter="fade" transition="in">
                                      <p:cBhvr>
                                        <p:cTn dur="1000"/>
                                        <p:tgtEl>
                                          <p:spTgt spid="30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7"/>
                                        </p:tgtEl>
                                        <p:attrNameLst>
                                          <p:attrName>style.visibility</p:attrName>
                                        </p:attrNameLst>
                                      </p:cBhvr>
                                      <p:to>
                                        <p:strVal val="visible"/>
                                      </p:to>
                                    </p:set>
                                    <p:animEffect filter="fade" transition="in">
                                      <p:cBhvr>
                                        <p:cTn dur="1000"/>
                                        <p:tgtEl>
                                          <p:spTgt spid="3097"/>
                                        </p:tgtEl>
                                      </p:cBhvr>
                                    </p:animEffect>
                                  </p:childTnLst>
                                </p:cTn>
                              </p:par>
                              <p:par>
                                <p:cTn fill="hold" nodeType="withEffect" presetClass="entr" presetID="10" presetSubtype="0">
                                  <p:stCondLst>
                                    <p:cond delay="0"/>
                                  </p:stCondLst>
                                  <p:childTnLst>
                                    <p:set>
                                      <p:cBhvr>
                                        <p:cTn dur="1" fill="hold">
                                          <p:stCondLst>
                                            <p:cond delay="0"/>
                                          </p:stCondLst>
                                        </p:cTn>
                                        <p:tgtEl>
                                          <p:spTgt spid="3098"/>
                                        </p:tgtEl>
                                        <p:attrNameLst>
                                          <p:attrName>style.visibility</p:attrName>
                                        </p:attrNameLst>
                                      </p:cBhvr>
                                      <p:to>
                                        <p:strVal val="visible"/>
                                      </p:to>
                                    </p:set>
                                    <p:animEffect filter="fade" transition="in">
                                      <p:cBhvr>
                                        <p:cTn dur="1000"/>
                                        <p:tgtEl>
                                          <p:spTgt spid="3098"/>
                                        </p:tgtEl>
                                      </p:cBhvr>
                                    </p:animEffect>
                                  </p:childTnLst>
                                </p:cTn>
                              </p:par>
                              <p:par>
                                <p:cTn fill="hold" nodeType="withEffect" presetClass="entr" presetID="10" presetSubtype="0">
                                  <p:stCondLst>
                                    <p:cond delay="0"/>
                                  </p:stCondLst>
                                  <p:childTnLst>
                                    <p:set>
                                      <p:cBhvr>
                                        <p:cTn dur="1" fill="hold">
                                          <p:stCondLst>
                                            <p:cond delay="0"/>
                                          </p:stCondLst>
                                        </p:cTn>
                                        <p:tgtEl>
                                          <p:spTgt spid="3099"/>
                                        </p:tgtEl>
                                        <p:attrNameLst>
                                          <p:attrName>style.visibility</p:attrName>
                                        </p:attrNameLst>
                                      </p:cBhvr>
                                      <p:to>
                                        <p:strVal val="visible"/>
                                      </p:to>
                                    </p:set>
                                    <p:animEffect filter="fade" transition="in">
                                      <p:cBhvr>
                                        <p:cTn dur="1000"/>
                                        <p:tgtEl>
                                          <p:spTgt spid="3099"/>
                                        </p:tgtEl>
                                      </p:cBhvr>
                                    </p:animEffect>
                                  </p:childTnLst>
                                </p:cTn>
                              </p:par>
                              <p:par>
                                <p:cTn fill="hold" nodeType="withEffect" presetClass="entr" presetID="10" presetSubtype="0">
                                  <p:stCondLst>
                                    <p:cond delay="0"/>
                                  </p:stCondLst>
                                  <p:childTnLst>
                                    <p:set>
                                      <p:cBhvr>
                                        <p:cTn dur="1" fill="hold">
                                          <p:stCondLst>
                                            <p:cond delay="0"/>
                                          </p:stCondLst>
                                        </p:cTn>
                                        <p:tgtEl>
                                          <p:spTgt spid="3110"/>
                                        </p:tgtEl>
                                        <p:attrNameLst>
                                          <p:attrName>style.visibility</p:attrName>
                                        </p:attrNameLst>
                                      </p:cBhvr>
                                      <p:to>
                                        <p:strVal val="visible"/>
                                      </p:to>
                                    </p:set>
                                    <p:animEffect filter="fade" transition="in">
                                      <p:cBhvr>
                                        <p:cTn dur="1000"/>
                                        <p:tgtEl>
                                          <p:spTgt spid="31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02"/>
                                        </p:tgtEl>
                                        <p:attrNameLst>
                                          <p:attrName>style.visibility</p:attrName>
                                        </p:attrNameLst>
                                      </p:cBhvr>
                                      <p:to>
                                        <p:strVal val="visible"/>
                                      </p:to>
                                    </p:set>
                                    <p:animEffect filter="fade" transition="in">
                                      <p:cBhvr>
                                        <p:cTn dur="1000"/>
                                        <p:tgtEl>
                                          <p:spTgt spid="3102"/>
                                        </p:tgtEl>
                                      </p:cBhvr>
                                    </p:animEffect>
                                  </p:childTnLst>
                                </p:cTn>
                              </p:par>
                              <p:par>
                                <p:cTn fill="hold" nodeType="withEffect" presetClass="entr" presetID="10" presetSubtype="0">
                                  <p:stCondLst>
                                    <p:cond delay="0"/>
                                  </p:stCondLst>
                                  <p:childTnLst>
                                    <p:set>
                                      <p:cBhvr>
                                        <p:cTn dur="1" fill="hold">
                                          <p:stCondLst>
                                            <p:cond delay="0"/>
                                          </p:stCondLst>
                                        </p:cTn>
                                        <p:tgtEl>
                                          <p:spTgt spid="3103"/>
                                        </p:tgtEl>
                                        <p:attrNameLst>
                                          <p:attrName>style.visibility</p:attrName>
                                        </p:attrNameLst>
                                      </p:cBhvr>
                                      <p:to>
                                        <p:strVal val="visible"/>
                                      </p:to>
                                    </p:set>
                                    <p:animEffect filter="fade" transition="in">
                                      <p:cBhvr>
                                        <p:cTn dur="1000"/>
                                        <p:tgtEl>
                                          <p:spTgt spid="3103"/>
                                        </p:tgtEl>
                                      </p:cBhvr>
                                    </p:animEffect>
                                  </p:childTnLst>
                                </p:cTn>
                              </p:par>
                              <p:par>
                                <p:cTn fill="hold" nodeType="withEffect" presetClass="entr" presetID="10" presetSubtype="0">
                                  <p:stCondLst>
                                    <p:cond delay="0"/>
                                  </p:stCondLst>
                                  <p:childTnLst>
                                    <p:set>
                                      <p:cBhvr>
                                        <p:cTn dur="1" fill="hold">
                                          <p:stCondLst>
                                            <p:cond delay="0"/>
                                          </p:stCondLst>
                                        </p:cTn>
                                        <p:tgtEl>
                                          <p:spTgt spid="3104"/>
                                        </p:tgtEl>
                                        <p:attrNameLst>
                                          <p:attrName>style.visibility</p:attrName>
                                        </p:attrNameLst>
                                      </p:cBhvr>
                                      <p:to>
                                        <p:strVal val="visible"/>
                                      </p:to>
                                    </p:set>
                                    <p:animEffect filter="fade" transition="in">
                                      <p:cBhvr>
                                        <p:cTn dur="1000"/>
                                        <p:tgtEl>
                                          <p:spTgt spid="3104"/>
                                        </p:tgtEl>
                                      </p:cBhvr>
                                    </p:animEffect>
                                  </p:childTnLst>
                                </p:cTn>
                              </p:par>
                              <p:par>
                                <p:cTn fill="hold" nodeType="withEffect" presetClass="entr" presetID="10" presetSubtype="0">
                                  <p:stCondLst>
                                    <p:cond delay="0"/>
                                  </p:stCondLst>
                                  <p:childTnLst>
                                    <p:set>
                                      <p:cBhvr>
                                        <p:cTn dur="1" fill="hold">
                                          <p:stCondLst>
                                            <p:cond delay="0"/>
                                          </p:stCondLst>
                                        </p:cTn>
                                        <p:tgtEl>
                                          <p:spTgt spid="3105"/>
                                        </p:tgtEl>
                                        <p:attrNameLst>
                                          <p:attrName>style.visibility</p:attrName>
                                        </p:attrNameLst>
                                      </p:cBhvr>
                                      <p:to>
                                        <p:strVal val="visible"/>
                                      </p:to>
                                    </p:set>
                                    <p:animEffect filter="fade" transition="in">
                                      <p:cBhvr>
                                        <p:cTn dur="1000"/>
                                        <p:tgtEl>
                                          <p:spTgt spid="31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06"/>
                                        </p:tgtEl>
                                        <p:attrNameLst>
                                          <p:attrName>style.visibility</p:attrName>
                                        </p:attrNameLst>
                                      </p:cBhvr>
                                      <p:to>
                                        <p:strVal val="visible"/>
                                      </p:to>
                                    </p:set>
                                    <p:animEffect filter="fade" transition="in">
                                      <p:cBhvr>
                                        <p:cTn dur="1000"/>
                                        <p:tgtEl>
                                          <p:spTgt spid="3106"/>
                                        </p:tgtEl>
                                      </p:cBhvr>
                                    </p:animEffect>
                                  </p:childTnLst>
                                </p:cTn>
                              </p:par>
                              <p:par>
                                <p:cTn fill="hold" nodeType="withEffect" presetClass="entr" presetID="10" presetSubtype="0">
                                  <p:stCondLst>
                                    <p:cond delay="0"/>
                                  </p:stCondLst>
                                  <p:childTnLst>
                                    <p:set>
                                      <p:cBhvr>
                                        <p:cTn dur="1" fill="hold">
                                          <p:stCondLst>
                                            <p:cond delay="0"/>
                                          </p:stCondLst>
                                        </p:cTn>
                                        <p:tgtEl>
                                          <p:spTgt spid="3107"/>
                                        </p:tgtEl>
                                        <p:attrNameLst>
                                          <p:attrName>style.visibility</p:attrName>
                                        </p:attrNameLst>
                                      </p:cBhvr>
                                      <p:to>
                                        <p:strVal val="visible"/>
                                      </p:to>
                                    </p:set>
                                    <p:animEffect filter="fade" transition="in">
                                      <p:cBhvr>
                                        <p:cTn dur="1000"/>
                                        <p:tgtEl>
                                          <p:spTgt spid="3107"/>
                                        </p:tgtEl>
                                      </p:cBhvr>
                                    </p:animEffect>
                                  </p:childTnLst>
                                </p:cTn>
                              </p:par>
                              <p:par>
                                <p:cTn fill="hold" nodeType="withEffect" presetClass="entr" presetID="10" presetSubtype="0">
                                  <p:stCondLst>
                                    <p:cond delay="0"/>
                                  </p:stCondLst>
                                  <p:childTnLst>
                                    <p:set>
                                      <p:cBhvr>
                                        <p:cTn dur="1" fill="hold">
                                          <p:stCondLst>
                                            <p:cond delay="0"/>
                                          </p:stCondLst>
                                        </p:cTn>
                                        <p:tgtEl>
                                          <p:spTgt spid="3108"/>
                                        </p:tgtEl>
                                        <p:attrNameLst>
                                          <p:attrName>style.visibility</p:attrName>
                                        </p:attrNameLst>
                                      </p:cBhvr>
                                      <p:to>
                                        <p:strVal val="visible"/>
                                      </p:to>
                                    </p:set>
                                    <p:animEffect filter="fade" transition="in">
                                      <p:cBhvr>
                                        <p:cTn dur="1000"/>
                                        <p:tgtEl>
                                          <p:spTgt spid="3108"/>
                                        </p:tgtEl>
                                      </p:cBhvr>
                                    </p:animEffect>
                                  </p:childTnLst>
                                </p:cTn>
                              </p:par>
                              <p:par>
                                <p:cTn fill="hold" nodeType="withEffect" presetClass="entr" presetID="10" presetSubtype="0">
                                  <p:stCondLst>
                                    <p:cond delay="0"/>
                                  </p:stCondLst>
                                  <p:childTnLst>
                                    <p:set>
                                      <p:cBhvr>
                                        <p:cTn dur="1" fill="hold">
                                          <p:stCondLst>
                                            <p:cond delay="0"/>
                                          </p:stCondLst>
                                        </p:cTn>
                                        <p:tgtEl>
                                          <p:spTgt spid="3109"/>
                                        </p:tgtEl>
                                        <p:attrNameLst>
                                          <p:attrName>style.visibility</p:attrName>
                                        </p:attrNameLst>
                                      </p:cBhvr>
                                      <p:to>
                                        <p:strVal val="visible"/>
                                      </p:to>
                                    </p:set>
                                    <p:animEffect filter="fade" transition="in">
                                      <p:cBhvr>
                                        <p:cTn dur="1000"/>
                                        <p:tgtEl>
                                          <p:spTgt spid="31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6" name="Shape 3116"/>
        <p:cNvGrpSpPr/>
        <p:nvPr/>
      </p:nvGrpSpPr>
      <p:grpSpPr>
        <a:xfrm>
          <a:off x="0" y="0"/>
          <a:ext cx="0" cy="0"/>
          <a:chOff x="0" y="0"/>
          <a:chExt cx="0" cy="0"/>
        </a:xfrm>
      </p:grpSpPr>
      <p:sp>
        <p:nvSpPr>
          <p:cNvPr id="3117" name="Google Shape;3117;p152"/>
          <p:cNvSpPr/>
          <p:nvPr/>
        </p:nvSpPr>
        <p:spPr>
          <a:xfrm>
            <a:off x="0" y="1272550"/>
            <a:ext cx="12192000" cy="4987800"/>
          </a:xfrm>
          <a:prstGeom prst="rect">
            <a:avLst/>
          </a:prstGeom>
          <a:solidFill>
            <a:srgbClr val="D9D9D9"/>
          </a:solidFill>
          <a:ln>
            <a:noFill/>
          </a:ln>
        </p:spPr>
        <p:txBody>
          <a:bodyPr anchorCtr="0" anchor="b" bIns="121900" lIns="91425" spcFirstLastPara="1" rIns="121900" wrap="square" tIns="121900">
            <a:noAutofit/>
          </a:bodyPr>
          <a:lstStyle/>
          <a:p>
            <a:pPr indent="0" lvl="0" marL="114300" rtl="0" algn="l">
              <a:spcBef>
                <a:spcPts val="0"/>
              </a:spcBef>
              <a:spcAft>
                <a:spcPts val="0"/>
              </a:spcAft>
              <a:buNone/>
            </a:pPr>
            <a:r>
              <a:rPr b="1" lang="en" sz="1600">
                <a:solidFill>
                  <a:schemeClr val="accent2"/>
                </a:solidFill>
                <a:latin typeface="Red Hat Display"/>
                <a:ea typeface="Red Hat Display"/>
                <a:cs typeface="Red Hat Display"/>
                <a:sym typeface="Red Hat Display"/>
              </a:rPr>
              <a:t>Red Hat Infrastructure Standard</a:t>
            </a:r>
            <a:endParaRPr sz="1200">
              <a:solidFill>
                <a:schemeClr val="accent2"/>
              </a:solidFill>
            </a:endParaRPr>
          </a:p>
        </p:txBody>
      </p:sp>
      <p:sp>
        <p:nvSpPr>
          <p:cNvPr id="3118" name="Google Shape;3118;p152"/>
          <p:cNvSpPr/>
          <p:nvPr/>
        </p:nvSpPr>
        <p:spPr>
          <a:xfrm>
            <a:off x="81975" y="1671450"/>
            <a:ext cx="1504200" cy="4154400"/>
          </a:xfrm>
          <a:prstGeom prst="rect">
            <a:avLst/>
          </a:prstGeom>
          <a:solidFill>
            <a:schemeClr val="lt1"/>
          </a:solidFill>
          <a:ln cap="flat" cmpd="sng" w="28575">
            <a:solidFill>
              <a:schemeClr val="accent1"/>
            </a:solidFill>
            <a:prstDash val="solid"/>
            <a:round/>
            <a:headEnd len="sm" w="sm" type="none"/>
            <a:tailEnd len="sm" w="sm" type="none"/>
          </a:ln>
        </p:spPr>
        <p:txBody>
          <a:bodyPr anchorCtr="0" anchor="b" bIns="121900" lIns="121900" spcFirstLastPara="1" rIns="121900" wrap="square" tIns="121900">
            <a:noAutofit/>
          </a:bodyPr>
          <a:lstStyle/>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p:txBody>
      </p:sp>
      <p:sp>
        <p:nvSpPr>
          <p:cNvPr id="3119" name="Google Shape;3119;p152"/>
          <p:cNvSpPr txBox="1"/>
          <p:nvPr>
            <p:ph type="title"/>
          </p:nvPr>
        </p:nvSpPr>
        <p:spPr>
          <a:xfrm>
            <a:off x="1752600" y="793000"/>
            <a:ext cx="8686800" cy="967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RH-ISAM in a Hybrid Cloud Deployment</a:t>
            </a:r>
            <a:endParaRPr>
              <a:latin typeface="Red Hat Display Medium"/>
              <a:ea typeface="Red Hat Display Medium"/>
              <a:cs typeface="Red Hat Display Medium"/>
              <a:sym typeface="Red Hat Display Medium"/>
            </a:endParaRPr>
          </a:p>
        </p:txBody>
      </p:sp>
      <p:sp>
        <p:nvSpPr>
          <p:cNvPr id="3120" name="Google Shape;3120;p152"/>
          <p:cNvSpPr/>
          <p:nvPr/>
        </p:nvSpPr>
        <p:spPr>
          <a:xfrm>
            <a:off x="1681625" y="1671450"/>
            <a:ext cx="8904900" cy="795300"/>
          </a:xfrm>
          <a:prstGeom prst="rect">
            <a:avLst/>
          </a:prstGeom>
          <a:solidFill>
            <a:schemeClr val="l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152"/>
          <p:cNvSpPr/>
          <p:nvPr/>
        </p:nvSpPr>
        <p:spPr>
          <a:xfrm>
            <a:off x="1681625" y="2561246"/>
            <a:ext cx="8904900" cy="816600"/>
          </a:xfrm>
          <a:prstGeom prst="rect">
            <a:avLst/>
          </a:prstGeom>
          <a:solidFill>
            <a:schemeClr val="l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22" name="Google Shape;3122;p152"/>
          <p:cNvGrpSpPr/>
          <p:nvPr/>
        </p:nvGrpSpPr>
        <p:grpSpPr>
          <a:xfrm>
            <a:off x="6787247" y="2721146"/>
            <a:ext cx="494400" cy="496800"/>
            <a:chOff x="4343234" y="4889450"/>
            <a:chExt cx="494400" cy="496800"/>
          </a:xfrm>
        </p:grpSpPr>
        <p:sp>
          <p:nvSpPr>
            <p:cNvPr id="3123" name="Google Shape;3123;p152"/>
            <p:cNvSpPr/>
            <p:nvPr/>
          </p:nvSpPr>
          <p:spPr>
            <a:xfrm>
              <a:off x="4343234" y="4889450"/>
              <a:ext cx="494400" cy="496800"/>
            </a:xfrm>
            <a:prstGeom prst="roundRect">
              <a:avLst>
                <a:gd fmla="val 21845"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24" name="Google Shape;3124;p152"/>
            <p:cNvPicPr preferRelativeResize="0"/>
            <p:nvPr/>
          </p:nvPicPr>
          <p:blipFill rotWithShape="1">
            <a:blip r:embed="rId3">
              <a:alphaModFix/>
            </a:blip>
            <a:srcRect b="9632" l="15541" r="14164" t="9218"/>
            <a:stretch/>
          </p:blipFill>
          <p:spPr>
            <a:xfrm>
              <a:off x="4397312" y="4907788"/>
              <a:ext cx="400050" cy="461900"/>
            </a:xfrm>
            <a:prstGeom prst="rect">
              <a:avLst/>
            </a:prstGeom>
            <a:noFill/>
            <a:ln>
              <a:noFill/>
            </a:ln>
          </p:spPr>
        </p:pic>
      </p:grpSp>
      <p:grpSp>
        <p:nvGrpSpPr>
          <p:cNvPr id="3125" name="Google Shape;3125;p152"/>
          <p:cNvGrpSpPr/>
          <p:nvPr/>
        </p:nvGrpSpPr>
        <p:grpSpPr>
          <a:xfrm>
            <a:off x="6153212" y="2700645"/>
            <a:ext cx="537800" cy="537800"/>
            <a:chOff x="6681800" y="5400650"/>
            <a:chExt cx="537800" cy="537800"/>
          </a:xfrm>
        </p:grpSpPr>
        <p:pic>
          <p:nvPicPr>
            <p:cNvPr id="3126" name="Google Shape;3126;p152"/>
            <p:cNvPicPr preferRelativeResize="0"/>
            <p:nvPr/>
          </p:nvPicPr>
          <p:blipFill>
            <a:blip r:embed="rId4">
              <a:alphaModFix/>
            </a:blip>
            <a:stretch>
              <a:fillRect/>
            </a:stretch>
          </p:blipFill>
          <p:spPr>
            <a:xfrm>
              <a:off x="6681800" y="5400650"/>
              <a:ext cx="537800" cy="537800"/>
            </a:xfrm>
            <a:prstGeom prst="rect">
              <a:avLst/>
            </a:prstGeom>
            <a:noFill/>
            <a:ln>
              <a:noFill/>
            </a:ln>
          </p:spPr>
        </p:pic>
        <p:sp>
          <p:nvSpPr>
            <p:cNvPr id="3127" name="Google Shape;3127;p152"/>
            <p:cNvSpPr/>
            <p:nvPr/>
          </p:nvSpPr>
          <p:spPr>
            <a:xfrm>
              <a:off x="6706625" y="5413325"/>
              <a:ext cx="494400" cy="496800"/>
            </a:xfrm>
            <a:prstGeom prst="roundRect">
              <a:avLst>
                <a:gd fmla="val 21845"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128" name="Google Shape;3128;p152"/>
          <p:cNvPicPr preferRelativeResize="0"/>
          <p:nvPr/>
        </p:nvPicPr>
        <p:blipFill>
          <a:blip r:embed="rId5">
            <a:alphaModFix/>
          </a:blip>
          <a:stretch>
            <a:fillRect/>
          </a:stretch>
        </p:blipFill>
        <p:spPr>
          <a:xfrm>
            <a:off x="4937400" y="2689645"/>
            <a:ext cx="554262" cy="559800"/>
          </a:xfrm>
          <a:prstGeom prst="rect">
            <a:avLst/>
          </a:prstGeom>
          <a:noFill/>
          <a:ln>
            <a:noFill/>
          </a:ln>
        </p:spPr>
      </p:pic>
      <p:sp>
        <p:nvSpPr>
          <p:cNvPr id="3129" name="Google Shape;3129;p152"/>
          <p:cNvSpPr/>
          <p:nvPr/>
        </p:nvSpPr>
        <p:spPr>
          <a:xfrm>
            <a:off x="5578177" y="2711488"/>
            <a:ext cx="494400" cy="496800"/>
          </a:xfrm>
          <a:prstGeom prst="roundRect">
            <a:avLst>
              <a:gd fmla="val 21845"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152"/>
          <p:cNvSpPr/>
          <p:nvPr/>
        </p:nvSpPr>
        <p:spPr>
          <a:xfrm>
            <a:off x="7685485" y="3464325"/>
            <a:ext cx="1405200" cy="1765800"/>
          </a:xfrm>
          <a:prstGeom prst="rect">
            <a:avLst/>
          </a:prstGeom>
          <a:solidFill>
            <a:schemeClr val="lt1"/>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152"/>
          <p:cNvSpPr txBox="1"/>
          <p:nvPr/>
        </p:nvSpPr>
        <p:spPr>
          <a:xfrm>
            <a:off x="7698080" y="3464175"/>
            <a:ext cx="1344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Cloud 2</a:t>
            </a:r>
            <a:endParaRPr>
              <a:latin typeface="Overpass Light"/>
              <a:ea typeface="Overpass Light"/>
              <a:cs typeface="Overpass Light"/>
              <a:sym typeface="Overpass Light"/>
            </a:endParaRPr>
          </a:p>
        </p:txBody>
      </p:sp>
      <p:pic>
        <p:nvPicPr>
          <p:cNvPr id="3132" name="Google Shape;3132;p152"/>
          <p:cNvPicPr preferRelativeResize="0"/>
          <p:nvPr/>
        </p:nvPicPr>
        <p:blipFill>
          <a:blip r:embed="rId6">
            <a:alphaModFix/>
          </a:blip>
          <a:stretch>
            <a:fillRect/>
          </a:stretch>
        </p:blipFill>
        <p:spPr>
          <a:xfrm>
            <a:off x="7982730" y="3985939"/>
            <a:ext cx="762000" cy="762000"/>
          </a:xfrm>
          <a:prstGeom prst="rect">
            <a:avLst/>
          </a:prstGeom>
          <a:noFill/>
          <a:ln>
            <a:noFill/>
          </a:ln>
        </p:spPr>
      </p:pic>
      <p:grpSp>
        <p:nvGrpSpPr>
          <p:cNvPr id="3133" name="Google Shape;3133;p152"/>
          <p:cNvGrpSpPr/>
          <p:nvPr/>
        </p:nvGrpSpPr>
        <p:grpSpPr>
          <a:xfrm>
            <a:off x="5475314" y="1899915"/>
            <a:ext cx="1233548" cy="400200"/>
            <a:chOff x="9030285" y="1083983"/>
            <a:chExt cx="1233548" cy="400200"/>
          </a:xfrm>
        </p:grpSpPr>
        <p:pic>
          <p:nvPicPr>
            <p:cNvPr id="3134" name="Google Shape;3134;p152"/>
            <p:cNvPicPr preferRelativeResize="0"/>
            <p:nvPr/>
          </p:nvPicPr>
          <p:blipFill>
            <a:blip r:embed="rId7">
              <a:alphaModFix/>
            </a:blip>
            <a:stretch>
              <a:fillRect/>
            </a:stretch>
          </p:blipFill>
          <p:spPr>
            <a:xfrm>
              <a:off x="9030285" y="1083983"/>
              <a:ext cx="400200" cy="400200"/>
            </a:xfrm>
            <a:prstGeom prst="rect">
              <a:avLst/>
            </a:prstGeom>
            <a:noFill/>
            <a:ln>
              <a:noFill/>
            </a:ln>
          </p:spPr>
        </p:pic>
        <p:sp>
          <p:nvSpPr>
            <p:cNvPr id="3135" name="Google Shape;3135;p152"/>
            <p:cNvSpPr txBox="1"/>
            <p:nvPr/>
          </p:nvSpPr>
          <p:spPr>
            <a:xfrm>
              <a:off x="9411833" y="1114733"/>
              <a:ext cx="852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Automation</a:t>
              </a:r>
              <a:endParaRPr sz="1000">
                <a:latin typeface="Overpass Light"/>
                <a:ea typeface="Overpass Light"/>
                <a:cs typeface="Overpass Light"/>
                <a:sym typeface="Overpass Light"/>
              </a:endParaRPr>
            </a:p>
          </p:txBody>
        </p:sp>
      </p:grpSp>
      <p:grpSp>
        <p:nvGrpSpPr>
          <p:cNvPr id="3136" name="Google Shape;3136;p152"/>
          <p:cNvGrpSpPr/>
          <p:nvPr/>
        </p:nvGrpSpPr>
        <p:grpSpPr>
          <a:xfrm>
            <a:off x="3901681" y="1899915"/>
            <a:ext cx="1113243" cy="400200"/>
            <a:chOff x="9030285" y="1562396"/>
            <a:chExt cx="1113243" cy="400200"/>
          </a:xfrm>
        </p:grpSpPr>
        <p:pic>
          <p:nvPicPr>
            <p:cNvPr id="3137" name="Google Shape;3137;p152"/>
            <p:cNvPicPr preferRelativeResize="0"/>
            <p:nvPr/>
          </p:nvPicPr>
          <p:blipFill>
            <a:blip r:embed="rId8">
              <a:alphaModFix/>
            </a:blip>
            <a:stretch>
              <a:fillRect/>
            </a:stretch>
          </p:blipFill>
          <p:spPr>
            <a:xfrm>
              <a:off x="9030285" y="1562396"/>
              <a:ext cx="400200" cy="400200"/>
            </a:xfrm>
            <a:prstGeom prst="rect">
              <a:avLst/>
            </a:prstGeom>
            <a:noFill/>
            <a:ln>
              <a:noFill/>
            </a:ln>
          </p:spPr>
        </p:pic>
        <p:sp>
          <p:nvSpPr>
            <p:cNvPr id="3138" name="Google Shape;3138;p152"/>
            <p:cNvSpPr txBox="1"/>
            <p:nvPr/>
          </p:nvSpPr>
          <p:spPr>
            <a:xfrm>
              <a:off x="9411828" y="1593156"/>
              <a:ext cx="73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Lifecycle</a:t>
              </a:r>
              <a:endParaRPr sz="1000">
                <a:latin typeface="Overpass Light"/>
                <a:ea typeface="Overpass Light"/>
                <a:cs typeface="Overpass Light"/>
                <a:sym typeface="Overpass Light"/>
              </a:endParaRPr>
            </a:p>
          </p:txBody>
        </p:sp>
      </p:grpSp>
      <p:grpSp>
        <p:nvGrpSpPr>
          <p:cNvPr id="3139" name="Google Shape;3139;p152"/>
          <p:cNvGrpSpPr/>
          <p:nvPr/>
        </p:nvGrpSpPr>
        <p:grpSpPr>
          <a:xfrm>
            <a:off x="2096410" y="1899925"/>
            <a:ext cx="1344880" cy="400200"/>
            <a:chOff x="9030285" y="2040808"/>
            <a:chExt cx="1420448" cy="400200"/>
          </a:xfrm>
        </p:grpSpPr>
        <p:pic>
          <p:nvPicPr>
            <p:cNvPr id="3140" name="Google Shape;3140;p152"/>
            <p:cNvPicPr preferRelativeResize="0"/>
            <p:nvPr/>
          </p:nvPicPr>
          <p:blipFill>
            <a:blip r:embed="rId9">
              <a:alphaModFix/>
            </a:blip>
            <a:stretch>
              <a:fillRect/>
            </a:stretch>
          </p:blipFill>
          <p:spPr>
            <a:xfrm>
              <a:off x="9030285" y="2040808"/>
              <a:ext cx="400200" cy="400200"/>
            </a:xfrm>
            <a:prstGeom prst="rect">
              <a:avLst/>
            </a:prstGeom>
            <a:noFill/>
            <a:ln>
              <a:noFill/>
            </a:ln>
          </p:spPr>
        </p:pic>
        <p:sp>
          <p:nvSpPr>
            <p:cNvPr id="3141" name="Google Shape;3141;p152"/>
            <p:cNvSpPr txBox="1"/>
            <p:nvPr/>
          </p:nvSpPr>
          <p:spPr>
            <a:xfrm>
              <a:off x="9411833" y="2071558"/>
              <a:ext cx="1038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Security/SSO</a:t>
              </a:r>
              <a:endParaRPr sz="1000">
                <a:latin typeface="Overpass Light"/>
                <a:ea typeface="Overpass Light"/>
                <a:cs typeface="Overpass Light"/>
                <a:sym typeface="Overpass Light"/>
              </a:endParaRPr>
            </a:p>
          </p:txBody>
        </p:sp>
      </p:grpSp>
      <p:grpSp>
        <p:nvGrpSpPr>
          <p:cNvPr id="3142" name="Google Shape;3142;p152"/>
          <p:cNvGrpSpPr/>
          <p:nvPr/>
        </p:nvGrpSpPr>
        <p:grpSpPr>
          <a:xfrm>
            <a:off x="7169253" y="1899915"/>
            <a:ext cx="1248242" cy="400200"/>
            <a:chOff x="9030285" y="2519221"/>
            <a:chExt cx="1248242" cy="400200"/>
          </a:xfrm>
        </p:grpSpPr>
        <p:pic>
          <p:nvPicPr>
            <p:cNvPr id="3143" name="Google Shape;3143;p152"/>
            <p:cNvPicPr preferRelativeResize="0"/>
            <p:nvPr/>
          </p:nvPicPr>
          <p:blipFill>
            <a:blip r:embed="rId10">
              <a:alphaModFix/>
            </a:blip>
            <a:stretch>
              <a:fillRect/>
            </a:stretch>
          </p:blipFill>
          <p:spPr>
            <a:xfrm>
              <a:off x="9030285" y="2519221"/>
              <a:ext cx="400200" cy="400200"/>
            </a:xfrm>
            <a:prstGeom prst="rect">
              <a:avLst/>
            </a:prstGeom>
            <a:noFill/>
            <a:ln>
              <a:noFill/>
            </a:ln>
          </p:spPr>
        </p:pic>
        <p:sp>
          <p:nvSpPr>
            <p:cNvPr id="3144" name="Google Shape;3144;p152"/>
            <p:cNvSpPr txBox="1"/>
            <p:nvPr/>
          </p:nvSpPr>
          <p:spPr>
            <a:xfrm>
              <a:off x="9411827" y="2549981"/>
              <a:ext cx="866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Compliance</a:t>
              </a:r>
              <a:endParaRPr sz="1000">
                <a:latin typeface="Overpass Light"/>
                <a:ea typeface="Overpass Light"/>
                <a:cs typeface="Overpass Light"/>
                <a:sym typeface="Overpass Light"/>
              </a:endParaRPr>
            </a:p>
          </p:txBody>
        </p:sp>
      </p:grpSp>
      <p:grpSp>
        <p:nvGrpSpPr>
          <p:cNvPr id="3145" name="Google Shape;3145;p152"/>
          <p:cNvGrpSpPr/>
          <p:nvPr/>
        </p:nvGrpSpPr>
        <p:grpSpPr>
          <a:xfrm>
            <a:off x="8877885" y="1899915"/>
            <a:ext cx="1409040" cy="400200"/>
            <a:chOff x="9030285" y="2997633"/>
            <a:chExt cx="1409040" cy="400200"/>
          </a:xfrm>
        </p:grpSpPr>
        <p:pic>
          <p:nvPicPr>
            <p:cNvPr id="3146" name="Google Shape;3146;p152"/>
            <p:cNvPicPr preferRelativeResize="0"/>
            <p:nvPr/>
          </p:nvPicPr>
          <p:blipFill>
            <a:blip r:embed="rId11">
              <a:alphaModFix/>
            </a:blip>
            <a:stretch>
              <a:fillRect/>
            </a:stretch>
          </p:blipFill>
          <p:spPr>
            <a:xfrm>
              <a:off x="9030285" y="2997633"/>
              <a:ext cx="400200" cy="400200"/>
            </a:xfrm>
            <a:prstGeom prst="rect">
              <a:avLst/>
            </a:prstGeom>
            <a:noFill/>
            <a:ln>
              <a:noFill/>
            </a:ln>
          </p:spPr>
        </p:pic>
        <p:sp>
          <p:nvSpPr>
            <p:cNvPr id="3147" name="Google Shape;3147;p152"/>
            <p:cNvSpPr txBox="1"/>
            <p:nvPr/>
          </p:nvSpPr>
          <p:spPr>
            <a:xfrm>
              <a:off x="9411825" y="3028394"/>
              <a:ext cx="10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Configuration</a:t>
              </a:r>
              <a:endParaRPr sz="1000">
                <a:latin typeface="Overpass Light"/>
                <a:ea typeface="Overpass Light"/>
                <a:cs typeface="Overpass Light"/>
                <a:sym typeface="Overpass Light"/>
              </a:endParaRPr>
            </a:p>
          </p:txBody>
        </p:sp>
      </p:grpSp>
      <p:pic>
        <p:nvPicPr>
          <p:cNvPr id="3148" name="Google Shape;3148;p152"/>
          <p:cNvPicPr preferRelativeResize="0"/>
          <p:nvPr/>
        </p:nvPicPr>
        <p:blipFill rotWithShape="1">
          <a:blip r:embed="rId12">
            <a:alphaModFix/>
          </a:blip>
          <a:srcRect b="13752" l="0" r="0" t="16966"/>
          <a:stretch/>
        </p:blipFill>
        <p:spPr>
          <a:xfrm>
            <a:off x="142628" y="3592950"/>
            <a:ext cx="1344875" cy="861000"/>
          </a:xfrm>
          <a:prstGeom prst="rect">
            <a:avLst/>
          </a:prstGeom>
          <a:noFill/>
          <a:ln>
            <a:noFill/>
          </a:ln>
        </p:spPr>
      </p:pic>
      <p:sp>
        <p:nvSpPr>
          <p:cNvPr id="3149" name="Google Shape;3149;p152"/>
          <p:cNvSpPr txBox="1"/>
          <p:nvPr/>
        </p:nvSpPr>
        <p:spPr>
          <a:xfrm>
            <a:off x="107138" y="1801125"/>
            <a:ext cx="1263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Red Hat Hybrid Cloud</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Services</a:t>
            </a:r>
            <a:endParaRPr>
              <a:latin typeface="Overpass Light"/>
              <a:ea typeface="Overpass Light"/>
              <a:cs typeface="Overpass Light"/>
              <a:sym typeface="Overpass Light"/>
            </a:endParaRPr>
          </a:p>
        </p:txBody>
      </p:sp>
      <p:cxnSp>
        <p:nvCxnSpPr>
          <p:cNvPr id="3150" name="Google Shape;3150;p152"/>
          <p:cNvCxnSpPr>
            <a:stCxn id="3148" idx="0"/>
          </p:cNvCxnSpPr>
          <p:nvPr/>
        </p:nvCxnSpPr>
        <p:spPr>
          <a:xfrm rot="-5400000">
            <a:off x="1221116" y="2562900"/>
            <a:ext cx="624000" cy="1436100"/>
          </a:xfrm>
          <a:prstGeom prst="curvedConnector2">
            <a:avLst/>
          </a:prstGeom>
          <a:noFill/>
          <a:ln cap="flat" cmpd="sng" w="19050">
            <a:solidFill>
              <a:schemeClr val="dk1"/>
            </a:solidFill>
            <a:prstDash val="solid"/>
            <a:round/>
            <a:headEnd len="med" w="med" type="triangle"/>
            <a:tailEnd len="med" w="med" type="triangle"/>
          </a:ln>
        </p:spPr>
      </p:cxnSp>
      <p:sp>
        <p:nvSpPr>
          <p:cNvPr id="3151" name="Google Shape;3151;p152"/>
          <p:cNvSpPr txBox="1"/>
          <p:nvPr/>
        </p:nvSpPr>
        <p:spPr>
          <a:xfrm>
            <a:off x="8187100" y="2769446"/>
            <a:ext cx="140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Native AD Trust</a:t>
            </a:r>
            <a:endParaRPr>
              <a:latin typeface="Overpass Light"/>
              <a:ea typeface="Overpass Light"/>
              <a:cs typeface="Overpass Light"/>
              <a:sym typeface="Overpass Light"/>
            </a:endParaRPr>
          </a:p>
        </p:txBody>
      </p:sp>
      <p:grpSp>
        <p:nvGrpSpPr>
          <p:cNvPr id="3152" name="Google Shape;3152;p152"/>
          <p:cNvGrpSpPr/>
          <p:nvPr/>
        </p:nvGrpSpPr>
        <p:grpSpPr>
          <a:xfrm>
            <a:off x="7832228" y="4664966"/>
            <a:ext cx="1063003" cy="320100"/>
            <a:chOff x="7850298" y="5712472"/>
            <a:chExt cx="1063003" cy="320100"/>
          </a:xfrm>
        </p:grpSpPr>
        <p:grpSp>
          <p:nvGrpSpPr>
            <p:cNvPr id="3153" name="Google Shape;3153;p152"/>
            <p:cNvGrpSpPr/>
            <p:nvPr/>
          </p:nvGrpSpPr>
          <p:grpSpPr>
            <a:xfrm>
              <a:off x="8221825" y="5712503"/>
              <a:ext cx="320025" cy="320039"/>
              <a:chOff x="3734825" y="5794325"/>
              <a:chExt cx="494400" cy="496800"/>
            </a:xfrm>
          </p:grpSpPr>
          <p:sp>
            <p:nvSpPr>
              <p:cNvPr id="3154" name="Google Shape;3154;p152"/>
              <p:cNvSpPr/>
              <p:nvPr/>
            </p:nvSpPr>
            <p:spPr>
              <a:xfrm>
                <a:off x="3734825" y="5794325"/>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55" name="Google Shape;3155;p152"/>
              <p:cNvPicPr preferRelativeResize="0"/>
              <p:nvPr/>
            </p:nvPicPr>
            <p:blipFill>
              <a:blip r:embed="rId13">
                <a:alphaModFix/>
              </a:blip>
              <a:stretch>
                <a:fillRect/>
              </a:stretch>
            </p:blipFill>
            <p:spPr>
              <a:xfrm>
                <a:off x="3768875" y="5833375"/>
                <a:ext cx="431100" cy="431100"/>
              </a:xfrm>
              <a:prstGeom prst="rect">
                <a:avLst/>
              </a:prstGeom>
              <a:noFill/>
              <a:ln>
                <a:noFill/>
              </a:ln>
            </p:spPr>
          </p:pic>
        </p:grpSp>
        <p:grpSp>
          <p:nvGrpSpPr>
            <p:cNvPr id="3156" name="Google Shape;3156;p152"/>
            <p:cNvGrpSpPr/>
            <p:nvPr/>
          </p:nvGrpSpPr>
          <p:grpSpPr>
            <a:xfrm>
              <a:off x="8593276" y="5712502"/>
              <a:ext cx="320025" cy="320041"/>
              <a:chOff x="4343234" y="4889450"/>
              <a:chExt cx="494400" cy="496803"/>
            </a:xfrm>
          </p:grpSpPr>
          <p:sp>
            <p:nvSpPr>
              <p:cNvPr id="3157" name="Google Shape;3157;p152"/>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58" name="Google Shape;3158;p152"/>
              <p:cNvPicPr preferRelativeResize="0"/>
              <p:nvPr/>
            </p:nvPicPr>
            <p:blipFill rotWithShape="1">
              <a:blip r:embed="rId3">
                <a:alphaModFix/>
              </a:blip>
              <a:srcRect b="6729" l="13134" r="11033" t="8625"/>
              <a:stretch/>
            </p:blipFill>
            <p:spPr>
              <a:xfrm>
                <a:off x="4383607" y="4904479"/>
                <a:ext cx="431559" cy="481775"/>
              </a:xfrm>
              <a:prstGeom prst="rect">
                <a:avLst/>
              </a:prstGeom>
              <a:noFill/>
              <a:ln>
                <a:noFill/>
              </a:ln>
            </p:spPr>
          </p:pic>
        </p:grpSp>
        <p:grpSp>
          <p:nvGrpSpPr>
            <p:cNvPr id="3159" name="Google Shape;3159;p152"/>
            <p:cNvGrpSpPr/>
            <p:nvPr/>
          </p:nvGrpSpPr>
          <p:grpSpPr>
            <a:xfrm>
              <a:off x="7850298" y="5712472"/>
              <a:ext cx="320100" cy="320100"/>
              <a:chOff x="7850298" y="5716815"/>
              <a:chExt cx="320100" cy="320100"/>
            </a:xfrm>
          </p:grpSpPr>
          <p:pic>
            <p:nvPicPr>
              <p:cNvPr id="3160" name="Google Shape;3160;p152"/>
              <p:cNvPicPr preferRelativeResize="0"/>
              <p:nvPr/>
            </p:nvPicPr>
            <p:blipFill rotWithShape="1">
              <a:blip r:embed="rId14">
                <a:alphaModFix/>
              </a:blip>
              <a:srcRect b="18682" l="21903" r="23772" t="14924"/>
              <a:stretch/>
            </p:blipFill>
            <p:spPr>
              <a:xfrm>
                <a:off x="7918713" y="5772150"/>
                <a:ext cx="173850" cy="211925"/>
              </a:xfrm>
              <a:prstGeom prst="rect">
                <a:avLst/>
              </a:prstGeom>
              <a:noFill/>
              <a:ln>
                <a:noFill/>
              </a:ln>
            </p:spPr>
          </p:pic>
          <p:sp>
            <p:nvSpPr>
              <p:cNvPr id="3161" name="Google Shape;3161;p152"/>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162" name="Google Shape;3162;p152"/>
          <p:cNvGrpSpPr/>
          <p:nvPr/>
        </p:nvGrpSpPr>
        <p:grpSpPr>
          <a:xfrm>
            <a:off x="9185518" y="3464175"/>
            <a:ext cx="1405200" cy="1765950"/>
            <a:chOff x="9138222" y="3768075"/>
            <a:chExt cx="1405200" cy="1765950"/>
          </a:xfrm>
        </p:grpSpPr>
        <p:sp>
          <p:nvSpPr>
            <p:cNvPr id="3163" name="Google Shape;3163;p152"/>
            <p:cNvSpPr/>
            <p:nvPr/>
          </p:nvSpPr>
          <p:spPr>
            <a:xfrm>
              <a:off x="9138222" y="3768225"/>
              <a:ext cx="1405200" cy="1765800"/>
            </a:xfrm>
            <a:prstGeom prst="rect">
              <a:avLst/>
            </a:prstGeom>
            <a:solidFill>
              <a:schemeClr val="lt1"/>
            </a:solidFill>
            <a:ln cap="flat" cmpd="sng" w="28575">
              <a:solidFill>
                <a:srgbClr val="BF9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152"/>
            <p:cNvSpPr txBox="1"/>
            <p:nvPr/>
          </p:nvSpPr>
          <p:spPr>
            <a:xfrm>
              <a:off x="9209457" y="3768075"/>
              <a:ext cx="1263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Cloud 3</a:t>
              </a:r>
              <a:endParaRPr>
                <a:latin typeface="Overpass Light"/>
                <a:ea typeface="Overpass Light"/>
                <a:cs typeface="Overpass Light"/>
                <a:sym typeface="Overpass Light"/>
              </a:endParaRPr>
            </a:p>
          </p:txBody>
        </p:sp>
        <p:pic>
          <p:nvPicPr>
            <p:cNvPr id="3165" name="Google Shape;3165;p152"/>
            <p:cNvPicPr preferRelativeResize="0"/>
            <p:nvPr/>
          </p:nvPicPr>
          <p:blipFill>
            <a:blip r:embed="rId6">
              <a:alphaModFix/>
            </a:blip>
            <a:stretch>
              <a:fillRect/>
            </a:stretch>
          </p:blipFill>
          <p:spPr>
            <a:xfrm>
              <a:off x="9459821" y="4289839"/>
              <a:ext cx="762000" cy="762000"/>
            </a:xfrm>
            <a:prstGeom prst="rect">
              <a:avLst/>
            </a:prstGeom>
            <a:noFill/>
            <a:ln>
              <a:noFill/>
            </a:ln>
          </p:spPr>
        </p:pic>
        <p:grpSp>
          <p:nvGrpSpPr>
            <p:cNvPr id="3166" name="Google Shape;3166;p152"/>
            <p:cNvGrpSpPr/>
            <p:nvPr/>
          </p:nvGrpSpPr>
          <p:grpSpPr>
            <a:xfrm>
              <a:off x="9309320" y="4968865"/>
              <a:ext cx="1063003" cy="320100"/>
              <a:chOff x="7850298" y="5712472"/>
              <a:chExt cx="1063003" cy="320100"/>
            </a:xfrm>
          </p:grpSpPr>
          <p:grpSp>
            <p:nvGrpSpPr>
              <p:cNvPr id="3167" name="Google Shape;3167;p152"/>
              <p:cNvGrpSpPr/>
              <p:nvPr/>
            </p:nvGrpSpPr>
            <p:grpSpPr>
              <a:xfrm>
                <a:off x="8221825" y="5712503"/>
                <a:ext cx="320025" cy="320039"/>
                <a:chOff x="3734825" y="5794325"/>
                <a:chExt cx="494400" cy="496800"/>
              </a:xfrm>
            </p:grpSpPr>
            <p:sp>
              <p:nvSpPr>
                <p:cNvPr id="3168" name="Google Shape;3168;p152"/>
                <p:cNvSpPr/>
                <p:nvPr/>
              </p:nvSpPr>
              <p:spPr>
                <a:xfrm>
                  <a:off x="3734825" y="5794325"/>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69" name="Google Shape;3169;p152"/>
                <p:cNvPicPr preferRelativeResize="0"/>
                <p:nvPr/>
              </p:nvPicPr>
              <p:blipFill>
                <a:blip r:embed="rId13">
                  <a:alphaModFix/>
                </a:blip>
                <a:stretch>
                  <a:fillRect/>
                </a:stretch>
              </p:blipFill>
              <p:spPr>
                <a:xfrm>
                  <a:off x="3768875" y="5833375"/>
                  <a:ext cx="431100" cy="431100"/>
                </a:xfrm>
                <a:prstGeom prst="rect">
                  <a:avLst/>
                </a:prstGeom>
                <a:noFill/>
                <a:ln>
                  <a:noFill/>
                </a:ln>
              </p:spPr>
            </p:pic>
          </p:grpSp>
          <p:grpSp>
            <p:nvGrpSpPr>
              <p:cNvPr id="3170" name="Google Shape;3170;p152"/>
              <p:cNvGrpSpPr/>
              <p:nvPr/>
            </p:nvGrpSpPr>
            <p:grpSpPr>
              <a:xfrm>
                <a:off x="8593276" y="5712502"/>
                <a:ext cx="320025" cy="320041"/>
                <a:chOff x="4343234" y="4889450"/>
                <a:chExt cx="494400" cy="496803"/>
              </a:xfrm>
            </p:grpSpPr>
            <p:sp>
              <p:nvSpPr>
                <p:cNvPr id="3171" name="Google Shape;3171;p152"/>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72" name="Google Shape;3172;p152"/>
                <p:cNvPicPr preferRelativeResize="0"/>
                <p:nvPr/>
              </p:nvPicPr>
              <p:blipFill rotWithShape="1">
                <a:blip r:embed="rId3">
                  <a:alphaModFix/>
                </a:blip>
                <a:srcRect b="6729" l="13134" r="11033" t="8625"/>
                <a:stretch/>
              </p:blipFill>
              <p:spPr>
                <a:xfrm>
                  <a:off x="4383607" y="4904479"/>
                  <a:ext cx="431559" cy="481775"/>
                </a:xfrm>
                <a:prstGeom prst="rect">
                  <a:avLst/>
                </a:prstGeom>
                <a:noFill/>
                <a:ln>
                  <a:noFill/>
                </a:ln>
              </p:spPr>
            </p:pic>
          </p:grpSp>
          <p:grpSp>
            <p:nvGrpSpPr>
              <p:cNvPr id="3173" name="Google Shape;3173;p152"/>
              <p:cNvGrpSpPr/>
              <p:nvPr/>
            </p:nvGrpSpPr>
            <p:grpSpPr>
              <a:xfrm>
                <a:off x="7850298" y="5712472"/>
                <a:ext cx="320100" cy="320100"/>
                <a:chOff x="7850298" y="5716815"/>
                <a:chExt cx="320100" cy="320100"/>
              </a:xfrm>
            </p:grpSpPr>
            <p:pic>
              <p:nvPicPr>
                <p:cNvPr id="3174" name="Google Shape;3174;p152"/>
                <p:cNvPicPr preferRelativeResize="0"/>
                <p:nvPr/>
              </p:nvPicPr>
              <p:blipFill rotWithShape="1">
                <a:blip r:embed="rId14">
                  <a:alphaModFix/>
                </a:blip>
                <a:srcRect b="18682" l="21903" r="23772" t="14924"/>
                <a:stretch/>
              </p:blipFill>
              <p:spPr>
                <a:xfrm>
                  <a:off x="7918713" y="5772150"/>
                  <a:ext cx="173850" cy="211925"/>
                </a:xfrm>
                <a:prstGeom prst="rect">
                  <a:avLst/>
                </a:prstGeom>
                <a:noFill/>
                <a:ln>
                  <a:noFill/>
                </a:ln>
              </p:spPr>
            </p:pic>
            <p:sp>
              <p:nvSpPr>
                <p:cNvPr id="3175" name="Google Shape;3175;p152"/>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176" name="Google Shape;3176;p152"/>
          <p:cNvGrpSpPr/>
          <p:nvPr/>
        </p:nvGrpSpPr>
        <p:grpSpPr>
          <a:xfrm>
            <a:off x="3185384" y="3464184"/>
            <a:ext cx="1405200" cy="1765942"/>
            <a:chOff x="3187240" y="3768083"/>
            <a:chExt cx="1405200" cy="1765942"/>
          </a:xfrm>
        </p:grpSpPr>
        <p:sp>
          <p:nvSpPr>
            <p:cNvPr id="3177" name="Google Shape;3177;p152"/>
            <p:cNvSpPr/>
            <p:nvPr/>
          </p:nvSpPr>
          <p:spPr>
            <a:xfrm>
              <a:off x="3187240" y="3768225"/>
              <a:ext cx="1405200" cy="1765800"/>
            </a:xfrm>
            <a:prstGeom prst="rect">
              <a:avLst/>
            </a:prstGeom>
            <a:solidFill>
              <a:schemeClr val="l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8" name="Google Shape;3178;p152"/>
            <p:cNvSpPr txBox="1"/>
            <p:nvPr/>
          </p:nvSpPr>
          <p:spPr>
            <a:xfrm>
              <a:off x="3228340" y="3768083"/>
              <a:ext cx="132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Data Center 2</a:t>
              </a:r>
              <a:endParaRPr>
                <a:latin typeface="Overpass Light"/>
                <a:ea typeface="Overpass Light"/>
                <a:cs typeface="Overpass Light"/>
                <a:sym typeface="Overpass Light"/>
              </a:endParaRPr>
            </a:p>
          </p:txBody>
        </p:sp>
        <p:grpSp>
          <p:nvGrpSpPr>
            <p:cNvPr id="3179" name="Google Shape;3179;p152"/>
            <p:cNvGrpSpPr/>
            <p:nvPr/>
          </p:nvGrpSpPr>
          <p:grpSpPr>
            <a:xfrm>
              <a:off x="3358338" y="4968865"/>
              <a:ext cx="1063003" cy="320100"/>
              <a:chOff x="7850298" y="5712472"/>
              <a:chExt cx="1063003" cy="320100"/>
            </a:xfrm>
          </p:grpSpPr>
          <p:grpSp>
            <p:nvGrpSpPr>
              <p:cNvPr id="3180" name="Google Shape;3180;p152"/>
              <p:cNvGrpSpPr/>
              <p:nvPr/>
            </p:nvGrpSpPr>
            <p:grpSpPr>
              <a:xfrm>
                <a:off x="8221825" y="5712503"/>
                <a:ext cx="320025" cy="320039"/>
                <a:chOff x="3734825" y="5794325"/>
                <a:chExt cx="494400" cy="496800"/>
              </a:xfrm>
            </p:grpSpPr>
            <p:sp>
              <p:nvSpPr>
                <p:cNvPr id="3181" name="Google Shape;3181;p152"/>
                <p:cNvSpPr/>
                <p:nvPr/>
              </p:nvSpPr>
              <p:spPr>
                <a:xfrm>
                  <a:off x="3734825" y="5794325"/>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82" name="Google Shape;3182;p152"/>
                <p:cNvPicPr preferRelativeResize="0"/>
                <p:nvPr/>
              </p:nvPicPr>
              <p:blipFill>
                <a:blip r:embed="rId13">
                  <a:alphaModFix/>
                </a:blip>
                <a:stretch>
                  <a:fillRect/>
                </a:stretch>
              </p:blipFill>
              <p:spPr>
                <a:xfrm>
                  <a:off x="3768875" y="5833375"/>
                  <a:ext cx="431100" cy="431100"/>
                </a:xfrm>
                <a:prstGeom prst="rect">
                  <a:avLst/>
                </a:prstGeom>
                <a:noFill/>
                <a:ln>
                  <a:noFill/>
                </a:ln>
              </p:spPr>
            </p:pic>
          </p:grpSp>
          <p:grpSp>
            <p:nvGrpSpPr>
              <p:cNvPr id="3183" name="Google Shape;3183;p152"/>
              <p:cNvGrpSpPr/>
              <p:nvPr/>
            </p:nvGrpSpPr>
            <p:grpSpPr>
              <a:xfrm>
                <a:off x="8593276" y="5712502"/>
                <a:ext cx="320025" cy="320041"/>
                <a:chOff x="4343234" y="4889450"/>
                <a:chExt cx="494400" cy="496803"/>
              </a:xfrm>
            </p:grpSpPr>
            <p:sp>
              <p:nvSpPr>
                <p:cNvPr id="3184" name="Google Shape;3184;p152"/>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85" name="Google Shape;3185;p152"/>
                <p:cNvPicPr preferRelativeResize="0"/>
                <p:nvPr/>
              </p:nvPicPr>
              <p:blipFill rotWithShape="1">
                <a:blip r:embed="rId3">
                  <a:alphaModFix/>
                </a:blip>
                <a:srcRect b="6729" l="13134" r="11033" t="8625"/>
                <a:stretch/>
              </p:blipFill>
              <p:spPr>
                <a:xfrm>
                  <a:off x="4383607" y="4904479"/>
                  <a:ext cx="431559" cy="481775"/>
                </a:xfrm>
                <a:prstGeom prst="rect">
                  <a:avLst/>
                </a:prstGeom>
                <a:noFill/>
                <a:ln>
                  <a:noFill/>
                </a:ln>
              </p:spPr>
            </p:pic>
          </p:grpSp>
          <p:grpSp>
            <p:nvGrpSpPr>
              <p:cNvPr id="3186" name="Google Shape;3186;p152"/>
              <p:cNvGrpSpPr/>
              <p:nvPr/>
            </p:nvGrpSpPr>
            <p:grpSpPr>
              <a:xfrm>
                <a:off x="7850298" y="5712472"/>
                <a:ext cx="320100" cy="320100"/>
                <a:chOff x="7850298" y="5716815"/>
                <a:chExt cx="320100" cy="320100"/>
              </a:xfrm>
            </p:grpSpPr>
            <p:pic>
              <p:nvPicPr>
                <p:cNvPr id="3187" name="Google Shape;3187;p152"/>
                <p:cNvPicPr preferRelativeResize="0"/>
                <p:nvPr/>
              </p:nvPicPr>
              <p:blipFill rotWithShape="1">
                <a:blip r:embed="rId14">
                  <a:alphaModFix/>
                </a:blip>
                <a:srcRect b="18682" l="21903" r="23772" t="14924"/>
                <a:stretch/>
              </p:blipFill>
              <p:spPr>
                <a:xfrm>
                  <a:off x="7918713" y="5772150"/>
                  <a:ext cx="173850" cy="211925"/>
                </a:xfrm>
                <a:prstGeom prst="rect">
                  <a:avLst/>
                </a:prstGeom>
                <a:noFill/>
                <a:ln>
                  <a:noFill/>
                </a:ln>
              </p:spPr>
            </p:pic>
            <p:sp>
              <p:nvSpPr>
                <p:cNvPr id="3188" name="Google Shape;3188;p152"/>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189" name="Google Shape;3189;p152"/>
          <p:cNvGrpSpPr/>
          <p:nvPr/>
        </p:nvGrpSpPr>
        <p:grpSpPr>
          <a:xfrm>
            <a:off x="1685350" y="3464192"/>
            <a:ext cx="1405200" cy="1765808"/>
            <a:chOff x="1685350" y="3768092"/>
            <a:chExt cx="1405200" cy="1765808"/>
          </a:xfrm>
        </p:grpSpPr>
        <p:sp>
          <p:nvSpPr>
            <p:cNvPr id="3190" name="Google Shape;3190;p152"/>
            <p:cNvSpPr/>
            <p:nvPr/>
          </p:nvSpPr>
          <p:spPr>
            <a:xfrm>
              <a:off x="1685350" y="3768100"/>
              <a:ext cx="1405200" cy="1765800"/>
            </a:xfrm>
            <a:prstGeom prst="rect">
              <a:avLst/>
            </a:prstGeom>
            <a:solidFill>
              <a:schemeClr val="l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152"/>
            <p:cNvSpPr txBox="1"/>
            <p:nvPr/>
          </p:nvSpPr>
          <p:spPr>
            <a:xfrm>
              <a:off x="1756300" y="3768092"/>
              <a:ext cx="1263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Data Center 1</a:t>
              </a:r>
              <a:endParaRPr>
                <a:latin typeface="Overpass Light"/>
                <a:ea typeface="Overpass Light"/>
                <a:cs typeface="Overpass Light"/>
                <a:sym typeface="Overpass Light"/>
              </a:endParaRPr>
            </a:p>
          </p:txBody>
        </p:sp>
        <p:grpSp>
          <p:nvGrpSpPr>
            <p:cNvPr id="3192" name="Google Shape;3192;p152"/>
            <p:cNvGrpSpPr/>
            <p:nvPr/>
          </p:nvGrpSpPr>
          <p:grpSpPr>
            <a:xfrm>
              <a:off x="1856448" y="4968865"/>
              <a:ext cx="1063003" cy="320100"/>
              <a:chOff x="7850298" y="5712472"/>
              <a:chExt cx="1063003" cy="320100"/>
            </a:xfrm>
          </p:grpSpPr>
          <p:grpSp>
            <p:nvGrpSpPr>
              <p:cNvPr id="3193" name="Google Shape;3193;p152"/>
              <p:cNvGrpSpPr/>
              <p:nvPr/>
            </p:nvGrpSpPr>
            <p:grpSpPr>
              <a:xfrm>
                <a:off x="8221825" y="5712503"/>
                <a:ext cx="320025" cy="320039"/>
                <a:chOff x="3734825" y="5794325"/>
                <a:chExt cx="494400" cy="496800"/>
              </a:xfrm>
            </p:grpSpPr>
            <p:sp>
              <p:nvSpPr>
                <p:cNvPr id="3194" name="Google Shape;3194;p152"/>
                <p:cNvSpPr/>
                <p:nvPr/>
              </p:nvSpPr>
              <p:spPr>
                <a:xfrm>
                  <a:off x="3734825" y="5794325"/>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95" name="Google Shape;3195;p152"/>
                <p:cNvPicPr preferRelativeResize="0"/>
                <p:nvPr/>
              </p:nvPicPr>
              <p:blipFill>
                <a:blip r:embed="rId13">
                  <a:alphaModFix/>
                </a:blip>
                <a:stretch>
                  <a:fillRect/>
                </a:stretch>
              </p:blipFill>
              <p:spPr>
                <a:xfrm>
                  <a:off x="3768875" y="5833375"/>
                  <a:ext cx="431100" cy="431100"/>
                </a:xfrm>
                <a:prstGeom prst="rect">
                  <a:avLst/>
                </a:prstGeom>
                <a:noFill/>
                <a:ln>
                  <a:noFill/>
                </a:ln>
              </p:spPr>
            </p:pic>
          </p:grpSp>
          <p:grpSp>
            <p:nvGrpSpPr>
              <p:cNvPr id="3196" name="Google Shape;3196;p152"/>
              <p:cNvGrpSpPr/>
              <p:nvPr/>
            </p:nvGrpSpPr>
            <p:grpSpPr>
              <a:xfrm>
                <a:off x="8593276" y="5712502"/>
                <a:ext cx="320025" cy="320041"/>
                <a:chOff x="4343234" y="4889450"/>
                <a:chExt cx="494400" cy="496803"/>
              </a:xfrm>
            </p:grpSpPr>
            <p:sp>
              <p:nvSpPr>
                <p:cNvPr id="3197" name="Google Shape;3197;p152"/>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98" name="Google Shape;3198;p152"/>
                <p:cNvPicPr preferRelativeResize="0"/>
                <p:nvPr/>
              </p:nvPicPr>
              <p:blipFill rotWithShape="1">
                <a:blip r:embed="rId3">
                  <a:alphaModFix/>
                </a:blip>
                <a:srcRect b="6729" l="13134" r="11033" t="8625"/>
                <a:stretch/>
              </p:blipFill>
              <p:spPr>
                <a:xfrm>
                  <a:off x="4383607" y="4904479"/>
                  <a:ext cx="431559" cy="481775"/>
                </a:xfrm>
                <a:prstGeom prst="rect">
                  <a:avLst/>
                </a:prstGeom>
                <a:noFill/>
                <a:ln>
                  <a:noFill/>
                </a:ln>
              </p:spPr>
            </p:pic>
          </p:grpSp>
          <p:grpSp>
            <p:nvGrpSpPr>
              <p:cNvPr id="3199" name="Google Shape;3199;p152"/>
              <p:cNvGrpSpPr/>
              <p:nvPr/>
            </p:nvGrpSpPr>
            <p:grpSpPr>
              <a:xfrm>
                <a:off x="7850298" y="5712472"/>
                <a:ext cx="320100" cy="320100"/>
                <a:chOff x="7850298" y="5716815"/>
                <a:chExt cx="320100" cy="320100"/>
              </a:xfrm>
            </p:grpSpPr>
            <p:pic>
              <p:nvPicPr>
                <p:cNvPr id="3200" name="Google Shape;3200;p152"/>
                <p:cNvPicPr preferRelativeResize="0"/>
                <p:nvPr/>
              </p:nvPicPr>
              <p:blipFill rotWithShape="1">
                <a:blip r:embed="rId14">
                  <a:alphaModFix/>
                </a:blip>
                <a:srcRect b="18682" l="21903" r="23772" t="14924"/>
                <a:stretch/>
              </p:blipFill>
              <p:spPr>
                <a:xfrm>
                  <a:off x="7918713" y="5772150"/>
                  <a:ext cx="173850" cy="211925"/>
                </a:xfrm>
                <a:prstGeom prst="rect">
                  <a:avLst/>
                </a:prstGeom>
                <a:noFill/>
                <a:ln>
                  <a:noFill/>
                </a:ln>
              </p:spPr>
            </p:pic>
            <p:sp>
              <p:nvSpPr>
                <p:cNvPr id="3201" name="Google Shape;3201;p152"/>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pic>
        <p:nvPicPr>
          <p:cNvPr id="3202" name="Google Shape;3202;p152"/>
          <p:cNvPicPr preferRelativeResize="0"/>
          <p:nvPr/>
        </p:nvPicPr>
        <p:blipFill rotWithShape="1">
          <a:blip r:embed="rId15">
            <a:alphaModFix/>
          </a:blip>
          <a:srcRect b="13122" l="12810" r="11523" t="12272"/>
          <a:stretch/>
        </p:blipFill>
        <p:spPr>
          <a:xfrm>
            <a:off x="5622400" y="2769446"/>
            <a:ext cx="406925" cy="400200"/>
          </a:xfrm>
          <a:prstGeom prst="rect">
            <a:avLst/>
          </a:prstGeom>
          <a:noFill/>
          <a:ln>
            <a:noFill/>
          </a:ln>
        </p:spPr>
      </p:pic>
      <p:grpSp>
        <p:nvGrpSpPr>
          <p:cNvPr id="3203" name="Google Shape;3203;p152"/>
          <p:cNvGrpSpPr/>
          <p:nvPr/>
        </p:nvGrpSpPr>
        <p:grpSpPr>
          <a:xfrm>
            <a:off x="6185451" y="3464175"/>
            <a:ext cx="1405200" cy="1765950"/>
            <a:chOff x="6162420" y="3768075"/>
            <a:chExt cx="1405200" cy="1765950"/>
          </a:xfrm>
        </p:grpSpPr>
        <p:sp>
          <p:nvSpPr>
            <p:cNvPr id="3204" name="Google Shape;3204;p152"/>
            <p:cNvSpPr/>
            <p:nvPr/>
          </p:nvSpPr>
          <p:spPr>
            <a:xfrm>
              <a:off x="6162420" y="3768225"/>
              <a:ext cx="1405200" cy="1765800"/>
            </a:xfrm>
            <a:prstGeom prst="rect">
              <a:avLst/>
            </a:prstGeom>
            <a:solidFill>
              <a:schemeClr val="lt1"/>
            </a:solidFill>
            <a:ln cap="flat" cmpd="sng" w="2857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5" name="Google Shape;3205;p152"/>
            <p:cNvSpPr txBox="1"/>
            <p:nvPr/>
          </p:nvSpPr>
          <p:spPr>
            <a:xfrm>
              <a:off x="6162420" y="3768075"/>
              <a:ext cx="14052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Cloud 1</a:t>
              </a:r>
              <a:endParaRPr>
                <a:latin typeface="Overpass Light"/>
                <a:ea typeface="Overpass Light"/>
                <a:cs typeface="Overpass Light"/>
                <a:sym typeface="Overpass Light"/>
              </a:endParaRPr>
            </a:p>
            <a:p>
              <a:pPr indent="0" lvl="0" marL="0" rtl="0" algn="ctr">
                <a:spcBef>
                  <a:spcPts val="0"/>
                </a:spcBef>
                <a:spcAft>
                  <a:spcPts val="0"/>
                </a:spcAft>
                <a:buNone/>
              </a:pPr>
              <a:r>
                <a:rPr lang="en">
                  <a:latin typeface="Overpass Light"/>
                  <a:ea typeface="Overpass Light"/>
                  <a:cs typeface="Overpass Light"/>
                  <a:sym typeface="Overpass Light"/>
                </a:rPr>
                <a:t>Region 2</a:t>
              </a:r>
              <a:endParaRPr>
                <a:latin typeface="Overpass Light"/>
                <a:ea typeface="Overpass Light"/>
                <a:cs typeface="Overpass Light"/>
                <a:sym typeface="Overpass Light"/>
              </a:endParaRPr>
            </a:p>
          </p:txBody>
        </p:sp>
        <p:pic>
          <p:nvPicPr>
            <p:cNvPr id="3206" name="Google Shape;3206;p152"/>
            <p:cNvPicPr preferRelativeResize="0"/>
            <p:nvPr/>
          </p:nvPicPr>
          <p:blipFill>
            <a:blip r:embed="rId6">
              <a:alphaModFix/>
            </a:blip>
            <a:stretch>
              <a:fillRect/>
            </a:stretch>
          </p:blipFill>
          <p:spPr>
            <a:xfrm>
              <a:off x="6484020" y="4289839"/>
              <a:ext cx="762000" cy="762000"/>
            </a:xfrm>
            <a:prstGeom prst="rect">
              <a:avLst/>
            </a:prstGeom>
            <a:noFill/>
            <a:ln>
              <a:noFill/>
            </a:ln>
          </p:spPr>
        </p:pic>
        <p:grpSp>
          <p:nvGrpSpPr>
            <p:cNvPr id="3207" name="Google Shape;3207;p152"/>
            <p:cNvGrpSpPr/>
            <p:nvPr/>
          </p:nvGrpSpPr>
          <p:grpSpPr>
            <a:xfrm>
              <a:off x="6333518" y="4968865"/>
              <a:ext cx="1063003" cy="320100"/>
              <a:chOff x="7850298" y="5712472"/>
              <a:chExt cx="1063003" cy="320100"/>
            </a:xfrm>
          </p:grpSpPr>
          <p:grpSp>
            <p:nvGrpSpPr>
              <p:cNvPr id="3208" name="Google Shape;3208;p152"/>
              <p:cNvGrpSpPr/>
              <p:nvPr/>
            </p:nvGrpSpPr>
            <p:grpSpPr>
              <a:xfrm>
                <a:off x="8221825" y="5712503"/>
                <a:ext cx="320025" cy="320039"/>
                <a:chOff x="3734825" y="5794325"/>
                <a:chExt cx="494400" cy="496800"/>
              </a:xfrm>
            </p:grpSpPr>
            <p:sp>
              <p:nvSpPr>
                <p:cNvPr id="3209" name="Google Shape;3209;p152"/>
                <p:cNvSpPr/>
                <p:nvPr/>
              </p:nvSpPr>
              <p:spPr>
                <a:xfrm>
                  <a:off x="3734825" y="5794325"/>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10" name="Google Shape;3210;p152"/>
                <p:cNvPicPr preferRelativeResize="0"/>
                <p:nvPr/>
              </p:nvPicPr>
              <p:blipFill>
                <a:blip r:embed="rId13">
                  <a:alphaModFix/>
                </a:blip>
                <a:stretch>
                  <a:fillRect/>
                </a:stretch>
              </p:blipFill>
              <p:spPr>
                <a:xfrm>
                  <a:off x="3768875" y="5833375"/>
                  <a:ext cx="431100" cy="431100"/>
                </a:xfrm>
                <a:prstGeom prst="rect">
                  <a:avLst/>
                </a:prstGeom>
                <a:noFill/>
                <a:ln>
                  <a:noFill/>
                </a:ln>
              </p:spPr>
            </p:pic>
          </p:grpSp>
          <p:grpSp>
            <p:nvGrpSpPr>
              <p:cNvPr id="3211" name="Google Shape;3211;p152"/>
              <p:cNvGrpSpPr/>
              <p:nvPr/>
            </p:nvGrpSpPr>
            <p:grpSpPr>
              <a:xfrm>
                <a:off x="8593276" y="5712502"/>
                <a:ext cx="320025" cy="320041"/>
                <a:chOff x="4343234" y="4889450"/>
                <a:chExt cx="494400" cy="496803"/>
              </a:xfrm>
            </p:grpSpPr>
            <p:sp>
              <p:nvSpPr>
                <p:cNvPr id="3212" name="Google Shape;3212;p152"/>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13" name="Google Shape;3213;p152"/>
                <p:cNvPicPr preferRelativeResize="0"/>
                <p:nvPr/>
              </p:nvPicPr>
              <p:blipFill rotWithShape="1">
                <a:blip r:embed="rId3">
                  <a:alphaModFix/>
                </a:blip>
                <a:srcRect b="6729" l="13134" r="11033" t="8625"/>
                <a:stretch/>
              </p:blipFill>
              <p:spPr>
                <a:xfrm>
                  <a:off x="4383607" y="4904479"/>
                  <a:ext cx="431559" cy="481775"/>
                </a:xfrm>
                <a:prstGeom prst="rect">
                  <a:avLst/>
                </a:prstGeom>
                <a:noFill/>
                <a:ln>
                  <a:noFill/>
                </a:ln>
              </p:spPr>
            </p:pic>
          </p:grpSp>
          <p:grpSp>
            <p:nvGrpSpPr>
              <p:cNvPr id="3214" name="Google Shape;3214;p152"/>
              <p:cNvGrpSpPr/>
              <p:nvPr/>
            </p:nvGrpSpPr>
            <p:grpSpPr>
              <a:xfrm>
                <a:off x="7850298" y="5712472"/>
                <a:ext cx="320100" cy="320100"/>
                <a:chOff x="7850298" y="5716815"/>
                <a:chExt cx="320100" cy="320100"/>
              </a:xfrm>
            </p:grpSpPr>
            <p:pic>
              <p:nvPicPr>
                <p:cNvPr id="3215" name="Google Shape;3215;p152"/>
                <p:cNvPicPr preferRelativeResize="0"/>
                <p:nvPr/>
              </p:nvPicPr>
              <p:blipFill rotWithShape="1">
                <a:blip r:embed="rId14">
                  <a:alphaModFix/>
                </a:blip>
                <a:srcRect b="18682" l="21903" r="23772" t="14924"/>
                <a:stretch/>
              </p:blipFill>
              <p:spPr>
                <a:xfrm>
                  <a:off x="7918713" y="5772150"/>
                  <a:ext cx="173850" cy="211925"/>
                </a:xfrm>
                <a:prstGeom prst="rect">
                  <a:avLst/>
                </a:prstGeom>
                <a:noFill/>
                <a:ln>
                  <a:noFill/>
                </a:ln>
              </p:spPr>
            </p:pic>
            <p:sp>
              <p:nvSpPr>
                <p:cNvPr id="3216" name="Google Shape;3216;p152"/>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3217" name="Google Shape;3217;p152"/>
          <p:cNvSpPr txBox="1"/>
          <p:nvPr>
            <p:ph idx="4294967295" type="subTitle"/>
          </p:nvPr>
        </p:nvSpPr>
        <p:spPr>
          <a:xfrm>
            <a:off x="885125" y="133378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solidFill>
                  <a:schemeClr val="accent2"/>
                </a:solidFill>
              </a:rPr>
              <a:t>Common Code and Process Across All Environments</a:t>
            </a:r>
            <a:endParaRPr>
              <a:solidFill>
                <a:schemeClr val="accent2"/>
              </a:solidFill>
            </a:endParaRPr>
          </a:p>
        </p:txBody>
      </p:sp>
      <p:sp>
        <p:nvSpPr>
          <p:cNvPr id="3218" name="Google Shape;3218;p152"/>
          <p:cNvSpPr/>
          <p:nvPr/>
        </p:nvSpPr>
        <p:spPr>
          <a:xfrm>
            <a:off x="10679075" y="1671450"/>
            <a:ext cx="1479900" cy="4154400"/>
          </a:xfrm>
          <a:prstGeom prst="rect">
            <a:avLst/>
          </a:prstGeom>
          <a:solidFill>
            <a:schemeClr val="lt1"/>
          </a:solidFill>
          <a:ln cap="flat" cmpd="sng" w="2857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3219" name="Google Shape;3219;p152"/>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p>
            <a:pPr indent="0" lvl="0" marL="0" rtl="0" algn="l">
              <a:spcBef>
                <a:spcPts val="0"/>
              </a:spcBef>
              <a:spcAft>
                <a:spcPts val="0"/>
              </a:spcAft>
              <a:buNone/>
            </a:pPr>
            <a:r>
              <a:rPr lang="en">
                <a:solidFill>
                  <a:schemeClr val="accent1"/>
                </a:solidFill>
              </a:rPr>
              <a:t>Red Hat Infrastructure Standard Adoption Model</a:t>
            </a:r>
            <a:endParaRPr/>
          </a:p>
        </p:txBody>
      </p:sp>
      <p:grpSp>
        <p:nvGrpSpPr>
          <p:cNvPr id="3220" name="Google Shape;3220;p152"/>
          <p:cNvGrpSpPr/>
          <p:nvPr/>
        </p:nvGrpSpPr>
        <p:grpSpPr>
          <a:xfrm>
            <a:off x="4685417" y="3464175"/>
            <a:ext cx="1405200" cy="1765950"/>
            <a:chOff x="4698359" y="3768075"/>
            <a:chExt cx="1405200" cy="1765950"/>
          </a:xfrm>
        </p:grpSpPr>
        <p:sp>
          <p:nvSpPr>
            <p:cNvPr id="3221" name="Google Shape;3221;p152"/>
            <p:cNvSpPr/>
            <p:nvPr/>
          </p:nvSpPr>
          <p:spPr>
            <a:xfrm>
              <a:off x="4698359" y="3768225"/>
              <a:ext cx="1405200" cy="1765800"/>
            </a:xfrm>
            <a:prstGeom prst="rect">
              <a:avLst/>
            </a:prstGeom>
            <a:solidFill>
              <a:schemeClr val="lt1"/>
            </a:solidFill>
            <a:ln cap="flat" cmpd="sng" w="2857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152"/>
            <p:cNvSpPr txBox="1"/>
            <p:nvPr/>
          </p:nvSpPr>
          <p:spPr>
            <a:xfrm>
              <a:off x="4729811" y="3768075"/>
              <a:ext cx="13449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Cloud 1</a:t>
              </a:r>
              <a:endParaRPr>
                <a:latin typeface="Overpass Light"/>
                <a:ea typeface="Overpass Light"/>
                <a:cs typeface="Overpass Light"/>
                <a:sym typeface="Overpass Light"/>
              </a:endParaRPr>
            </a:p>
            <a:p>
              <a:pPr indent="0" lvl="0" marL="0" rtl="0" algn="ctr">
                <a:spcBef>
                  <a:spcPts val="0"/>
                </a:spcBef>
                <a:spcAft>
                  <a:spcPts val="0"/>
                </a:spcAft>
                <a:buNone/>
              </a:pPr>
              <a:r>
                <a:rPr lang="en">
                  <a:latin typeface="Overpass Light"/>
                  <a:ea typeface="Overpass Light"/>
                  <a:cs typeface="Overpass Light"/>
                  <a:sym typeface="Overpass Light"/>
                </a:rPr>
                <a:t>Region 1</a:t>
              </a:r>
              <a:endParaRPr>
                <a:latin typeface="Overpass Light"/>
                <a:ea typeface="Overpass Light"/>
                <a:cs typeface="Overpass Light"/>
                <a:sym typeface="Overpass Light"/>
              </a:endParaRPr>
            </a:p>
          </p:txBody>
        </p:sp>
        <p:grpSp>
          <p:nvGrpSpPr>
            <p:cNvPr id="3223" name="Google Shape;3223;p152"/>
            <p:cNvGrpSpPr/>
            <p:nvPr/>
          </p:nvGrpSpPr>
          <p:grpSpPr>
            <a:xfrm>
              <a:off x="4869458" y="4968865"/>
              <a:ext cx="1063003" cy="320100"/>
              <a:chOff x="7850298" y="5712472"/>
              <a:chExt cx="1063003" cy="320100"/>
            </a:xfrm>
          </p:grpSpPr>
          <p:grpSp>
            <p:nvGrpSpPr>
              <p:cNvPr id="3224" name="Google Shape;3224;p152"/>
              <p:cNvGrpSpPr/>
              <p:nvPr/>
            </p:nvGrpSpPr>
            <p:grpSpPr>
              <a:xfrm>
                <a:off x="8221825" y="5712503"/>
                <a:ext cx="320025" cy="320039"/>
                <a:chOff x="3734825" y="5794325"/>
                <a:chExt cx="494400" cy="496800"/>
              </a:xfrm>
            </p:grpSpPr>
            <p:sp>
              <p:nvSpPr>
                <p:cNvPr id="3225" name="Google Shape;3225;p152"/>
                <p:cNvSpPr/>
                <p:nvPr/>
              </p:nvSpPr>
              <p:spPr>
                <a:xfrm>
                  <a:off x="3734825" y="5794325"/>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26" name="Google Shape;3226;p152"/>
                <p:cNvPicPr preferRelativeResize="0"/>
                <p:nvPr/>
              </p:nvPicPr>
              <p:blipFill>
                <a:blip r:embed="rId13">
                  <a:alphaModFix/>
                </a:blip>
                <a:stretch>
                  <a:fillRect/>
                </a:stretch>
              </p:blipFill>
              <p:spPr>
                <a:xfrm>
                  <a:off x="3768875" y="5833375"/>
                  <a:ext cx="431100" cy="431100"/>
                </a:xfrm>
                <a:prstGeom prst="rect">
                  <a:avLst/>
                </a:prstGeom>
                <a:noFill/>
                <a:ln>
                  <a:noFill/>
                </a:ln>
              </p:spPr>
            </p:pic>
          </p:grpSp>
          <p:grpSp>
            <p:nvGrpSpPr>
              <p:cNvPr id="3227" name="Google Shape;3227;p152"/>
              <p:cNvGrpSpPr/>
              <p:nvPr/>
            </p:nvGrpSpPr>
            <p:grpSpPr>
              <a:xfrm>
                <a:off x="8593276" y="5712502"/>
                <a:ext cx="320025" cy="320041"/>
                <a:chOff x="4343234" y="4889450"/>
                <a:chExt cx="494400" cy="496803"/>
              </a:xfrm>
            </p:grpSpPr>
            <p:sp>
              <p:nvSpPr>
                <p:cNvPr id="3228" name="Google Shape;3228;p152"/>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29" name="Google Shape;3229;p152"/>
                <p:cNvPicPr preferRelativeResize="0"/>
                <p:nvPr/>
              </p:nvPicPr>
              <p:blipFill rotWithShape="1">
                <a:blip r:embed="rId3">
                  <a:alphaModFix/>
                </a:blip>
                <a:srcRect b="6729" l="13134" r="11033" t="8625"/>
                <a:stretch/>
              </p:blipFill>
              <p:spPr>
                <a:xfrm>
                  <a:off x="4383607" y="4904479"/>
                  <a:ext cx="431559" cy="481775"/>
                </a:xfrm>
                <a:prstGeom prst="rect">
                  <a:avLst/>
                </a:prstGeom>
                <a:noFill/>
                <a:ln>
                  <a:noFill/>
                </a:ln>
              </p:spPr>
            </p:pic>
          </p:grpSp>
          <p:grpSp>
            <p:nvGrpSpPr>
              <p:cNvPr id="3230" name="Google Shape;3230;p152"/>
              <p:cNvGrpSpPr/>
              <p:nvPr/>
            </p:nvGrpSpPr>
            <p:grpSpPr>
              <a:xfrm>
                <a:off x="7850298" y="5712472"/>
                <a:ext cx="320100" cy="320100"/>
                <a:chOff x="7850298" y="5716815"/>
                <a:chExt cx="320100" cy="320100"/>
              </a:xfrm>
            </p:grpSpPr>
            <p:pic>
              <p:nvPicPr>
                <p:cNvPr id="3231" name="Google Shape;3231;p152"/>
                <p:cNvPicPr preferRelativeResize="0"/>
                <p:nvPr/>
              </p:nvPicPr>
              <p:blipFill rotWithShape="1">
                <a:blip r:embed="rId14">
                  <a:alphaModFix/>
                </a:blip>
                <a:srcRect b="18682" l="21903" r="23772" t="14924"/>
                <a:stretch/>
              </p:blipFill>
              <p:spPr>
                <a:xfrm>
                  <a:off x="7918713" y="5772150"/>
                  <a:ext cx="173850" cy="211925"/>
                </a:xfrm>
                <a:prstGeom prst="rect">
                  <a:avLst/>
                </a:prstGeom>
                <a:noFill/>
                <a:ln>
                  <a:noFill/>
                </a:ln>
              </p:spPr>
            </p:pic>
            <p:sp>
              <p:nvSpPr>
                <p:cNvPr id="3232" name="Google Shape;3232;p152"/>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3233" name="Google Shape;3233;p152"/>
            <p:cNvPicPr preferRelativeResize="0"/>
            <p:nvPr/>
          </p:nvPicPr>
          <p:blipFill>
            <a:blip r:embed="rId6">
              <a:alphaModFix/>
            </a:blip>
            <a:stretch>
              <a:fillRect/>
            </a:stretch>
          </p:blipFill>
          <p:spPr>
            <a:xfrm>
              <a:off x="5019959" y="4289839"/>
              <a:ext cx="762000" cy="762000"/>
            </a:xfrm>
            <a:prstGeom prst="rect">
              <a:avLst/>
            </a:prstGeom>
            <a:noFill/>
            <a:ln>
              <a:noFill/>
            </a:ln>
          </p:spPr>
        </p:pic>
      </p:grpSp>
      <p:cxnSp>
        <p:nvCxnSpPr>
          <p:cNvPr id="3234" name="Google Shape;3234;p152"/>
          <p:cNvCxnSpPr>
            <a:stCxn id="3123" idx="3"/>
            <a:endCxn id="3151" idx="1"/>
          </p:cNvCxnSpPr>
          <p:nvPr/>
        </p:nvCxnSpPr>
        <p:spPr>
          <a:xfrm>
            <a:off x="7281647" y="2969546"/>
            <a:ext cx="905400" cy="0"/>
          </a:xfrm>
          <a:prstGeom prst="straightConnector1">
            <a:avLst/>
          </a:prstGeom>
          <a:noFill/>
          <a:ln cap="flat" cmpd="sng" w="9525">
            <a:solidFill>
              <a:schemeClr val="dk1"/>
            </a:solidFill>
            <a:prstDash val="solid"/>
            <a:round/>
            <a:headEnd len="med" w="med" type="none"/>
            <a:tailEnd len="med" w="med" type="none"/>
          </a:ln>
        </p:spPr>
      </p:cxnSp>
      <p:cxnSp>
        <p:nvCxnSpPr>
          <p:cNvPr id="3235" name="Google Shape;3235;p152"/>
          <p:cNvCxnSpPr>
            <a:stCxn id="3151" idx="3"/>
            <a:endCxn id="3236" idx="1"/>
          </p:cNvCxnSpPr>
          <p:nvPr/>
        </p:nvCxnSpPr>
        <p:spPr>
          <a:xfrm>
            <a:off x="9596200" y="2969546"/>
            <a:ext cx="1405200" cy="0"/>
          </a:xfrm>
          <a:prstGeom prst="straightConnector1">
            <a:avLst/>
          </a:prstGeom>
          <a:noFill/>
          <a:ln cap="flat" cmpd="sng" w="9525">
            <a:solidFill>
              <a:schemeClr val="dk1"/>
            </a:solidFill>
            <a:prstDash val="solid"/>
            <a:round/>
            <a:headEnd len="med" w="med" type="none"/>
            <a:tailEnd len="med" w="med" type="none"/>
          </a:ln>
        </p:spPr>
      </p:cxnSp>
      <p:pic>
        <p:nvPicPr>
          <p:cNvPr id="3236" name="Google Shape;3236;p152"/>
          <p:cNvPicPr preferRelativeResize="0"/>
          <p:nvPr/>
        </p:nvPicPr>
        <p:blipFill>
          <a:blip r:embed="rId16">
            <a:alphaModFix/>
          </a:blip>
          <a:stretch>
            <a:fillRect/>
          </a:stretch>
        </p:blipFill>
        <p:spPr>
          <a:xfrm>
            <a:off x="11001375" y="2588546"/>
            <a:ext cx="762000" cy="762000"/>
          </a:xfrm>
          <a:prstGeom prst="rect">
            <a:avLst/>
          </a:prstGeom>
          <a:noFill/>
          <a:ln>
            <a:noFill/>
          </a:ln>
        </p:spPr>
      </p:pic>
      <p:pic>
        <p:nvPicPr>
          <p:cNvPr id="3237" name="Google Shape;3237;p152"/>
          <p:cNvPicPr preferRelativeResize="0"/>
          <p:nvPr/>
        </p:nvPicPr>
        <p:blipFill rotWithShape="1">
          <a:blip r:embed="rId17">
            <a:alphaModFix/>
          </a:blip>
          <a:srcRect b="41733" l="0" r="0" t="38600"/>
          <a:stretch/>
        </p:blipFill>
        <p:spPr>
          <a:xfrm>
            <a:off x="10741200" y="3801375"/>
            <a:ext cx="1344875" cy="264493"/>
          </a:xfrm>
          <a:prstGeom prst="rect">
            <a:avLst/>
          </a:prstGeom>
          <a:noFill/>
          <a:ln>
            <a:noFill/>
          </a:ln>
        </p:spPr>
      </p:pic>
      <p:pic>
        <p:nvPicPr>
          <p:cNvPr id="3238" name="Google Shape;3238;p152"/>
          <p:cNvPicPr preferRelativeResize="0"/>
          <p:nvPr/>
        </p:nvPicPr>
        <p:blipFill>
          <a:blip r:embed="rId18">
            <a:alphaModFix/>
          </a:blip>
          <a:stretch>
            <a:fillRect/>
          </a:stretch>
        </p:blipFill>
        <p:spPr>
          <a:xfrm>
            <a:off x="10776975" y="3456500"/>
            <a:ext cx="1263300" cy="211409"/>
          </a:xfrm>
          <a:prstGeom prst="rect">
            <a:avLst/>
          </a:prstGeom>
          <a:noFill/>
          <a:ln>
            <a:noFill/>
          </a:ln>
        </p:spPr>
      </p:pic>
      <p:sp>
        <p:nvSpPr>
          <p:cNvPr id="3239" name="Google Shape;3239;p152"/>
          <p:cNvSpPr/>
          <p:nvPr/>
        </p:nvSpPr>
        <p:spPr>
          <a:xfrm>
            <a:off x="1681625" y="5329050"/>
            <a:ext cx="8904900" cy="496800"/>
          </a:xfrm>
          <a:prstGeom prst="rect">
            <a:avLst/>
          </a:prstGeom>
          <a:solidFill>
            <a:schemeClr val="l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40" name="Google Shape;3240;p152"/>
          <p:cNvPicPr preferRelativeResize="0"/>
          <p:nvPr/>
        </p:nvPicPr>
        <p:blipFill>
          <a:blip r:embed="rId19">
            <a:alphaModFix/>
          </a:blip>
          <a:stretch>
            <a:fillRect/>
          </a:stretch>
        </p:blipFill>
        <p:spPr>
          <a:xfrm>
            <a:off x="9644641" y="5499883"/>
            <a:ext cx="504000" cy="161587"/>
          </a:xfrm>
          <a:prstGeom prst="rect">
            <a:avLst/>
          </a:prstGeom>
          <a:noFill/>
          <a:ln>
            <a:noFill/>
          </a:ln>
        </p:spPr>
      </p:pic>
      <p:pic>
        <p:nvPicPr>
          <p:cNvPr id="3241" name="Google Shape;3241;p152"/>
          <p:cNvPicPr preferRelativeResize="0"/>
          <p:nvPr/>
        </p:nvPicPr>
        <p:blipFill>
          <a:blip r:embed="rId20">
            <a:alphaModFix/>
          </a:blip>
          <a:stretch>
            <a:fillRect/>
          </a:stretch>
        </p:blipFill>
        <p:spPr>
          <a:xfrm>
            <a:off x="3871485" y="5380573"/>
            <a:ext cx="663325" cy="400206"/>
          </a:xfrm>
          <a:prstGeom prst="rect">
            <a:avLst/>
          </a:prstGeom>
          <a:noFill/>
          <a:ln>
            <a:noFill/>
          </a:ln>
        </p:spPr>
      </p:pic>
      <p:pic>
        <p:nvPicPr>
          <p:cNvPr id="3242" name="Google Shape;3242;p152"/>
          <p:cNvPicPr preferRelativeResize="0"/>
          <p:nvPr/>
        </p:nvPicPr>
        <p:blipFill>
          <a:blip r:embed="rId21">
            <a:alphaModFix/>
          </a:blip>
          <a:stretch>
            <a:fillRect/>
          </a:stretch>
        </p:blipFill>
        <p:spPr>
          <a:xfrm>
            <a:off x="5846281" y="5372815"/>
            <a:ext cx="448200" cy="415722"/>
          </a:xfrm>
          <a:prstGeom prst="rect">
            <a:avLst/>
          </a:prstGeom>
          <a:noFill/>
          <a:ln>
            <a:noFill/>
          </a:ln>
        </p:spPr>
      </p:pic>
      <p:pic>
        <p:nvPicPr>
          <p:cNvPr id="3243" name="Google Shape;3243;p152"/>
          <p:cNvPicPr preferRelativeResize="0"/>
          <p:nvPr/>
        </p:nvPicPr>
        <p:blipFill>
          <a:blip r:embed="rId22">
            <a:alphaModFix/>
          </a:blip>
          <a:stretch>
            <a:fillRect/>
          </a:stretch>
        </p:blipFill>
        <p:spPr>
          <a:xfrm>
            <a:off x="7659240" y="5469737"/>
            <a:ext cx="731700" cy="221878"/>
          </a:xfrm>
          <a:prstGeom prst="rect">
            <a:avLst/>
          </a:prstGeom>
          <a:noFill/>
          <a:ln>
            <a:noFill/>
          </a:ln>
        </p:spPr>
      </p:pic>
      <p:pic>
        <p:nvPicPr>
          <p:cNvPr id="3244" name="Google Shape;3244;p152"/>
          <p:cNvPicPr preferRelativeResize="0"/>
          <p:nvPr/>
        </p:nvPicPr>
        <p:blipFill>
          <a:blip r:embed="rId23">
            <a:alphaModFix/>
          </a:blip>
          <a:stretch>
            <a:fillRect/>
          </a:stretch>
        </p:blipFill>
        <p:spPr>
          <a:xfrm>
            <a:off x="2157507" y="5363187"/>
            <a:ext cx="448200" cy="434979"/>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8" name="Shape 3248"/>
        <p:cNvGrpSpPr/>
        <p:nvPr/>
      </p:nvGrpSpPr>
      <p:grpSpPr>
        <a:xfrm>
          <a:off x="0" y="0"/>
          <a:ext cx="0" cy="0"/>
          <a:chOff x="0" y="0"/>
          <a:chExt cx="0" cy="0"/>
        </a:xfrm>
      </p:grpSpPr>
      <p:sp>
        <p:nvSpPr>
          <p:cNvPr id="3249" name="Google Shape;3249;p15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3250" name="Google Shape;3250;p15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3251" name="Google Shape;3251;p153"/>
          <p:cNvSpPr txBox="1"/>
          <p:nvPr>
            <p:ph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What is Red Hat Identity Management?</a:t>
            </a:r>
            <a:endParaRPr>
              <a:latin typeface="Red Hat Display Medium"/>
              <a:ea typeface="Red Hat Display Medium"/>
              <a:cs typeface="Red Hat Display Medium"/>
              <a:sym typeface="Red Hat Display Medium"/>
            </a:endParaRPr>
          </a:p>
        </p:txBody>
      </p:sp>
      <p:sp>
        <p:nvSpPr>
          <p:cNvPr id="3252" name="Google Shape;3252;p153"/>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3253" name="Google Shape;3253;p153"/>
          <p:cNvSpPr txBox="1"/>
          <p:nvPr/>
        </p:nvSpPr>
        <p:spPr>
          <a:xfrm>
            <a:off x="2428875" y="1895475"/>
            <a:ext cx="8248500" cy="4300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i="1" lang="en">
                <a:solidFill>
                  <a:srgbClr val="252525"/>
                </a:solidFill>
                <a:highlight>
                  <a:srgbClr val="FFFFFF"/>
                </a:highlight>
                <a:latin typeface="Red Hat Display"/>
                <a:ea typeface="Red Hat Display"/>
                <a:cs typeface="Red Hat Display"/>
                <a:sym typeface="Red Hat Display"/>
              </a:rPr>
              <a:t>Red Hat Identity Management</a:t>
            </a:r>
            <a:r>
              <a:rPr lang="en">
                <a:solidFill>
                  <a:srgbClr val="252525"/>
                </a:solidFill>
                <a:highlight>
                  <a:srgbClr val="FFFFFF"/>
                </a:highlight>
                <a:latin typeface="Red Hat Display Medium"/>
                <a:ea typeface="Red Hat Display Medium"/>
                <a:cs typeface="Red Hat Display Medium"/>
                <a:sym typeface="Red Hat Display Medium"/>
              </a:rPr>
              <a:t> is a centralized authentication management system for Linux. Identity Management is to Linux what AD is to Windows. </a:t>
            </a:r>
            <a:endParaRPr>
              <a:solidFill>
                <a:srgbClr val="252525"/>
              </a:solidFill>
              <a:highlight>
                <a:srgbClr val="FFFFFF"/>
              </a:highlight>
              <a:latin typeface="Red Hat Display Medium"/>
              <a:ea typeface="Red Hat Display Medium"/>
              <a:cs typeface="Red Hat Display Medium"/>
              <a:sym typeface="Red Hat Display Medium"/>
            </a:endParaRPr>
          </a:p>
          <a:p>
            <a:pPr indent="-317500" lvl="0" marL="457200" rtl="0" algn="l">
              <a:lnSpc>
                <a:spcPct val="150000"/>
              </a:lnSpc>
              <a:spcBef>
                <a:spcPts val="0"/>
              </a:spcBef>
              <a:spcAft>
                <a:spcPts val="0"/>
              </a:spcAft>
              <a:buClr>
                <a:srgbClr val="252525"/>
              </a:buClr>
              <a:buSzPts val="1400"/>
              <a:buFont typeface="Red Hat Display Medium"/>
              <a:buChar char="●"/>
            </a:pPr>
            <a:r>
              <a:rPr lang="en">
                <a:solidFill>
                  <a:srgbClr val="252525"/>
                </a:solidFill>
                <a:highlight>
                  <a:srgbClr val="FFFFFF"/>
                </a:highlight>
                <a:latin typeface="Red Hat Display Medium"/>
                <a:ea typeface="Red Hat Display Medium"/>
                <a:cs typeface="Red Hat Display Medium"/>
                <a:sym typeface="Red Hat Display Medium"/>
              </a:rPr>
              <a:t>centrally manage identity stores, authentication, policies, and authorization policies in a Linux-based domain.</a:t>
            </a:r>
            <a:endParaRPr>
              <a:solidFill>
                <a:srgbClr val="252525"/>
              </a:solidFill>
              <a:highlight>
                <a:srgbClr val="FFFFFF"/>
              </a:highlight>
              <a:latin typeface="Red Hat Display Medium"/>
              <a:ea typeface="Red Hat Display Medium"/>
              <a:cs typeface="Red Hat Display Medium"/>
              <a:sym typeface="Red Hat Display Medium"/>
            </a:endParaRPr>
          </a:p>
          <a:p>
            <a:pPr indent="-317500" lvl="0" marL="457200" rtl="0" algn="l">
              <a:lnSpc>
                <a:spcPct val="150000"/>
              </a:lnSpc>
              <a:spcBef>
                <a:spcPts val="0"/>
              </a:spcBef>
              <a:spcAft>
                <a:spcPts val="0"/>
              </a:spcAft>
              <a:buClr>
                <a:srgbClr val="252525"/>
              </a:buClr>
              <a:buSzPts val="1400"/>
              <a:buFont typeface="Red Hat Display Medium"/>
              <a:buChar char="●"/>
            </a:pPr>
            <a:r>
              <a:rPr lang="en">
                <a:solidFill>
                  <a:srgbClr val="252525"/>
                </a:solidFill>
                <a:highlight>
                  <a:srgbClr val="FFFFFF"/>
                </a:highlight>
                <a:latin typeface="Red Hat Display Medium"/>
                <a:ea typeface="Red Hat Display Medium"/>
                <a:cs typeface="Red Hat Display Medium"/>
                <a:sym typeface="Red Hat Display Medium"/>
              </a:rPr>
              <a:t>natively integrate with Active Directory through a trust relationship</a:t>
            </a:r>
            <a:endParaRPr>
              <a:solidFill>
                <a:srgbClr val="252525"/>
              </a:solidFill>
              <a:highlight>
                <a:srgbClr val="FFFFFF"/>
              </a:highlight>
              <a:latin typeface="Red Hat Display Medium"/>
              <a:ea typeface="Red Hat Display Medium"/>
              <a:cs typeface="Red Hat Display Medium"/>
              <a:sym typeface="Red Hat Display Medium"/>
            </a:endParaRPr>
          </a:p>
          <a:p>
            <a:pPr indent="-317500" lvl="0" marL="457200" rtl="0" algn="l">
              <a:lnSpc>
                <a:spcPct val="150000"/>
              </a:lnSpc>
              <a:spcBef>
                <a:spcPts val="0"/>
              </a:spcBef>
              <a:spcAft>
                <a:spcPts val="0"/>
              </a:spcAft>
              <a:buClr>
                <a:srgbClr val="252525"/>
              </a:buClr>
              <a:buSzPts val="1400"/>
              <a:buFont typeface="Red Hat Display Medium"/>
              <a:buChar char="●"/>
            </a:pPr>
            <a:r>
              <a:rPr lang="en">
                <a:solidFill>
                  <a:srgbClr val="252525"/>
                </a:solidFill>
                <a:highlight>
                  <a:srgbClr val="FFFFFF"/>
                </a:highlight>
                <a:latin typeface="Red Hat Display Medium"/>
                <a:ea typeface="Red Hat Display Medium"/>
                <a:cs typeface="Red Hat Display Medium"/>
                <a:sym typeface="Red Hat Display Medium"/>
              </a:rPr>
              <a:t>underlying technologies are well-established on Linux systems and trusted by Linux administrators (kerberos, bind, ldaps, sudo, etc..)</a:t>
            </a:r>
            <a:endParaRPr>
              <a:solidFill>
                <a:srgbClr val="252525"/>
              </a:solidFill>
              <a:highlight>
                <a:srgbClr val="FFFFFF"/>
              </a:highlight>
              <a:latin typeface="Red Hat Display Medium"/>
              <a:ea typeface="Red Hat Display Medium"/>
              <a:cs typeface="Red Hat Display Medium"/>
              <a:sym typeface="Red Hat Display Medium"/>
            </a:endParaRPr>
          </a:p>
          <a:p>
            <a:pPr indent="-317500" lvl="0" marL="457200" rtl="0" algn="l">
              <a:lnSpc>
                <a:spcPct val="150000"/>
              </a:lnSpc>
              <a:spcBef>
                <a:spcPts val="0"/>
              </a:spcBef>
              <a:spcAft>
                <a:spcPts val="0"/>
              </a:spcAft>
              <a:buClr>
                <a:srgbClr val="252525"/>
              </a:buClr>
              <a:buSzPts val="1400"/>
              <a:buFont typeface="Red Hat Display Medium"/>
              <a:buChar char="●"/>
            </a:pPr>
            <a:r>
              <a:rPr lang="en">
                <a:solidFill>
                  <a:srgbClr val="252525"/>
                </a:solidFill>
                <a:highlight>
                  <a:srgbClr val="FFFFFF"/>
                </a:highlight>
                <a:latin typeface="Red Hat Display Medium"/>
                <a:ea typeface="Red Hat Display Medium"/>
                <a:cs typeface="Red Hat Display Medium"/>
                <a:sym typeface="Red Hat Display Medium"/>
              </a:rPr>
              <a:t>supports OIDC integration</a:t>
            </a:r>
            <a:endParaRPr>
              <a:solidFill>
                <a:srgbClr val="252525"/>
              </a:solidFill>
              <a:highlight>
                <a:srgbClr val="FFFFFF"/>
              </a:highlight>
              <a:latin typeface="Red Hat Display Medium"/>
              <a:ea typeface="Red Hat Display Medium"/>
              <a:cs typeface="Red Hat Display Medium"/>
              <a:sym typeface="Red Hat Display Medium"/>
            </a:endParaRPr>
          </a:p>
          <a:p>
            <a:pPr indent="-317500" lvl="0" marL="457200" rtl="0" algn="l">
              <a:lnSpc>
                <a:spcPct val="150000"/>
              </a:lnSpc>
              <a:spcBef>
                <a:spcPts val="0"/>
              </a:spcBef>
              <a:spcAft>
                <a:spcPts val="0"/>
              </a:spcAft>
              <a:buClr>
                <a:srgbClr val="252525"/>
              </a:buClr>
              <a:buSzPts val="1400"/>
              <a:buFont typeface="Red Hat Display Medium"/>
              <a:buChar char="●"/>
            </a:pPr>
            <a:r>
              <a:rPr lang="en">
                <a:solidFill>
                  <a:srgbClr val="252525"/>
                </a:solidFill>
                <a:highlight>
                  <a:srgbClr val="FFFFFF"/>
                </a:highlight>
                <a:latin typeface="Red Hat Display Medium"/>
                <a:ea typeface="Red Hat Display Medium"/>
                <a:cs typeface="Red Hat Display Medium"/>
                <a:sym typeface="Red Hat Display Medium"/>
              </a:rPr>
              <a:t>integrates with other Red Hat Technology</a:t>
            </a:r>
            <a:endParaRPr>
              <a:solidFill>
                <a:srgbClr val="252525"/>
              </a:solidFill>
              <a:highlight>
                <a:srgbClr val="FFFFFF"/>
              </a:highlight>
              <a:latin typeface="Red Hat Display Medium"/>
              <a:ea typeface="Red Hat Display Medium"/>
              <a:cs typeface="Red Hat Display Medium"/>
              <a:sym typeface="Red Hat Display Medium"/>
            </a:endParaRPr>
          </a:p>
          <a:p>
            <a:pPr indent="-317500" lvl="1" marL="914400" rtl="0" algn="l">
              <a:lnSpc>
                <a:spcPct val="115000"/>
              </a:lnSpc>
              <a:spcBef>
                <a:spcPts val="0"/>
              </a:spcBef>
              <a:spcAft>
                <a:spcPts val="0"/>
              </a:spcAft>
              <a:buClr>
                <a:srgbClr val="252525"/>
              </a:buClr>
              <a:buSzPts val="1400"/>
              <a:buFont typeface="Red Hat Display Medium"/>
              <a:buChar char="○"/>
            </a:pPr>
            <a:r>
              <a:rPr lang="en">
                <a:solidFill>
                  <a:srgbClr val="252525"/>
                </a:solidFill>
                <a:highlight>
                  <a:srgbClr val="FFFFFF"/>
                </a:highlight>
                <a:latin typeface="Red Hat Display Medium"/>
                <a:ea typeface="Red Hat Display Medium"/>
                <a:cs typeface="Red Hat Display Medium"/>
                <a:sym typeface="Red Hat Display Medium"/>
              </a:rPr>
              <a:t>Ansible Automation Platform</a:t>
            </a:r>
            <a:endParaRPr>
              <a:solidFill>
                <a:srgbClr val="252525"/>
              </a:solidFill>
              <a:highlight>
                <a:srgbClr val="FFFFFF"/>
              </a:highlight>
              <a:latin typeface="Red Hat Display Medium"/>
              <a:ea typeface="Red Hat Display Medium"/>
              <a:cs typeface="Red Hat Display Medium"/>
              <a:sym typeface="Red Hat Display Medium"/>
            </a:endParaRPr>
          </a:p>
          <a:p>
            <a:pPr indent="-317500" lvl="1" marL="914400" rtl="0" algn="l">
              <a:lnSpc>
                <a:spcPct val="115000"/>
              </a:lnSpc>
              <a:spcBef>
                <a:spcPts val="0"/>
              </a:spcBef>
              <a:spcAft>
                <a:spcPts val="0"/>
              </a:spcAft>
              <a:buClr>
                <a:srgbClr val="252525"/>
              </a:buClr>
              <a:buSzPts val="1400"/>
              <a:buFont typeface="Red Hat Display Medium"/>
              <a:buChar char="○"/>
            </a:pPr>
            <a:r>
              <a:rPr lang="en">
                <a:solidFill>
                  <a:srgbClr val="252525"/>
                </a:solidFill>
                <a:highlight>
                  <a:srgbClr val="FFFFFF"/>
                </a:highlight>
                <a:latin typeface="Red Hat Display Medium"/>
                <a:ea typeface="Red Hat Display Medium"/>
                <a:cs typeface="Red Hat Display Medium"/>
                <a:sym typeface="Red Hat Display Medium"/>
              </a:rPr>
              <a:t>OpenShift Container Platform</a:t>
            </a:r>
            <a:endParaRPr>
              <a:solidFill>
                <a:srgbClr val="252525"/>
              </a:solidFill>
              <a:highlight>
                <a:srgbClr val="FFFFFF"/>
              </a:highlight>
              <a:latin typeface="Red Hat Display Medium"/>
              <a:ea typeface="Red Hat Display Medium"/>
              <a:cs typeface="Red Hat Display Medium"/>
              <a:sym typeface="Red Hat Display Medium"/>
            </a:endParaRPr>
          </a:p>
          <a:p>
            <a:pPr indent="-317500" lvl="1" marL="914400" rtl="0" algn="l">
              <a:lnSpc>
                <a:spcPct val="115000"/>
              </a:lnSpc>
              <a:spcBef>
                <a:spcPts val="0"/>
              </a:spcBef>
              <a:spcAft>
                <a:spcPts val="0"/>
              </a:spcAft>
              <a:buClr>
                <a:srgbClr val="252525"/>
              </a:buClr>
              <a:buSzPts val="1400"/>
              <a:buFont typeface="Red Hat Display Medium"/>
              <a:buChar char="○"/>
            </a:pPr>
            <a:r>
              <a:rPr lang="en">
                <a:solidFill>
                  <a:srgbClr val="252525"/>
                </a:solidFill>
                <a:highlight>
                  <a:srgbClr val="FFFFFF"/>
                </a:highlight>
                <a:latin typeface="Red Hat Display Medium"/>
                <a:ea typeface="Red Hat Display Medium"/>
                <a:cs typeface="Red Hat Display Medium"/>
                <a:sym typeface="Red Hat Display Medium"/>
              </a:rPr>
              <a:t>OpenStack Platform</a:t>
            </a:r>
            <a:endParaRPr>
              <a:solidFill>
                <a:srgbClr val="252525"/>
              </a:solidFill>
              <a:highlight>
                <a:srgbClr val="FFFFFF"/>
              </a:highlight>
              <a:latin typeface="Red Hat Display Medium"/>
              <a:ea typeface="Red Hat Display Medium"/>
              <a:cs typeface="Red Hat Display Medium"/>
              <a:sym typeface="Red Hat Display Medium"/>
            </a:endParaRPr>
          </a:p>
          <a:p>
            <a:pPr indent="-317500" lvl="1" marL="914400" rtl="0" algn="l">
              <a:lnSpc>
                <a:spcPct val="115000"/>
              </a:lnSpc>
              <a:spcBef>
                <a:spcPts val="0"/>
              </a:spcBef>
              <a:spcAft>
                <a:spcPts val="0"/>
              </a:spcAft>
              <a:buClr>
                <a:srgbClr val="252525"/>
              </a:buClr>
              <a:buSzPts val="1400"/>
              <a:buFont typeface="Red Hat Display Medium"/>
              <a:buChar char="○"/>
            </a:pPr>
            <a:r>
              <a:rPr lang="en">
                <a:solidFill>
                  <a:srgbClr val="252525"/>
                </a:solidFill>
                <a:highlight>
                  <a:srgbClr val="FFFFFF"/>
                </a:highlight>
                <a:latin typeface="Red Hat Display Medium"/>
                <a:ea typeface="Red Hat Display Medium"/>
                <a:cs typeface="Red Hat Display Medium"/>
                <a:sym typeface="Red Hat Display Medium"/>
              </a:rPr>
              <a:t>Satellite</a:t>
            </a:r>
            <a:endParaRPr>
              <a:solidFill>
                <a:srgbClr val="252525"/>
              </a:solidFill>
              <a:highlight>
                <a:srgbClr val="FFFFFF"/>
              </a:highlight>
              <a:latin typeface="Red Hat Display Medium"/>
              <a:ea typeface="Red Hat Display Medium"/>
              <a:cs typeface="Red Hat Display Medium"/>
              <a:sym typeface="Red Hat Display Medium"/>
            </a:endParaRPr>
          </a:p>
          <a:p>
            <a:pPr indent="-317500" lvl="1" marL="914400" rtl="0" algn="l">
              <a:lnSpc>
                <a:spcPct val="115000"/>
              </a:lnSpc>
              <a:spcBef>
                <a:spcPts val="0"/>
              </a:spcBef>
              <a:spcAft>
                <a:spcPts val="0"/>
              </a:spcAft>
              <a:buClr>
                <a:srgbClr val="252525"/>
              </a:buClr>
              <a:buSzPts val="1400"/>
              <a:buFont typeface="Red Hat Display Medium"/>
              <a:buChar char="○"/>
            </a:pPr>
            <a:r>
              <a:rPr lang="en">
                <a:solidFill>
                  <a:srgbClr val="252525"/>
                </a:solidFill>
                <a:highlight>
                  <a:srgbClr val="FFFFFF"/>
                </a:highlight>
                <a:latin typeface="Red Hat Display Medium"/>
                <a:ea typeface="Red Hat Display Medium"/>
                <a:cs typeface="Red Hat Display Medium"/>
                <a:sym typeface="Red Hat Display Medium"/>
              </a:rPr>
              <a:t>Single Sign-On (e.g. all middleware through keycloak)</a:t>
            </a:r>
            <a:endParaRPr>
              <a:solidFill>
                <a:srgbClr val="252525"/>
              </a:solidFill>
              <a:highlight>
                <a:srgbClr val="FFFFFF"/>
              </a:highlight>
              <a:latin typeface="Red Hat Display Medium"/>
              <a:ea typeface="Red Hat Display Medium"/>
              <a:cs typeface="Red Hat Display Medium"/>
              <a:sym typeface="Red Hat Display Medium"/>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7" name="Shape 3257"/>
        <p:cNvGrpSpPr/>
        <p:nvPr/>
      </p:nvGrpSpPr>
      <p:grpSpPr>
        <a:xfrm>
          <a:off x="0" y="0"/>
          <a:ext cx="0" cy="0"/>
          <a:chOff x="0" y="0"/>
          <a:chExt cx="0" cy="0"/>
        </a:xfrm>
      </p:grpSpPr>
      <p:sp>
        <p:nvSpPr>
          <p:cNvPr id="3258" name="Google Shape;3258;p15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3259" name="Google Shape;3259;p15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3260" name="Google Shape;3260;p154"/>
          <p:cNvSpPr txBox="1"/>
          <p:nvPr>
            <p:ph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What is Red Hat Satellite?</a:t>
            </a:r>
            <a:endParaRPr>
              <a:latin typeface="Red Hat Display Medium"/>
              <a:ea typeface="Red Hat Display Medium"/>
              <a:cs typeface="Red Hat Display Medium"/>
              <a:sym typeface="Red Hat Display Medium"/>
            </a:endParaRPr>
          </a:p>
        </p:txBody>
      </p:sp>
      <p:sp>
        <p:nvSpPr>
          <p:cNvPr id="3261" name="Google Shape;3261;p154"/>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3262" name="Google Shape;3262;p154"/>
          <p:cNvSpPr txBox="1"/>
          <p:nvPr/>
        </p:nvSpPr>
        <p:spPr>
          <a:xfrm>
            <a:off x="2428875" y="1895475"/>
            <a:ext cx="8248500" cy="3890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300"/>
              </a:spcBef>
              <a:spcAft>
                <a:spcPts val="0"/>
              </a:spcAft>
              <a:buNone/>
            </a:pPr>
            <a:r>
              <a:rPr b="1" i="1" lang="en">
                <a:solidFill>
                  <a:srgbClr val="252525"/>
                </a:solidFill>
                <a:highlight>
                  <a:srgbClr val="FFFFFF"/>
                </a:highlight>
                <a:latin typeface="Red Hat Display"/>
                <a:ea typeface="Red Hat Display"/>
                <a:cs typeface="Red Hat Display"/>
                <a:sym typeface="Red Hat Display"/>
              </a:rPr>
              <a:t>Red Hat Satellite</a:t>
            </a:r>
            <a:r>
              <a:rPr lang="en">
                <a:solidFill>
                  <a:srgbClr val="252525"/>
                </a:solidFill>
                <a:highlight>
                  <a:srgbClr val="FFFFFF"/>
                </a:highlight>
                <a:latin typeface="Red Hat Display Medium"/>
                <a:ea typeface="Red Hat Display Medium"/>
                <a:cs typeface="Red Hat Display Medium"/>
                <a:sym typeface="Red Hat Display Medium"/>
              </a:rPr>
              <a:t> is a system management solution </a:t>
            </a:r>
            <a:endParaRPr>
              <a:solidFill>
                <a:srgbClr val="252525"/>
              </a:solidFill>
              <a:highlight>
                <a:srgbClr val="FFFFFF"/>
              </a:highlight>
              <a:latin typeface="Red Hat Display Medium"/>
              <a:ea typeface="Red Hat Display Medium"/>
              <a:cs typeface="Red Hat Display Medium"/>
              <a:sym typeface="Red Hat Display Medium"/>
            </a:endParaRPr>
          </a:p>
          <a:p>
            <a:pPr indent="-317500" lvl="0" marL="457200" rtl="0" algn="l">
              <a:lnSpc>
                <a:spcPct val="150000"/>
              </a:lnSpc>
              <a:spcBef>
                <a:spcPts val="0"/>
              </a:spcBef>
              <a:spcAft>
                <a:spcPts val="0"/>
              </a:spcAft>
              <a:buClr>
                <a:srgbClr val="252525"/>
              </a:buClr>
              <a:buSzPts val="1400"/>
              <a:buFont typeface="Red Hat Display Medium"/>
              <a:buChar char="●"/>
            </a:pPr>
            <a:r>
              <a:rPr lang="en">
                <a:solidFill>
                  <a:srgbClr val="252525"/>
                </a:solidFill>
                <a:highlight>
                  <a:srgbClr val="FFFFFF"/>
                </a:highlight>
                <a:latin typeface="Red Hat Display Medium"/>
                <a:ea typeface="Red Hat Display Medium"/>
                <a:cs typeface="Red Hat Display Medium"/>
                <a:sym typeface="Red Hat Display Medium"/>
              </a:rPr>
              <a:t>deploy, configure, and maintain your systems across physical, virtual, and cloud environments.</a:t>
            </a:r>
            <a:endParaRPr>
              <a:solidFill>
                <a:srgbClr val="252525"/>
              </a:solidFill>
              <a:highlight>
                <a:srgbClr val="FFFFFF"/>
              </a:highlight>
              <a:latin typeface="Red Hat Display Medium"/>
              <a:ea typeface="Red Hat Display Medium"/>
              <a:cs typeface="Red Hat Display Medium"/>
              <a:sym typeface="Red Hat Display Medium"/>
            </a:endParaRPr>
          </a:p>
          <a:p>
            <a:pPr indent="-317500" lvl="0" marL="457200" rtl="0" algn="l">
              <a:lnSpc>
                <a:spcPct val="115000"/>
              </a:lnSpc>
              <a:spcBef>
                <a:spcPts val="0"/>
              </a:spcBef>
              <a:spcAft>
                <a:spcPts val="0"/>
              </a:spcAft>
              <a:buClr>
                <a:srgbClr val="252525"/>
              </a:buClr>
              <a:buSzPts val="1400"/>
              <a:buFont typeface="Red Hat Display Medium"/>
              <a:buChar char="●"/>
            </a:pPr>
            <a:r>
              <a:rPr lang="en">
                <a:solidFill>
                  <a:srgbClr val="252525"/>
                </a:solidFill>
                <a:highlight>
                  <a:srgbClr val="FFFFFF"/>
                </a:highlight>
                <a:latin typeface="Red Hat Display Medium"/>
                <a:ea typeface="Red Hat Display Medium"/>
                <a:cs typeface="Red Hat Display Medium"/>
                <a:sym typeface="Red Hat Display Medium"/>
              </a:rPr>
              <a:t>provision, remotely manage and monitor deployments with a single, centralized tool.</a:t>
            </a:r>
            <a:endParaRPr>
              <a:solidFill>
                <a:srgbClr val="252525"/>
              </a:solidFill>
              <a:highlight>
                <a:srgbClr val="FFFFFF"/>
              </a:highlight>
              <a:latin typeface="Red Hat Display Medium"/>
              <a:ea typeface="Red Hat Display Medium"/>
              <a:cs typeface="Red Hat Display Medium"/>
              <a:sym typeface="Red Hat Display Medium"/>
            </a:endParaRPr>
          </a:p>
          <a:p>
            <a:pPr indent="0" lvl="0" marL="0" rtl="0" algn="l">
              <a:lnSpc>
                <a:spcPct val="150000"/>
              </a:lnSpc>
              <a:spcBef>
                <a:spcPts val="1300"/>
              </a:spcBef>
              <a:spcAft>
                <a:spcPts val="0"/>
              </a:spcAft>
              <a:buNone/>
            </a:pPr>
            <a:r>
              <a:rPr b="1" i="1" lang="en">
                <a:solidFill>
                  <a:srgbClr val="252525"/>
                </a:solidFill>
                <a:highlight>
                  <a:srgbClr val="FFFFFF"/>
                </a:highlight>
                <a:latin typeface="Red Hat Display"/>
                <a:ea typeface="Red Hat Display"/>
                <a:cs typeface="Red Hat Display"/>
                <a:sym typeface="Red Hat Display"/>
              </a:rPr>
              <a:t>Red Hat Satellite Server</a:t>
            </a:r>
            <a:r>
              <a:rPr lang="en">
                <a:solidFill>
                  <a:srgbClr val="252525"/>
                </a:solidFill>
                <a:highlight>
                  <a:srgbClr val="FFFFFF"/>
                </a:highlight>
                <a:latin typeface="Red Hat Display Medium"/>
                <a:ea typeface="Red Hat Display Medium"/>
                <a:cs typeface="Red Hat Display Medium"/>
                <a:sym typeface="Red Hat Display Medium"/>
              </a:rPr>
              <a:t> </a:t>
            </a:r>
            <a:endParaRPr>
              <a:solidFill>
                <a:srgbClr val="252525"/>
              </a:solidFill>
              <a:highlight>
                <a:srgbClr val="FFFFFF"/>
              </a:highlight>
              <a:latin typeface="Red Hat Display Medium"/>
              <a:ea typeface="Red Hat Display Medium"/>
              <a:cs typeface="Red Hat Display Medium"/>
              <a:sym typeface="Red Hat Display Medium"/>
            </a:endParaRPr>
          </a:p>
          <a:p>
            <a:pPr indent="-317500" lvl="0" marL="457200" rtl="0" algn="l">
              <a:lnSpc>
                <a:spcPct val="150000"/>
              </a:lnSpc>
              <a:spcBef>
                <a:spcPts val="0"/>
              </a:spcBef>
              <a:spcAft>
                <a:spcPts val="0"/>
              </a:spcAft>
              <a:buClr>
                <a:srgbClr val="252525"/>
              </a:buClr>
              <a:buSzPts val="1400"/>
              <a:buFont typeface="Red Hat Display Medium"/>
              <a:buChar char="●"/>
            </a:pPr>
            <a:r>
              <a:rPr lang="en">
                <a:solidFill>
                  <a:srgbClr val="252525"/>
                </a:solidFill>
                <a:highlight>
                  <a:srgbClr val="FFFFFF"/>
                </a:highlight>
                <a:latin typeface="Red Hat Display Medium"/>
                <a:ea typeface="Red Hat Display Medium"/>
                <a:cs typeface="Red Hat Display Medium"/>
                <a:sym typeface="Red Hat Display Medium"/>
              </a:rPr>
              <a:t>synchronize content from the Red Hat CDN and other sources</a:t>
            </a:r>
            <a:endParaRPr>
              <a:solidFill>
                <a:srgbClr val="252525"/>
              </a:solidFill>
              <a:highlight>
                <a:srgbClr val="FFFFFF"/>
              </a:highlight>
              <a:latin typeface="Red Hat Display Medium"/>
              <a:ea typeface="Red Hat Display Medium"/>
              <a:cs typeface="Red Hat Display Medium"/>
              <a:sym typeface="Red Hat Display Medium"/>
            </a:endParaRPr>
          </a:p>
          <a:p>
            <a:pPr indent="-317500" lvl="0" marL="457200" rtl="0" algn="l">
              <a:lnSpc>
                <a:spcPct val="150000"/>
              </a:lnSpc>
              <a:spcBef>
                <a:spcPts val="0"/>
              </a:spcBef>
              <a:spcAft>
                <a:spcPts val="0"/>
              </a:spcAft>
              <a:buClr>
                <a:srgbClr val="252525"/>
              </a:buClr>
              <a:buSzPts val="1400"/>
              <a:buFont typeface="Red Hat Display Medium"/>
              <a:buChar char="●"/>
            </a:pPr>
            <a:r>
              <a:rPr lang="en">
                <a:solidFill>
                  <a:srgbClr val="252525"/>
                </a:solidFill>
                <a:highlight>
                  <a:srgbClr val="FFFFFF"/>
                </a:highlight>
                <a:latin typeface="Red Hat Display Medium"/>
                <a:ea typeface="Red Hat Display Medium"/>
                <a:cs typeface="Red Hat Display Medium"/>
                <a:sym typeface="Red Hat Display Medium"/>
              </a:rPr>
              <a:t>fine-grained life cycle management, RBAC, advanced GUI, CLI, or API access.</a:t>
            </a:r>
            <a:endParaRPr>
              <a:solidFill>
                <a:srgbClr val="252525"/>
              </a:solidFill>
              <a:highlight>
                <a:srgbClr val="FFFFFF"/>
              </a:highlight>
              <a:latin typeface="Red Hat Display Medium"/>
              <a:ea typeface="Red Hat Display Medium"/>
              <a:cs typeface="Red Hat Display Medium"/>
              <a:sym typeface="Red Hat Display Medium"/>
            </a:endParaRPr>
          </a:p>
          <a:p>
            <a:pPr indent="0" lvl="0" marL="0" rtl="0" algn="l">
              <a:lnSpc>
                <a:spcPct val="150000"/>
              </a:lnSpc>
              <a:spcBef>
                <a:spcPts val="1300"/>
              </a:spcBef>
              <a:spcAft>
                <a:spcPts val="0"/>
              </a:spcAft>
              <a:buNone/>
            </a:pPr>
            <a:r>
              <a:rPr b="1" i="1" lang="en">
                <a:solidFill>
                  <a:srgbClr val="252525"/>
                </a:solidFill>
                <a:highlight>
                  <a:srgbClr val="FFFFFF"/>
                </a:highlight>
                <a:latin typeface="Red Hat Display"/>
                <a:ea typeface="Red Hat Display"/>
                <a:cs typeface="Red Hat Display"/>
                <a:sym typeface="Red Hat Display"/>
              </a:rPr>
              <a:t>Red Hat Satellite Capsule Server</a:t>
            </a:r>
            <a:r>
              <a:rPr lang="en">
                <a:solidFill>
                  <a:srgbClr val="252525"/>
                </a:solidFill>
                <a:highlight>
                  <a:srgbClr val="FFFFFF"/>
                </a:highlight>
                <a:latin typeface="Red Hat Display Medium"/>
                <a:ea typeface="Red Hat Display Medium"/>
                <a:cs typeface="Red Hat Display Medium"/>
                <a:sym typeface="Red Hat Display Medium"/>
              </a:rPr>
              <a:t> </a:t>
            </a:r>
            <a:endParaRPr>
              <a:solidFill>
                <a:srgbClr val="252525"/>
              </a:solidFill>
              <a:highlight>
                <a:srgbClr val="FFFFFF"/>
              </a:highlight>
              <a:latin typeface="Red Hat Display Medium"/>
              <a:ea typeface="Red Hat Display Medium"/>
              <a:cs typeface="Red Hat Display Medium"/>
              <a:sym typeface="Red Hat Display Medium"/>
            </a:endParaRPr>
          </a:p>
          <a:p>
            <a:pPr indent="-317500" lvl="0" marL="457200" rtl="0" algn="l">
              <a:lnSpc>
                <a:spcPct val="150000"/>
              </a:lnSpc>
              <a:spcBef>
                <a:spcPts val="0"/>
              </a:spcBef>
              <a:spcAft>
                <a:spcPts val="0"/>
              </a:spcAft>
              <a:buClr>
                <a:srgbClr val="252525"/>
              </a:buClr>
              <a:buSzPts val="1400"/>
              <a:buFont typeface="Red Hat Display Medium"/>
              <a:buChar char="●"/>
            </a:pPr>
            <a:r>
              <a:rPr lang="en">
                <a:solidFill>
                  <a:srgbClr val="252525"/>
                </a:solidFill>
                <a:highlight>
                  <a:srgbClr val="FFFFFF"/>
                </a:highlight>
                <a:latin typeface="Red Hat Display Medium"/>
                <a:ea typeface="Red Hat Display Medium"/>
                <a:cs typeface="Red Hat Display Medium"/>
                <a:sym typeface="Red Hat Display Medium"/>
              </a:rPr>
              <a:t>mirrors content from Satellite Server to various geographical locations. </a:t>
            </a:r>
            <a:endParaRPr>
              <a:solidFill>
                <a:srgbClr val="252525"/>
              </a:solidFill>
              <a:highlight>
                <a:srgbClr val="FFFFFF"/>
              </a:highlight>
              <a:latin typeface="Red Hat Display Medium"/>
              <a:ea typeface="Red Hat Display Medium"/>
              <a:cs typeface="Red Hat Display Medium"/>
              <a:sym typeface="Red Hat Display Medium"/>
            </a:endParaRPr>
          </a:p>
          <a:p>
            <a:pPr indent="-317500" lvl="0" marL="457200" rtl="0" algn="l">
              <a:lnSpc>
                <a:spcPct val="150000"/>
              </a:lnSpc>
              <a:spcBef>
                <a:spcPts val="0"/>
              </a:spcBef>
              <a:spcAft>
                <a:spcPts val="0"/>
              </a:spcAft>
              <a:buClr>
                <a:srgbClr val="252525"/>
              </a:buClr>
              <a:buSzPts val="1400"/>
              <a:buFont typeface="Red Hat Display Medium"/>
              <a:buChar char="●"/>
            </a:pPr>
            <a:r>
              <a:rPr lang="en">
                <a:solidFill>
                  <a:srgbClr val="252525"/>
                </a:solidFill>
                <a:highlight>
                  <a:srgbClr val="FFFFFF"/>
                </a:highlight>
                <a:latin typeface="Red Hat Display Medium"/>
                <a:ea typeface="Red Hat Display Medium"/>
                <a:cs typeface="Red Hat Display Medium"/>
                <a:sym typeface="Red Hat Display Medium"/>
              </a:rPr>
              <a:t>pull content and configuration from local Capsule vs. central Satellite Server. </a:t>
            </a:r>
            <a:endParaRPr>
              <a:solidFill>
                <a:srgbClr val="252525"/>
              </a:solidFill>
              <a:highlight>
                <a:srgbClr val="FFFFFF"/>
              </a:highlight>
              <a:latin typeface="Red Hat Display Medium"/>
              <a:ea typeface="Red Hat Display Medium"/>
              <a:cs typeface="Red Hat Display Medium"/>
              <a:sym typeface="Red Hat Display Medium"/>
            </a:endParaRPr>
          </a:p>
          <a:p>
            <a:pPr indent="-317500" lvl="0" marL="457200" rtl="0" algn="l">
              <a:lnSpc>
                <a:spcPct val="150000"/>
              </a:lnSpc>
              <a:spcBef>
                <a:spcPts val="0"/>
              </a:spcBef>
              <a:spcAft>
                <a:spcPts val="0"/>
              </a:spcAft>
              <a:buClr>
                <a:srgbClr val="252525"/>
              </a:buClr>
              <a:buSzPts val="1400"/>
              <a:buFont typeface="Red Hat Display Medium"/>
              <a:buChar char="●"/>
            </a:pPr>
            <a:r>
              <a:rPr lang="en">
                <a:solidFill>
                  <a:srgbClr val="252525"/>
                </a:solidFill>
                <a:highlight>
                  <a:srgbClr val="FFFFFF"/>
                </a:highlight>
                <a:latin typeface="Red Hat Display Medium"/>
                <a:ea typeface="Red Hat Display Medium"/>
                <a:cs typeface="Red Hat Display Medium"/>
                <a:sym typeface="Red Hat Display Medium"/>
              </a:rPr>
              <a:t>provides localized services such as DHCP, DNS, TFTP, Ansible, Discovery and more </a:t>
            </a:r>
            <a:endParaRPr>
              <a:solidFill>
                <a:srgbClr val="252525"/>
              </a:solidFill>
              <a:highlight>
                <a:srgbClr val="FFFFFF"/>
              </a:highlight>
              <a:latin typeface="Red Hat Display Medium"/>
              <a:ea typeface="Red Hat Display Medium"/>
              <a:cs typeface="Red Hat Display Medium"/>
              <a:sym typeface="Red Hat Display Medium"/>
            </a:endParaRPr>
          </a:p>
          <a:p>
            <a:pPr indent="-317500" lvl="0" marL="457200" rtl="0" algn="l">
              <a:lnSpc>
                <a:spcPct val="150000"/>
              </a:lnSpc>
              <a:spcBef>
                <a:spcPts val="0"/>
              </a:spcBef>
              <a:spcAft>
                <a:spcPts val="0"/>
              </a:spcAft>
              <a:buClr>
                <a:srgbClr val="252525"/>
              </a:buClr>
              <a:buSzPts val="1400"/>
              <a:buFont typeface="Red Hat Display Medium"/>
              <a:buChar char="●"/>
            </a:pPr>
            <a:r>
              <a:rPr lang="en">
                <a:solidFill>
                  <a:srgbClr val="252525"/>
                </a:solidFill>
                <a:highlight>
                  <a:srgbClr val="FFFFFF"/>
                </a:highlight>
                <a:latin typeface="Red Hat Display Medium"/>
                <a:ea typeface="Red Hat Display Medium"/>
                <a:cs typeface="Red Hat Display Medium"/>
                <a:sym typeface="Red Hat Display Medium"/>
              </a:rPr>
              <a:t>scale your Red Hat Satellite infrastructure as the number of managed systems increases</a:t>
            </a:r>
            <a:endParaRPr>
              <a:latin typeface="Red Hat Display Medium"/>
              <a:ea typeface="Red Hat Display Medium"/>
              <a:cs typeface="Red Hat Display Medium"/>
              <a:sym typeface="Red Hat Display Medium"/>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6" name="Shape 3266"/>
        <p:cNvGrpSpPr/>
        <p:nvPr/>
      </p:nvGrpSpPr>
      <p:grpSpPr>
        <a:xfrm>
          <a:off x="0" y="0"/>
          <a:ext cx="0" cy="0"/>
          <a:chOff x="0" y="0"/>
          <a:chExt cx="0" cy="0"/>
        </a:xfrm>
      </p:grpSpPr>
      <p:sp>
        <p:nvSpPr>
          <p:cNvPr id="3267" name="Google Shape;3267;p15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3268" name="Google Shape;3268;p15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3269" name="Google Shape;3269;p155"/>
          <p:cNvSpPr txBox="1"/>
          <p:nvPr>
            <p:ph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What is Ansible Automation Platform?</a:t>
            </a:r>
            <a:endParaRPr>
              <a:latin typeface="Red Hat Display Medium"/>
              <a:ea typeface="Red Hat Display Medium"/>
              <a:cs typeface="Red Hat Display Medium"/>
              <a:sym typeface="Red Hat Display Medium"/>
            </a:endParaRPr>
          </a:p>
        </p:txBody>
      </p:sp>
      <p:sp>
        <p:nvSpPr>
          <p:cNvPr id="3270" name="Google Shape;3270;p155"/>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3271" name="Google Shape;3271;p155"/>
          <p:cNvSpPr txBox="1"/>
          <p:nvPr/>
        </p:nvSpPr>
        <p:spPr>
          <a:xfrm>
            <a:off x="2428875" y="1895475"/>
            <a:ext cx="8248500" cy="2673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300"/>
              </a:spcBef>
              <a:spcAft>
                <a:spcPts val="0"/>
              </a:spcAft>
              <a:buNone/>
            </a:pPr>
            <a:r>
              <a:rPr b="1" i="1" lang="en">
                <a:solidFill>
                  <a:srgbClr val="252525"/>
                </a:solidFill>
                <a:highlight>
                  <a:srgbClr val="FFFFFF"/>
                </a:highlight>
                <a:latin typeface="Red Hat Display"/>
                <a:ea typeface="Red Hat Display"/>
                <a:cs typeface="Red Hat Display"/>
                <a:sym typeface="Red Hat Display"/>
              </a:rPr>
              <a:t>Red Hat Ansible Automation Platform</a:t>
            </a:r>
            <a:r>
              <a:rPr lang="en">
                <a:solidFill>
                  <a:srgbClr val="252525"/>
                </a:solidFill>
                <a:highlight>
                  <a:srgbClr val="FFFFFF"/>
                </a:highlight>
                <a:latin typeface="Red Hat Display Medium"/>
                <a:ea typeface="Red Hat Display Medium"/>
                <a:cs typeface="Red Hat Display Medium"/>
                <a:sym typeface="Red Hat Display Medium"/>
              </a:rPr>
              <a:t> is an enterprise framework for building and operating IT automation at scale, from bare metal servers to hybrid cloud and the edge. </a:t>
            </a:r>
            <a:endParaRPr>
              <a:solidFill>
                <a:srgbClr val="252525"/>
              </a:solidFill>
              <a:highlight>
                <a:srgbClr val="FFFFFF"/>
              </a:highlight>
              <a:latin typeface="Red Hat Display Medium"/>
              <a:ea typeface="Red Hat Display Medium"/>
              <a:cs typeface="Red Hat Display Medium"/>
              <a:sym typeface="Red Hat Display Medium"/>
            </a:endParaRPr>
          </a:p>
          <a:p>
            <a:pPr indent="0" lvl="0" marL="0" rtl="0" algn="l">
              <a:lnSpc>
                <a:spcPct val="150000"/>
              </a:lnSpc>
              <a:spcBef>
                <a:spcPts val="1300"/>
              </a:spcBef>
              <a:spcAft>
                <a:spcPts val="0"/>
              </a:spcAft>
              <a:buNone/>
            </a:pPr>
            <a:r>
              <a:rPr lang="en">
                <a:solidFill>
                  <a:srgbClr val="252525"/>
                </a:solidFill>
                <a:highlight>
                  <a:srgbClr val="FFFFFF"/>
                </a:highlight>
                <a:latin typeface="Red Hat Display Medium"/>
                <a:ea typeface="Red Hat Display Medium"/>
                <a:cs typeface="Red Hat Display Medium"/>
                <a:sym typeface="Red Hat Display Medium"/>
              </a:rPr>
              <a:t>It enables users across an organization to create, share, and manage automation—from development and operations to security and network teams.</a:t>
            </a:r>
            <a:endParaRPr>
              <a:solidFill>
                <a:srgbClr val="252525"/>
              </a:solidFill>
              <a:highlight>
                <a:srgbClr val="FFFFFF"/>
              </a:highlight>
              <a:latin typeface="Red Hat Display Medium"/>
              <a:ea typeface="Red Hat Display Medium"/>
              <a:cs typeface="Red Hat Display Medium"/>
              <a:sym typeface="Red Hat Display Medium"/>
            </a:endParaRPr>
          </a:p>
          <a:p>
            <a:pPr indent="0" lvl="0" marL="0" rtl="0" algn="l">
              <a:lnSpc>
                <a:spcPct val="150000"/>
              </a:lnSpc>
              <a:spcBef>
                <a:spcPts val="1300"/>
              </a:spcBef>
              <a:spcAft>
                <a:spcPts val="0"/>
              </a:spcAft>
              <a:buNone/>
            </a:pPr>
            <a:r>
              <a:rPr lang="en">
                <a:solidFill>
                  <a:srgbClr val="252525"/>
                </a:solidFill>
                <a:highlight>
                  <a:srgbClr val="FFFFFF"/>
                </a:highlight>
                <a:latin typeface="Red Hat Display Medium"/>
                <a:ea typeface="Red Hat Display Medium"/>
                <a:cs typeface="Red Hat Display Medium"/>
                <a:sym typeface="Red Hat Display Medium"/>
              </a:rPr>
              <a:t>A very large ecosystem of partners provide modules and roles for Ansible Automation Platform to manage their technology. From Azure to VMware to AWS and SAP, technology companies providing hardware, networking and software provide certified ansible code for managing their infrastructure.</a:t>
            </a:r>
            <a:endParaRPr>
              <a:solidFill>
                <a:srgbClr val="252525"/>
              </a:solidFill>
              <a:highlight>
                <a:srgbClr val="FFFFFF"/>
              </a:highlight>
              <a:latin typeface="Red Hat Display Medium"/>
              <a:ea typeface="Red Hat Display Medium"/>
              <a:cs typeface="Red Hat Display Medium"/>
              <a:sym typeface="Red Hat Display Medium"/>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5" name="Shape 3275"/>
        <p:cNvGrpSpPr/>
        <p:nvPr/>
      </p:nvGrpSpPr>
      <p:grpSpPr>
        <a:xfrm>
          <a:off x="0" y="0"/>
          <a:ext cx="0" cy="0"/>
          <a:chOff x="0" y="0"/>
          <a:chExt cx="0" cy="0"/>
        </a:xfrm>
      </p:grpSpPr>
      <p:sp>
        <p:nvSpPr>
          <p:cNvPr id="3276" name="Google Shape;3276;p15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3277" name="Google Shape;3277;p15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3278" name="Google Shape;3278;p156"/>
          <p:cNvSpPr txBox="1"/>
          <p:nvPr>
            <p:ph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What is Red Hat Hybrid Cloud Console?</a:t>
            </a:r>
            <a:endParaRPr>
              <a:latin typeface="Red Hat Display Medium"/>
              <a:ea typeface="Red Hat Display Medium"/>
              <a:cs typeface="Red Hat Display Medium"/>
              <a:sym typeface="Red Hat Display Medium"/>
            </a:endParaRPr>
          </a:p>
        </p:txBody>
      </p:sp>
      <p:sp>
        <p:nvSpPr>
          <p:cNvPr id="3279" name="Google Shape;3279;p156"/>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3280" name="Google Shape;3280;p156"/>
          <p:cNvSpPr txBox="1"/>
          <p:nvPr/>
        </p:nvSpPr>
        <p:spPr>
          <a:xfrm>
            <a:off x="2428875" y="1895475"/>
            <a:ext cx="8248500" cy="477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300"/>
              </a:spcBef>
              <a:spcAft>
                <a:spcPts val="0"/>
              </a:spcAft>
              <a:buNone/>
            </a:pPr>
            <a:r>
              <a:rPr b="1" i="1" lang="en">
                <a:solidFill>
                  <a:srgbClr val="252525"/>
                </a:solidFill>
                <a:highlight>
                  <a:srgbClr val="FFFFFF"/>
                </a:highlight>
                <a:latin typeface="Red Hat Display"/>
                <a:ea typeface="Red Hat Display"/>
                <a:cs typeface="Red Hat Display"/>
                <a:sym typeface="Red Hat Display"/>
              </a:rPr>
              <a:t>Red Hat Hybrid Cloud Console</a:t>
            </a:r>
            <a:r>
              <a:rPr lang="en">
                <a:solidFill>
                  <a:srgbClr val="252525"/>
                </a:solidFill>
                <a:highlight>
                  <a:srgbClr val="FFFFFF"/>
                </a:highlight>
                <a:latin typeface="Red Hat Display Medium"/>
                <a:ea typeface="Red Hat Display Medium"/>
                <a:cs typeface="Red Hat Display Medium"/>
                <a:sym typeface="Red Hat Display Medium"/>
              </a:rPr>
              <a:t> is </a:t>
            </a:r>
            <a:endParaRPr>
              <a:solidFill>
                <a:srgbClr val="252525"/>
              </a:solidFill>
              <a:highlight>
                <a:srgbClr val="FFFFFF"/>
              </a:highlight>
              <a:latin typeface="Red Hat Display Medium"/>
              <a:ea typeface="Red Hat Display Medium"/>
              <a:cs typeface="Red Hat Display Medium"/>
              <a:sym typeface="Red Hat Display Medium"/>
            </a:endParaRPr>
          </a:p>
          <a:p>
            <a:pPr indent="-317500" lvl="0" marL="457200" rtl="0" algn="l">
              <a:lnSpc>
                <a:spcPct val="150000"/>
              </a:lnSpc>
              <a:spcBef>
                <a:spcPts val="1300"/>
              </a:spcBef>
              <a:spcAft>
                <a:spcPts val="0"/>
              </a:spcAft>
              <a:buClr>
                <a:srgbClr val="252525"/>
              </a:buClr>
              <a:buSzPts val="1400"/>
              <a:buFont typeface="Red Hat Display Medium"/>
              <a:buChar char="●"/>
            </a:pPr>
            <a:r>
              <a:rPr lang="en">
                <a:solidFill>
                  <a:srgbClr val="252525"/>
                </a:solidFill>
                <a:highlight>
                  <a:srgbClr val="FFFFFF"/>
                </a:highlight>
                <a:latin typeface="Red Hat Display Medium"/>
                <a:ea typeface="Red Hat Display Medium"/>
                <a:cs typeface="Red Hat Display Medium"/>
                <a:sym typeface="Red Hat Display Medium"/>
              </a:rPr>
              <a:t>a managed service </a:t>
            </a:r>
            <a:endParaRPr>
              <a:solidFill>
                <a:srgbClr val="252525"/>
              </a:solidFill>
              <a:highlight>
                <a:srgbClr val="FFFFFF"/>
              </a:highlight>
              <a:latin typeface="Red Hat Display Medium"/>
              <a:ea typeface="Red Hat Display Medium"/>
              <a:cs typeface="Red Hat Display Medium"/>
              <a:sym typeface="Red Hat Display Medium"/>
            </a:endParaRPr>
          </a:p>
          <a:p>
            <a:pPr indent="-317500" lvl="0" marL="457200" rtl="0" algn="l">
              <a:lnSpc>
                <a:spcPct val="150000"/>
              </a:lnSpc>
              <a:spcBef>
                <a:spcPts val="0"/>
              </a:spcBef>
              <a:spcAft>
                <a:spcPts val="0"/>
              </a:spcAft>
              <a:buClr>
                <a:srgbClr val="252525"/>
              </a:buClr>
              <a:buSzPts val="1400"/>
              <a:buFont typeface="Red Hat Display Medium"/>
              <a:buChar char="●"/>
            </a:pPr>
            <a:r>
              <a:rPr lang="en">
                <a:solidFill>
                  <a:srgbClr val="252525"/>
                </a:solidFill>
                <a:highlight>
                  <a:srgbClr val="FFFFFF"/>
                </a:highlight>
                <a:latin typeface="Red Hat Display Medium"/>
                <a:ea typeface="Red Hat Display Medium"/>
                <a:cs typeface="Red Hat Display Medium"/>
                <a:sym typeface="Red Hat Display Medium"/>
              </a:rPr>
              <a:t>continuously analyzes platforms and applications </a:t>
            </a:r>
            <a:endParaRPr>
              <a:solidFill>
                <a:srgbClr val="252525"/>
              </a:solidFill>
              <a:highlight>
                <a:srgbClr val="FFFFFF"/>
              </a:highlight>
              <a:latin typeface="Red Hat Display Medium"/>
              <a:ea typeface="Red Hat Display Medium"/>
              <a:cs typeface="Red Hat Display Medium"/>
              <a:sym typeface="Red Hat Display Medium"/>
            </a:endParaRPr>
          </a:p>
          <a:p>
            <a:pPr indent="-317500" lvl="0" marL="457200" rtl="0" algn="l">
              <a:lnSpc>
                <a:spcPct val="150000"/>
              </a:lnSpc>
              <a:spcBef>
                <a:spcPts val="0"/>
              </a:spcBef>
              <a:spcAft>
                <a:spcPts val="0"/>
              </a:spcAft>
              <a:buClr>
                <a:srgbClr val="252525"/>
              </a:buClr>
              <a:buSzPts val="1400"/>
              <a:buFont typeface="Red Hat Display Medium"/>
              <a:buChar char="●"/>
            </a:pPr>
            <a:r>
              <a:rPr lang="en">
                <a:solidFill>
                  <a:srgbClr val="252525"/>
                </a:solidFill>
                <a:highlight>
                  <a:srgbClr val="FFFFFF"/>
                </a:highlight>
                <a:latin typeface="Red Hat Display Medium"/>
                <a:ea typeface="Red Hat Display Medium"/>
                <a:cs typeface="Red Hat Display Medium"/>
                <a:sym typeface="Red Hat Display Medium"/>
              </a:rPr>
              <a:t>helps enterprises better manage hybrid cloud environments </a:t>
            </a:r>
            <a:endParaRPr>
              <a:solidFill>
                <a:srgbClr val="252525"/>
              </a:solidFill>
              <a:highlight>
                <a:srgbClr val="FFFFFF"/>
              </a:highlight>
              <a:latin typeface="Red Hat Display Medium"/>
              <a:ea typeface="Red Hat Display Medium"/>
              <a:cs typeface="Red Hat Display Medium"/>
              <a:sym typeface="Red Hat Display Medium"/>
            </a:endParaRPr>
          </a:p>
          <a:p>
            <a:pPr indent="-317500" lvl="0" marL="457200" rtl="0" algn="l">
              <a:lnSpc>
                <a:spcPct val="150000"/>
              </a:lnSpc>
              <a:spcBef>
                <a:spcPts val="0"/>
              </a:spcBef>
              <a:spcAft>
                <a:spcPts val="0"/>
              </a:spcAft>
              <a:buClr>
                <a:srgbClr val="252525"/>
              </a:buClr>
              <a:buSzPts val="1400"/>
              <a:buFont typeface="Red Hat Display Medium"/>
              <a:buChar char="●"/>
            </a:pPr>
            <a:r>
              <a:rPr lang="en">
                <a:solidFill>
                  <a:srgbClr val="252525"/>
                </a:solidFill>
                <a:highlight>
                  <a:srgbClr val="FFFFFF"/>
                </a:highlight>
                <a:latin typeface="Red Hat Display Medium"/>
                <a:ea typeface="Red Hat Display Medium"/>
                <a:cs typeface="Red Hat Display Medium"/>
                <a:sym typeface="Red Hat Display Medium"/>
              </a:rPr>
              <a:t>included with Red Hat subscriptions</a:t>
            </a:r>
            <a:endParaRPr>
              <a:solidFill>
                <a:srgbClr val="252525"/>
              </a:solidFill>
              <a:highlight>
                <a:srgbClr val="FFFFFF"/>
              </a:highlight>
              <a:latin typeface="Red Hat Display Medium"/>
              <a:ea typeface="Red Hat Display Medium"/>
              <a:cs typeface="Red Hat Display Medium"/>
              <a:sym typeface="Red Hat Display Medium"/>
            </a:endParaRPr>
          </a:p>
          <a:p>
            <a:pPr indent="-317500" lvl="0" marL="457200" rtl="0" algn="l">
              <a:lnSpc>
                <a:spcPct val="150000"/>
              </a:lnSpc>
              <a:spcBef>
                <a:spcPts val="0"/>
              </a:spcBef>
              <a:spcAft>
                <a:spcPts val="0"/>
              </a:spcAft>
              <a:buClr>
                <a:srgbClr val="252525"/>
              </a:buClr>
              <a:buSzPts val="1400"/>
              <a:buFont typeface="Red Hat Display Medium"/>
              <a:buChar char="●"/>
            </a:pPr>
            <a:r>
              <a:rPr lang="en">
                <a:solidFill>
                  <a:srgbClr val="252525"/>
                </a:solidFill>
                <a:highlight>
                  <a:srgbClr val="FFFFFF"/>
                </a:highlight>
                <a:latin typeface="Red Hat Display Medium"/>
                <a:ea typeface="Red Hat Display Medium"/>
                <a:cs typeface="Red Hat Display Medium"/>
                <a:sym typeface="Red Hat Display Medium"/>
              </a:rPr>
              <a:t>uses predictive analytics and deep domain expertise to reduce complex operational tasks</a:t>
            </a:r>
            <a:endParaRPr>
              <a:solidFill>
                <a:srgbClr val="252525"/>
              </a:solidFill>
              <a:highlight>
                <a:srgbClr val="FFFFFF"/>
              </a:highlight>
              <a:latin typeface="Red Hat Display Medium"/>
              <a:ea typeface="Red Hat Display Medium"/>
              <a:cs typeface="Red Hat Display Medium"/>
              <a:sym typeface="Red Hat Display Medium"/>
            </a:endParaRPr>
          </a:p>
          <a:p>
            <a:pPr indent="-317500" lvl="1" marL="914400" rtl="0" algn="l">
              <a:lnSpc>
                <a:spcPct val="150000"/>
              </a:lnSpc>
              <a:spcBef>
                <a:spcPts val="0"/>
              </a:spcBef>
              <a:spcAft>
                <a:spcPts val="0"/>
              </a:spcAft>
              <a:buClr>
                <a:srgbClr val="252525"/>
              </a:buClr>
              <a:buSzPts val="1400"/>
              <a:buFont typeface="Red Hat Display Medium"/>
              <a:buChar char="○"/>
            </a:pPr>
            <a:r>
              <a:rPr lang="en">
                <a:solidFill>
                  <a:srgbClr val="252525"/>
                </a:solidFill>
                <a:highlight>
                  <a:srgbClr val="FFFFFF"/>
                </a:highlight>
                <a:latin typeface="Red Hat Display Medium"/>
                <a:ea typeface="Red Hat Display Medium"/>
                <a:cs typeface="Red Hat Display Medium"/>
                <a:sym typeface="Red Hat Display Medium"/>
              </a:rPr>
              <a:t>including identifying security and performance risks, tracking licenses, and managing costs.</a:t>
            </a:r>
            <a:endParaRPr>
              <a:solidFill>
                <a:srgbClr val="252525"/>
              </a:solidFill>
              <a:highlight>
                <a:srgbClr val="FFFFFF"/>
              </a:highlight>
              <a:latin typeface="Red Hat Display Medium"/>
              <a:ea typeface="Red Hat Display Medium"/>
              <a:cs typeface="Red Hat Display Medium"/>
              <a:sym typeface="Red Hat Display Medium"/>
            </a:endParaRPr>
          </a:p>
          <a:p>
            <a:pPr indent="0" lvl="0" marL="0" rtl="0" algn="l">
              <a:lnSpc>
                <a:spcPct val="150000"/>
              </a:lnSpc>
              <a:spcBef>
                <a:spcPts val="1300"/>
              </a:spcBef>
              <a:spcAft>
                <a:spcPts val="0"/>
              </a:spcAft>
              <a:buNone/>
            </a:pPr>
            <a:r>
              <a:rPr lang="en">
                <a:solidFill>
                  <a:srgbClr val="252525"/>
                </a:solidFill>
                <a:highlight>
                  <a:srgbClr val="FFFFFF"/>
                </a:highlight>
                <a:latin typeface="Red Hat Display Medium"/>
                <a:ea typeface="Red Hat Display Medium"/>
                <a:cs typeface="Red Hat Display Medium"/>
                <a:sym typeface="Red Hat Display Medium"/>
              </a:rPr>
              <a:t>Focuses on areas of operations, security, and business, Insights proactively alerts administrators and stakeholders before an outage, security event, or overspending occurs. By helping teams stay ahead of critical operational issues, Insights frees up resources to focus on the delivery of new features and innovation.</a:t>
            </a:r>
            <a:endParaRPr>
              <a:solidFill>
                <a:srgbClr val="252525"/>
              </a:solidFill>
              <a:highlight>
                <a:srgbClr val="FFFFFF"/>
              </a:highlight>
              <a:latin typeface="Red Hat Display Medium"/>
              <a:ea typeface="Red Hat Display Medium"/>
              <a:cs typeface="Red Hat Display Medium"/>
              <a:sym typeface="Red Hat Display Medium"/>
            </a:endParaRPr>
          </a:p>
          <a:p>
            <a:pPr indent="0" lvl="0" marL="0" rtl="0" algn="l">
              <a:lnSpc>
                <a:spcPct val="150000"/>
              </a:lnSpc>
              <a:spcBef>
                <a:spcPts val="1300"/>
              </a:spcBef>
              <a:spcAft>
                <a:spcPts val="0"/>
              </a:spcAft>
              <a:buNone/>
            </a:pPr>
            <a:r>
              <a:t/>
            </a:r>
            <a:endParaRPr>
              <a:solidFill>
                <a:srgbClr val="252525"/>
              </a:solidFill>
              <a:highlight>
                <a:srgbClr val="FFFFFF"/>
              </a:highlight>
              <a:latin typeface="Red Hat Display Medium"/>
              <a:ea typeface="Red Hat Display Medium"/>
              <a:cs typeface="Red Hat Display Medium"/>
              <a:sym typeface="Red Hat Display Medium"/>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4" name="Shape 3284"/>
        <p:cNvGrpSpPr/>
        <p:nvPr/>
      </p:nvGrpSpPr>
      <p:grpSpPr>
        <a:xfrm>
          <a:off x="0" y="0"/>
          <a:ext cx="0" cy="0"/>
          <a:chOff x="0" y="0"/>
          <a:chExt cx="0" cy="0"/>
        </a:xfrm>
      </p:grpSpPr>
      <p:sp>
        <p:nvSpPr>
          <p:cNvPr id="3285" name="Google Shape;3285;p15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3286" name="Google Shape;3286;p15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3287" name="Google Shape;3287;p157"/>
          <p:cNvSpPr txBox="1"/>
          <p:nvPr>
            <p:ph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What is Red Hat Image Builder?</a:t>
            </a:r>
            <a:endParaRPr>
              <a:latin typeface="Red Hat Display Medium"/>
              <a:ea typeface="Red Hat Display Medium"/>
              <a:cs typeface="Red Hat Display Medium"/>
              <a:sym typeface="Red Hat Display Medium"/>
            </a:endParaRPr>
          </a:p>
        </p:txBody>
      </p:sp>
      <p:sp>
        <p:nvSpPr>
          <p:cNvPr id="3288" name="Google Shape;3288;p157"/>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3289" name="Google Shape;3289;p157"/>
          <p:cNvSpPr txBox="1"/>
          <p:nvPr/>
        </p:nvSpPr>
        <p:spPr>
          <a:xfrm>
            <a:off x="2428875" y="1895475"/>
            <a:ext cx="8248500" cy="3152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300"/>
              </a:spcBef>
              <a:spcAft>
                <a:spcPts val="0"/>
              </a:spcAft>
              <a:buNone/>
            </a:pPr>
            <a:r>
              <a:rPr b="1" i="1" lang="en">
                <a:solidFill>
                  <a:srgbClr val="252525"/>
                </a:solidFill>
                <a:highlight>
                  <a:srgbClr val="FFFFFF"/>
                </a:highlight>
                <a:latin typeface="Red Hat Display"/>
                <a:ea typeface="Red Hat Display"/>
                <a:cs typeface="Red Hat Display"/>
                <a:sym typeface="Red Hat Display"/>
              </a:rPr>
              <a:t>Red Hat Image Builder</a:t>
            </a:r>
            <a:r>
              <a:rPr lang="en">
                <a:solidFill>
                  <a:srgbClr val="252525"/>
                </a:solidFill>
                <a:highlight>
                  <a:srgbClr val="FFFFFF"/>
                </a:highlight>
                <a:latin typeface="Red Hat Display Medium"/>
                <a:ea typeface="Red Hat Display Medium"/>
                <a:cs typeface="Red Hat Display Medium"/>
                <a:sym typeface="Red Hat Display Medium"/>
              </a:rPr>
              <a:t> </a:t>
            </a:r>
            <a:endParaRPr>
              <a:solidFill>
                <a:srgbClr val="252525"/>
              </a:solidFill>
              <a:highlight>
                <a:srgbClr val="FFFFFF"/>
              </a:highlight>
              <a:latin typeface="Red Hat Display Medium"/>
              <a:ea typeface="Red Hat Display Medium"/>
              <a:cs typeface="Red Hat Display Medium"/>
              <a:sym typeface="Red Hat Display Medium"/>
            </a:endParaRPr>
          </a:p>
          <a:p>
            <a:pPr indent="-317500" lvl="0" marL="457200" rtl="0" algn="l">
              <a:lnSpc>
                <a:spcPct val="150000"/>
              </a:lnSpc>
              <a:spcBef>
                <a:spcPts val="1300"/>
              </a:spcBef>
              <a:spcAft>
                <a:spcPts val="0"/>
              </a:spcAft>
              <a:buClr>
                <a:srgbClr val="252525"/>
              </a:buClr>
              <a:buSzPts val="1400"/>
              <a:buFont typeface="Red Hat Display Medium"/>
              <a:buChar char="●"/>
            </a:pPr>
            <a:r>
              <a:rPr lang="en">
                <a:solidFill>
                  <a:srgbClr val="252525"/>
                </a:solidFill>
                <a:highlight>
                  <a:srgbClr val="FFFFFF"/>
                </a:highlight>
                <a:latin typeface="Red Hat Display Medium"/>
                <a:ea typeface="Red Hat Display Medium"/>
                <a:cs typeface="Red Hat Display Medium"/>
                <a:sym typeface="Red Hat Display Medium"/>
              </a:rPr>
              <a:t>creates customized system images of RHEL, including system images prepared:</a:t>
            </a:r>
            <a:endParaRPr>
              <a:solidFill>
                <a:srgbClr val="252525"/>
              </a:solidFill>
              <a:highlight>
                <a:srgbClr val="FFFFFF"/>
              </a:highlight>
              <a:latin typeface="Red Hat Display Medium"/>
              <a:ea typeface="Red Hat Display Medium"/>
              <a:cs typeface="Red Hat Display Medium"/>
              <a:sym typeface="Red Hat Display Medium"/>
            </a:endParaRPr>
          </a:p>
          <a:p>
            <a:pPr indent="-317500" lvl="1" marL="914400" rtl="0" algn="l">
              <a:lnSpc>
                <a:spcPct val="150000"/>
              </a:lnSpc>
              <a:spcBef>
                <a:spcPts val="0"/>
              </a:spcBef>
              <a:spcAft>
                <a:spcPts val="0"/>
              </a:spcAft>
              <a:buClr>
                <a:srgbClr val="252525"/>
              </a:buClr>
              <a:buSzPts val="1400"/>
              <a:buFont typeface="Red Hat Display Medium"/>
              <a:buChar char="○"/>
            </a:pPr>
            <a:r>
              <a:rPr lang="en">
                <a:solidFill>
                  <a:srgbClr val="252525"/>
                </a:solidFill>
                <a:highlight>
                  <a:srgbClr val="FFFFFF"/>
                </a:highlight>
                <a:latin typeface="Red Hat Display Medium"/>
                <a:ea typeface="Red Hat Display Medium"/>
                <a:cs typeface="Red Hat Display Medium"/>
                <a:sym typeface="Red Hat Display Medium"/>
              </a:rPr>
              <a:t>Azure, AWS and other cloud providers</a:t>
            </a:r>
            <a:endParaRPr>
              <a:solidFill>
                <a:srgbClr val="252525"/>
              </a:solidFill>
              <a:highlight>
                <a:srgbClr val="FFFFFF"/>
              </a:highlight>
              <a:latin typeface="Red Hat Display Medium"/>
              <a:ea typeface="Red Hat Display Medium"/>
              <a:cs typeface="Red Hat Display Medium"/>
              <a:sym typeface="Red Hat Display Medium"/>
            </a:endParaRPr>
          </a:p>
          <a:p>
            <a:pPr indent="-317500" lvl="1" marL="914400" rtl="0" algn="l">
              <a:lnSpc>
                <a:spcPct val="150000"/>
              </a:lnSpc>
              <a:spcBef>
                <a:spcPts val="0"/>
              </a:spcBef>
              <a:spcAft>
                <a:spcPts val="0"/>
              </a:spcAft>
              <a:buClr>
                <a:srgbClr val="252525"/>
              </a:buClr>
              <a:buSzPts val="1400"/>
              <a:buFont typeface="Red Hat Display Medium"/>
              <a:buChar char="○"/>
            </a:pPr>
            <a:r>
              <a:rPr lang="en">
                <a:solidFill>
                  <a:srgbClr val="252525"/>
                </a:solidFill>
                <a:highlight>
                  <a:srgbClr val="FFFFFF"/>
                </a:highlight>
                <a:latin typeface="Red Hat Display Medium"/>
                <a:ea typeface="Red Hat Display Medium"/>
                <a:cs typeface="Red Hat Display Medium"/>
                <a:sym typeface="Red Hat Display Medium"/>
              </a:rPr>
              <a:t>VM images for KVM, OpenShift Virtualization, VMware, and HyperV </a:t>
            </a:r>
            <a:endParaRPr>
              <a:solidFill>
                <a:srgbClr val="252525"/>
              </a:solidFill>
              <a:highlight>
                <a:srgbClr val="FFFFFF"/>
              </a:highlight>
              <a:latin typeface="Red Hat Display Medium"/>
              <a:ea typeface="Red Hat Display Medium"/>
              <a:cs typeface="Red Hat Display Medium"/>
              <a:sym typeface="Red Hat Display Medium"/>
            </a:endParaRPr>
          </a:p>
          <a:p>
            <a:pPr indent="-317500" lvl="1" marL="914400" rtl="0" algn="l">
              <a:lnSpc>
                <a:spcPct val="150000"/>
              </a:lnSpc>
              <a:spcBef>
                <a:spcPts val="0"/>
              </a:spcBef>
              <a:spcAft>
                <a:spcPts val="0"/>
              </a:spcAft>
              <a:buClr>
                <a:srgbClr val="252525"/>
              </a:buClr>
              <a:buSzPts val="1400"/>
              <a:buFont typeface="Red Hat Display Medium"/>
              <a:buChar char="○"/>
            </a:pPr>
            <a:r>
              <a:rPr lang="en">
                <a:solidFill>
                  <a:srgbClr val="252525"/>
                </a:solidFill>
                <a:highlight>
                  <a:srgbClr val="FFFFFF"/>
                </a:highlight>
                <a:latin typeface="Red Hat Display Medium"/>
                <a:ea typeface="Red Hat Display Medium"/>
                <a:cs typeface="Red Hat Display Medium"/>
                <a:sym typeface="Red Hat Display Medium"/>
              </a:rPr>
              <a:t>RPM-OSTree images for RHEL for Edge and other immutable image use cases</a:t>
            </a:r>
            <a:endParaRPr>
              <a:solidFill>
                <a:srgbClr val="252525"/>
              </a:solidFill>
              <a:highlight>
                <a:srgbClr val="FFFFFF"/>
              </a:highlight>
              <a:latin typeface="Red Hat Display Medium"/>
              <a:ea typeface="Red Hat Display Medium"/>
              <a:cs typeface="Red Hat Display Medium"/>
              <a:sym typeface="Red Hat Display Medium"/>
            </a:endParaRPr>
          </a:p>
          <a:p>
            <a:pPr indent="-317500" lvl="0" marL="457200" rtl="0" algn="l">
              <a:lnSpc>
                <a:spcPct val="150000"/>
              </a:lnSpc>
              <a:spcBef>
                <a:spcPts val="0"/>
              </a:spcBef>
              <a:spcAft>
                <a:spcPts val="0"/>
              </a:spcAft>
              <a:buClr>
                <a:srgbClr val="252525"/>
              </a:buClr>
              <a:buSzPts val="1400"/>
              <a:buFont typeface="Red Hat Display Medium"/>
              <a:buChar char="●"/>
            </a:pPr>
            <a:r>
              <a:rPr lang="en">
                <a:solidFill>
                  <a:srgbClr val="252525"/>
                </a:solidFill>
                <a:highlight>
                  <a:srgbClr val="FFFFFF"/>
                </a:highlight>
                <a:latin typeface="Red Hat Display Medium"/>
                <a:ea typeface="Red Hat Display Medium"/>
                <a:cs typeface="Red Hat Display Medium"/>
                <a:sym typeface="Red Hat Display Medium"/>
              </a:rPr>
              <a:t>automatically handles the setup details for each output type </a:t>
            </a:r>
            <a:endParaRPr>
              <a:solidFill>
                <a:srgbClr val="252525"/>
              </a:solidFill>
              <a:highlight>
                <a:srgbClr val="FFFFFF"/>
              </a:highlight>
              <a:latin typeface="Red Hat Display Medium"/>
              <a:ea typeface="Red Hat Display Medium"/>
              <a:cs typeface="Red Hat Display Medium"/>
              <a:sym typeface="Red Hat Display Medium"/>
            </a:endParaRPr>
          </a:p>
          <a:p>
            <a:pPr indent="-317500" lvl="0" marL="457200" rtl="0" algn="l">
              <a:lnSpc>
                <a:spcPct val="150000"/>
              </a:lnSpc>
              <a:spcBef>
                <a:spcPts val="0"/>
              </a:spcBef>
              <a:spcAft>
                <a:spcPts val="0"/>
              </a:spcAft>
              <a:buClr>
                <a:srgbClr val="252525"/>
              </a:buClr>
              <a:buSzPts val="1400"/>
              <a:buFont typeface="Red Hat Display Medium"/>
              <a:buChar char="●"/>
            </a:pPr>
            <a:r>
              <a:rPr lang="en">
                <a:solidFill>
                  <a:srgbClr val="252525"/>
                </a:solidFill>
                <a:highlight>
                  <a:srgbClr val="FFFFFF"/>
                </a:highlight>
                <a:latin typeface="Red Hat Display Medium"/>
                <a:ea typeface="Red Hat Display Medium"/>
                <a:cs typeface="Red Hat Display Medium"/>
                <a:sym typeface="Red Hat Display Medium"/>
              </a:rPr>
              <a:t>can push to target platforms</a:t>
            </a:r>
            <a:endParaRPr>
              <a:solidFill>
                <a:srgbClr val="252525"/>
              </a:solidFill>
              <a:highlight>
                <a:srgbClr val="FFFFFF"/>
              </a:highlight>
              <a:latin typeface="Red Hat Display Medium"/>
              <a:ea typeface="Red Hat Display Medium"/>
              <a:cs typeface="Red Hat Display Medium"/>
              <a:sym typeface="Red Hat Display Medium"/>
            </a:endParaRPr>
          </a:p>
          <a:p>
            <a:pPr indent="-317500" lvl="0" marL="457200" rtl="0" algn="l">
              <a:lnSpc>
                <a:spcPct val="150000"/>
              </a:lnSpc>
              <a:spcBef>
                <a:spcPts val="0"/>
              </a:spcBef>
              <a:spcAft>
                <a:spcPts val="0"/>
              </a:spcAft>
              <a:buClr>
                <a:srgbClr val="252525"/>
              </a:buClr>
              <a:buSzPts val="1400"/>
              <a:buFont typeface="Red Hat Display Medium"/>
              <a:buChar char="●"/>
            </a:pPr>
            <a:r>
              <a:rPr lang="en">
                <a:solidFill>
                  <a:srgbClr val="252525"/>
                </a:solidFill>
                <a:highlight>
                  <a:srgbClr val="FFFFFF"/>
                </a:highlight>
                <a:latin typeface="Red Hat Display Medium"/>
                <a:ea typeface="Red Hat Display Medium"/>
                <a:cs typeface="Red Hat Display Medium"/>
                <a:sym typeface="Red Hat Display Medium"/>
              </a:rPr>
              <a:t>easier to use and faster to work with than manual methods of image creation. </a:t>
            </a:r>
            <a:endParaRPr>
              <a:solidFill>
                <a:srgbClr val="252525"/>
              </a:solidFill>
              <a:highlight>
                <a:srgbClr val="FFFFFF"/>
              </a:highlight>
              <a:latin typeface="Red Hat Display Medium"/>
              <a:ea typeface="Red Hat Display Medium"/>
              <a:cs typeface="Red Hat Display Medium"/>
              <a:sym typeface="Red Hat Display Medium"/>
            </a:endParaRPr>
          </a:p>
          <a:p>
            <a:pPr indent="-317500" lvl="0" marL="457200" rtl="0" algn="l">
              <a:lnSpc>
                <a:spcPct val="150000"/>
              </a:lnSpc>
              <a:spcBef>
                <a:spcPts val="0"/>
              </a:spcBef>
              <a:spcAft>
                <a:spcPts val="0"/>
              </a:spcAft>
              <a:buClr>
                <a:srgbClr val="252525"/>
              </a:buClr>
              <a:buSzPts val="1400"/>
              <a:buFont typeface="Red Hat Display Medium"/>
              <a:buChar char="●"/>
            </a:pPr>
            <a:r>
              <a:rPr lang="en">
                <a:solidFill>
                  <a:srgbClr val="252525"/>
                </a:solidFill>
                <a:highlight>
                  <a:srgbClr val="FFFFFF"/>
                </a:highlight>
                <a:latin typeface="Red Hat Display Medium"/>
                <a:ea typeface="Red Hat Display Medium"/>
                <a:cs typeface="Red Hat Display Medium"/>
                <a:sym typeface="Red Hat Display Medium"/>
              </a:rPr>
              <a:t>composer-cli, RHEL web console, or through automation</a:t>
            </a:r>
            <a:endParaRPr>
              <a:latin typeface="Red Hat Display Medium"/>
              <a:ea typeface="Red Hat Display Medium"/>
              <a:cs typeface="Red Hat Display Medium"/>
              <a:sym typeface="Red Hat Display Medium"/>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3" name="Shape 3293"/>
        <p:cNvGrpSpPr/>
        <p:nvPr/>
      </p:nvGrpSpPr>
      <p:grpSpPr>
        <a:xfrm>
          <a:off x="0" y="0"/>
          <a:ext cx="0" cy="0"/>
          <a:chOff x="0" y="0"/>
          <a:chExt cx="0" cy="0"/>
        </a:xfrm>
      </p:grpSpPr>
      <p:sp>
        <p:nvSpPr>
          <p:cNvPr id="3294" name="Google Shape;3294;p15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3295" name="Google Shape;3295;p158"/>
          <p:cNvSpPr txBox="1"/>
          <p:nvPr>
            <p:ph type="title"/>
          </p:nvPr>
        </p:nvSpPr>
        <p:spPr>
          <a:xfrm>
            <a:off x="2076025" y="1883250"/>
            <a:ext cx="7992000" cy="307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4600">
                <a:latin typeface="Red Hat Display"/>
                <a:ea typeface="Red Hat Display"/>
                <a:cs typeface="Red Hat Display"/>
                <a:sym typeface="Red Hat Display"/>
              </a:rPr>
              <a:t>Deploying the </a:t>
            </a:r>
            <a:r>
              <a:rPr lang="en" sz="4600">
                <a:latin typeface="Red Hat Display"/>
                <a:ea typeface="Red Hat Display"/>
                <a:cs typeface="Red Hat Display"/>
                <a:sym typeface="Red Hat Display"/>
              </a:rPr>
              <a:t>Standard Operating Environment </a:t>
            </a:r>
            <a:endParaRPr sz="4600">
              <a:latin typeface="Red Hat Display"/>
              <a:ea typeface="Red Hat Display"/>
              <a:cs typeface="Red Hat Display"/>
              <a:sym typeface="Red Hat Display"/>
            </a:endParaRPr>
          </a:p>
          <a:p>
            <a:pPr indent="0" lvl="0" marL="0" rtl="0" algn="l">
              <a:spcBef>
                <a:spcPts val="0"/>
              </a:spcBef>
              <a:spcAft>
                <a:spcPts val="0"/>
              </a:spcAft>
              <a:buNone/>
            </a:pPr>
            <a:r>
              <a:rPr lang="en" sz="4600">
                <a:latin typeface="Red Hat Display"/>
                <a:ea typeface="Red Hat Display"/>
                <a:cs typeface="Red Hat Display"/>
                <a:sym typeface="Red Hat Display"/>
              </a:rPr>
              <a:t>Infrastructure</a:t>
            </a:r>
            <a:endParaRPr sz="4600">
              <a:latin typeface="Red Hat Display"/>
              <a:ea typeface="Red Hat Display"/>
              <a:cs typeface="Red Hat Display"/>
              <a:sym typeface="Red Hat Display"/>
            </a:endParaRPr>
          </a:p>
        </p:txBody>
      </p:sp>
      <p:sp>
        <p:nvSpPr>
          <p:cNvPr id="3296" name="Google Shape;3296;p15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0" name="Shape 3300"/>
        <p:cNvGrpSpPr/>
        <p:nvPr/>
      </p:nvGrpSpPr>
      <p:grpSpPr>
        <a:xfrm>
          <a:off x="0" y="0"/>
          <a:ext cx="0" cy="0"/>
          <a:chOff x="0" y="0"/>
          <a:chExt cx="0" cy="0"/>
        </a:xfrm>
      </p:grpSpPr>
      <p:sp>
        <p:nvSpPr>
          <p:cNvPr id="3301" name="Google Shape;3301;p15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3302" name="Google Shape;3302;p159"/>
          <p:cNvSpPr txBox="1"/>
          <p:nvPr>
            <p:ph idx="4294967295"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Model, Conditions, Control</a:t>
            </a:r>
            <a:endParaRPr>
              <a:latin typeface="Red Hat Display Medium"/>
              <a:ea typeface="Red Hat Display Medium"/>
              <a:cs typeface="Red Hat Display Medium"/>
              <a:sym typeface="Red Hat Display Medium"/>
            </a:endParaRPr>
          </a:p>
        </p:txBody>
      </p:sp>
      <p:pic>
        <p:nvPicPr>
          <p:cNvPr id="3303" name="Google Shape;3303;p159"/>
          <p:cNvPicPr preferRelativeResize="0"/>
          <p:nvPr/>
        </p:nvPicPr>
        <p:blipFill rotWithShape="1">
          <a:blip r:embed="rId3">
            <a:alphaModFix/>
          </a:blip>
          <a:srcRect b="0" l="845" r="845" t="0"/>
          <a:stretch/>
        </p:blipFill>
        <p:spPr>
          <a:xfrm>
            <a:off x="4014950" y="2480750"/>
            <a:ext cx="3939225" cy="1896500"/>
          </a:xfrm>
          <a:prstGeom prst="rect">
            <a:avLst/>
          </a:prstGeom>
          <a:noFill/>
          <a:ln>
            <a:noFill/>
          </a:ln>
        </p:spPr>
      </p:pic>
      <p:sp>
        <p:nvSpPr>
          <p:cNvPr id="3304" name="Google Shape;3304;p159"/>
          <p:cNvSpPr txBox="1"/>
          <p:nvPr/>
        </p:nvSpPr>
        <p:spPr>
          <a:xfrm>
            <a:off x="6481742" y="2111506"/>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Monitor</a:t>
            </a:r>
            <a:endParaRPr b="1">
              <a:latin typeface="Red Hat Display"/>
              <a:ea typeface="Red Hat Display"/>
              <a:cs typeface="Red Hat Display"/>
              <a:sym typeface="Red Hat Display"/>
            </a:endParaRPr>
          </a:p>
        </p:txBody>
      </p:sp>
      <p:sp>
        <p:nvSpPr>
          <p:cNvPr id="3305" name="Google Shape;3305;p159"/>
          <p:cNvSpPr txBox="1"/>
          <p:nvPr/>
        </p:nvSpPr>
        <p:spPr>
          <a:xfrm>
            <a:off x="6376892" y="4346294"/>
            <a:ext cx="10860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Configure</a:t>
            </a:r>
            <a:endParaRPr b="1">
              <a:latin typeface="Red Hat Display"/>
              <a:ea typeface="Red Hat Display"/>
              <a:cs typeface="Red Hat Display"/>
              <a:sym typeface="Red Hat Display"/>
            </a:endParaRPr>
          </a:p>
        </p:txBody>
      </p:sp>
      <p:sp>
        <p:nvSpPr>
          <p:cNvPr id="3306" name="Google Shape;3306;p159"/>
          <p:cNvSpPr txBox="1"/>
          <p:nvPr/>
        </p:nvSpPr>
        <p:spPr>
          <a:xfrm>
            <a:off x="4595608" y="2111506"/>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Deploy</a:t>
            </a:r>
            <a:endParaRPr b="1">
              <a:latin typeface="Red Hat Display"/>
              <a:ea typeface="Red Hat Display"/>
              <a:cs typeface="Red Hat Display"/>
              <a:sym typeface="Red Hat Display"/>
            </a:endParaRPr>
          </a:p>
        </p:txBody>
      </p:sp>
      <p:sp>
        <p:nvSpPr>
          <p:cNvPr id="3307" name="Google Shape;3307;p159"/>
          <p:cNvSpPr txBox="1"/>
          <p:nvPr/>
        </p:nvSpPr>
        <p:spPr>
          <a:xfrm>
            <a:off x="4595608" y="4346294"/>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Review</a:t>
            </a:r>
            <a:endParaRPr b="1">
              <a:latin typeface="Red Hat Display"/>
              <a:ea typeface="Red Hat Display"/>
              <a:cs typeface="Red Hat Display"/>
              <a:sym typeface="Red Hat Display"/>
            </a:endParaRPr>
          </a:p>
        </p:txBody>
      </p:sp>
      <p:sp>
        <p:nvSpPr>
          <p:cNvPr id="3308" name="Google Shape;3308;p159"/>
          <p:cNvSpPr txBox="1"/>
          <p:nvPr/>
        </p:nvSpPr>
        <p:spPr>
          <a:xfrm>
            <a:off x="7758275" y="2789750"/>
            <a:ext cx="20724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Maintain/Destroy</a:t>
            </a:r>
            <a:endParaRPr b="1">
              <a:latin typeface="Red Hat Display"/>
              <a:ea typeface="Red Hat Display"/>
              <a:cs typeface="Red Hat Display"/>
              <a:sym typeface="Red Hat Display"/>
            </a:endParaRPr>
          </a:p>
        </p:txBody>
      </p:sp>
      <p:sp>
        <p:nvSpPr>
          <p:cNvPr id="3309" name="Google Shape;3309;p159"/>
          <p:cNvSpPr txBox="1"/>
          <p:nvPr/>
        </p:nvSpPr>
        <p:spPr>
          <a:xfrm>
            <a:off x="7863125" y="3668050"/>
            <a:ext cx="1638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Manage/Test</a:t>
            </a:r>
            <a:endParaRPr b="1">
              <a:latin typeface="Red Hat Display"/>
              <a:ea typeface="Red Hat Display"/>
              <a:cs typeface="Red Hat Display"/>
              <a:sym typeface="Red Hat Display"/>
            </a:endParaRPr>
          </a:p>
        </p:txBody>
      </p:sp>
      <p:sp>
        <p:nvSpPr>
          <p:cNvPr id="3310" name="Google Shape;3310;p159"/>
          <p:cNvSpPr txBox="1"/>
          <p:nvPr/>
        </p:nvSpPr>
        <p:spPr>
          <a:xfrm>
            <a:off x="3209575" y="2789750"/>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Deliver</a:t>
            </a:r>
            <a:endParaRPr b="1">
              <a:latin typeface="Red Hat Display"/>
              <a:ea typeface="Red Hat Display"/>
              <a:cs typeface="Red Hat Display"/>
              <a:sym typeface="Red Hat Display"/>
            </a:endParaRPr>
          </a:p>
        </p:txBody>
      </p:sp>
      <p:sp>
        <p:nvSpPr>
          <p:cNvPr id="3311" name="Google Shape;3311;p159"/>
          <p:cNvSpPr txBox="1"/>
          <p:nvPr/>
        </p:nvSpPr>
        <p:spPr>
          <a:xfrm>
            <a:off x="3218329" y="3668040"/>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Define</a:t>
            </a:r>
            <a:endParaRPr b="1">
              <a:latin typeface="Red Hat Display"/>
              <a:ea typeface="Red Hat Display"/>
              <a:cs typeface="Red Hat Display"/>
              <a:sym typeface="Red Hat Display"/>
            </a:endParaRPr>
          </a:p>
        </p:txBody>
      </p:sp>
      <p:sp>
        <p:nvSpPr>
          <p:cNvPr id="3312" name="Google Shape;3312;p159"/>
          <p:cNvSpPr txBox="1"/>
          <p:nvPr/>
        </p:nvSpPr>
        <p:spPr>
          <a:xfrm>
            <a:off x="2653200" y="5038725"/>
            <a:ext cx="72201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600">
                <a:latin typeface="Red Hat Display SemiBold"/>
                <a:ea typeface="Red Hat Display SemiBold"/>
                <a:cs typeface="Red Hat Display SemiBold"/>
                <a:sym typeface="Red Hat Display SemiBold"/>
              </a:rPr>
              <a:t>Goal: Deliver a pipeline for one or more models</a:t>
            </a:r>
            <a:endParaRPr sz="2600">
              <a:latin typeface="Red Hat Display SemiBold"/>
              <a:ea typeface="Red Hat Display SemiBold"/>
              <a:cs typeface="Red Hat Display SemiBold"/>
              <a:sym typeface="Red Hat Display SemiBold"/>
            </a:endParaRPr>
          </a:p>
        </p:txBody>
      </p:sp>
      <p:sp>
        <p:nvSpPr>
          <p:cNvPr id="3313" name="Google Shape;3313;p15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7" name="Shape 3317"/>
        <p:cNvGrpSpPr/>
        <p:nvPr/>
      </p:nvGrpSpPr>
      <p:grpSpPr>
        <a:xfrm>
          <a:off x="0" y="0"/>
          <a:ext cx="0" cy="0"/>
          <a:chOff x="0" y="0"/>
          <a:chExt cx="0" cy="0"/>
        </a:xfrm>
      </p:grpSpPr>
      <p:sp>
        <p:nvSpPr>
          <p:cNvPr id="3318" name="Google Shape;3318;p160"/>
          <p:cNvSpPr txBox="1"/>
          <p:nvPr>
            <p:ph idx="4294967295"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200"/>
              <a:t>Provisioning SOE Systems</a:t>
            </a:r>
            <a:endParaRPr sz="3200"/>
          </a:p>
        </p:txBody>
      </p:sp>
      <p:sp>
        <p:nvSpPr>
          <p:cNvPr id="3319" name="Google Shape;3319;p16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3320" name="Google Shape;3320;p160"/>
          <p:cNvPicPr preferRelativeResize="0"/>
          <p:nvPr/>
        </p:nvPicPr>
        <p:blipFill rotWithShape="1">
          <a:blip r:embed="rId3">
            <a:alphaModFix/>
          </a:blip>
          <a:srcRect b="25702" l="0" r="0" t="28126"/>
          <a:stretch/>
        </p:blipFill>
        <p:spPr>
          <a:xfrm>
            <a:off x="9257441" y="4740292"/>
            <a:ext cx="914400" cy="422175"/>
          </a:xfrm>
          <a:prstGeom prst="rect">
            <a:avLst/>
          </a:prstGeom>
          <a:noFill/>
          <a:ln>
            <a:noFill/>
          </a:ln>
        </p:spPr>
      </p:pic>
      <p:pic>
        <p:nvPicPr>
          <p:cNvPr id="3321" name="Google Shape;3321;p160"/>
          <p:cNvPicPr preferRelativeResize="0"/>
          <p:nvPr/>
        </p:nvPicPr>
        <p:blipFill rotWithShape="1">
          <a:blip r:embed="rId4">
            <a:alphaModFix/>
          </a:blip>
          <a:srcRect b="19054" l="0" r="0" t="19757"/>
          <a:stretch/>
        </p:blipFill>
        <p:spPr>
          <a:xfrm>
            <a:off x="5423025" y="4671620"/>
            <a:ext cx="914400" cy="559500"/>
          </a:xfrm>
          <a:prstGeom prst="rect">
            <a:avLst/>
          </a:prstGeom>
          <a:noFill/>
          <a:ln>
            <a:noFill/>
          </a:ln>
        </p:spPr>
      </p:pic>
      <p:grpSp>
        <p:nvGrpSpPr>
          <p:cNvPr id="3322" name="Google Shape;3322;p160"/>
          <p:cNvGrpSpPr/>
          <p:nvPr/>
        </p:nvGrpSpPr>
        <p:grpSpPr>
          <a:xfrm>
            <a:off x="8001425" y="4671613"/>
            <a:ext cx="914400" cy="559500"/>
            <a:chOff x="3899025" y="4752650"/>
            <a:chExt cx="914400" cy="559500"/>
          </a:xfrm>
        </p:grpSpPr>
        <p:pic>
          <p:nvPicPr>
            <p:cNvPr id="3323" name="Google Shape;3323;p160"/>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3324" name="Google Shape;3324;p160"/>
            <p:cNvPicPr preferRelativeResize="0"/>
            <p:nvPr/>
          </p:nvPicPr>
          <p:blipFill>
            <a:blip r:embed="rId5">
              <a:alphaModFix/>
            </a:blip>
            <a:stretch>
              <a:fillRect/>
            </a:stretch>
          </p:blipFill>
          <p:spPr>
            <a:xfrm>
              <a:off x="4302575" y="4883351"/>
              <a:ext cx="275675" cy="275675"/>
            </a:xfrm>
            <a:prstGeom prst="rect">
              <a:avLst/>
            </a:prstGeom>
            <a:noFill/>
            <a:ln>
              <a:noFill/>
            </a:ln>
          </p:spPr>
        </p:pic>
      </p:grpSp>
      <p:cxnSp>
        <p:nvCxnSpPr>
          <p:cNvPr id="3325" name="Google Shape;3325;p160"/>
          <p:cNvCxnSpPr>
            <a:stCxn id="3326" idx="6"/>
            <a:endCxn id="3327" idx="1"/>
          </p:cNvCxnSpPr>
          <p:nvPr/>
        </p:nvCxnSpPr>
        <p:spPr>
          <a:xfrm>
            <a:off x="3406264" y="2817525"/>
            <a:ext cx="4528800" cy="1328400"/>
          </a:xfrm>
          <a:prstGeom prst="curvedConnector2">
            <a:avLst/>
          </a:prstGeom>
          <a:noFill/>
          <a:ln cap="flat" cmpd="sng" w="19050">
            <a:solidFill>
              <a:schemeClr val="dk1"/>
            </a:solidFill>
            <a:prstDash val="solid"/>
            <a:round/>
            <a:headEnd len="med" w="med" type="none"/>
            <a:tailEnd len="med" w="med" type="triangle"/>
          </a:ln>
        </p:spPr>
      </p:cxnSp>
      <p:sp>
        <p:nvSpPr>
          <p:cNvPr id="3328" name="Google Shape;3328;p160"/>
          <p:cNvSpPr txBox="1"/>
          <p:nvPr/>
        </p:nvSpPr>
        <p:spPr>
          <a:xfrm>
            <a:off x="9206317" y="4413300"/>
            <a:ext cx="1104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Bare Metal</a:t>
            </a:r>
            <a:endParaRPr>
              <a:latin typeface="Overpass Light"/>
              <a:ea typeface="Overpass Light"/>
              <a:cs typeface="Overpass Light"/>
              <a:sym typeface="Overpass Light"/>
            </a:endParaRPr>
          </a:p>
        </p:txBody>
      </p:sp>
      <p:sp>
        <p:nvSpPr>
          <p:cNvPr id="3329" name="Google Shape;3329;p160"/>
          <p:cNvSpPr txBox="1"/>
          <p:nvPr/>
        </p:nvSpPr>
        <p:spPr>
          <a:xfrm>
            <a:off x="5419203" y="4423100"/>
            <a:ext cx="914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Kubevirt</a:t>
            </a:r>
            <a:r>
              <a:rPr lang="en">
                <a:latin typeface="Overpass Light"/>
                <a:ea typeface="Overpass Light"/>
                <a:cs typeface="Overpass Light"/>
                <a:sym typeface="Overpass Light"/>
              </a:rPr>
              <a:t> </a:t>
            </a:r>
            <a:endParaRPr>
              <a:latin typeface="Overpass Light"/>
              <a:ea typeface="Overpass Light"/>
              <a:cs typeface="Overpass Light"/>
              <a:sym typeface="Overpass Light"/>
            </a:endParaRPr>
          </a:p>
        </p:txBody>
      </p:sp>
      <p:sp>
        <p:nvSpPr>
          <p:cNvPr id="3330" name="Google Shape;3330;p160"/>
          <p:cNvSpPr txBox="1"/>
          <p:nvPr/>
        </p:nvSpPr>
        <p:spPr>
          <a:xfrm>
            <a:off x="8091061" y="4409800"/>
            <a:ext cx="731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Cloud</a:t>
            </a:r>
            <a:endParaRPr>
              <a:latin typeface="Overpass Light"/>
              <a:ea typeface="Overpass Light"/>
              <a:cs typeface="Overpass Light"/>
              <a:sym typeface="Overpass Light"/>
            </a:endParaRPr>
          </a:p>
        </p:txBody>
      </p:sp>
      <p:pic>
        <p:nvPicPr>
          <p:cNvPr id="3331" name="Google Shape;3331;p160"/>
          <p:cNvPicPr preferRelativeResize="0"/>
          <p:nvPr/>
        </p:nvPicPr>
        <p:blipFill>
          <a:blip r:embed="rId6">
            <a:alphaModFix/>
          </a:blip>
          <a:stretch>
            <a:fillRect/>
          </a:stretch>
        </p:blipFill>
        <p:spPr>
          <a:xfrm>
            <a:off x="5229082" y="5036800"/>
            <a:ext cx="1315400" cy="1315400"/>
          </a:xfrm>
          <a:prstGeom prst="rect">
            <a:avLst/>
          </a:prstGeom>
          <a:noFill/>
          <a:ln>
            <a:noFill/>
          </a:ln>
        </p:spPr>
      </p:pic>
      <p:pic>
        <p:nvPicPr>
          <p:cNvPr id="3332" name="Google Shape;3332;p160"/>
          <p:cNvPicPr preferRelativeResize="0"/>
          <p:nvPr/>
        </p:nvPicPr>
        <p:blipFill rotWithShape="1">
          <a:blip r:embed="rId5">
            <a:alphaModFix/>
          </a:blip>
          <a:srcRect b="16811" l="0" r="0" t="17233"/>
          <a:stretch/>
        </p:blipFill>
        <p:spPr>
          <a:xfrm>
            <a:off x="7756625" y="5182750"/>
            <a:ext cx="1466903" cy="967500"/>
          </a:xfrm>
          <a:prstGeom prst="rect">
            <a:avLst/>
          </a:prstGeom>
          <a:noFill/>
          <a:ln>
            <a:noFill/>
          </a:ln>
        </p:spPr>
      </p:pic>
      <p:cxnSp>
        <p:nvCxnSpPr>
          <p:cNvPr id="3333" name="Google Shape;3333;p160"/>
          <p:cNvCxnSpPr>
            <a:stCxn id="3326" idx="4"/>
            <a:endCxn id="3331" idx="1"/>
          </p:cNvCxnSpPr>
          <p:nvPr/>
        </p:nvCxnSpPr>
        <p:spPr>
          <a:xfrm flipH="1" rot="-5400000">
            <a:off x="2879314" y="3344475"/>
            <a:ext cx="1459500" cy="3240300"/>
          </a:xfrm>
          <a:prstGeom prst="curvedConnector2">
            <a:avLst/>
          </a:prstGeom>
          <a:noFill/>
          <a:ln cap="flat" cmpd="sng" w="19050">
            <a:solidFill>
              <a:schemeClr val="dk1"/>
            </a:solidFill>
            <a:prstDash val="solid"/>
            <a:round/>
            <a:headEnd len="med" w="med" type="none"/>
            <a:tailEnd len="med" w="med" type="triangle"/>
          </a:ln>
        </p:spPr>
      </p:cxnSp>
      <p:sp>
        <p:nvSpPr>
          <p:cNvPr id="3334" name="Google Shape;3334;p160"/>
          <p:cNvSpPr txBox="1"/>
          <p:nvPr/>
        </p:nvSpPr>
        <p:spPr>
          <a:xfrm>
            <a:off x="9235400" y="5583450"/>
            <a:ext cx="2302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Any Cloud or Hypervisor Image</a:t>
            </a:r>
            <a:endParaRPr>
              <a:latin typeface="Overpass Light"/>
              <a:ea typeface="Overpass Light"/>
              <a:cs typeface="Overpass Light"/>
              <a:sym typeface="Overpass Light"/>
            </a:endParaRPr>
          </a:p>
        </p:txBody>
      </p:sp>
      <p:sp>
        <p:nvSpPr>
          <p:cNvPr id="3327" name="Google Shape;3327;p160"/>
          <p:cNvSpPr/>
          <p:nvPr/>
        </p:nvSpPr>
        <p:spPr>
          <a:xfrm rot="5400000">
            <a:off x="7784750" y="1704625"/>
            <a:ext cx="300900" cy="5183400"/>
          </a:xfrm>
          <a:prstGeom prst="leftBrace">
            <a:avLst>
              <a:gd fmla="val 50000" name="adj1"/>
              <a:gd fmla="val 50000" name="adj2"/>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35" name="Google Shape;3335;p160"/>
          <p:cNvPicPr preferRelativeResize="0"/>
          <p:nvPr/>
        </p:nvPicPr>
        <p:blipFill rotWithShape="1">
          <a:blip r:embed="rId4">
            <a:alphaModFix/>
          </a:blip>
          <a:srcRect b="19054" l="0" r="0" t="19757"/>
          <a:stretch/>
        </p:blipFill>
        <p:spPr>
          <a:xfrm>
            <a:off x="6718425" y="4671620"/>
            <a:ext cx="914400" cy="559500"/>
          </a:xfrm>
          <a:prstGeom prst="rect">
            <a:avLst/>
          </a:prstGeom>
          <a:noFill/>
          <a:ln>
            <a:noFill/>
          </a:ln>
        </p:spPr>
      </p:pic>
      <p:sp>
        <p:nvSpPr>
          <p:cNvPr id="3336" name="Google Shape;3336;p160"/>
          <p:cNvSpPr txBox="1"/>
          <p:nvPr/>
        </p:nvSpPr>
        <p:spPr>
          <a:xfrm>
            <a:off x="6639340" y="4423100"/>
            <a:ext cx="1086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Hypervisor </a:t>
            </a:r>
            <a:endParaRPr>
              <a:latin typeface="Overpass Light"/>
              <a:ea typeface="Overpass Light"/>
              <a:cs typeface="Overpass Light"/>
              <a:sym typeface="Overpass Light"/>
            </a:endParaRPr>
          </a:p>
        </p:txBody>
      </p:sp>
      <p:pic>
        <p:nvPicPr>
          <p:cNvPr id="3337" name="Google Shape;3337;p160"/>
          <p:cNvPicPr preferRelativeResize="0"/>
          <p:nvPr/>
        </p:nvPicPr>
        <p:blipFill>
          <a:blip r:embed="rId6">
            <a:alphaModFix/>
          </a:blip>
          <a:stretch>
            <a:fillRect/>
          </a:stretch>
        </p:blipFill>
        <p:spPr>
          <a:xfrm>
            <a:off x="6524482" y="5036800"/>
            <a:ext cx="1315400" cy="1315400"/>
          </a:xfrm>
          <a:prstGeom prst="rect">
            <a:avLst/>
          </a:prstGeom>
          <a:noFill/>
          <a:ln>
            <a:noFill/>
          </a:ln>
        </p:spPr>
      </p:pic>
      <p:pic>
        <p:nvPicPr>
          <p:cNvPr id="3338" name="Google Shape;3338;p160"/>
          <p:cNvPicPr preferRelativeResize="0"/>
          <p:nvPr/>
        </p:nvPicPr>
        <p:blipFill>
          <a:blip r:embed="rId7">
            <a:alphaModFix/>
          </a:blip>
          <a:stretch>
            <a:fillRect/>
          </a:stretch>
        </p:blipFill>
        <p:spPr>
          <a:xfrm>
            <a:off x="4381500" y="5271655"/>
            <a:ext cx="300900" cy="300900"/>
          </a:xfrm>
          <a:prstGeom prst="rect">
            <a:avLst/>
          </a:prstGeom>
          <a:noFill/>
          <a:ln>
            <a:noFill/>
          </a:ln>
        </p:spPr>
      </p:pic>
      <p:pic>
        <p:nvPicPr>
          <p:cNvPr id="3339" name="Google Shape;3339;p160"/>
          <p:cNvPicPr preferRelativeResize="0"/>
          <p:nvPr/>
        </p:nvPicPr>
        <p:blipFill>
          <a:blip r:embed="rId7">
            <a:alphaModFix/>
          </a:blip>
          <a:stretch>
            <a:fillRect/>
          </a:stretch>
        </p:blipFill>
        <p:spPr>
          <a:xfrm>
            <a:off x="5485827" y="5318563"/>
            <a:ext cx="300900" cy="300900"/>
          </a:xfrm>
          <a:prstGeom prst="rect">
            <a:avLst/>
          </a:prstGeom>
          <a:noFill/>
          <a:ln>
            <a:noFill/>
          </a:ln>
        </p:spPr>
      </p:pic>
      <p:pic>
        <p:nvPicPr>
          <p:cNvPr id="3340" name="Google Shape;3340;p160"/>
          <p:cNvPicPr preferRelativeResize="0"/>
          <p:nvPr/>
        </p:nvPicPr>
        <p:blipFill>
          <a:blip r:embed="rId7">
            <a:alphaModFix/>
          </a:blip>
          <a:stretch>
            <a:fillRect/>
          </a:stretch>
        </p:blipFill>
        <p:spPr>
          <a:xfrm>
            <a:off x="6781227" y="5318563"/>
            <a:ext cx="300900" cy="300900"/>
          </a:xfrm>
          <a:prstGeom prst="rect">
            <a:avLst/>
          </a:prstGeom>
          <a:noFill/>
          <a:ln>
            <a:noFill/>
          </a:ln>
        </p:spPr>
      </p:pic>
      <p:pic>
        <p:nvPicPr>
          <p:cNvPr id="3341" name="Google Shape;3341;p160"/>
          <p:cNvPicPr preferRelativeResize="0"/>
          <p:nvPr/>
        </p:nvPicPr>
        <p:blipFill>
          <a:blip r:embed="rId7">
            <a:alphaModFix/>
          </a:blip>
          <a:stretch>
            <a:fillRect/>
          </a:stretch>
        </p:blipFill>
        <p:spPr>
          <a:xfrm>
            <a:off x="8000427" y="5604600"/>
            <a:ext cx="300900" cy="300900"/>
          </a:xfrm>
          <a:prstGeom prst="rect">
            <a:avLst/>
          </a:prstGeom>
          <a:noFill/>
          <a:ln>
            <a:noFill/>
          </a:ln>
        </p:spPr>
      </p:pic>
      <p:pic>
        <p:nvPicPr>
          <p:cNvPr id="3342" name="Google Shape;3342;p160"/>
          <p:cNvPicPr preferRelativeResize="0"/>
          <p:nvPr/>
        </p:nvPicPr>
        <p:blipFill>
          <a:blip r:embed="rId8">
            <a:alphaModFix/>
          </a:blip>
          <a:stretch>
            <a:fillRect/>
          </a:stretch>
        </p:blipFill>
        <p:spPr>
          <a:xfrm>
            <a:off x="5753100" y="5318563"/>
            <a:ext cx="300900" cy="300900"/>
          </a:xfrm>
          <a:prstGeom prst="rect">
            <a:avLst/>
          </a:prstGeom>
          <a:noFill/>
          <a:ln>
            <a:noFill/>
          </a:ln>
        </p:spPr>
      </p:pic>
      <p:pic>
        <p:nvPicPr>
          <p:cNvPr id="3343" name="Google Shape;3343;p160"/>
          <p:cNvPicPr preferRelativeResize="0"/>
          <p:nvPr/>
        </p:nvPicPr>
        <p:blipFill>
          <a:blip r:embed="rId8">
            <a:alphaModFix/>
          </a:blip>
          <a:stretch>
            <a:fillRect/>
          </a:stretch>
        </p:blipFill>
        <p:spPr>
          <a:xfrm>
            <a:off x="7048500" y="5318563"/>
            <a:ext cx="300900" cy="300900"/>
          </a:xfrm>
          <a:prstGeom prst="rect">
            <a:avLst/>
          </a:prstGeom>
          <a:noFill/>
          <a:ln>
            <a:noFill/>
          </a:ln>
        </p:spPr>
      </p:pic>
      <p:pic>
        <p:nvPicPr>
          <p:cNvPr id="3344" name="Google Shape;3344;p160"/>
          <p:cNvPicPr preferRelativeResize="0"/>
          <p:nvPr/>
        </p:nvPicPr>
        <p:blipFill>
          <a:blip r:embed="rId8">
            <a:alphaModFix/>
          </a:blip>
          <a:stretch>
            <a:fillRect/>
          </a:stretch>
        </p:blipFill>
        <p:spPr>
          <a:xfrm>
            <a:off x="8267700" y="5604600"/>
            <a:ext cx="300900" cy="300900"/>
          </a:xfrm>
          <a:prstGeom prst="rect">
            <a:avLst/>
          </a:prstGeom>
          <a:noFill/>
          <a:ln>
            <a:noFill/>
          </a:ln>
        </p:spPr>
      </p:pic>
      <p:pic>
        <p:nvPicPr>
          <p:cNvPr id="3345" name="Google Shape;3345;p160"/>
          <p:cNvPicPr preferRelativeResize="0"/>
          <p:nvPr/>
        </p:nvPicPr>
        <p:blipFill>
          <a:blip r:embed="rId7">
            <a:alphaModFix/>
          </a:blip>
          <a:stretch>
            <a:fillRect/>
          </a:stretch>
        </p:blipFill>
        <p:spPr>
          <a:xfrm>
            <a:off x="6019227" y="5318563"/>
            <a:ext cx="300900" cy="300900"/>
          </a:xfrm>
          <a:prstGeom prst="rect">
            <a:avLst/>
          </a:prstGeom>
          <a:noFill/>
          <a:ln>
            <a:noFill/>
          </a:ln>
        </p:spPr>
      </p:pic>
      <p:pic>
        <p:nvPicPr>
          <p:cNvPr id="3346" name="Google Shape;3346;p160"/>
          <p:cNvPicPr preferRelativeResize="0"/>
          <p:nvPr/>
        </p:nvPicPr>
        <p:blipFill>
          <a:blip r:embed="rId7">
            <a:alphaModFix/>
          </a:blip>
          <a:stretch>
            <a:fillRect/>
          </a:stretch>
        </p:blipFill>
        <p:spPr>
          <a:xfrm>
            <a:off x="7314627" y="5318563"/>
            <a:ext cx="300900" cy="300900"/>
          </a:xfrm>
          <a:prstGeom prst="rect">
            <a:avLst/>
          </a:prstGeom>
          <a:noFill/>
          <a:ln>
            <a:noFill/>
          </a:ln>
        </p:spPr>
      </p:pic>
      <p:pic>
        <p:nvPicPr>
          <p:cNvPr id="3347" name="Google Shape;3347;p160"/>
          <p:cNvPicPr preferRelativeResize="0"/>
          <p:nvPr/>
        </p:nvPicPr>
        <p:blipFill>
          <a:blip r:embed="rId7">
            <a:alphaModFix/>
          </a:blip>
          <a:stretch>
            <a:fillRect/>
          </a:stretch>
        </p:blipFill>
        <p:spPr>
          <a:xfrm>
            <a:off x="8524445" y="5595218"/>
            <a:ext cx="300900" cy="300900"/>
          </a:xfrm>
          <a:prstGeom prst="rect">
            <a:avLst/>
          </a:prstGeom>
          <a:noFill/>
          <a:ln>
            <a:noFill/>
          </a:ln>
        </p:spPr>
      </p:pic>
      <p:pic>
        <p:nvPicPr>
          <p:cNvPr id="3348" name="Google Shape;3348;p160"/>
          <p:cNvPicPr preferRelativeResize="0"/>
          <p:nvPr/>
        </p:nvPicPr>
        <p:blipFill>
          <a:blip r:embed="rId8">
            <a:alphaModFix/>
          </a:blip>
          <a:stretch>
            <a:fillRect/>
          </a:stretch>
        </p:blipFill>
        <p:spPr>
          <a:xfrm>
            <a:off x="3009900" y="4909418"/>
            <a:ext cx="300900" cy="300900"/>
          </a:xfrm>
          <a:prstGeom prst="rect">
            <a:avLst/>
          </a:prstGeom>
          <a:noFill/>
          <a:ln>
            <a:noFill/>
          </a:ln>
        </p:spPr>
      </p:pic>
      <p:grpSp>
        <p:nvGrpSpPr>
          <p:cNvPr id="3349" name="Google Shape;3349;p160"/>
          <p:cNvGrpSpPr/>
          <p:nvPr/>
        </p:nvGrpSpPr>
        <p:grpSpPr>
          <a:xfrm>
            <a:off x="571564" y="1400175"/>
            <a:ext cx="2834700" cy="2834700"/>
            <a:chOff x="571564" y="1400175"/>
            <a:chExt cx="2834700" cy="2834700"/>
          </a:xfrm>
        </p:grpSpPr>
        <p:grpSp>
          <p:nvGrpSpPr>
            <p:cNvPr id="3350" name="Google Shape;3350;p160"/>
            <p:cNvGrpSpPr/>
            <p:nvPr/>
          </p:nvGrpSpPr>
          <p:grpSpPr>
            <a:xfrm>
              <a:off x="571564" y="1400175"/>
              <a:ext cx="2834700" cy="2834700"/>
              <a:chOff x="4381500" y="1323975"/>
              <a:chExt cx="2834700" cy="2834700"/>
            </a:xfrm>
          </p:grpSpPr>
          <p:sp>
            <p:nvSpPr>
              <p:cNvPr id="3326" name="Google Shape;3326;p160"/>
              <p:cNvSpPr/>
              <p:nvPr/>
            </p:nvSpPr>
            <p:spPr>
              <a:xfrm>
                <a:off x="4381500" y="1323975"/>
                <a:ext cx="2834700" cy="2834700"/>
              </a:xfrm>
              <a:prstGeom prst="ellipse">
                <a:avLst/>
              </a:prstGeom>
              <a:noFill/>
              <a:ln cap="flat" cmpd="sng" w="1143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1" name="Google Shape;3351;p160"/>
              <p:cNvSpPr/>
              <p:nvPr/>
            </p:nvSpPr>
            <p:spPr>
              <a:xfrm>
                <a:off x="5067300" y="2009775"/>
                <a:ext cx="1463100" cy="1463100"/>
              </a:xfrm>
              <a:prstGeom prst="ellipse">
                <a:avLst/>
              </a:prstGeom>
              <a:noFill/>
              <a:ln cap="flat" cmpd="sng" w="152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52" name="Google Shape;3352;p160"/>
            <p:cNvSpPr/>
            <p:nvPr/>
          </p:nvSpPr>
          <p:spPr>
            <a:xfrm>
              <a:off x="1760314" y="2590725"/>
              <a:ext cx="457200" cy="453600"/>
            </a:xfrm>
            <a:prstGeom prst="ellipse">
              <a:avLst/>
            </a:prstGeom>
            <a:solidFill>
              <a:schemeClr val="accent1"/>
            </a:solidFill>
            <a:ln cap="flat" cmpd="sng" w="762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53" name="Google Shape;3353;p160"/>
          <p:cNvSpPr txBox="1"/>
          <p:nvPr/>
        </p:nvSpPr>
        <p:spPr>
          <a:xfrm>
            <a:off x="8476450" y="1606775"/>
            <a:ext cx="29364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latin typeface="Overpass Light"/>
                <a:ea typeface="Overpass Light"/>
                <a:cs typeface="Overpass Light"/>
                <a:sym typeface="Overpass Light"/>
              </a:rPr>
              <a:t>All of these services are delivered across a Hybrid Cloud Environment using standardized workflows</a:t>
            </a:r>
            <a:endParaRPr sz="2400">
              <a:latin typeface="Overpass Light"/>
              <a:ea typeface="Overpass Light"/>
              <a:cs typeface="Overpass Light"/>
              <a:sym typeface="Overpass Light"/>
            </a:endParaRPr>
          </a:p>
        </p:txBody>
      </p:sp>
      <p:sp>
        <p:nvSpPr>
          <p:cNvPr id="3354" name="Google Shape;3354;p16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3355" name="Google Shape;3355;p160"/>
          <p:cNvSpPr txBox="1"/>
          <p:nvPr/>
        </p:nvSpPr>
        <p:spPr>
          <a:xfrm>
            <a:off x="3440502" y="1764997"/>
            <a:ext cx="3366600" cy="354000"/>
          </a:xfrm>
          <a:prstGeom prst="rect">
            <a:avLst/>
          </a:prstGeom>
          <a:noFill/>
          <a:ln>
            <a:noFill/>
          </a:ln>
        </p:spPr>
        <p:txBody>
          <a:bodyPr anchorCtr="0" anchor="t" bIns="68575" lIns="68575" spcFirstLastPara="1" rIns="68575" wrap="square" tIns="68575">
            <a:spAutoFit/>
          </a:bodyPr>
          <a:lstStyle/>
          <a:p>
            <a:pPr indent="-134620" lvl="0" marL="91440" rtl="0" algn="l">
              <a:spcBef>
                <a:spcPts val="0"/>
              </a:spcBef>
              <a:spcAft>
                <a:spcPts val="0"/>
              </a:spcAft>
              <a:buSzPts val="1400"/>
              <a:buFont typeface="Overpass Light"/>
              <a:buChar char="●"/>
            </a:pPr>
            <a:r>
              <a:rPr lang="en">
                <a:latin typeface="Overpass Light"/>
                <a:ea typeface="Overpass Light"/>
                <a:cs typeface="Overpass Light"/>
                <a:sym typeface="Overpass Light"/>
              </a:rPr>
              <a:t>Identity Enrollment &amp; Authentication</a:t>
            </a:r>
            <a:endParaRPr>
              <a:latin typeface="Overpass Light"/>
              <a:ea typeface="Overpass Light"/>
              <a:cs typeface="Overpass Light"/>
              <a:sym typeface="Overpass Light"/>
            </a:endParaRPr>
          </a:p>
        </p:txBody>
      </p:sp>
      <p:sp>
        <p:nvSpPr>
          <p:cNvPr id="3356" name="Google Shape;3356;p160"/>
          <p:cNvSpPr txBox="1"/>
          <p:nvPr/>
        </p:nvSpPr>
        <p:spPr>
          <a:xfrm>
            <a:off x="3600874" y="2110027"/>
            <a:ext cx="3522300" cy="354000"/>
          </a:xfrm>
          <a:prstGeom prst="rect">
            <a:avLst/>
          </a:prstGeom>
          <a:noFill/>
          <a:ln>
            <a:noFill/>
          </a:ln>
        </p:spPr>
        <p:txBody>
          <a:bodyPr anchorCtr="0" anchor="t" bIns="68575" lIns="68575" spcFirstLastPara="1" rIns="68575" wrap="square" tIns="68575">
            <a:spAutoFit/>
          </a:bodyPr>
          <a:lstStyle/>
          <a:p>
            <a:pPr indent="-134620" lvl="0" marL="91440" rtl="0" algn="l">
              <a:spcBef>
                <a:spcPts val="0"/>
              </a:spcBef>
              <a:spcAft>
                <a:spcPts val="0"/>
              </a:spcAft>
              <a:buClr>
                <a:srgbClr val="000000"/>
              </a:buClr>
              <a:buSzPts val="1400"/>
              <a:buFont typeface="Overpass Light"/>
              <a:buChar char="●"/>
            </a:pPr>
            <a:r>
              <a:rPr lang="en">
                <a:solidFill>
                  <a:srgbClr val="000000"/>
                </a:solidFill>
                <a:latin typeface="Overpass Light"/>
                <a:ea typeface="Overpass Light"/>
                <a:cs typeface="Overpass Light"/>
                <a:sym typeface="Overpass Light"/>
              </a:rPr>
              <a:t>Provisioning Automation</a:t>
            </a:r>
            <a:endParaRPr>
              <a:latin typeface="Overpass Light"/>
              <a:ea typeface="Overpass Light"/>
              <a:cs typeface="Overpass Light"/>
              <a:sym typeface="Overpass Light"/>
            </a:endParaRPr>
          </a:p>
        </p:txBody>
      </p:sp>
      <p:sp>
        <p:nvSpPr>
          <p:cNvPr id="3357" name="Google Shape;3357;p160"/>
          <p:cNvSpPr txBox="1"/>
          <p:nvPr/>
        </p:nvSpPr>
        <p:spPr>
          <a:xfrm>
            <a:off x="3055792" y="3830668"/>
            <a:ext cx="3936600" cy="354000"/>
          </a:xfrm>
          <a:prstGeom prst="rect">
            <a:avLst/>
          </a:prstGeom>
          <a:noFill/>
          <a:ln>
            <a:noFill/>
          </a:ln>
        </p:spPr>
        <p:txBody>
          <a:bodyPr anchorCtr="0" anchor="t" bIns="68575" lIns="68575" spcFirstLastPara="1" rIns="68575" wrap="square" tIns="68575">
            <a:spAutoFit/>
          </a:bodyPr>
          <a:lstStyle/>
          <a:p>
            <a:pPr indent="-134620" lvl="0" marL="91440" rtl="0" algn="l">
              <a:spcBef>
                <a:spcPts val="0"/>
              </a:spcBef>
              <a:spcAft>
                <a:spcPts val="0"/>
              </a:spcAft>
              <a:buSzPts val="1400"/>
              <a:buFont typeface="Overpass Light"/>
              <a:buChar char="●"/>
            </a:pPr>
            <a:r>
              <a:rPr lang="en">
                <a:latin typeface="Overpass Light"/>
                <a:ea typeface="Overpass Light"/>
                <a:cs typeface="Overpass Light"/>
                <a:sym typeface="Overpass Light"/>
              </a:rPr>
              <a:t>Vulnerability Analysis, Remediation</a:t>
            </a:r>
            <a:endParaRPr>
              <a:latin typeface="Overpass Light"/>
              <a:ea typeface="Overpass Light"/>
              <a:cs typeface="Overpass Light"/>
              <a:sym typeface="Overpass Light"/>
            </a:endParaRPr>
          </a:p>
        </p:txBody>
      </p:sp>
      <p:sp>
        <p:nvSpPr>
          <p:cNvPr id="3358" name="Google Shape;3358;p160"/>
          <p:cNvSpPr txBox="1"/>
          <p:nvPr/>
        </p:nvSpPr>
        <p:spPr>
          <a:xfrm>
            <a:off x="3257123" y="1433141"/>
            <a:ext cx="1568400" cy="354000"/>
          </a:xfrm>
          <a:prstGeom prst="rect">
            <a:avLst/>
          </a:prstGeom>
          <a:noFill/>
          <a:ln>
            <a:noFill/>
          </a:ln>
        </p:spPr>
        <p:txBody>
          <a:bodyPr anchorCtr="0" anchor="t" bIns="68575" lIns="68575" spcFirstLastPara="1" rIns="68575" wrap="square" tIns="68575">
            <a:spAutoFit/>
          </a:bodyPr>
          <a:lstStyle/>
          <a:p>
            <a:pPr indent="-134620" lvl="0" marL="91440" rtl="0" algn="l">
              <a:spcBef>
                <a:spcPts val="0"/>
              </a:spcBef>
              <a:spcAft>
                <a:spcPts val="0"/>
              </a:spcAft>
              <a:buSzPts val="1400"/>
              <a:buFont typeface="Overpass Light"/>
              <a:buChar char="●"/>
            </a:pPr>
            <a:r>
              <a:rPr lang="en">
                <a:latin typeface="Overpass Light"/>
                <a:ea typeface="Overpass Light"/>
                <a:cs typeface="Overpass Light"/>
                <a:sym typeface="Overpass Light"/>
              </a:rPr>
              <a:t> Curate Content</a:t>
            </a:r>
            <a:endParaRPr>
              <a:latin typeface="Overpass Light"/>
              <a:ea typeface="Overpass Light"/>
              <a:cs typeface="Overpass Light"/>
              <a:sym typeface="Overpass Light"/>
            </a:endParaRPr>
          </a:p>
        </p:txBody>
      </p:sp>
      <p:sp>
        <p:nvSpPr>
          <p:cNvPr id="3359" name="Google Shape;3359;p160"/>
          <p:cNvSpPr txBox="1"/>
          <p:nvPr/>
        </p:nvSpPr>
        <p:spPr>
          <a:xfrm>
            <a:off x="3647885" y="2489015"/>
            <a:ext cx="3936600" cy="354000"/>
          </a:xfrm>
          <a:prstGeom prst="rect">
            <a:avLst/>
          </a:prstGeom>
          <a:noFill/>
          <a:ln>
            <a:noFill/>
          </a:ln>
        </p:spPr>
        <p:txBody>
          <a:bodyPr anchorCtr="0" anchor="t" bIns="68575" lIns="68575" spcFirstLastPara="1" rIns="68575" wrap="square" tIns="68575">
            <a:spAutoFit/>
          </a:bodyPr>
          <a:lstStyle/>
          <a:p>
            <a:pPr indent="-134620" lvl="0" marL="91440" rtl="0" algn="l">
              <a:spcBef>
                <a:spcPts val="0"/>
              </a:spcBef>
              <a:spcAft>
                <a:spcPts val="0"/>
              </a:spcAft>
              <a:buClr>
                <a:srgbClr val="000000"/>
              </a:buClr>
              <a:buSzPts val="1400"/>
              <a:buFont typeface="Overpass Light"/>
              <a:buChar char="●"/>
            </a:pPr>
            <a:r>
              <a:rPr lang="en">
                <a:solidFill>
                  <a:srgbClr val="000000"/>
                </a:solidFill>
                <a:latin typeface="Overpass Light"/>
                <a:ea typeface="Overpass Light"/>
                <a:cs typeface="Overpass Light"/>
                <a:sym typeface="Overpass Light"/>
              </a:rPr>
              <a:t>Pre- and Post-Provisioning Configuration</a:t>
            </a:r>
            <a:endParaRPr>
              <a:latin typeface="Overpass Light"/>
              <a:ea typeface="Overpass Light"/>
              <a:cs typeface="Overpass Light"/>
              <a:sym typeface="Overpass Light"/>
            </a:endParaRPr>
          </a:p>
        </p:txBody>
      </p:sp>
      <p:sp>
        <p:nvSpPr>
          <p:cNvPr id="3360" name="Google Shape;3360;p160"/>
          <p:cNvSpPr txBox="1"/>
          <p:nvPr/>
        </p:nvSpPr>
        <p:spPr>
          <a:xfrm>
            <a:off x="3586256" y="2982821"/>
            <a:ext cx="3522300" cy="354000"/>
          </a:xfrm>
          <a:prstGeom prst="rect">
            <a:avLst/>
          </a:prstGeom>
          <a:noFill/>
          <a:ln>
            <a:noFill/>
          </a:ln>
        </p:spPr>
        <p:txBody>
          <a:bodyPr anchorCtr="0" anchor="t" bIns="68575" lIns="68575" spcFirstLastPara="1" rIns="68575" wrap="square" tIns="68575">
            <a:spAutoFit/>
          </a:bodyPr>
          <a:lstStyle/>
          <a:p>
            <a:pPr indent="-134620" lvl="0" marL="91440" rtl="0" algn="l">
              <a:spcBef>
                <a:spcPts val="0"/>
              </a:spcBef>
              <a:spcAft>
                <a:spcPts val="0"/>
              </a:spcAft>
              <a:buSzPts val="1400"/>
              <a:buFont typeface="Overpass Light"/>
              <a:buChar char="●"/>
            </a:pPr>
            <a:r>
              <a:rPr lang="en">
                <a:latin typeface="Overpass Light"/>
                <a:ea typeface="Overpass Light"/>
                <a:cs typeface="Overpass Light"/>
                <a:sym typeface="Overpass Light"/>
              </a:rPr>
              <a:t>Maintenance Automation</a:t>
            </a:r>
            <a:endParaRPr>
              <a:latin typeface="Overpass Light"/>
              <a:ea typeface="Overpass Light"/>
              <a:cs typeface="Overpass Light"/>
              <a:sym typeface="Overpass Light"/>
            </a:endParaRPr>
          </a:p>
        </p:txBody>
      </p:sp>
      <p:sp>
        <p:nvSpPr>
          <p:cNvPr id="3361" name="Google Shape;3361;p160"/>
          <p:cNvSpPr txBox="1"/>
          <p:nvPr/>
        </p:nvSpPr>
        <p:spPr>
          <a:xfrm>
            <a:off x="3355738" y="3417198"/>
            <a:ext cx="4216200" cy="354000"/>
          </a:xfrm>
          <a:prstGeom prst="rect">
            <a:avLst/>
          </a:prstGeom>
          <a:noFill/>
          <a:ln>
            <a:noFill/>
          </a:ln>
        </p:spPr>
        <p:txBody>
          <a:bodyPr anchorCtr="0" anchor="t" bIns="68575" lIns="68575" spcFirstLastPara="1" rIns="68575" wrap="square" tIns="68575">
            <a:spAutoFit/>
          </a:bodyPr>
          <a:lstStyle/>
          <a:p>
            <a:pPr indent="-134620" lvl="0" marL="91440" rtl="0" algn="l">
              <a:spcBef>
                <a:spcPts val="0"/>
              </a:spcBef>
              <a:spcAft>
                <a:spcPts val="0"/>
              </a:spcAft>
              <a:buSzPts val="1400"/>
              <a:buFont typeface="Overpass Light"/>
              <a:buChar char="●"/>
            </a:pPr>
            <a:r>
              <a:rPr lang="en">
                <a:latin typeface="Overpass Light"/>
                <a:ea typeface="Overpass Light"/>
                <a:cs typeface="Overpass Light"/>
                <a:sym typeface="Overpass Light"/>
              </a:rPr>
              <a:t>Compliance Definition, Reporting, Remediation</a:t>
            </a:r>
            <a:endParaRPr>
              <a:latin typeface="Overpass Light"/>
              <a:ea typeface="Overpass Light"/>
              <a:cs typeface="Overpass Light"/>
              <a:sym typeface="Overpass Light"/>
            </a:endParaRPr>
          </a:p>
        </p:txBody>
      </p:sp>
      <p:sp>
        <p:nvSpPr>
          <p:cNvPr id="3362" name="Google Shape;3362;p160"/>
          <p:cNvSpPr txBox="1"/>
          <p:nvPr/>
        </p:nvSpPr>
        <p:spPr>
          <a:xfrm>
            <a:off x="2355690" y="5685752"/>
            <a:ext cx="2521800" cy="354000"/>
          </a:xfrm>
          <a:prstGeom prst="rect">
            <a:avLst/>
          </a:prstGeom>
          <a:noFill/>
          <a:ln>
            <a:noFill/>
          </a:ln>
        </p:spPr>
        <p:txBody>
          <a:bodyPr anchorCtr="0" anchor="t" bIns="68575" lIns="68575" spcFirstLastPara="1" rIns="68575" wrap="square" tIns="68575">
            <a:spAutoFit/>
          </a:bodyPr>
          <a:lstStyle/>
          <a:p>
            <a:pPr indent="-134620" lvl="0" marL="91440" rtl="0" algn="l">
              <a:spcBef>
                <a:spcPts val="0"/>
              </a:spcBef>
              <a:spcAft>
                <a:spcPts val="0"/>
              </a:spcAft>
              <a:buSzPts val="1400"/>
              <a:buFont typeface="Overpass Light"/>
              <a:buChar char="●"/>
            </a:pPr>
            <a:r>
              <a:rPr lang="en">
                <a:latin typeface="Overpass Light"/>
                <a:ea typeface="Overpass Light"/>
                <a:cs typeface="Overpass Light"/>
                <a:sym typeface="Overpass Light"/>
              </a:rPr>
              <a:t>Standardized Image Delivery</a:t>
            </a:r>
            <a:endParaRPr>
              <a:latin typeface="Overpass Light"/>
              <a:ea typeface="Overpass Light"/>
              <a:cs typeface="Overpass Light"/>
              <a:sym typeface="Overpass Light"/>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6" name="Shape 3366"/>
        <p:cNvGrpSpPr/>
        <p:nvPr/>
      </p:nvGrpSpPr>
      <p:grpSpPr>
        <a:xfrm>
          <a:off x="0" y="0"/>
          <a:ext cx="0" cy="0"/>
          <a:chOff x="0" y="0"/>
          <a:chExt cx="0" cy="0"/>
        </a:xfrm>
      </p:grpSpPr>
      <p:sp>
        <p:nvSpPr>
          <p:cNvPr id="3367" name="Google Shape;3367;p161"/>
          <p:cNvSpPr txBox="1"/>
          <p:nvPr>
            <p:ph idx="4294967295"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200"/>
              <a:t>Provisioning SOE Systems</a:t>
            </a:r>
            <a:endParaRPr sz="3200"/>
          </a:p>
        </p:txBody>
      </p:sp>
      <p:sp>
        <p:nvSpPr>
          <p:cNvPr id="3368" name="Google Shape;3368;p16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3369" name="Google Shape;3369;p161"/>
          <p:cNvPicPr preferRelativeResize="0"/>
          <p:nvPr/>
        </p:nvPicPr>
        <p:blipFill rotWithShape="1">
          <a:blip r:embed="rId3">
            <a:alphaModFix/>
          </a:blip>
          <a:srcRect b="25702" l="0" r="0" t="28126"/>
          <a:stretch/>
        </p:blipFill>
        <p:spPr>
          <a:xfrm>
            <a:off x="9257441" y="4740292"/>
            <a:ext cx="914400" cy="422175"/>
          </a:xfrm>
          <a:prstGeom prst="rect">
            <a:avLst/>
          </a:prstGeom>
          <a:noFill/>
          <a:ln>
            <a:noFill/>
          </a:ln>
        </p:spPr>
      </p:pic>
      <p:pic>
        <p:nvPicPr>
          <p:cNvPr id="3370" name="Google Shape;3370;p161"/>
          <p:cNvPicPr preferRelativeResize="0"/>
          <p:nvPr/>
        </p:nvPicPr>
        <p:blipFill rotWithShape="1">
          <a:blip r:embed="rId4">
            <a:alphaModFix/>
          </a:blip>
          <a:srcRect b="19054" l="0" r="0" t="19757"/>
          <a:stretch/>
        </p:blipFill>
        <p:spPr>
          <a:xfrm>
            <a:off x="5423025" y="4671620"/>
            <a:ext cx="914400" cy="559500"/>
          </a:xfrm>
          <a:prstGeom prst="rect">
            <a:avLst/>
          </a:prstGeom>
          <a:noFill/>
          <a:ln>
            <a:noFill/>
          </a:ln>
        </p:spPr>
      </p:pic>
      <p:grpSp>
        <p:nvGrpSpPr>
          <p:cNvPr id="3371" name="Google Shape;3371;p161"/>
          <p:cNvGrpSpPr/>
          <p:nvPr/>
        </p:nvGrpSpPr>
        <p:grpSpPr>
          <a:xfrm>
            <a:off x="8001425" y="4671613"/>
            <a:ext cx="914400" cy="559500"/>
            <a:chOff x="3899025" y="4752650"/>
            <a:chExt cx="914400" cy="559500"/>
          </a:xfrm>
        </p:grpSpPr>
        <p:pic>
          <p:nvPicPr>
            <p:cNvPr id="3372" name="Google Shape;3372;p161"/>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3373" name="Google Shape;3373;p161"/>
            <p:cNvPicPr preferRelativeResize="0"/>
            <p:nvPr/>
          </p:nvPicPr>
          <p:blipFill>
            <a:blip r:embed="rId5">
              <a:alphaModFix/>
            </a:blip>
            <a:stretch>
              <a:fillRect/>
            </a:stretch>
          </p:blipFill>
          <p:spPr>
            <a:xfrm>
              <a:off x="4302575" y="4883351"/>
              <a:ext cx="275675" cy="275675"/>
            </a:xfrm>
            <a:prstGeom prst="rect">
              <a:avLst/>
            </a:prstGeom>
            <a:noFill/>
            <a:ln>
              <a:noFill/>
            </a:ln>
          </p:spPr>
        </p:pic>
      </p:grpSp>
      <p:sp>
        <p:nvSpPr>
          <p:cNvPr id="3374" name="Google Shape;3374;p161"/>
          <p:cNvSpPr txBox="1"/>
          <p:nvPr/>
        </p:nvSpPr>
        <p:spPr>
          <a:xfrm>
            <a:off x="9206317" y="4413300"/>
            <a:ext cx="1104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Bare Metal</a:t>
            </a:r>
            <a:endParaRPr>
              <a:latin typeface="Overpass Light"/>
              <a:ea typeface="Overpass Light"/>
              <a:cs typeface="Overpass Light"/>
              <a:sym typeface="Overpass Light"/>
            </a:endParaRPr>
          </a:p>
        </p:txBody>
      </p:sp>
      <p:sp>
        <p:nvSpPr>
          <p:cNvPr id="3375" name="Google Shape;3375;p161"/>
          <p:cNvSpPr txBox="1"/>
          <p:nvPr/>
        </p:nvSpPr>
        <p:spPr>
          <a:xfrm>
            <a:off x="5419203" y="4423100"/>
            <a:ext cx="914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Kubevirt</a:t>
            </a:r>
            <a:r>
              <a:rPr lang="en">
                <a:latin typeface="Overpass Light"/>
                <a:ea typeface="Overpass Light"/>
                <a:cs typeface="Overpass Light"/>
                <a:sym typeface="Overpass Light"/>
              </a:rPr>
              <a:t> </a:t>
            </a:r>
            <a:endParaRPr>
              <a:latin typeface="Overpass Light"/>
              <a:ea typeface="Overpass Light"/>
              <a:cs typeface="Overpass Light"/>
              <a:sym typeface="Overpass Light"/>
            </a:endParaRPr>
          </a:p>
        </p:txBody>
      </p:sp>
      <p:sp>
        <p:nvSpPr>
          <p:cNvPr id="3376" name="Google Shape;3376;p161"/>
          <p:cNvSpPr txBox="1"/>
          <p:nvPr/>
        </p:nvSpPr>
        <p:spPr>
          <a:xfrm>
            <a:off x="8091061" y="4409800"/>
            <a:ext cx="731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Cloud</a:t>
            </a:r>
            <a:endParaRPr>
              <a:latin typeface="Overpass Light"/>
              <a:ea typeface="Overpass Light"/>
              <a:cs typeface="Overpass Light"/>
              <a:sym typeface="Overpass Light"/>
            </a:endParaRPr>
          </a:p>
        </p:txBody>
      </p:sp>
      <p:pic>
        <p:nvPicPr>
          <p:cNvPr id="3377" name="Google Shape;3377;p161"/>
          <p:cNvPicPr preferRelativeResize="0"/>
          <p:nvPr/>
        </p:nvPicPr>
        <p:blipFill>
          <a:blip r:embed="rId6">
            <a:alphaModFix/>
          </a:blip>
          <a:stretch>
            <a:fillRect/>
          </a:stretch>
        </p:blipFill>
        <p:spPr>
          <a:xfrm>
            <a:off x="3004383" y="4508700"/>
            <a:ext cx="914400" cy="914400"/>
          </a:xfrm>
          <a:prstGeom prst="rect">
            <a:avLst/>
          </a:prstGeom>
          <a:noFill/>
          <a:ln>
            <a:noFill/>
          </a:ln>
        </p:spPr>
      </p:pic>
      <p:pic>
        <p:nvPicPr>
          <p:cNvPr id="3378" name="Google Shape;3378;p161"/>
          <p:cNvPicPr preferRelativeResize="0"/>
          <p:nvPr/>
        </p:nvPicPr>
        <p:blipFill>
          <a:blip r:embed="rId7">
            <a:alphaModFix/>
          </a:blip>
          <a:stretch>
            <a:fillRect/>
          </a:stretch>
        </p:blipFill>
        <p:spPr>
          <a:xfrm>
            <a:off x="5229082" y="5036800"/>
            <a:ext cx="1315400" cy="1315400"/>
          </a:xfrm>
          <a:prstGeom prst="rect">
            <a:avLst/>
          </a:prstGeom>
          <a:noFill/>
          <a:ln>
            <a:noFill/>
          </a:ln>
        </p:spPr>
      </p:pic>
      <p:pic>
        <p:nvPicPr>
          <p:cNvPr id="3379" name="Google Shape;3379;p161"/>
          <p:cNvPicPr preferRelativeResize="0"/>
          <p:nvPr/>
        </p:nvPicPr>
        <p:blipFill rotWithShape="1">
          <a:blip r:embed="rId5">
            <a:alphaModFix/>
          </a:blip>
          <a:srcRect b="16811" l="0" r="0" t="17233"/>
          <a:stretch/>
        </p:blipFill>
        <p:spPr>
          <a:xfrm>
            <a:off x="7756625" y="5182750"/>
            <a:ext cx="1466903" cy="967500"/>
          </a:xfrm>
          <a:prstGeom prst="rect">
            <a:avLst/>
          </a:prstGeom>
          <a:noFill/>
          <a:ln>
            <a:noFill/>
          </a:ln>
        </p:spPr>
      </p:pic>
      <p:cxnSp>
        <p:nvCxnSpPr>
          <p:cNvPr id="3380" name="Google Shape;3380;p161"/>
          <p:cNvCxnSpPr>
            <a:stCxn id="3377" idx="3"/>
            <a:endCxn id="3378" idx="1"/>
          </p:cNvCxnSpPr>
          <p:nvPr/>
        </p:nvCxnSpPr>
        <p:spPr>
          <a:xfrm>
            <a:off x="3918782" y="4965900"/>
            <a:ext cx="1310400" cy="728700"/>
          </a:xfrm>
          <a:prstGeom prst="curvedConnector3">
            <a:avLst>
              <a:gd fmla="val 49996" name="adj1"/>
            </a:avLst>
          </a:prstGeom>
          <a:noFill/>
          <a:ln cap="flat" cmpd="sng" w="19050">
            <a:solidFill>
              <a:schemeClr val="dk1"/>
            </a:solidFill>
            <a:prstDash val="solid"/>
            <a:round/>
            <a:headEnd len="med" w="med" type="none"/>
            <a:tailEnd len="med" w="med" type="triangle"/>
          </a:ln>
        </p:spPr>
      </p:cxnSp>
      <p:sp>
        <p:nvSpPr>
          <p:cNvPr id="3381" name="Google Shape;3381;p161"/>
          <p:cNvSpPr txBox="1"/>
          <p:nvPr/>
        </p:nvSpPr>
        <p:spPr>
          <a:xfrm>
            <a:off x="2435075" y="5530600"/>
            <a:ext cx="2094900" cy="400200"/>
          </a:xfrm>
          <a:prstGeom prst="rect">
            <a:avLst/>
          </a:prstGeom>
          <a:noFill/>
          <a:ln>
            <a:noFill/>
          </a:ln>
        </p:spPr>
        <p:txBody>
          <a:bodyPr anchorCtr="0" anchor="t" bIns="91425" lIns="91425" spcFirstLastPara="1" rIns="91425" wrap="square" tIns="91425">
            <a:spAutoFit/>
          </a:bodyPr>
          <a:lstStyle/>
          <a:p>
            <a:pPr indent="-134620" lvl="0" marL="91440" rtl="0" algn="l">
              <a:spcBef>
                <a:spcPts val="0"/>
              </a:spcBef>
              <a:spcAft>
                <a:spcPts val="0"/>
              </a:spcAft>
              <a:buSzPts val="1400"/>
              <a:buFont typeface="Overpass Light"/>
              <a:buChar char="●"/>
            </a:pPr>
            <a:r>
              <a:rPr lang="en">
                <a:latin typeface="Overpass Light"/>
                <a:ea typeface="Overpass Light"/>
                <a:cs typeface="Overpass Light"/>
                <a:sym typeface="Overpass Light"/>
              </a:rPr>
              <a:t>Red Hat Image Builder</a:t>
            </a:r>
            <a:endParaRPr>
              <a:latin typeface="Overpass Light"/>
              <a:ea typeface="Overpass Light"/>
              <a:cs typeface="Overpass Light"/>
              <a:sym typeface="Overpass Light"/>
            </a:endParaRPr>
          </a:p>
        </p:txBody>
      </p:sp>
      <p:sp>
        <p:nvSpPr>
          <p:cNvPr id="3382" name="Google Shape;3382;p161"/>
          <p:cNvSpPr txBox="1"/>
          <p:nvPr/>
        </p:nvSpPr>
        <p:spPr>
          <a:xfrm>
            <a:off x="8607375" y="3281950"/>
            <a:ext cx="2302800" cy="831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Overpass"/>
                <a:ea typeface="Overpass"/>
                <a:cs typeface="Overpass"/>
                <a:sym typeface="Overpass"/>
              </a:rPr>
              <a:t>Future-Proof</a:t>
            </a:r>
            <a:r>
              <a:rPr lang="en">
                <a:latin typeface="Overpass Light"/>
                <a:ea typeface="Overpass Light"/>
                <a:cs typeface="Overpass Light"/>
                <a:sym typeface="Overpass Light"/>
              </a:rPr>
              <a:t> infrastructure for any cloud or hypervisor Image</a:t>
            </a:r>
            <a:endParaRPr>
              <a:latin typeface="Overpass Light"/>
              <a:ea typeface="Overpass Light"/>
              <a:cs typeface="Overpass Light"/>
              <a:sym typeface="Overpass Light"/>
            </a:endParaRPr>
          </a:p>
        </p:txBody>
      </p:sp>
      <p:sp>
        <p:nvSpPr>
          <p:cNvPr id="3383" name="Google Shape;3383;p161"/>
          <p:cNvSpPr/>
          <p:nvPr/>
        </p:nvSpPr>
        <p:spPr>
          <a:xfrm rot="5400000">
            <a:off x="7784750" y="1704625"/>
            <a:ext cx="300900" cy="5183400"/>
          </a:xfrm>
          <a:prstGeom prst="leftBrace">
            <a:avLst>
              <a:gd fmla="val 50000" name="adj1"/>
              <a:gd fmla="val 50000" name="adj2"/>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84" name="Google Shape;3384;p161"/>
          <p:cNvPicPr preferRelativeResize="0"/>
          <p:nvPr/>
        </p:nvPicPr>
        <p:blipFill rotWithShape="1">
          <a:blip r:embed="rId4">
            <a:alphaModFix/>
          </a:blip>
          <a:srcRect b="19054" l="0" r="0" t="19757"/>
          <a:stretch/>
        </p:blipFill>
        <p:spPr>
          <a:xfrm>
            <a:off x="6718425" y="4671620"/>
            <a:ext cx="914400" cy="559500"/>
          </a:xfrm>
          <a:prstGeom prst="rect">
            <a:avLst/>
          </a:prstGeom>
          <a:noFill/>
          <a:ln>
            <a:noFill/>
          </a:ln>
        </p:spPr>
      </p:pic>
      <p:sp>
        <p:nvSpPr>
          <p:cNvPr id="3385" name="Google Shape;3385;p161"/>
          <p:cNvSpPr txBox="1"/>
          <p:nvPr/>
        </p:nvSpPr>
        <p:spPr>
          <a:xfrm>
            <a:off x="6639340" y="4423100"/>
            <a:ext cx="1086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Hypervisor </a:t>
            </a:r>
            <a:endParaRPr>
              <a:latin typeface="Overpass Light"/>
              <a:ea typeface="Overpass Light"/>
              <a:cs typeface="Overpass Light"/>
              <a:sym typeface="Overpass Light"/>
            </a:endParaRPr>
          </a:p>
        </p:txBody>
      </p:sp>
      <p:pic>
        <p:nvPicPr>
          <p:cNvPr id="3386" name="Google Shape;3386;p161"/>
          <p:cNvPicPr preferRelativeResize="0"/>
          <p:nvPr/>
        </p:nvPicPr>
        <p:blipFill>
          <a:blip r:embed="rId7">
            <a:alphaModFix/>
          </a:blip>
          <a:stretch>
            <a:fillRect/>
          </a:stretch>
        </p:blipFill>
        <p:spPr>
          <a:xfrm>
            <a:off x="6524482" y="5036800"/>
            <a:ext cx="1315400" cy="1315400"/>
          </a:xfrm>
          <a:prstGeom prst="rect">
            <a:avLst/>
          </a:prstGeom>
          <a:noFill/>
          <a:ln>
            <a:noFill/>
          </a:ln>
        </p:spPr>
      </p:pic>
      <p:pic>
        <p:nvPicPr>
          <p:cNvPr id="3387" name="Google Shape;3387;p161"/>
          <p:cNvPicPr preferRelativeResize="0"/>
          <p:nvPr/>
        </p:nvPicPr>
        <p:blipFill>
          <a:blip r:embed="rId8">
            <a:alphaModFix/>
          </a:blip>
          <a:stretch>
            <a:fillRect/>
          </a:stretch>
        </p:blipFill>
        <p:spPr>
          <a:xfrm>
            <a:off x="4381500" y="5347855"/>
            <a:ext cx="300900" cy="300900"/>
          </a:xfrm>
          <a:prstGeom prst="rect">
            <a:avLst/>
          </a:prstGeom>
          <a:noFill/>
          <a:ln>
            <a:noFill/>
          </a:ln>
        </p:spPr>
      </p:pic>
      <p:pic>
        <p:nvPicPr>
          <p:cNvPr id="3388" name="Google Shape;3388;p161"/>
          <p:cNvPicPr preferRelativeResize="0"/>
          <p:nvPr/>
        </p:nvPicPr>
        <p:blipFill>
          <a:blip r:embed="rId8">
            <a:alphaModFix/>
          </a:blip>
          <a:stretch>
            <a:fillRect/>
          </a:stretch>
        </p:blipFill>
        <p:spPr>
          <a:xfrm>
            <a:off x="5485827" y="5318563"/>
            <a:ext cx="300900" cy="300900"/>
          </a:xfrm>
          <a:prstGeom prst="rect">
            <a:avLst/>
          </a:prstGeom>
          <a:noFill/>
          <a:ln>
            <a:noFill/>
          </a:ln>
        </p:spPr>
      </p:pic>
      <p:pic>
        <p:nvPicPr>
          <p:cNvPr id="3389" name="Google Shape;3389;p161"/>
          <p:cNvPicPr preferRelativeResize="0"/>
          <p:nvPr/>
        </p:nvPicPr>
        <p:blipFill>
          <a:blip r:embed="rId8">
            <a:alphaModFix/>
          </a:blip>
          <a:stretch>
            <a:fillRect/>
          </a:stretch>
        </p:blipFill>
        <p:spPr>
          <a:xfrm>
            <a:off x="6781227" y="5318563"/>
            <a:ext cx="300900" cy="300900"/>
          </a:xfrm>
          <a:prstGeom prst="rect">
            <a:avLst/>
          </a:prstGeom>
          <a:noFill/>
          <a:ln>
            <a:noFill/>
          </a:ln>
        </p:spPr>
      </p:pic>
      <p:pic>
        <p:nvPicPr>
          <p:cNvPr id="3390" name="Google Shape;3390;p161"/>
          <p:cNvPicPr preferRelativeResize="0"/>
          <p:nvPr/>
        </p:nvPicPr>
        <p:blipFill>
          <a:blip r:embed="rId8">
            <a:alphaModFix/>
          </a:blip>
          <a:stretch>
            <a:fillRect/>
          </a:stretch>
        </p:blipFill>
        <p:spPr>
          <a:xfrm>
            <a:off x="8000427" y="5604600"/>
            <a:ext cx="300900" cy="300900"/>
          </a:xfrm>
          <a:prstGeom prst="rect">
            <a:avLst/>
          </a:prstGeom>
          <a:noFill/>
          <a:ln>
            <a:noFill/>
          </a:ln>
        </p:spPr>
      </p:pic>
      <p:pic>
        <p:nvPicPr>
          <p:cNvPr id="3391" name="Google Shape;3391;p161"/>
          <p:cNvPicPr preferRelativeResize="0"/>
          <p:nvPr/>
        </p:nvPicPr>
        <p:blipFill>
          <a:blip r:embed="rId9">
            <a:alphaModFix/>
          </a:blip>
          <a:stretch>
            <a:fillRect/>
          </a:stretch>
        </p:blipFill>
        <p:spPr>
          <a:xfrm>
            <a:off x="5753100" y="5318563"/>
            <a:ext cx="300900" cy="300900"/>
          </a:xfrm>
          <a:prstGeom prst="rect">
            <a:avLst/>
          </a:prstGeom>
          <a:noFill/>
          <a:ln>
            <a:noFill/>
          </a:ln>
        </p:spPr>
      </p:pic>
      <p:pic>
        <p:nvPicPr>
          <p:cNvPr id="3392" name="Google Shape;3392;p161"/>
          <p:cNvPicPr preferRelativeResize="0"/>
          <p:nvPr/>
        </p:nvPicPr>
        <p:blipFill>
          <a:blip r:embed="rId9">
            <a:alphaModFix/>
          </a:blip>
          <a:stretch>
            <a:fillRect/>
          </a:stretch>
        </p:blipFill>
        <p:spPr>
          <a:xfrm>
            <a:off x="7048500" y="5318563"/>
            <a:ext cx="300900" cy="300900"/>
          </a:xfrm>
          <a:prstGeom prst="rect">
            <a:avLst/>
          </a:prstGeom>
          <a:noFill/>
          <a:ln>
            <a:noFill/>
          </a:ln>
        </p:spPr>
      </p:pic>
      <p:pic>
        <p:nvPicPr>
          <p:cNvPr id="3393" name="Google Shape;3393;p161"/>
          <p:cNvPicPr preferRelativeResize="0"/>
          <p:nvPr/>
        </p:nvPicPr>
        <p:blipFill>
          <a:blip r:embed="rId9">
            <a:alphaModFix/>
          </a:blip>
          <a:stretch>
            <a:fillRect/>
          </a:stretch>
        </p:blipFill>
        <p:spPr>
          <a:xfrm>
            <a:off x="8267700" y="5604600"/>
            <a:ext cx="300900" cy="300900"/>
          </a:xfrm>
          <a:prstGeom prst="rect">
            <a:avLst/>
          </a:prstGeom>
          <a:noFill/>
          <a:ln>
            <a:noFill/>
          </a:ln>
        </p:spPr>
      </p:pic>
      <p:pic>
        <p:nvPicPr>
          <p:cNvPr id="3394" name="Google Shape;3394;p161"/>
          <p:cNvPicPr preferRelativeResize="0"/>
          <p:nvPr/>
        </p:nvPicPr>
        <p:blipFill>
          <a:blip r:embed="rId8">
            <a:alphaModFix/>
          </a:blip>
          <a:stretch>
            <a:fillRect/>
          </a:stretch>
        </p:blipFill>
        <p:spPr>
          <a:xfrm>
            <a:off x="6019227" y="5318563"/>
            <a:ext cx="300900" cy="300900"/>
          </a:xfrm>
          <a:prstGeom prst="rect">
            <a:avLst/>
          </a:prstGeom>
          <a:noFill/>
          <a:ln>
            <a:noFill/>
          </a:ln>
        </p:spPr>
      </p:pic>
      <p:pic>
        <p:nvPicPr>
          <p:cNvPr id="3395" name="Google Shape;3395;p161"/>
          <p:cNvPicPr preferRelativeResize="0"/>
          <p:nvPr/>
        </p:nvPicPr>
        <p:blipFill>
          <a:blip r:embed="rId8">
            <a:alphaModFix/>
          </a:blip>
          <a:stretch>
            <a:fillRect/>
          </a:stretch>
        </p:blipFill>
        <p:spPr>
          <a:xfrm>
            <a:off x="7314627" y="5318563"/>
            <a:ext cx="300900" cy="300900"/>
          </a:xfrm>
          <a:prstGeom prst="rect">
            <a:avLst/>
          </a:prstGeom>
          <a:noFill/>
          <a:ln>
            <a:noFill/>
          </a:ln>
        </p:spPr>
      </p:pic>
      <p:pic>
        <p:nvPicPr>
          <p:cNvPr id="3396" name="Google Shape;3396;p161"/>
          <p:cNvPicPr preferRelativeResize="0"/>
          <p:nvPr/>
        </p:nvPicPr>
        <p:blipFill>
          <a:blip r:embed="rId8">
            <a:alphaModFix/>
          </a:blip>
          <a:stretch>
            <a:fillRect/>
          </a:stretch>
        </p:blipFill>
        <p:spPr>
          <a:xfrm>
            <a:off x="8524445" y="5595218"/>
            <a:ext cx="300900" cy="300900"/>
          </a:xfrm>
          <a:prstGeom prst="rect">
            <a:avLst/>
          </a:prstGeom>
          <a:noFill/>
          <a:ln>
            <a:noFill/>
          </a:ln>
        </p:spPr>
      </p:pic>
      <p:pic>
        <p:nvPicPr>
          <p:cNvPr id="3397" name="Google Shape;3397;p161"/>
          <p:cNvPicPr preferRelativeResize="0"/>
          <p:nvPr/>
        </p:nvPicPr>
        <p:blipFill>
          <a:blip r:embed="rId9">
            <a:alphaModFix/>
          </a:blip>
          <a:stretch>
            <a:fillRect/>
          </a:stretch>
        </p:blipFill>
        <p:spPr>
          <a:xfrm>
            <a:off x="4229100" y="4708963"/>
            <a:ext cx="300900" cy="300900"/>
          </a:xfrm>
          <a:prstGeom prst="rect">
            <a:avLst/>
          </a:prstGeom>
          <a:noFill/>
          <a:ln>
            <a:noFill/>
          </a:ln>
        </p:spPr>
      </p:pic>
      <p:grpSp>
        <p:nvGrpSpPr>
          <p:cNvPr id="3398" name="Google Shape;3398;p161"/>
          <p:cNvGrpSpPr/>
          <p:nvPr/>
        </p:nvGrpSpPr>
        <p:grpSpPr>
          <a:xfrm>
            <a:off x="571564" y="1400175"/>
            <a:ext cx="2834700" cy="2834700"/>
            <a:chOff x="4381564" y="1323975"/>
            <a:chExt cx="2834700" cy="2834700"/>
          </a:xfrm>
        </p:grpSpPr>
        <p:grpSp>
          <p:nvGrpSpPr>
            <p:cNvPr id="3399" name="Google Shape;3399;p161"/>
            <p:cNvGrpSpPr/>
            <p:nvPr/>
          </p:nvGrpSpPr>
          <p:grpSpPr>
            <a:xfrm>
              <a:off x="4381564" y="1323975"/>
              <a:ext cx="2834700" cy="2834700"/>
              <a:chOff x="4381500" y="1323975"/>
              <a:chExt cx="2834700" cy="2834700"/>
            </a:xfrm>
          </p:grpSpPr>
          <p:sp>
            <p:nvSpPr>
              <p:cNvPr id="3400" name="Google Shape;3400;p161"/>
              <p:cNvSpPr/>
              <p:nvPr/>
            </p:nvSpPr>
            <p:spPr>
              <a:xfrm>
                <a:off x="4381500" y="1323975"/>
                <a:ext cx="2834700" cy="2834700"/>
              </a:xfrm>
              <a:prstGeom prst="ellipse">
                <a:avLst/>
              </a:prstGeom>
              <a:noFill/>
              <a:ln cap="flat" cmpd="sng" w="1143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161"/>
              <p:cNvSpPr/>
              <p:nvPr/>
            </p:nvSpPr>
            <p:spPr>
              <a:xfrm>
                <a:off x="5067300" y="2009775"/>
                <a:ext cx="1463100" cy="1463100"/>
              </a:xfrm>
              <a:prstGeom prst="ellipse">
                <a:avLst/>
              </a:prstGeom>
              <a:noFill/>
              <a:ln cap="flat" cmpd="sng" w="152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02" name="Google Shape;3402;p161"/>
            <p:cNvGrpSpPr/>
            <p:nvPr/>
          </p:nvGrpSpPr>
          <p:grpSpPr>
            <a:xfrm>
              <a:off x="4397514" y="1379648"/>
              <a:ext cx="2802802" cy="2723355"/>
              <a:chOff x="4413527" y="1370716"/>
              <a:chExt cx="2802802" cy="2723355"/>
            </a:xfrm>
          </p:grpSpPr>
          <p:grpSp>
            <p:nvGrpSpPr>
              <p:cNvPr id="3403" name="Google Shape;3403;p161"/>
              <p:cNvGrpSpPr/>
              <p:nvPr/>
            </p:nvGrpSpPr>
            <p:grpSpPr>
              <a:xfrm>
                <a:off x="6301929" y="3179671"/>
                <a:ext cx="914400" cy="914400"/>
                <a:chOff x="8321229" y="3179936"/>
                <a:chExt cx="914400" cy="914400"/>
              </a:xfrm>
            </p:grpSpPr>
            <p:sp>
              <p:nvSpPr>
                <p:cNvPr id="3404" name="Google Shape;3404;p161"/>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05" name="Google Shape;3405;p161"/>
                <p:cNvPicPr preferRelativeResize="0"/>
                <p:nvPr/>
              </p:nvPicPr>
              <p:blipFill>
                <a:blip r:embed="rId10">
                  <a:alphaModFix/>
                </a:blip>
                <a:stretch>
                  <a:fillRect/>
                </a:stretch>
              </p:blipFill>
              <p:spPr>
                <a:xfrm>
                  <a:off x="8321229" y="3179936"/>
                  <a:ext cx="914400" cy="914400"/>
                </a:xfrm>
                <a:prstGeom prst="rect">
                  <a:avLst/>
                </a:prstGeom>
                <a:noFill/>
                <a:ln>
                  <a:noFill/>
                </a:ln>
              </p:spPr>
            </p:pic>
          </p:grpSp>
          <p:grpSp>
            <p:nvGrpSpPr>
              <p:cNvPr id="3406" name="Google Shape;3406;p161"/>
              <p:cNvGrpSpPr/>
              <p:nvPr/>
            </p:nvGrpSpPr>
            <p:grpSpPr>
              <a:xfrm>
                <a:off x="6301929" y="1370716"/>
                <a:ext cx="914400" cy="914400"/>
                <a:chOff x="6263829" y="1370716"/>
                <a:chExt cx="914400" cy="914400"/>
              </a:xfrm>
            </p:grpSpPr>
            <p:sp>
              <p:nvSpPr>
                <p:cNvPr id="3407" name="Google Shape;3407;p161"/>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08" name="Google Shape;3408;p161"/>
                <p:cNvPicPr preferRelativeResize="0"/>
                <p:nvPr/>
              </p:nvPicPr>
              <p:blipFill>
                <a:blip r:embed="rId11">
                  <a:alphaModFix/>
                </a:blip>
                <a:stretch>
                  <a:fillRect/>
                </a:stretch>
              </p:blipFill>
              <p:spPr>
                <a:xfrm>
                  <a:off x="6312879" y="1419766"/>
                  <a:ext cx="816300" cy="816300"/>
                </a:xfrm>
                <a:prstGeom prst="rect">
                  <a:avLst/>
                </a:prstGeom>
                <a:noFill/>
                <a:ln>
                  <a:noFill/>
                </a:ln>
              </p:spPr>
            </p:pic>
          </p:grpSp>
          <p:grpSp>
            <p:nvGrpSpPr>
              <p:cNvPr id="3409" name="Google Shape;3409;p161"/>
              <p:cNvGrpSpPr/>
              <p:nvPr/>
            </p:nvGrpSpPr>
            <p:grpSpPr>
              <a:xfrm>
                <a:off x="4413527" y="1370716"/>
                <a:ext cx="914400" cy="914400"/>
                <a:chOff x="4437340" y="1269451"/>
                <a:chExt cx="914400" cy="914400"/>
              </a:xfrm>
            </p:grpSpPr>
            <p:sp>
              <p:nvSpPr>
                <p:cNvPr id="3410" name="Google Shape;3410;p161"/>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11" name="Google Shape;3411;p161"/>
                <p:cNvPicPr preferRelativeResize="0"/>
                <p:nvPr/>
              </p:nvPicPr>
              <p:blipFill rotWithShape="1">
                <a:blip r:embed="rId12">
                  <a:alphaModFix/>
                </a:blip>
                <a:srcRect b="9632" l="15541" r="14164" t="9218"/>
                <a:stretch/>
              </p:blipFill>
              <p:spPr>
                <a:xfrm>
                  <a:off x="4537357" y="1303203"/>
                  <a:ext cx="739893" cy="850172"/>
                </a:xfrm>
                <a:prstGeom prst="rect">
                  <a:avLst/>
                </a:prstGeom>
                <a:noFill/>
                <a:ln>
                  <a:noFill/>
                </a:ln>
              </p:spPr>
            </p:pic>
          </p:grpSp>
          <p:grpSp>
            <p:nvGrpSpPr>
              <p:cNvPr id="3412" name="Google Shape;3412;p161"/>
              <p:cNvGrpSpPr/>
              <p:nvPr/>
            </p:nvGrpSpPr>
            <p:grpSpPr>
              <a:xfrm>
                <a:off x="4413527" y="3179671"/>
                <a:ext cx="914400" cy="914400"/>
                <a:chOff x="4437340" y="3101261"/>
                <a:chExt cx="914400" cy="914400"/>
              </a:xfrm>
            </p:grpSpPr>
            <p:sp>
              <p:nvSpPr>
                <p:cNvPr id="3413" name="Google Shape;3413;p161"/>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14" name="Google Shape;3414;p161"/>
                <p:cNvPicPr preferRelativeResize="0"/>
                <p:nvPr/>
              </p:nvPicPr>
              <p:blipFill rotWithShape="1">
                <a:blip r:embed="rId13">
                  <a:alphaModFix/>
                </a:blip>
                <a:srcRect b="13122" l="12810" r="11523" t="12272"/>
                <a:stretch/>
              </p:blipFill>
              <p:spPr>
                <a:xfrm>
                  <a:off x="4518236" y="3190157"/>
                  <a:ext cx="752608" cy="736608"/>
                </a:xfrm>
                <a:prstGeom prst="rect">
                  <a:avLst/>
                </a:prstGeom>
                <a:noFill/>
                <a:ln>
                  <a:noFill/>
                </a:ln>
              </p:spPr>
            </p:pic>
          </p:grpSp>
        </p:grpSp>
        <p:sp>
          <p:nvSpPr>
            <p:cNvPr id="3415" name="Google Shape;3415;p161"/>
            <p:cNvSpPr/>
            <p:nvPr/>
          </p:nvSpPr>
          <p:spPr>
            <a:xfrm>
              <a:off x="5570314" y="2514525"/>
              <a:ext cx="457200" cy="453600"/>
            </a:xfrm>
            <a:prstGeom prst="ellipse">
              <a:avLst/>
            </a:prstGeom>
            <a:solidFill>
              <a:schemeClr val="accent1"/>
            </a:solidFill>
            <a:ln cap="flat" cmpd="sng" w="762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416" name="Google Shape;3416;p161"/>
          <p:cNvCxnSpPr>
            <a:stCxn id="3400" idx="4"/>
            <a:endCxn id="3377" idx="1"/>
          </p:cNvCxnSpPr>
          <p:nvPr/>
        </p:nvCxnSpPr>
        <p:spPr>
          <a:xfrm flipH="1" rot="-5400000">
            <a:off x="2131114" y="4092675"/>
            <a:ext cx="731100" cy="1015500"/>
          </a:xfrm>
          <a:prstGeom prst="curvedConnector2">
            <a:avLst/>
          </a:prstGeom>
          <a:noFill/>
          <a:ln cap="flat" cmpd="sng" w="19050">
            <a:solidFill>
              <a:schemeClr val="dk1"/>
            </a:solidFill>
            <a:prstDash val="solid"/>
            <a:round/>
            <a:headEnd len="med" w="med" type="none"/>
            <a:tailEnd len="med" w="med" type="triangle"/>
          </a:ln>
        </p:spPr>
      </p:cxnSp>
      <p:cxnSp>
        <p:nvCxnSpPr>
          <p:cNvPr id="3417" name="Google Shape;3417;p161"/>
          <p:cNvCxnSpPr>
            <a:stCxn id="3400" idx="6"/>
            <a:endCxn id="3383" idx="1"/>
          </p:cNvCxnSpPr>
          <p:nvPr/>
        </p:nvCxnSpPr>
        <p:spPr>
          <a:xfrm>
            <a:off x="3406264" y="2817525"/>
            <a:ext cx="4528800" cy="1328400"/>
          </a:xfrm>
          <a:prstGeom prst="curvedConnector2">
            <a:avLst/>
          </a:prstGeom>
          <a:noFill/>
          <a:ln cap="flat" cmpd="sng" w="19050">
            <a:solidFill>
              <a:schemeClr val="dk1"/>
            </a:solidFill>
            <a:prstDash val="solid"/>
            <a:round/>
            <a:headEnd len="med" w="med" type="none"/>
            <a:tailEnd len="med" w="med" type="triangle"/>
          </a:ln>
        </p:spPr>
      </p:cxnSp>
      <p:sp>
        <p:nvSpPr>
          <p:cNvPr id="3418" name="Google Shape;3418;p161"/>
          <p:cNvSpPr txBox="1"/>
          <p:nvPr/>
        </p:nvSpPr>
        <p:spPr>
          <a:xfrm>
            <a:off x="8476450" y="1606775"/>
            <a:ext cx="29364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latin typeface="Overpass Light"/>
                <a:ea typeface="Overpass Light"/>
                <a:cs typeface="Overpass Light"/>
                <a:sym typeface="Overpass Light"/>
              </a:rPr>
              <a:t>Using tooling built and tested to work together with your platforms.</a:t>
            </a:r>
            <a:endParaRPr sz="2400">
              <a:latin typeface="Overpass Light"/>
              <a:ea typeface="Overpass Light"/>
              <a:cs typeface="Overpass Light"/>
              <a:sym typeface="Overpass Light"/>
            </a:endParaRPr>
          </a:p>
        </p:txBody>
      </p:sp>
      <p:sp>
        <p:nvSpPr>
          <p:cNvPr id="3419" name="Google Shape;3419;p16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3420" name="Google Shape;3420;p161"/>
          <p:cNvSpPr txBox="1"/>
          <p:nvPr/>
        </p:nvSpPr>
        <p:spPr>
          <a:xfrm>
            <a:off x="3673758" y="2161654"/>
            <a:ext cx="3544800" cy="354000"/>
          </a:xfrm>
          <a:prstGeom prst="rect">
            <a:avLst/>
          </a:prstGeom>
          <a:noFill/>
          <a:ln>
            <a:noFill/>
          </a:ln>
        </p:spPr>
        <p:txBody>
          <a:bodyPr anchorCtr="0" anchor="t" bIns="68575" lIns="68575" spcFirstLastPara="1" rIns="68575" wrap="square" tIns="68575">
            <a:spAutoFit/>
          </a:bodyPr>
          <a:lstStyle/>
          <a:p>
            <a:pPr indent="-134620" lvl="0" marL="91440" rtl="0" algn="l">
              <a:spcBef>
                <a:spcPts val="0"/>
              </a:spcBef>
              <a:spcAft>
                <a:spcPts val="0"/>
              </a:spcAft>
              <a:buSzPts val="1400"/>
              <a:buFont typeface="Overpass Light"/>
              <a:buChar char="●"/>
            </a:pPr>
            <a:r>
              <a:rPr lang="en">
                <a:latin typeface="Overpass Light"/>
                <a:ea typeface="Overpass Light"/>
                <a:cs typeface="Overpass Light"/>
                <a:sym typeface="Overpass Light"/>
              </a:rPr>
              <a:t>Red Hat Satellite</a:t>
            </a:r>
            <a:endParaRPr>
              <a:latin typeface="Overpass Light"/>
              <a:ea typeface="Overpass Light"/>
              <a:cs typeface="Overpass Light"/>
              <a:sym typeface="Overpass Light"/>
            </a:endParaRPr>
          </a:p>
        </p:txBody>
      </p:sp>
      <p:sp>
        <p:nvSpPr>
          <p:cNvPr id="3421" name="Google Shape;3421;p161"/>
          <p:cNvSpPr txBox="1"/>
          <p:nvPr/>
        </p:nvSpPr>
        <p:spPr>
          <a:xfrm>
            <a:off x="3579398" y="3745129"/>
            <a:ext cx="3961500" cy="354000"/>
          </a:xfrm>
          <a:prstGeom prst="rect">
            <a:avLst/>
          </a:prstGeom>
          <a:noFill/>
          <a:ln>
            <a:noFill/>
          </a:ln>
        </p:spPr>
        <p:txBody>
          <a:bodyPr anchorCtr="0" anchor="t" bIns="68575" lIns="68575" spcFirstLastPara="1" rIns="68575" wrap="square" tIns="68575">
            <a:spAutoFit/>
          </a:bodyPr>
          <a:lstStyle/>
          <a:p>
            <a:pPr indent="-134620" lvl="0" marL="91440" rtl="0" algn="l">
              <a:spcBef>
                <a:spcPts val="0"/>
              </a:spcBef>
              <a:spcAft>
                <a:spcPts val="0"/>
              </a:spcAft>
              <a:buSzPts val="1400"/>
              <a:buFont typeface="Overpass Light"/>
              <a:buChar char="●"/>
            </a:pPr>
            <a:r>
              <a:rPr lang="en">
                <a:latin typeface="Overpass Light"/>
                <a:ea typeface="Overpass Light"/>
                <a:cs typeface="Overpass Light"/>
                <a:sym typeface="Overpass Light"/>
              </a:rPr>
              <a:t>Red Hat Hybrid Cloud Console</a:t>
            </a:r>
            <a:endParaRPr>
              <a:latin typeface="Overpass Light"/>
              <a:ea typeface="Overpass Light"/>
              <a:cs typeface="Overpass Light"/>
              <a:sym typeface="Overpass Light"/>
            </a:endParaRPr>
          </a:p>
        </p:txBody>
      </p:sp>
      <p:sp>
        <p:nvSpPr>
          <p:cNvPr id="3422" name="Google Shape;3422;p161"/>
          <p:cNvSpPr txBox="1"/>
          <p:nvPr/>
        </p:nvSpPr>
        <p:spPr>
          <a:xfrm>
            <a:off x="3577560" y="1484443"/>
            <a:ext cx="2827500" cy="354000"/>
          </a:xfrm>
          <a:prstGeom prst="rect">
            <a:avLst/>
          </a:prstGeom>
          <a:noFill/>
          <a:ln>
            <a:noFill/>
          </a:ln>
        </p:spPr>
        <p:txBody>
          <a:bodyPr anchorCtr="0" anchor="t" bIns="68575" lIns="68575" spcFirstLastPara="1" rIns="68575" wrap="square" tIns="68575">
            <a:spAutoFit/>
          </a:bodyPr>
          <a:lstStyle/>
          <a:p>
            <a:pPr indent="-134620" lvl="0" marL="91440" rtl="0" algn="l">
              <a:spcBef>
                <a:spcPts val="0"/>
              </a:spcBef>
              <a:spcAft>
                <a:spcPts val="0"/>
              </a:spcAft>
              <a:buSzPts val="1400"/>
              <a:buFont typeface="Overpass Light"/>
              <a:buChar char="●"/>
            </a:pPr>
            <a:r>
              <a:rPr lang="en">
                <a:latin typeface="Overpass Light"/>
                <a:ea typeface="Overpass Light"/>
                <a:cs typeface="Overpass Light"/>
                <a:sym typeface="Overpass Light"/>
              </a:rPr>
              <a:t>Red Hat Identity Management</a:t>
            </a:r>
            <a:endParaRPr>
              <a:latin typeface="Overpass Light"/>
              <a:ea typeface="Overpass Light"/>
              <a:cs typeface="Overpass Light"/>
              <a:sym typeface="Overpass Light"/>
            </a:endParaRPr>
          </a:p>
        </p:txBody>
      </p:sp>
      <p:sp>
        <p:nvSpPr>
          <p:cNvPr id="3423" name="Google Shape;3423;p161"/>
          <p:cNvSpPr txBox="1"/>
          <p:nvPr/>
        </p:nvSpPr>
        <p:spPr>
          <a:xfrm>
            <a:off x="3682575" y="3110141"/>
            <a:ext cx="3544800" cy="354000"/>
          </a:xfrm>
          <a:prstGeom prst="rect">
            <a:avLst/>
          </a:prstGeom>
          <a:noFill/>
          <a:ln>
            <a:noFill/>
          </a:ln>
        </p:spPr>
        <p:txBody>
          <a:bodyPr anchorCtr="0" anchor="t" bIns="68575" lIns="68575" spcFirstLastPara="1" rIns="68575" wrap="square" tIns="68575">
            <a:spAutoFit/>
          </a:bodyPr>
          <a:lstStyle/>
          <a:p>
            <a:pPr indent="-134620" lvl="0" marL="91440" rtl="0" algn="l">
              <a:spcBef>
                <a:spcPts val="0"/>
              </a:spcBef>
              <a:spcAft>
                <a:spcPts val="0"/>
              </a:spcAft>
              <a:buSzPts val="1400"/>
              <a:buFont typeface="Overpass Light"/>
              <a:buChar char="●"/>
            </a:pPr>
            <a:r>
              <a:rPr lang="en">
                <a:latin typeface="Overpass Light"/>
                <a:ea typeface="Overpass Light"/>
                <a:cs typeface="Overpass Light"/>
                <a:sym typeface="Overpass Light"/>
              </a:rPr>
              <a:t>Ansible Automation Platform</a:t>
            </a:r>
            <a:endParaRPr>
              <a:latin typeface="Overpass Light"/>
              <a:ea typeface="Overpass Light"/>
              <a:cs typeface="Overpass Light"/>
              <a:sym typeface="Overpass Light"/>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7" name="Shape 3427"/>
        <p:cNvGrpSpPr/>
        <p:nvPr/>
      </p:nvGrpSpPr>
      <p:grpSpPr>
        <a:xfrm>
          <a:off x="0" y="0"/>
          <a:ext cx="0" cy="0"/>
          <a:chOff x="0" y="0"/>
          <a:chExt cx="0" cy="0"/>
        </a:xfrm>
      </p:grpSpPr>
      <p:sp>
        <p:nvSpPr>
          <p:cNvPr id="3428" name="Google Shape;3428;p162"/>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sz="1000">
                <a:latin typeface="Red Hat Display Medium"/>
                <a:ea typeface="Red Hat Display Medium"/>
                <a:cs typeface="Red Hat Display Medium"/>
                <a:sym typeface="Red Hat Display Medium"/>
              </a:rPr>
              <a:t>Red Hat Infrastructure Standard Adoption Model</a:t>
            </a:r>
            <a:endParaRPr/>
          </a:p>
        </p:txBody>
      </p:sp>
      <p:sp>
        <p:nvSpPr>
          <p:cNvPr id="3429" name="Google Shape;3429;p162"/>
          <p:cNvSpPr txBox="1"/>
          <p:nvPr>
            <p:ph idx="1" type="subTitle"/>
          </p:nvPr>
        </p:nvSpPr>
        <p:spPr>
          <a:xfrm>
            <a:off x="9251450" y="1743725"/>
            <a:ext cx="2124300" cy="33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30" name="Google Shape;3430;p162"/>
          <p:cNvSpPr txBox="1"/>
          <p:nvPr>
            <p:ph type="title"/>
          </p:nvPr>
        </p:nvSpPr>
        <p:spPr>
          <a:xfrm>
            <a:off x="447775" y="1084575"/>
            <a:ext cx="6825000" cy="2105100"/>
          </a:xfrm>
          <a:prstGeom prst="rect">
            <a:avLst/>
          </a:prstGeom>
        </p:spPr>
        <p:txBody>
          <a:bodyPr anchorCtr="0" anchor="t" bIns="91425" lIns="457200" spcFirstLastPara="1" rIns="91425" wrap="square" tIns="91425">
            <a:noAutofit/>
          </a:bodyPr>
          <a:lstStyle/>
          <a:p>
            <a:pPr indent="0" lvl="0" marL="0" rtl="0" algn="l">
              <a:spcBef>
                <a:spcPts val="0"/>
              </a:spcBef>
              <a:spcAft>
                <a:spcPts val="0"/>
              </a:spcAft>
              <a:buNone/>
            </a:pPr>
            <a:r>
              <a:rPr lang="en"/>
              <a:t>Deploying the Infrastructure with Ansible Automation Platform</a:t>
            </a:r>
            <a:endParaRPr/>
          </a:p>
        </p:txBody>
      </p:sp>
      <p:sp>
        <p:nvSpPr>
          <p:cNvPr id="3431" name="Google Shape;3431;p16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5" name="Shape 3435"/>
        <p:cNvGrpSpPr/>
        <p:nvPr/>
      </p:nvGrpSpPr>
      <p:grpSpPr>
        <a:xfrm>
          <a:off x="0" y="0"/>
          <a:ext cx="0" cy="0"/>
          <a:chOff x="0" y="0"/>
          <a:chExt cx="0" cy="0"/>
        </a:xfrm>
      </p:grpSpPr>
      <p:sp>
        <p:nvSpPr>
          <p:cNvPr id="3436" name="Google Shape;3436;p163"/>
          <p:cNvSpPr txBox="1"/>
          <p:nvPr>
            <p:ph type="title"/>
          </p:nvPr>
        </p:nvSpPr>
        <p:spPr>
          <a:xfrm>
            <a:off x="1752600" y="946000"/>
            <a:ext cx="8686800" cy="967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RH-IS </a:t>
            </a:r>
            <a:r>
              <a:rPr lang="en"/>
              <a:t>Powered By Ansible Automation</a:t>
            </a:r>
            <a:endParaRPr/>
          </a:p>
        </p:txBody>
      </p:sp>
      <p:grpSp>
        <p:nvGrpSpPr>
          <p:cNvPr id="3437" name="Google Shape;3437;p163"/>
          <p:cNvGrpSpPr/>
          <p:nvPr/>
        </p:nvGrpSpPr>
        <p:grpSpPr>
          <a:xfrm>
            <a:off x="571564" y="1979175"/>
            <a:ext cx="2834700" cy="2834700"/>
            <a:chOff x="4381500" y="1323975"/>
            <a:chExt cx="2834700" cy="2834700"/>
          </a:xfrm>
        </p:grpSpPr>
        <p:sp>
          <p:nvSpPr>
            <p:cNvPr id="3438" name="Google Shape;3438;p163"/>
            <p:cNvSpPr/>
            <p:nvPr/>
          </p:nvSpPr>
          <p:spPr>
            <a:xfrm>
              <a:off x="4381500" y="1323975"/>
              <a:ext cx="2834700" cy="2834700"/>
            </a:xfrm>
            <a:prstGeom prst="ellipse">
              <a:avLst/>
            </a:prstGeom>
            <a:noFill/>
            <a:ln cap="flat" cmpd="sng" w="1143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9" name="Google Shape;3439;p163"/>
            <p:cNvSpPr/>
            <p:nvPr/>
          </p:nvSpPr>
          <p:spPr>
            <a:xfrm>
              <a:off x="5067300" y="2009775"/>
              <a:ext cx="1463100" cy="1463100"/>
            </a:xfrm>
            <a:prstGeom prst="ellipse">
              <a:avLst/>
            </a:prstGeom>
            <a:noFill/>
            <a:ln cap="flat" cmpd="sng" w="152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40" name="Google Shape;3440;p163"/>
          <p:cNvGrpSpPr/>
          <p:nvPr/>
        </p:nvGrpSpPr>
        <p:grpSpPr>
          <a:xfrm>
            <a:off x="2475915" y="3843802"/>
            <a:ext cx="914400" cy="914400"/>
            <a:chOff x="8321229" y="3179936"/>
            <a:chExt cx="914400" cy="914400"/>
          </a:xfrm>
        </p:grpSpPr>
        <p:sp>
          <p:nvSpPr>
            <p:cNvPr id="3441" name="Google Shape;3441;p163"/>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42" name="Google Shape;3442;p163"/>
            <p:cNvPicPr preferRelativeResize="0"/>
            <p:nvPr/>
          </p:nvPicPr>
          <p:blipFill>
            <a:blip r:embed="rId3">
              <a:alphaModFix/>
            </a:blip>
            <a:stretch>
              <a:fillRect/>
            </a:stretch>
          </p:blipFill>
          <p:spPr>
            <a:xfrm>
              <a:off x="8321229" y="3179936"/>
              <a:ext cx="914400" cy="914400"/>
            </a:xfrm>
            <a:prstGeom prst="rect">
              <a:avLst/>
            </a:prstGeom>
            <a:noFill/>
            <a:ln>
              <a:noFill/>
            </a:ln>
          </p:spPr>
        </p:pic>
      </p:grpSp>
      <p:grpSp>
        <p:nvGrpSpPr>
          <p:cNvPr id="3443" name="Google Shape;3443;p163"/>
          <p:cNvGrpSpPr/>
          <p:nvPr/>
        </p:nvGrpSpPr>
        <p:grpSpPr>
          <a:xfrm>
            <a:off x="4609515" y="3007475"/>
            <a:ext cx="914400" cy="914400"/>
            <a:chOff x="6263829" y="1370716"/>
            <a:chExt cx="914400" cy="914400"/>
          </a:xfrm>
        </p:grpSpPr>
        <p:sp>
          <p:nvSpPr>
            <p:cNvPr id="3444" name="Google Shape;3444;p163"/>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45" name="Google Shape;3445;p163"/>
            <p:cNvPicPr preferRelativeResize="0"/>
            <p:nvPr/>
          </p:nvPicPr>
          <p:blipFill>
            <a:blip r:embed="rId4">
              <a:alphaModFix/>
            </a:blip>
            <a:stretch>
              <a:fillRect/>
            </a:stretch>
          </p:blipFill>
          <p:spPr>
            <a:xfrm>
              <a:off x="6312879" y="1419766"/>
              <a:ext cx="816300" cy="816300"/>
            </a:xfrm>
            <a:prstGeom prst="rect">
              <a:avLst/>
            </a:prstGeom>
            <a:noFill/>
            <a:ln>
              <a:noFill/>
            </a:ln>
          </p:spPr>
        </p:pic>
      </p:grpSp>
      <p:grpSp>
        <p:nvGrpSpPr>
          <p:cNvPr id="3446" name="Google Shape;3446;p163"/>
          <p:cNvGrpSpPr/>
          <p:nvPr/>
        </p:nvGrpSpPr>
        <p:grpSpPr>
          <a:xfrm>
            <a:off x="4626114" y="1958648"/>
            <a:ext cx="914400" cy="914400"/>
            <a:chOff x="4437340" y="1269451"/>
            <a:chExt cx="914400" cy="914400"/>
          </a:xfrm>
        </p:grpSpPr>
        <p:sp>
          <p:nvSpPr>
            <p:cNvPr id="3447" name="Google Shape;3447;p163"/>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48" name="Google Shape;3448;p163"/>
            <p:cNvPicPr preferRelativeResize="0"/>
            <p:nvPr/>
          </p:nvPicPr>
          <p:blipFill rotWithShape="1">
            <a:blip r:embed="rId5">
              <a:alphaModFix/>
            </a:blip>
            <a:srcRect b="9632" l="15541" r="14164" t="9218"/>
            <a:stretch/>
          </p:blipFill>
          <p:spPr>
            <a:xfrm>
              <a:off x="4537357" y="1303203"/>
              <a:ext cx="739893" cy="850172"/>
            </a:xfrm>
            <a:prstGeom prst="rect">
              <a:avLst/>
            </a:prstGeom>
            <a:noFill/>
            <a:ln>
              <a:noFill/>
            </a:ln>
          </p:spPr>
        </p:pic>
      </p:grpSp>
      <p:grpSp>
        <p:nvGrpSpPr>
          <p:cNvPr id="3449" name="Google Shape;3449;p163"/>
          <p:cNvGrpSpPr/>
          <p:nvPr/>
        </p:nvGrpSpPr>
        <p:grpSpPr>
          <a:xfrm>
            <a:off x="4626114" y="4072402"/>
            <a:ext cx="914400" cy="914400"/>
            <a:chOff x="4437340" y="3101261"/>
            <a:chExt cx="914400" cy="914400"/>
          </a:xfrm>
        </p:grpSpPr>
        <p:sp>
          <p:nvSpPr>
            <p:cNvPr id="3450" name="Google Shape;3450;p163"/>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51" name="Google Shape;3451;p163"/>
            <p:cNvPicPr preferRelativeResize="0"/>
            <p:nvPr/>
          </p:nvPicPr>
          <p:blipFill rotWithShape="1">
            <a:blip r:embed="rId6">
              <a:alphaModFix/>
            </a:blip>
            <a:srcRect b="13122" l="12810" r="11523" t="12272"/>
            <a:stretch/>
          </p:blipFill>
          <p:spPr>
            <a:xfrm>
              <a:off x="4518236" y="3190157"/>
              <a:ext cx="752608" cy="736608"/>
            </a:xfrm>
            <a:prstGeom prst="rect">
              <a:avLst/>
            </a:prstGeom>
            <a:noFill/>
            <a:ln>
              <a:noFill/>
            </a:ln>
          </p:spPr>
        </p:pic>
      </p:grpSp>
      <p:sp>
        <p:nvSpPr>
          <p:cNvPr id="3452" name="Google Shape;3452;p163"/>
          <p:cNvSpPr/>
          <p:nvPr/>
        </p:nvSpPr>
        <p:spPr>
          <a:xfrm>
            <a:off x="1760314" y="3169725"/>
            <a:ext cx="457200" cy="453600"/>
          </a:xfrm>
          <a:prstGeom prst="ellipse">
            <a:avLst/>
          </a:prstGeom>
          <a:solidFill>
            <a:schemeClr val="accent1"/>
          </a:solidFill>
          <a:ln cap="flat" cmpd="sng" w="762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3" name="Google Shape;3453;p163"/>
          <p:cNvSpPr txBox="1"/>
          <p:nvPr/>
        </p:nvSpPr>
        <p:spPr>
          <a:xfrm>
            <a:off x="5663451" y="2215748"/>
            <a:ext cx="190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redhat.rhel_idm</a:t>
            </a:r>
            <a:endParaRPr>
              <a:latin typeface="Overpass Light"/>
              <a:ea typeface="Overpass Light"/>
              <a:cs typeface="Overpass Light"/>
              <a:sym typeface="Overpass Light"/>
            </a:endParaRPr>
          </a:p>
        </p:txBody>
      </p:sp>
      <p:sp>
        <p:nvSpPr>
          <p:cNvPr id="3454" name="Google Shape;3454;p163"/>
          <p:cNvSpPr txBox="1"/>
          <p:nvPr/>
        </p:nvSpPr>
        <p:spPr>
          <a:xfrm>
            <a:off x="5663450" y="3049025"/>
            <a:ext cx="2442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redhat.satellite</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redhat.satellite_operations</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redhat.rhel_system_roles</a:t>
            </a:r>
            <a:endParaRPr>
              <a:latin typeface="Overpass Light"/>
              <a:ea typeface="Overpass Light"/>
              <a:cs typeface="Overpass Light"/>
              <a:sym typeface="Overpass Light"/>
            </a:endParaRPr>
          </a:p>
        </p:txBody>
      </p:sp>
      <p:sp>
        <p:nvSpPr>
          <p:cNvPr id="3455" name="Google Shape;3455;p163"/>
          <p:cNvSpPr txBox="1"/>
          <p:nvPr/>
        </p:nvSpPr>
        <p:spPr>
          <a:xfrm>
            <a:off x="5663450" y="4113952"/>
            <a:ext cx="2442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ansible.*</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ansible.controller</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ansible.</a:t>
            </a:r>
            <a:r>
              <a:rPr lang="en">
                <a:solidFill>
                  <a:schemeClr val="dk1"/>
                </a:solidFill>
                <a:latin typeface="Overpass Light"/>
                <a:ea typeface="Overpass Light"/>
                <a:cs typeface="Overpass Light"/>
                <a:sym typeface="Overpass Light"/>
              </a:rPr>
              <a:t>tower</a:t>
            </a:r>
            <a:endParaRPr>
              <a:latin typeface="Overpass Light"/>
              <a:ea typeface="Overpass Light"/>
              <a:cs typeface="Overpass Light"/>
              <a:sym typeface="Overpass Light"/>
            </a:endParaRPr>
          </a:p>
        </p:txBody>
      </p:sp>
      <p:sp>
        <p:nvSpPr>
          <p:cNvPr id="3456" name="Google Shape;3456;p163"/>
          <p:cNvSpPr txBox="1"/>
          <p:nvPr/>
        </p:nvSpPr>
        <p:spPr>
          <a:xfrm>
            <a:off x="9092451" y="2000198"/>
            <a:ext cx="1907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Configure IdM Masters, Replicas and Clients</a:t>
            </a:r>
            <a:endParaRPr>
              <a:latin typeface="Overpass Light"/>
              <a:ea typeface="Overpass Light"/>
              <a:cs typeface="Overpass Light"/>
              <a:sym typeface="Overpass Light"/>
            </a:endParaRPr>
          </a:p>
        </p:txBody>
      </p:sp>
      <p:sp>
        <p:nvSpPr>
          <p:cNvPr id="3457" name="Google Shape;3457;p163"/>
          <p:cNvSpPr txBox="1"/>
          <p:nvPr/>
        </p:nvSpPr>
        <p:spPr>
          <a:xfrm>
            <a:off x="9092450" y="2941325"/>
            <a:ext cx="26439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Deploy Satellite and Capsule</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Create and Configure all Satellite objects, and settings </a:t>
            </a:r>
            <a:r>
              <a:rPr b="1" lang="en">
                <a:latin typeface="Overpass"/>
                <a:ea typeface="Overpass"/>
                <a:cs typeface="Overpass"/>
                <a:sym typeface="Overpass"/>
              </a:rPr>
              <a:t>Deploy Systems </a:t>
            </a:r>
            <a:endParaRPr b="1">
              <a:latin typeface="Overpass"/>
              <a:ea typeface="Overpass"/>
              <a:cs typeface="Overpass"/>
              <a:sym typeface="Overpass"/>
            </a:endParaRPr>
          </a:p>
        </p:txBody>
      </p:sp>
      <p:sp>
        <p:nvSpPr>
          <p:cNvPr id="3458" name="Google Shape;3458;p163"/>
          <p:cNvSpPr txBox="1"/>
          <p:nvPr/>
        </p:nvSpPr>
        <p:spPr>
          <a:xfrm>
            <a:off x="9092450" y="4097852"/>
            <a:ext cx="2442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Configure Ansible Automation Platform</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Create or Import Assets</a:t>
            </a:r>
            <a:endParaRPr>
              <a:latin typeface="Overpass Light"/>
              <a:ea typeface="Overpass Light"/>
              <a:cs typeface="Overpass Light"/>
              <a:sym typeface="Overpass Light"/>
            </a:endParaRPr>
          </a:p>
        </p:txBody>
      </p:sp>
      <p:cxnSp>
        <p:nvCxnSpPr>
          <p:cNvPr id="3459" name="Google Shape;3459;p163"/>
          <p:cNvCxnSpPr>
            <a:stCxn id="3442" idx="3"/>
            <a:endCxn id="3447" idx="1"/>
          </p:cNvCxnSpPr>
          <p:nvPr/>
        </p:nvCxnSpPr>
        <p:spPr>
          <a:xfrm flipH="1" rot="10800000">
            <a:off x="3390315" y="2415802"/>
            <a:ext cx="1235700" cy="1885200"/>
          </a:xfrm>
          <a:prstGeom prst="curvedConnector3">
            <a:avLst>
              <a:gd fmla="val 50004" name="adj1"/>
            </a:avLst>
          </a:prstGeom>
          <a:noFill/>
          <a:ln cap="flat" cmpd="sng" w="19050">
            <a:solidFill>
              <a:schemeClr val="dk1"/>
            </a:solidFill>
            <a:prstDash val="solid"/>
            <a:round/>
            <a:headEnd len="med" w="med" type="none"/>
            <a:tailEnd len="med" w="med" type="none"/>
          </a:ln>
        </p:spPr>
      </p:cxnSp>
      <p:cxnSp>
        <p:nvCxnSpPr>
          <p:cNvPr id="3460" name="Google Shape;3460;p163"/>
          <p:cNvCxnSpPr>
            <a:stCxn id="3442" idx="3"/>
            <a:endCxn id="3444" idx="1"/>
          </p:cNvCxnSpPr>
          <p:nvPr/>
        </p:nvCxnSpPr>
        <p:spPr>
          <a:xfrm flipH="1" rot="10800000">
            <a:off x="3390315" y="3464602"/>
            <a:ext cx="1219200" cy="836400"/>
          </a:xfrm>
          <a:prstGeom prst="curvedConnector3">
            <a:avLst>
              <a:gd fmla="val 50000" name="adj1"/>
            </a:avLst>
          </a:prstGeom>
          <a:noFill/>
          <a:ln cap="flat" cmpd="sng" w="19050">
            <a:solidFill>
              <a:schemeClr val="dk1"/>
            </a:solidFill>
            <a:prstDash val="solid"/>
            <a:round/>
            <a:headEnd len="med" w="med" type="none"/>
            <a:tailEnd len="med" w="med" type="none"/>
          </a:ln>
        </p:spPr>
      </p:cxnSp>
      <p:cxnSp>
        <p:nvCxnSpPr>
          <p:cNvPr id="3461" name="Google Shape;3461;p163"/>
          <p:cNvCxnSpPr>
            <a:stCxn id="3442" idx="3"/>
            <a:endCxn id="3450" idx="1"/>
          </p:cNvCxnSpPr>
          <p:nvPr/>
        </p:nvCxnSpPr>
        <p:spPr>
          <a:xfrm>
            <a:off x="3390315" y="4301002"/>
            <a:ext cx="1235700" cy="228600"/>
          </a:xfrm>
          <a:prstGeom prst="curvedConnector3">
            <a:avLst>
              <a:gd fmla="val 50004" name="adj1"/>
            </a:avLst>
          </a:prstGeom>
          <a:noFill/>
          <a:ln cap="flat" cmpd="sng" w="19050">
            <a:solidFill>
              <a:schemeClr val="dk1"/>
            </a:solidFill>
            <a:prstDash val="solid"/>
            <a:round/>
            <a:headEnd len="med" w="med" type="none"/>
            <a:tailEnd len="med" w="med" type="none"/>
          </a:ln>
        </p:spPr>
      </p:cxnSp>
      <p:sp>
        <p:nvSpPr>
          <p:cNvPr id="3462" name="Google Shape;3462;p163"/>
          <p:cNvSpPr txBox="1"/>
          <p:nvPr>
            <p:ph idx="4294967295" type="subTitle"/>
          </p:nvPr>
        </p:nvSpPr>
        <p:spPr>
          <a:xfrm>
            <a:off x="885125" y="14249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0"/>
              </a:spcAft>
              <a:buClr>
                <a:schemeClr val="dk1"/>
              </a:buClr>
              <a:buSzPts val="1100"/>
              <a:buFont typeface="Arial"/>
              <a:buNone/>
            </a:pPr>
            <a:r>
              <a:rPr lang="en">
                <a:solidFill>
                  <a:schemeClr val="accent1"/>
                </a:solidFill>
              </a:rPr>
              <a:t>Red Hat Certified Collections from Red Hat Automation Hub</a:t>
            </a:r>
            <a:endParaRPr>
              <a:solidFill>
                <a:schemeClr val="accent1"/>
              </a:solidFill>
            </a:endParaRPr>
          </a:p>
          <a:p>
            <a:pPr indent="0" lvl="0" marL="0" rtl="0" algn="ctr">
              <a:spcBef>
                <a:spcPts val="500"/>
              </a:spcBef>
              <a:spcAft>
                <a:spcPts val="0"/>
              </a:spcAft>
              <a:buClr>
                <a:schemeClr val="dk1"/>
              </a:buClr>
              <a:buSzPts val="1100"/>
              <a:buFont typeface="Arial"/>
              <a:buNone/>
            </a:pPr>
            <a:r>
              <a:t/>
            </a:r>
            <a:endParaRPr>
              <a:solidFill>
                <a:schemeClr val="accent1"/>
              </a:solidFill>
            </a:endParaRPr>
          </a:p>
          <a:p>
            <a:pPr indent="0" lvl="0" marL="0" rtl="0" algn="ctr">
              <a:spcBef>
                <a:spcPts val="500"/>
              </a:spcBef>
              <a:spcAft>
                <a:spcPts val="500"/>
              </a:spcAft>
              <a:buNone/>
            </a:pPr>
            <a:r>
              <a:t/>
            </a:r>
            <a:endParaRPr>
              <a:solidFill>
                <a:schemeClr val="accent1"/>
              </a:solidFill>
            </a:endParaRPr>
          </a:p>
        </p:txBody>
      </p:sp>
      <p:sp>
        <p:nvSpPr>
          <p:cNvPr id="3463" name="Google Shape;3463;p163"/>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p>
            <a:pPr indent="0" lvl="0" marL="0" rtl="0" algn="l">
              <a:spcBef>
                <a:spcPts val="0"/>
              </a:spcBef>
              <a:spcAft>
                <a:spcPts val="0"/>
              </a:spcAft>
              <a:buNone/>
            </a:pPr>
            <a:r>
              <a:rPr lang="en"/>
              <a:t>Red Hat Infrastructure Standard Adoption Model</a:t>
            </a:r>
            <a:endParaRPr/>
          </a:p>
        </p:txBody>
      </p:sp>
      <p:sp>
        <p:nvSpPr>
          <p:cNvPr id="3464" name="Google Shape;3464;p163"/>
          <p:cNvSpPr txBox="1"/>
          <p:nvPr>
            <p:ph idx="2" type="subTitle"/>
          </p:nvPr>
        </p:nvSpPr>
        <p:spPr>
          <a:xfrm>
            <a:off x="885050" y="6169550"/>
            <a:ext cx="91830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8" name="Shape 3468"/>
        <p:cNvGrpSpPr/>
        <p:nvPr/>
      </p:nvGrpSpPr>
      <p:grpSpPr>
        <a:xfrm>
          <a:off x="0" y="0"/>
          <a:ext cx="0" cy="0"/>
          <a:chOff x="0" y="0"/>
          <a:chExt cx="0" cy="0"/>
        </a:xfrm>
      </p:grpSpPr>
      <p:sp>
        <p:nvSpPr>
          <p:cNvPr id="3469" name="Google Shape;3469;p164"/>
          <p:cNvSpPr txBox="1"/>
          <p:nvPr>
            <p:ph type="title"/>
          </p:nvPr>
        </p:nvSpPr>
        <p:spPr>
          <a:xfrm>
            <a:off x="1752600" y="946000"/>
            <a:ext cx="8686800" cy="967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solidFill>
                  <a:schemeClr val="dk1"/>
                </a:solidFill>
              </a:rPr>
              <a:t>RH-IS </a:t>
            </a:r>
            <a:r>
              <a:rPr lang="en"/>
              <a:t>Powered By Ansible Automation</a:t>
            </a:r>
            <a:endParaRPr/>
          </a:p>
        </p:txBody>
      </p:sp>
      <p:grpSp>
        <p:nvGrpSpPr>
          <p:cNvPr id="3470" name="Google Shape;3470;p164"/>
          <p:cNvGrpSpPr/>
          <p:nvPr/>
        </p:nvGrpSpPr>
        <p:grpSpPr>
          <a:xfrm>
            <a:off x="571564" y="1979175"/>
            <a:ext cx="2834700" cy="2834700"/>
            <a:chOff x="4381500" y="1323975"/>
            <a:chExt cx="2834700" cy="2834700"/>
          </a:xfrm>
        </p:grpSpPr>
        <p:sp>
          <p:nvSpPr>
            <p:cNvPr id="3471" name="Google Shape;3471;p164"/>
            <p:cNvSpPr/>
            <p:nvPr/>
          </p:nvSpPr>
          <p:spPr>
            <a:xfrm>
              <a:off x="4381500" y="1323975"/>
              <a:ext cx="2834700" cy="2834700"/>
            </a:xfrm>
            <a:prstGeom prst="ellipse">
              <a:avLst/>
            </a:prstGeom>
            <a:noFill/>
            <a:ln cap="flat" cmpd="sng" w="1143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164"/>
            <p:cNvSpPr/>
            <p:nvPr/>
          </p:nvSpPr>
          <p:spPr>
            <a:xfrm>
              <a:off x="5067300" y="2009775"/>
              <a:ext cx="1463100" cy="1463100"/>
            </a:xfrm>
            <a:prstGeom prst="ellipse">
              <a:avLst/>
            </a:prstGeom>
            <a:noFill/>
            <a:ln cap="flat" cmpd="sng" w="152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73" name="Google Shape;3473;p164"/>
          <p:cNvGrpSpPr/>
          <p:nvPr/>
        </p:nvGrpSpPr>
        <p:grpSpPr>
          <a:xfrm>
            <a:off x="2475915" y="3843802"/>
            <a:ext cx="914400" cy="914400"/>
            <a:chOff x="8321229" y="3179936"/>
            <a:chExt cx="914400" cy="914400"/>
          </a:xfrm>
        </p:grpSpPr>
        <p:sp>
          <p:nvSpPr>
            <p:cNvPr id="3474" name="Google Shape;3474;p164"/>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75" name="Google Shape;3475;p164"/>
            <p:cNvPicPr preferRelativeResize="0"/>
            <p:nvPr/>
          </p:nvPicPr>
          <p:blipFill>
            <a:blip r:embed="rId3">
              <a:alphaModFix/>
            </a:blip>
            <a:stretch>
              <a:fillRect/>
            </a:stretch>
          </p:blipFill>
          <p:spPr>
            <a:xfrm>
              <a:off x="8321229" y="3179936"/>
              <a:ext cx="914400" cy="914400"/>
            </a:xfrm>
            <a:prstGeom prst="rect">
              <a:avLst/>
            </a:prstGeom>
            <a:noFill/>
            <a:ln>
              <a:noFill/>
            </a:ln>
          </p:spPr>
        </p:pic>
      </p:grpSp>
      <p:grpSp>
        <p:nvGrpSpPr>
          <p:cNvPr id="3476" name="Google Shape;3476;p164"/>
          <p:cNvGrpSpPr/>
          <p:nvPr/>
        </p:nvGrpSpPr>
        <p:grpSpPr>
          <a:xfrm>
            <a:off x="4626114" y="1958648"/>
            <a:ext cx="914400" cy="914400"/>
            <a:chOff x="4437340" y="1269451"/>
            <a:chExt cx="914400" cy="914400"/>
          </a:xfrm>
        </p:grpSpPr>
        <p:sp>
          <p:nvSpPr>
            <p:cNvPr id="3477" name="Google Shape;3477;p164"/>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78" name="Google Shape;3478;p164"/>
            <p:cNvPicPr preferRelativeResize="0"/>
            <p:nvPr/>
          </p:nvPicPr>
          <p:blipFill rotWithShape="1">
            <a:blip r:embed="rId4">
              <a:alphaModFix/>
            </a:blip>
            <a:srcRect b="9632" l="15541" r="14164" t="9218"/>
            <a:stretch/>
          </p:blipFill>
          <p:spPr>
            <a:xfrm>
              <a:off x="4537357" y="1303203"/>
              <a:ext cx="739893" cy="850172"/>
            </a:xfrm>
            <a:prstGeom prst="rect">
              <a:avLst/>
            </a:prstGeom>
            <a:noFill/>
            <a:ln>
              <a:noFill/>
            </a:ln>
          </p:spPr>
        </p:pic>
      </p:grpSp>
      <p:sp>
        <p:nvSpPr>
          <p:cNvPr id="3479" name="Google Shape;3479;p164"/>
          <p:cNvSpPr/>
          <p:nvPr/>
        </p:nvSpPr>
        <p:spPr>
          <a:xfrm>
            <a:off x="1760314" y="3169725"/>
            <a:ext cx="457200" cy="453600"/>
          </a:xfrm>
          <a:prstGeom prst="ellipse">
            <a:avLst/>
          </a:prstGeom>
          <a:solidFill>
            <a:schemeClr val="accent1"/>
          </a:solidFill>
          <a:ln cap="flat" cmpd="sng" w="762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164"/>
          <p:cNvSpPr txBox="1"/>
          <p:nvPr/>
        </p:nvSpPr>
        <p:spPr>
          <a:xfrm>
            <a:off x="5663451" y="2215748"/>
            <a:ext cx="190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redhat.rhel_idm</a:t>
            </a:r>
            <a:endParaRPr>
              <a:latin typeface="Overpass Light"/>
              <a:ea typeface="Overpass Light"/>
              <a:cs typeface="Overpass Light"/>
              <a:sym typeface="Overpass Light"/>
            </a:endParaRPr>
          </a:p>
        </p:txBody>
      </p:sp>
      <p:sp>
        <p:nvSpPr>
          <p:cNvPr id="3481" name="Google Shape;3481;p164"/>
          <p:cNvSpPr txBox="1"/>
          <p:nvPr/>
        </p:nvSpPr>
        <p:spPr>
          <a:xfrm>
            <a:off x="9076650" y="2925275"/>
            <a:ext cx="2531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Users, Groups, Hosts, Groups of Hosts, Services </a:t>
            </a:r>
            <a:endParaRPr>
              <a:latin typeface="Overpass Light"/>
              <a:ea typeface="Overpass Light"/>
              <a:cs typeface="Overpass Light"/>
              <a:sym typeface="Overpass Light"/>
            </a:endParaRPr>
          </a:p>
        </p:txBody>
      </p:sp>
      <p:cxnSp>
        <p:nvCxnSpPr>
          <p:cNvPr id="3482" name="Google Shape;3482;p164"/>
          <p:cNvCxnSpPr>
            <a:stCxn id="3475" idx="3"/>
            <a:endCxn id="3477" idx="1"/>
          </p:cNvCxnSpPr>
          <p:nvPr/>
        </p:nvCxnSpPr>
        <p:spPr>
          <a:xfrm flipH="1" rot="10800000">
            <a:off x="3390315" y="2415802"/>
            <a:ext cx="1235700" cy="1885200"/>
          </a:xfrm>
          <a:prstGeom prst="curvedConnector3">
            <a:avLst>
              <a:gd fmla="val 50004" name="adj1"/>
            </a:avLst>
          </a:prstGeom>
          <a:noFill/>
          <a:ln cap="flat" cmpd="sng" w="19050">
            <a:solidFill>
              <a:schemeClr val="dk1"/>
            </a:solidFill>
            <a:prstDash val="solid"/>
            <a:round/>
            <a:headEnd len="med" w="med" type="none"/>
            <a:tailEnd len="med" w="med" type="none"/>
          </a:ln>
        </p:spPr>
      </p:cxnSp>
      <p:grpSp>
        <p:nvGrpSpPr>
          <p:cNvPr id="3483" name="Google Shape;3483;p164"/>
          <p:cNvGrpSpPr/>
          <p:nvPr/>
        </p:nvGrpSpPr>
        <p:grpSpPr>
          <a:xfrm>
            <a:off x="5649461" y="2983898"/>
            <a:ext cx="864600" cy="686127"/>
            <a:chOff x="5680625" y="2404898"/>
            <a:chExt cx="864600" cy="686127"/>
          </a:xfrm>
        </p:grpSpPr>
        <p:pic>
          <p:nvPicPr>
            <p:cNvPr id="3484" name="Google Shape;3484;p164"/>
            <p:cNvPicPr preferRelativeResize="0"/>
            <p:nvPr/>
          </p:nvPicPr>
          <p:blipFill>
            <a:blip r:embed="rId5">
              <a:alphaModFix/>
            </a:blip>
            <a:stretch>
              <a:fillRect/>
            </a:stretch>
          </p:blipFill>
          <p:spPr>
            <a:xfrm>
              <a:off x="5882828" y="2404898"/>
              <a:ext cx="559800" cy="559800"/>
            </a:xfrm>
            <a:prstGeom prst="rect">
              <a:avLst/>
            </a:prstGeom>
            <a:noFill/>
            <a:ln>
              <a:noFill/>
            </a:ln>
          </p:spPr>
        </p:pic>
        <p:pic>
          <p:nvPicPr>
            <p:cNvPr id="3485" name="Google Shape;3485;p164"/>
            <p:cNvPicPr preferRelativeResize="0"/>
            <p:nvPr/>
          </p:nvPicPr>
          <p:blipFill>
            <a:blip r:embed="rId6">
              <a:alphaModFix/>
            </a:blip>
            <a:stretch>
              <a:fillRect/>
            </a:stretch>
          </p:blipFill>
          <p:spPr>
            <a:xfrm>
              <a:off x="5985425" y="2531225"/>
              <a:ext cx="559800" cy="559800"/>
            </a:xfrm>
            <a:prstGeom prst="rect">
              <a:avLst/>
            </a:prstGeom>
            <a:noFill/>
            <a:ln>
              <a:noFill/>
            </a:ln>
          </p:spPr>
        </p:pic>
        <p:pic>
          <p:nvPicPr>
            <p:cNvPr id="3486" name="Google Shape;3486;p164"/>
            <p:cNvPicPr preferRelativeResize="0"/>
            <p:nvPr/>
          </p:nvPicPr>
          <p:blipFill>
            <a:blip r:embed="rId6">
              <a:alphaModFix/>
            </a:blip>
            <a:stretch>
              <a:fillRect/>
            </a:stretch>
          </p:blipFill>
          <p:spPr>
            <a:xfrm>
              <a:off x="5680625" y="2531225"/>
              <a:ext cx="559800" cy="559800"/>
            </a:xfrm>
            <a:prstGeom prst="rect">
              <a:avLst/>
            </a:prstGeom>
            <a:noFill/>
            <a:ln>
              <a:noFill/>
            </a:ln>
          </p:spPr>
        </p:pic>
      </p:grpSp>
      <p:pic>
        <p:nvPicPr>
          <p:cNvPr id="3487" name="Google Shape;3487;p164"/>
          <p:cNvPicPr preferRelativeResize="0"/>
          <p:nvPr/>
        </p:nvPicPr>
        <p:blipFill>
          <a:blip r:embed="rId5">
            <a:alphaModFix/>
          </a:blip>
          <a:stretch>
            <a:fillRect/>
          </a:stretch>
        </p:blipFill>
        <p:spPr>
          <a:xfrm>
            <a:off x="4936421" y="3072629"/>
            <a:ext cx="559800" cy="559800"/>
          </a:xfrm>
          <a:prstGeom prst="rect">
            <a:avLst/>
          </a:prstGeom>
          <a:noFill/>
          <a:ln>
            <a:noFill/>
          </a:ln>
        </p:spPr>
      </p:pic>
      <p:pic>
        <p:nvPicPr>
          <p:cNvPr id="3488" name="Google Shape;3488;p164"/>
          <p:cNvPicPr preferRelativeResize="0"/>
          <p:nvPr/>
        </p:nvPicPr>
        <p:blipFill>
          <a:blip r:embed="rId7">
            <a:alphaModFix/>
          </a:blip>
          <a:stretch>
            <a:fillRect/>
          </a:stretch>
        </p:blipFill>
        <p:spPr>
          <a:xfrm>
            <a:off x="4936421" y="3881675"/>
            <a:ext cx="559800" cy="559800"/>
          </a:xfrm>
          <a:prstGeom prst="rect">
            <a:avLst/>
          </a:prstGeom>
          <a:noFill/>
          <a:ln>
            <a:noFill/>
          </a:ln>
        </p:spPr>
      </p:pic>
      <p:pic>
        <p:nvPicPr>
          <p:cNvPr id="3489" name="Google Shape;3489;p164"/>
          <p:cNvPicPr preferRelativeResize="0"/>
          <p:nvPr/>
        </p:nvPicPr>
        <p:blipFill>
          <a:blip r:embed="rId8">
            <a:alphaModFix/>
          </a:blip>
          <a:stretch>
            <a:fillRect/>
          </a:stretch>
        </p:blipFill>
        <p:spPr>
          <a:xfrm>
            <a:off x="6680545" y="3072629"/>
            <a:ext cx="559800" cy="559800"/>
          </a:xfrm>
          <a:prstGeom prst="rect">
            <a:avLst/>
          </a:prstGeom>
          <a:noFill/>
          <a:ln>
            <a:noFill/>
          </a:ln>
        </p:spPr>
      </p:pic>
      <p:pic>
        <p:nvPicPr>
          <p:cNvPr id="3490" name="Google Shape;3490;p164"/>
          <p:cNvPicPr preferRelativeResize="0"/>
          <p:nvPr/>
        </p:nvPicPr>
        <p:blipFill>
          <a:blip r:embed="rId9">
            <a:alphaModFix/>
          </a:blip>
          <a:stretch>
            <a:fillRect/>
          </a:stretch>
        </p:blipFill>
        <p:spPr>
          <a:xfrm>
            <a:off x="7406828" y="3072629"/>
            <a:ext cx="559800" cy="559800"/>
          </a:xfrm>
          <a:prstGeom prst="rect">
            <a:avLst/>
          </a:prstGeom>
          <a:noFill/>
          <a:ln>
            <a:noFill/>
          </a:ln>
        </p:spPr>
      </p:pic>
      <p:sp>
        <p:nvSpPr>
          <p:cNvPr id="3491" name="Google Shape;3491;p164"/>
          <p:cNvSpPr txBox="1"/>
          <p:nvPr/>
        </p:nvSpPr>
        <p:spPr>
          <a:xfrm>
            <a:off x="9076650" y="3804575"/>
            <a:ext cx="2531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Certificates, OTP Tokens, Certificate Identity Mapping</a:t>
            </a:r>
            <a:endParaRPr>
              <a:latin typeface="Overpass Light"/>
              <a:ea typeface="Overpass Light"/>
              <a:cs typeface="Overpass Light"/>
              <a:sym typeface="Overpass Light"/>
            </a:endParaRPr>
          </a:p>
        </p:txBody>
      </p:sp>
      <p:pic>
        <p:nvPicPr>
          <p:cNvPr id="3492" name="Google Shape;3492;p164"/>
          <p:cNvPicPr preferRelativeResize="0"/>
          <p:nvPr/>
        </p:nvPicPr>
        <p:blipFill>
          <a:blip r:embed="rId10">
            <a:alphaModFix/>
          </a:blip>
          <a:stretch>
            <a:fillRect/>
          </a:stretch>
        </p:blipFill>
        <p:spPr>
          <a:xfrm>
            <a:off x="5814079" y="3881675"/>
            <a:ext cx="559800" cy="559800"/>
          </a:xfrm>
          <a:prstGeom prst="rect">
            <a:avLst/>
          </a:prstGeom>
          <a:noFill/>
          <a:ln>
            <a:noFill/>
          </a:ln>
        </p:spPr>
      </p:pic>
      <p:pic>
        <p:nvPicPr>
          <p:cNvPr id="3493" name="Google Shape;3493;p164"/>
          <p:cNvPicPr preferRelativeResize="0"/>
          <p:nvPr/>
        </p:nvPicPr>
        <p:blipFill>
          <a:blip r:embed="rId11">
            <a:alphaModFix/>
          </a:blip>
          <a:stretch>
            <a:fillRect/>
          </a:stretch>
        </p:blipFill>
        <p:spPr>
          <a:xfrm>
            <a:off x="6691736" y="3881675"/>
            <a:ext cx="559800" cy="559800"/>
          </a:xfrm>
          <a:prstGeom prst="rect">
            <a:avLst/>
          </a:prstGeom>
          <a:noFill/>
          <a:ln>
            <a:noFill/>
          </a:ln>
        </p:spPr>
      </p:pic>
      <p:pic>
        <p:nvPicPr>
          <p:cNvPr id="3494" name="Google Shape;3494;p164"/>
          <p:cNvPicPr preferRelativeResize="0"/>
          <p:nvPr/>
        </p:nvPicPr>
        <p:blipFill>
          <a:blip r:embed="rId12">
            <a:alphaModFix/>
          </a:blip>
          <a:stretch>
            <a:fillRect/>
          </a:stretch>
        </p:blipFill>
        <p:spPr>
          <a:xfrm>
            <a:off x="5825389" y="4612393"/>
            <a:ext cx="559800" cy="559800"/>
          </a:xfrm>
          <a:prstGeom prst="rect">
            <a:avLst/>
          </a:prstGeom>
          <a:noFill/>
          <a:ln>
            <a:noFill/>
          </a:ln>
        </p:spPr>
      </p:pic>
      <p:pic>
        <p:nvPicPr>
          <p:cNvPr id="3495" name="Google Shape;3495;p164"/>
          <p:cNvPicPr preferRelativeResize="0"/>
          <p:nvPr/>
        </p:nvPicPr>
        <p:blipFill>
          <a:blip r:embed="rId5">
            <a:alphaModFix/>
          </a:blip>
          <a:stretch>
            <a:fillRect/>
          </a:stretch>
        </p:blipFill>
        <p:spPr>
          <a:xfrm>
            <a:off x="4900873" y="4637278"/>
            <a:ext cx="214350" cy="214350"/>
          </a:xfrm>
          <a:prstGeom prst="rect">
            <a:avLst/>
          </a:prstGeom>
          <a:noFill/>
          <a:ln>
            <a:noFill/>
          </a:ln>
        </p:spPr>
      </p:pic>
      <p:pic>
        <p:nvPicPr>
          <p:cNvPr id="3496" name="Google Shape;3496;p164"/>
          <p:cNvPicPr preferRelativeResize="0"/>
          <p:nvPr/>
        </p:nvPicPr>
        <p:blipFill>
          <a:blip r:embed="rId8">
            <a:alphaModFix/>
          </a:blip>
          <a:stretch>
            <a:fillRect/>
          </a:stretch>
        </p:blipFill>
        <p:spPr>
          <a:xfrm>
            <a:off x="5004145" y="4672829"/>
            <a:ext cx="559800" cy="559800"/>
          </a:xfrm>
          <a:prstGeom prst="rect">
            <a:avLst/>
          </a:prstGeom>
          <a:noFill/>
          <a:ln>
            <a:noFill/>
          </a:ln>
        </p:spPr>
      </p:pic>
      <p:pic>
        <p:nvPicPr>
          <p:cNvPr id="3497" name="Google Shape;3497;p164"/>
          <p:cNvPicPr preferRelativeResize="0"/>
          <p:nvPr/>
        </p:nvPicPr>
        <p:blipFill>
          <a:blip r:embed="rId5">
            <a:alphaModFix/>
          </a:blip>
          <a:stretch>
            <a:fillRect/>
          </a:stretch>
        </p:blipFill>
        <p:spPr>
          <a:xfrm>
            <a:off x="5434273" y="4637278"/>
            <a:ext cx="214350" cy="214350"/>
          </a:xfrm>
          <a:prstGeom prst="rect">
            <a:avLst/>
          </a:prstGeom>
          <a:noFill/>
          <a:ln>
            <a:noFill/>
          </a:ln>
        </p:spPr>
      </p:pic>
      <p:sp>
        <p:nvSpPr>
          <p:cNvPr id="3498" name="Google Shape;3498;p164"/>
          <p:cNvSpPr/>
          <p:nvPr/>
        </p:nvSpPr>
        <p:spPr>
          <a:xfrm>
            <a:off x="5404543" y="4622693"/>
            <a:ext cx="274200" cy="2742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99" name="Google Shape;3499;p164"/>
          <p:cNvCxnSpPr>
            <a:stCxn id="3498" idx="7"/>
            <a:endCxn id="3498" idx="3"/>
          </p:cNvCxnSpPr>
          <p:nvPr/>
        </p:nvCxnSpPr>
        <p:spPr>
          <a:xfrm flipH="1">
            <a:off x="5444787" y="4662848"/>
            <a:ext cx="193800" cy="193800"/>
          </a:xfrm>
          <a:prstGeom prst="straightConnector1">
            <a:avLst/>
          </a:prstGeom>
          <a:noFill/>
          <a:ln cap="flat" cmpd="sng" w="19050">
            <a:solidFill>
              <a:schemeClr val="accent1"/>
            </a:solidFill>
            <a:prstDash val="solid"/>
            <a:round/>
            <a:headEnd len="med" w="med" type="none"/>
            <a:tailEnd len="med" w="med" type="none"/>
          </a:ln>
        </p:spPr>
      </p:cxnSp>
      <p:sp>
        <p:nvSpPr>
          <p:cNvPr id="3500" name="Google Shape;3500;p164"/>
          <p:cNvSpPr txBox="1"/>
          <p:nvPr/>
        </p:nvSpPr>
        <p:spPr>
          <a:xfrm>
            <a:off x="9076650" y="4566575"/>
            <a:ext cx="2531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Host-based Access Control, Password Policy, SELinux User Mapping, Sudo Policy</a:t>
            </a:r>
            <a:endParaRPr>
              <a:latin typeface="Overpass Light"/>
              <a:ea typeface="Overpass Light"/>
              <a:cs typeface="Overpass Light"/>
              <a:sym typeface="Overpass Light"/>
            </a:endParaRPr>
          </a:p>
        </p:txBody>
      </p:sp>
      <p:pic>
        <p:nvPicPr>
          <p:cNvPr id="3501" name="Google Shape;3501;p164"/>
          <p:cNvPicPr preferRelativeResize="0"/>
          <p:nvPr/>
        </p:nvPicPr>
        <p:blipFill>
          <a:blip r:embed="rId11">
            <a:alphaModFix/>
          </a:blip>
          <a:stretch>
            <a:fillRect/>
          </a:stretch>
        </p:blipFill>
        <p:spPr>
          <a:xfrm>
            <a:off x="6691736" y="4643675"/>
            <a:ext cx="559800" cy="559800"/>
          </a:xfrm>
          <a:prstGeom prst="rect">
            <a:avLst/>
          </a:prstGeom>
          <a:noFill/>
          <a:ln>
            <a:noFill/>
          </a:ln>
        </p:spPr>
      </p:pic>
      <p:sp>
        <p:nvSpPr>
          <p:cNvPr id="3502" name="Google Shape;3502;p164"/>
          <p:cNvSpPr/>
          <p:nvPr/>
        </p:nvSpPr>
        <p:spPr>
          <a:xfrm>
            <a:off x="4871143" y="4622693"/>
            <a:ext cx="274200" cy="274200"/>
          </a:xfrm>
          <a:prstGeom prst="ellipse">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03" name="Google Shape;3503;p164"/>
          <p:cNvPicPr preferRelativeResize="0"/>
          <p:nvPr/>
        </p:nvPicPr>
        <p:blipFill>
          <a:blip r:embed="rId5">
            <a:alphaModFix/>
          </a:blip>
          <a:stretch>
            <a:fillRect/>
          </a:stretch>
        </p:blipFill>
        <p:spPr>
          <a:xfrm>
            <a:off x="6577559" y="4637278"/>
            <a:ext cx="214350" cy="214350"/>
          </a:xfrm>
          <a:prstGeom prst="rect">
            <a:avLst/>
          </a:prstGeom>
          <a:noFill/>
          <a:ln>
            <a:noFill/>
          </a:ln>
        </p:spPr>
      </p:pic>
      <p:pic>
        <p:nvPicPr>
          <p:cNvPr id="3504" name="Google Shape;3504;p164"/>
          <p:cNvPicPr preferRelativeResize="0"/>
          <p:nvPr/>
        </p:nvPicPr>
        <p:blipFill>
          <a:blip r:embed="rId7">
            <a:alphaModFix/>
          </a:blip>
          <a:stretch>
            <a:fillRect/>
          </a:stretch>
        </p:blipFill>
        <p:spPr>
          <a:xfrm>
            <a:off x="6557793" y="3922325"/>
            <a:ext cx="214350" cy="214350"/>
          </a:xfrm>
          <a:prstGeom prst="rect">
            <a:avLst/>
          </a:prstGeom>
          <a:noFill/>
          <a:ln>
            <a:noFill/>
          </a:ln>
        </p:spPr>
      </p:pic>
      <p:grpSp>
        <p:nvGrpSpPr>
          <p:cNvPr id="3505" name="Google Shape;3505;p164"/>
          <p:cNvGrpSpPr/>
          <p:nvPr/>
        </p:nvGrpSpPr>
        <p:grpSpPr>
          <a:xfrm>
            <a:off x="7451021" y="4596629"/>
            <a:ext cx="559800" cy="559800"/>
            <a:chOff x="7451021" y="4017629"/>
            <a:chExt cx="559800" cy="559800"/>
          </a:xfrm>
        </p:grpSpPr>
        <p:pic>
          <p:nvPicPr>
            <p:cNvPr id="3506" name="Google Shape;3506;p164"/>
            <p:cNvPicPr preferRelativeResize="0"/>
            <p:nvPr/>
          </p:nvPicPr>
          <p:blipFill>
            <a:blip r:embed="rId5">
              <a:alphaModFix/>
            </a:blip>
            <a:stretch>
              <a:fillRect/>
            </a:stretch>
          </p:blipFill>
          <p:spPr>
            <a:xfrm>
              <a:off x="7451021" y="4017629"/>
              <a:ext cx="559800" cy="559800"/>
            </a:xfrm>
            <a:prstGeom prst="rect">
              <a:avLst/>
            </a:prstGeom>
            <a:noFill/>
            <a:ln>
              <a:noFill/>
            </a:ln>
          </p:spPr>
        </p:pic>
        <p:pic>
          <p:nvPicPr>
            <p:cNvPr id="3507" name="Google Shape;3507;p164"/>
            <p:cNvPicPr preferRelativeResize="0"/>
            <p:nvPr/>
          </p:nvPicPr>
          <p:blipFill>
            <a:blip r:embed="rId4">
              <a:alphaModFix/>
            </a:blip>
            <a:stretch>
              <a:fillRect/>
            </a:stretch>
          </p:blipFill>
          <p:spPr>
            <a:xfrm>
              <a:off x="7634022" y="4302573"/>
              <a:ext cx="193800" cy="193800"/>
            </a:xfrm>
            <a:prstGeom prst="rect">
              <a:avLst/>
            </a:prstGeom>
            <a:noFill/>
            <a:ln>
              <a:noFill/>
            </a:ln>
          </p:spPr>
        </p:pic>
        <p:cxnSp>
          <p:nvCxnSpPr>
            <p:cNvPr id="3508" name="Google Shape;3508;p164"/>
            <p:cNvCxnSpPr/>
            <p:nvPr/>
          </p:nvCxnSpPr>
          <p:spPr>
            <a:xfrm flipH="1" rot="10800000">
              <a:off x="7453725" y="4293575"/>
              <a:ext cx="227700" cy="141600"/>
            </a:xfrm>
            <a:prstGeom prst="curvedConnector3">
              <a:avLst>
                <a:gd fmla="val 50000" name="adj1"/>
              </a:avLst>
            </a:prstGeom>
            <a:noFill/>
            <a:ln cap="flat" cmpd="sng" w="19050">
              <a:solidFill>
                <a:schemeClr val="accent1"/>
              </a:solidFill>
              <a:prstDash val="solid"/>
              <a:round/>
              <a:headEnd len="med" w="med" type="none"/>
              <a:tailEnd len="med" w="med" type="none"/>
            </a:ln>
          </p:spPr>
        </p:cxnSp>
        <p:cxnSp>
          <p:nvCxnSpPr>
            <p:cNvPr id="3509" name="Google Shape;3509;p164"/>
            <p:cNvCxnSpPr/>
            <p:nvPr/>
          </p:nvCxnSpPr>
          <p:spPr>
            <a:xfrm rot="10800000">
              <a:off x="7780806" y="4293575"/>
              <a:ext cx="227700" cy="141600"/>
            </a:xfrm>
            <a:prstGeom prst="curvedConnector3">
              <a:avLst>
                <a:gd fmla="val 50000" name="adj1"/>
              </a:avLst>
            </a:prstGeom>
            <a:noFill/>
            <a:ln cap="flat" cmpd="sng" w="19050">
              <a:solidFill>
                <a:schemeClr val="accent1"/>
              </a:solidFill>
              <a:prstDash val="solid"/>
              <a:round/>
              <a:headEnd len="med" w="med" type="none"/>
              <a:tailEnd len="med" w="med" type="none"/>
            </a:ln>
          </p:spPr>
        </p:cxnSp>
        <p:cxnSp>
          <p:nvCxnSpPr>
            <p:cNvPr id="3510" name="Google Shape;3510;p164"/>
            <p:cNvCxnSpPr/>
            <p:nvPr/>
          </p:nvCxnSpPr>
          <p:spPr>
            <a:xfrm>
              <a:off x="7456091" y="4439963"/>
              <a:ext cx="83400" cy="11700"/>
            </a:xfrm>
            <a:prstGeom prst="straightConnector1">
              <a:avLst/>
            </a:prstGeom>
            <a:noFill/>
            <a:ln cap="flat" cmpd="sng" w="9525">
              <a:solidFill>
                <a:schemeClr val="accent1"/>
              </a:solidFill>
              <a:prstDash val="solid"/>
              <a:round/>
              <a:headEnd len="med" w="med" type="none"/>
              <a:tailEnd len="med" w="med" type="none"/>
            </a:ln>
          </p:spPr>
        </p:cxnSp>
        <p:cxnSp>
          <p:nvCxnSpPr>
            <p:cNvPr id="3511" name="Google Shape;3511;p164"/>
            <p:cNvCxnSpPr/>
            <p:nvPr/>
          </p:nvCxnSpPr>
          <p:spPr>
            <a:xfrm flipH="1">
              <a:off x="7921500" y="4439963"/>
              <a:ext cx="83400" cy="11700"/>
            </a:xfrm>
            <a:prstGeom prst="straightConnector1">
              <a:avLst/>
            </a:prstGeom>
            <a:noFill/>
            <a:ln cap="flat" cmpd="sng" w="9525">
              <a:solidFill>
                <a:schemeClr val="accent1"/>
              </a:solidFill>
              <a:prstDash val="solid"/>
              <a:round/>
              <a:headEnd len="med" w="med" type="none"/>
              <a:tailEnd len="med" w="med" type="none"/>
            </a:ln>
          </p:spPr>
        </p:cxnSp>
      </p:grpSp>
      <p:sp>
        <p:nvSpPr>
          <p:cNvPr id="3512" name="Google Shape;3512;p164"/>
          <p:cNvSpPr txBox="1"/>
          <p:nvPr>
            <p:ph idx="4294967295" type="subTitle"/>
          </p:nvPr>
        </p:nvSpPr>
        <p:spPr>
          <a:xfrm>
            <a:off x="885125" y="14249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solidFill>
                  <a:schemeClr val="accent1"/>
                </a:solidFill>
              </a:rPr>
              <a:t>Complete control of your authentication and authorization</a:t>
            </a:r>
            <a:endParaRPr>
              <a:solidFill>
                <a:schemeClr val="accent1"/>
              </a:solidFill>
            </a:endParaRPr>
          </a:p>
          <a:p>
            <a:pPr indent="0" lvl="0" marL="0" rtl="0" algn="ctr">
              <a:spcBef>
                <a:spcPts val="500"/>
              </a:spcBef>
              <a:spcAft>
                <a:spcPts val="0"/>
              </a:spcAft>
              <a:buNone/>
            </a:pPr>
            <a:r>
              <a:t/>
            </a:r>
            <a:endParaRPr>
              <a:solidFill>
                <a:schemeClr val="accent1"/>
              </a:solidFill>
            </a:endParaRPr>
          </a:p>
          <a:p>
            <a:pPr indent="0" lvl="0" marL="0" rtl="0" algn="ctr">
              <a:spcBef>
                <a:spcPts val="500"/>
              </a:spcBef>
              <a:spcAft>
                <a:spcPts val="500"/>
              </a:spcAft>
              <a:buNone/>
            </a:pPr>
            <a:r>
              <a:t/>
            </a:r>
            <a:endParaRPr>
              <a:solidFill>
                <a:schemeClr val="accent1"/>
              </a:solidFill>
            </a:endParaRPr>
          </a:p>
        </p:txBody>
      </p:sp>
      <p:sp>
        <p:nvSpPr>
          <p:cNvPr id="3513" name="Google Shape;3513;p164"/>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p>
            <a:pPr indent="0" lvl="0" marL="0" rtl="0" algn="l">
              <a:spcBef>
                <a:spcPts val="0"/>
              </a:spcBef>
              <a:spcAft>
                <a:spcPts val="0"/>
              </a:spcAft>
              <a:buNone/>
            </a:pPr>
            <a:r>
              <a:rPr lang="en"/>
              <a:t>Red Hat Infrastructure Standard Adoption Model</a:t>
            </a:r>
            <a:endParaRPr/>
          </a:p>
        </p:txBody>
      </p:sp>
      <p:sp>
        <p:nvSpPr>
          <p:cNvPr id="3514" name="Google Shape;3514;p164"/>
          <p:cNvSpPr txBox="1"/>
          <p:nvPr>
            <p:ph idx="2" type="subTitle"/>
          </p:nvPr>
        </p:nvSpPr>
        <p:spPr>
          <a:xfrm>
            <a:off x="885050" y="6169550"/>
            <a:ext cx="91830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8" name="Shape 3518"/>
        <p:cNvGrpSpPr/>
        <p:nvPr/>
      </p:nvGrpSpPr>
      <p:grpSpPr>
        <a:xfrm>
          <a:off x="0" y="0"/>
          <a:ext cx="0" cy="0"/>
          <a:chOff x="0" y="0"/>
          <a:chExt cx="0" cy="0"/>
        </a:xfrm>
      </p:grpSpPr>
      <p:sp>
        <p:nvSpPr>
          <p:cNvPr id="3519" name="Google Shape;3519;p165"/>
          <p:cNvSpPr txBox="1"/>
          <p:nvPr>
            <p:ph type="title"/>
          </p:nvPr>
        </p:nvSpPr>
        <p:spPr>
          <a:xfrm>
            <a:off x="1752600" y="946000"/>
            <a:ext cx="8686800" cy="967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RH-IS Powered By Ansible Automation</a:t>
            </a:r>
            <a:endParaRPr/>
          </a:p>
        </p:txBody>
      </p:sp>
      <p:grpSp>
        <p:nvGrpSpPr>
          <p:cNvPr id="3520" name="Google Shape;3520;p165"/>
          <p:cNvGrpSpPr/>
          <p:nvPr/>
        </p:nvGrpSpPr>
        <p:grpSpPr>
          <a:xfrm>
            <a:off x="571564" y="1979175"/>
            <a:ext cx="2834700" cy="2834700"/>
            <a:chOff x="4381500" y="1323975"/>
            <a:chExt cx="2834700" cy="2834700"/>
          </a:xfrm>
        </p:grpSpPr>
        <p:sp>
          <p:nvSpPr>
            <p:cNvPr id="3521" name="Google Shape;3521;p165"/>
            <p:cNvSpPr/>
            <p:nvPr/>
          </p:nvSpPr>
          <p:spPr>
            <a:xfrm>
              <a:off x="4381500" y="1323975"/>
              <a:ext cx="2834700" cy="2834700"/>
            </a:xfrm>
            <a:prstGeom prst="ellipse">
              <a:avLst/>
            </a:prstGeom>
            <a:noFill/>
            <a:ln cap="flat" cmpd="sng" w="1143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2" name="Google Shape;3522;p165"/>
            <p:cNvSpPr/>
            <p:nvPr/>
          </p:nvSpPr>
          <p:spPr>
            <a:xfrm>
              <a:off x="5067300" y="2009775"/>
              <a:ext cx="1463100" cy="1463100"/>
            </a:xfrm>
            <a:prstGeom prst="ellipse">
              <a:avLst/>
            </a:prstGeom>
            <a:noFill/>
            <a:ln cap="flat" cmpd="sng" w="152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23" name="Google Shape;3523;p165"/>
          <p:cNvGrpSpPr/>
          <p:nvPr/>
        </p:nvGrpSpPr>
        <p:grpSpPr>
          <a:xfrm>
            <a:off x="2475915" y="3843802"/>
            <a:ext cx="914400" cy="914400"/>
            <a:chOff x="8321229" y="3179936"/>
            <a:chExt cx="914400" cy="914400"/>
          </a:xfrm>
        </p:grpSpPr>
        <p:sp>
          <p:nvSpPr>
            <p:cNvPr id="3524" name="Google Shape;3524;p165"/>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25" name="Google Shape;3525;p165"/>
            <p:cNvPicPr preferRelativeResize="0"/>
            <p:nvPr/>
          </p:nvPicPr>
          <p:blipFill>
            <a:blip r:embed="rId3">
              <a:alphaModFix/>
            </a:blip>
            <a:stretch>
              <a:fillRect/>
            </a:stretch>
          </p:blipFill>
          <p:spPr>
            <a:xfrm>
              <a:off x="8321229" y="3179936"/>
              <a:ext cx="914400" cy="914400"/>
            </a:xfrm>
            <a:prstGeom prst="rect">
              <a:avLst/>
            </a:prstGeom>
            <a:noFill/>
            <a:ln>
              <a:noFill/>
            </a:ln>
          </p:spPr>
        </p:pic>
      </p:grpSp>
      <p:sp>
        <p:nvSpPr>
          <p:cNvPr id="3526" name="Google Shape;3526;p165"/>
          <p:cNvSpPr/>
          <p:nvPr/>
        </p:nvSpPr>
        <p:spPr>
          <a:xfrm>
            <a:off x="1760314" y="3169725"/>
            <a:ext cx="457200" cy="453600"/>
          </a:xfrm>
          <a:prstGeom prst="ellipse">
            <a:avLst/>
          </a:prstGeom>
          <a:solidFill>
            <a:schemeClr val="accent1"/>
          </a:solidFill>
          <a:ln cap="flat" cmpd="sng" w="762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7" name="Google Shape;3527;p165"/>
          <p:cNvSpPr txBox="1"/>
          <p:nvPr/>
        </p:nvSpPr>
        <p:spPr>
          <a:xfrm>
            <a:off x="9054925" y="1988700"/>
            <a:ext cx="2531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Domains, Realms, Subnets,</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Compute Profiles</a:t>
            </a:r>
            <a:endParaRPr>
              <a:latin typeface="Overpass Light"/>
              <a:ea typeface="Overpass Light"/>
              <a:cs typeface="Overpass Light"/>
              <a:sym typeface="Overpass Light"/>
            </a:endParaRPr>
          </a:p>
        </p:txBody>
      </p:sp>
      <p:sp>
        <p:nvSpPr>
          <p:cNvPr id="3528" name="Google Shape;3528;p165"/>
          <p:cNvSpPr txBox="1"/>
          <p:nvPr/>
        </p:nvSpPr>
        <p:spPr>
          <a:xfrm>
            <a:off x="9054925" y="2786975"/>
            <a:ext cx="2531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Compute Resources, Discovery</a:t>
            </a:r>
            <a:endParaRPr>
              <a:latin typeface="Overpass Light"/>
              <a:ea typeface="Overpass Light"/>
              <a:cs typeface="Overpass Light"/>
              <a:sym typeface="Overpass Light"/>
            </a:endParaRPr>
          </a:p>
        </p:txBody>
      </p:sp>
      <p:sp>
        <p:nvSpPr>
          <p:cNvPr id="3529" name="Google Shape;3529;p165"/>
          <p:cNvSpPr txBox="1"/>
          <p:nvPr/>
        </p:nvSpPr>
        <p:spPr>
          <a:xfrm>
            <a:off x="9054925" y="3472775"/>
            <a:ext cx="25314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Operating Systems, Media, Provisioning Templates, Partition Tables, Job Templates, Template Synchronization from Git Repos</a:t>
            </a:r>
            <a:endParaRPr>
              <a:latin typeface="Overpass Light"/>
              <a:ea typeface="Overpass Light"/>
              <a:cs typeface="Overpass Light"/>
              <a:sym typeface="Overpass Light"/>
            </a:endParaRPr>
          </a:p>
        </p:txBody>
      </p:sp>
      <p:grpSp>
        <p:nvGrpSpPr>
          <p:cNvPr id="3530" name="Google Shape;3530;p165"/>
          <p:cNvGrpSpPr/>
          <p:nvPr/>
        </p:nvGrpSpPr>
        <p:grpSpPr>
          <a:xfrm>
            <a:off x="4628565" y="1959725"/>
            <a:ext cx="914400" cy="914400"/>
            <a:chOff x="6263829" y="1370716"/>
            <a:chExt cx="914400" cy="914400"/>
          </a:xfrm>
        </p:grpSpPr>
        <p:sp>
          <p:nvSpPr>
            <p:cNvPr id="3531" name="Google Shape;3531;p165"/>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32" name="Google Shape;3532;p165"/>
            <p:cNvPicPr preferRelativeResize="0"/>
            <p:nvPr/>
          </p:nvPicPr>
          <p:blipFill>
            <a:blip r:embed="rId4">
              <a:alphaModFix/>
            </a:blip>
            <a:stretch>
              <a:fillRect/>
            </a:stretch>
          </p:blipFill>
          <p:spPr>
            <a:xfrm>
              <a:off x="6312879" y="1419766"/>
              <a:ext cx="816300" cy="816300"/>
            </a:xfrm>
            <a:prstGeom prst="rect">
              <a:avLst/>
            </a:prstGeom>
            <a:noFill/>
            <a:ln>
              <a:noFill/>
            </a:ln>
          </p:spPr>
        </p:pic>
      </p:grpSp>
      <p:sp>
        <p:nvSpPr>
          <p:cNvPr id="3533" name="Google Shape;3533;p165"/>
          <p:cNvSpPr txBox="1"/>
          <p:nvPr/>
        </p:nvSpPr>
        <p:spPr>
          <a:xfrm>
            <a:off x="5663450" y="1982225"/>
            <a:ext cx="2442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redhat.satellite</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redhat.satellite_operations</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redhat.rhel_system_roles</a:t>
            </a:r>
            <a:endParaRPr>
              <a:latin typeface="Overpass Light"/>
              <a:ea typeface="Overpass Light"/>
              <a:cs typeface="Overpass Light"/>
              <a:sym typeface="Overpass Light"/>
            </a:endParaRPr>
          </a:p>
        </p:txBody>
      </p:sp>
      <p:cxnSp>
        <p:nvCxnSpPr>
          <p:cNvPr id="3534" name="Google Shape;3534;p165"/>
          <p:cNvCxnSpPr/>
          <p:nvPr/>
        </p:nvCxnSpPr>
        <p:spPr>
          <a:xfrm flipH="1" rot="10800000">
            <a:off x="3390315" y="2415802"/>
            <a:ext cx="1235700" cy="1885200"/>
          </a:xfrm>
          <a:prstGeom prst="curvedConnector3">
            <a:avLst>
              <a:gd fmla="val 50004" name="adj1"/>
            </a:avLst>
          </a:prstGeom>
          <a:noFill/>
          <a:ln cap="flat" cmpd="sng" w="19050">
            <a:solidFill>
              <a:schemeClr val="dk1"/>
            </a:solidFill>
            <a:prstDash val="solid"/>
            <a:round/>
            <a:headEnd len="med" w="med" type="none"/>
            <a:tailEnd len="med" w="med" type="none"/>
          </a:ln>
        </p:spPr>
      </p:cxnSp>
      <p:sp>
        <p:nvSpPr>
          <p:cNvPr id="3535" name="Google Shape;3535;p165"/>
          <p:cNvSpPr txBox="1"/>
          <p:nvPr/>
        </p:nvSpPr>
        <p:spPr>
          <a:xfrm>
            <a:off x="9054925" y="4996775"/>
            <a:ext cx="25314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Content Sources, Synchronization, Lifecycle Environments, Content Views and Composites, etc..</a:t>
            </a:r>
            <a:endParaRPr>
              <a:latin typeface="Overpass Light"/>
              <a:ea typeface="Overpass Light"/>
              <a:cs typeface="Overpass Light"/>
              <a:sym typeface="Overpass Light"/>
            </a:endParaRPr>
          </a:p>
        </p:txBody>
      </p:sp>
      <p:pic>
        <p:nvPicPr>
          <p:cNvPr id="3536" name="Google Shape;3536;p165"/>
          <p:cNvPicPr preferRelativeResize="0"/>
          <p:nvPr/>
        </p:nvPicPr>
        <p:blipFill rotWithShape="1">
          <a:blip r:embed="rId5">
            <a:alphaModFix/>
          </a:blip>
          <a:srcRect b="25702" l="0" r="0" t="28126"/>
          <a:stretch/>
        </p:blipFill>
        <p:spPr>
          <a:xfrm>
            <a:off x="7123841" y="4328692"/>
            <a:ext cx="914400" cy="422175"/>
          </a:xfrm>
          <a:prstGeom prst="rect">
            <a:avLst/>
          </a:prstGeom>
          <a:noFill/>
          <a:ln>
            <a:noFill/>
          </a:ln>
        </p:spPr>
      </p:pic>
      <p:grpSp>
        <p:nvGrpSpPr>
          <p:cNvPr id="3537" name="Google Shape;3537;p165"/>
          <p:cNvGrpSpPr/>
          <p:nvPr/>
        </p:nvGrpSpPr>
        <p:grpSpPr>
          <a:xfrm>
            <a:off x="5867825" y="4260013"/>
            <a:ext cx="914400" cy="559500"/>
            <a:chOff x="3899025" y="4752650"/>
            <a:chExt cx="914400" cy="559500"/>
          </a:xfrm>
        </p:grpSpPr>
        <p:pic>
          <p:nvPicPr>
            <p:cNvPr id="3538" name="Google Shape;3538;p165"/>
            <p:cNvPicPr preferRelativeResize="0"/>
            <p:nvPr/>
          </p:nvPicPr>
          <p:blipFill rotWithShape="1">
            <a:blip r:embed="rId6">
              <a:alphaModFix/>
            </a:blip>
            <a:srcRect b="19054" l="0" r="0" t="19757"/>
            <a:stretch/>
          </p:blipFill>
          <p:spPr>
            <a:xfrm>
              <a:off x="3899025" y="4752650"/>
              <a:ext cx="914400" cy="559500"/>
            </a:xfrm>
            <a:prstGeom prst="rect">
              <a:avLst/>
            </a:prstGeom>
            <a:noFill/>
            <a:ln>
              <a:noFill/>
            </a:ln>
          </p:spPr>
        </p:pic>
        <p:pic>
          <p:nvPicPr>
            <p:cNvPr id="3539" name="Google Shape;3539;p165"/>
            <p:cNvPicPr preferRelativeResize="0"/>
            <p:nvPr/>
          </p:nvPicPr>
          <p:blipFill>
            <a:blip r:embed="rId7">
              <a:alphaModFix/>
            </a:blip>
            <a:stretch>
              <a:fillRect/>
            </a:stretch>
          </p:blipFill>
          <p:spPr>
            <a:xfrm>
              <a:off x="4302575" y="4883351"/>
              <a:ext cx="275675" cy="275675"/>
            </a:xfrm>
            <a:prstGeom prst="rect">
              <a:avLst/>
            </a:prstGeom>
            <a:noFill/>
            <a:ln>
              <a:noFill/>
            </a:ln>
          </p:spPr>
        </p:pic>
      </p:grpSp>
      <p:pic>
        <p:nvPicPr>
          <p:cNvPr id="3540" name="Google Shape;3540;p165"/>
          <p:cNvPicPr preferRelativeResize="0"/>
          <p:nvPr/>
        </p:nvPicPr>
        <p:blipFill rotWithShape="1">
          <a:blip r:embed="rId7">
            <a:alphaModFix/>
          </a:blip>
          <a:srcRect b="16811" l="0" r="0" t="17233"/>
          <a:stretch/>
        </p:blipFill>
        <p:spPr>
          <a:xfrm>
            <a:off x="5623025" y="4771150"/>
            <a:ext cx="1466903" cy="967500"/>
          </a:xfrm>
          <a:prstGeom prst="rect">
            <a:avLst/>
          </a:prstGeom>
          <a:noFill/>
          <a:ln>
            <a:noFill/>
          </a:ln>
        </p:spPr>
      </p:pic>
      <p:sp>
        <p:nvSpPr>
          <p:cNvPr id="3541" name="Google Shape;3541;p165"/>
          <p:cNvSpPr/>
          <p:nvPr/>
        </p:nvSpPr>
        <p:spPr>
          <a:xfrm rot="5400000">
            <a:off x="6083625" y="1955875"/>
            <a:ext cx="300900" cy="3857700"/>
          </a:xfrm>
          <a:prstGeom prst="leftBrace">
            <a:avLst>
              <a:gd fmla="val 50000" name="adj1"/>
              <a:gd fmla="val 50000" name="adj2"/>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42" name="Google Shape;3542;p165"/>
          <p:cNvPicPr preferRelativeResize="0"/>
          <p:nvPr/>
        </p:nvPicPr>
        <p:blipFill rotWithShape="1">
          <a:blip r:embed="rId6">
            <a:alphaModFix/>
          </a:blip>
          <a:srcRect b="19054" l="0" r="0" t="19757"/>
          <a:stretch/>
        </p:blipFill>
        <p:spPr>
          <a:xfrm>
            <a:off x="4584825" y="4260020"/>
            <a:ext cx="914400" cy="559500"/>
          </a:xfrm>
          <a:prstGeom prst="rect">
            <a:avLst/>
          </a:prstGeom>
          <a:noFill/>
          <a:ln>
            <a:noFill/>
          </a:ln>
        </p:spPr>
      </p:pic>
      <p:pic>
        <p:nvPicPr>
          <p:cNvPr id="3543" name="Google Shape;3543;p165"/>
          <p:cNvPicPr preferRelativeResize="0"/>
          <p:nvPr/>
        </p:nvPicPr>
        <p:blipFill>
          <a:blip r:embed="rId8">
            <a:alphaModFix/>
          </a:blip>
          <a:stretch>
            <a:fillRect/>
          </a:stretch>
        </p:blipFill>
        <p:spPr>
          <a:xfrm>
            <a:off x="4390882" y="4625200"/>
            <a:ext cx="1315400" cy="1315400"/>
          </a:xfrm>
          <a:prstGeom prst="rect">
            <a:avLst/>
          </a:prstGeom>
          <a:noFill/>
          <a:ln>
            <a:noFill/>
          </a:ln>
        </p:spPr>
      </p:pic>
      <p:pic>
        <p:nvPicPr>
          <p:cNvPr id="3544" name="Google Shape;3544;p165"/>
          <p:cNvPicPr preferRelativeResize="0"/>
          <p:nvPr/>
        </p:nvPicPr>
        <p:blipFill>
          <a:blip r:embed="rId9">
            <a:alphaModFix/>
          </a:blip>
          <a:stretch>
            <a:fillRect/>
          </a:stretch>
        </p:blipFill>
        <p:spPr>
          <a:xfrm>
            <a:off x="4647627" y="4906963"/>
            <a:ext cx="300900" cy="300900"/>
          </a:xfrm>
          <a:prstGeom prst="rect">
            <a:avLst/>
          </a:prstGeom>
          <a:noFill/>
          <a:ln>
            <a:noFill/>
          </a:ln>
        </p:spPr>
      </p:pic>
      <p:pic>
        <p:nvPicPr>
          <p:cNvPr id="3545" name="Google Shape;3545;p165"/>
          <p:cNvPicPr preferRelativeResize="0"/>
          <p:nvPr/>
        </p:nvPicPr>
        <p:blipFill>
          <a:blip r:embed="rId9">
            <a:alphaModFix/>
          </a:blip>
          <a:stretch>
            <a:fillRect/>
          </a:stretch>
        </p:blipFill>
        <p:spPr>
          <a:xfrm>
            <a:off x="5866827" y="5193000"/>
            <a:ext cx="300900" cy="300900"/>
          </a:xfrm>
          <a:prstGeom prst="rect">
            <a:avLst/>
          </a:prstGeom>
          <a:noFill/>
          <a:ln>
            <a:noFill/>
          </a:ln>
        </p:spPr>
      </p:pic>
      <p:pic>
        <p:nvPicPr>
          <p:cNvPr id="3546" name="Google Shape;3546;p165"/>
          <p:cNvPicPr preferRelativeResize="0"/>
          <p:nvPr/>
        </p:nvPicPr>
        <p:blipFill>
          <a:blip r:embed="rId10">
            <a:alphaModFix/>
          </a:blip>
          <a:stretch>
            <a:fillRect/>
          </a:stretch>
        </p:blipFill>
        <p:spPr>
          <a:xfrm>
            <a:off x="4914900" y="4906963"/>
            <a:ext cx="300900" cy="300900"/>
          </a:xfrm>
          <a:prstGeom prst="rect">
            <a:avLst/>
          </a:prstGeom>
          <a:noFill/>
          <a:ln>
            <a:noFill/>
          </a:ln>
        </p:spPr>
      </p:pic>
      <p:pic>
        <p:nvPicPr>
          <p:cNvPr id="3547" name="Google Shape;3547;p165"/>
          <p:cNvPicPr preferRelativeResize="0"/>
          <p:nvPr/>
        </p:nvPicPr>
        <p:blipFill>
          <a:blip r:embed="rId10">
            <a:alphaModFix/>
          </a:blip>
          <a:stretch>
            <a:fillRect/>
          </a:stretch>
        </p:blipFill>
        <p:spPr>
          <a:xfrm>
            <a:off x="6134100" y="5193000"/>
            <a:ext cx="300900" cy="300900"/>
          </a:xfrm>
          <a:prstGeom prst="rect">
            <a:avLst/>
          </a:prstGeom>
          <a:noFill/>
          <a:ln>
            <a:noFill/>
          </a:ln>
        </p:spPr>
      </p:pic>
      <p:pic>
        <p:nvPicPr>
          <p:cNvPr id="3548" name="Google Shape;3548;p165"/>
          <p:cNvPicPr preferRelativeResize="0"/>
          <p:nvPr/>
        </p:nvPicPr>
        <p:blipFill>
          <a:blip r:embed="rId9">
            <a:alphaModFix/>
          </a:blip>
          <a:stretch>
            <a:fillRect/>
          </a:stretch>
        </p:blipFill>
        <p:spPr>
          <a:xfrm>
            <a:off x="5181027" y="4906963"/>
            <a:ext cx="300900" cy="300900"/>
          </a:xfrm>
          <a:prstGeom prst="rect">
            <a:avLst/>
          </a:prstGeom>
          <a:noFill/>
          <a:ln>
            <a:noFill/>
          </a:ln>
        </p:spPr>
      </p:pic>
      <p:pic>
        <p:nvPicPr>
          <p:cNvPr id="3549" name="Google Shape;3549;p165"/>
          <p:cNvPicPr preferRelativeResize="0"/>
          <p:nvPr/>
        </p:nvPicPr>
        <p:blipFill>
          <a:blip r:embed="rId9">
            <a:alphaModFix/>
          </a:blip>
          <a:stretch>
            <a:fillRect/>
          </a:stretch>
        </p:blipFill>
        <p:spPr>
          <a:xfrm>
            <a:off x="6390845" y="5183618"/>
            <a:ext cx="300900" cy="300900"/>
          </a:xfrm>
          <a:prstGeom prst="rect">
            <a:avLst/>
          </a:prstGeom>
          <a:noFill/>
          <a:ln>
            <a:noFill/>
          </a:ln>
        </p:spPr>
      </p:pic>
      <p:cxnSp>
        <p:nvCxnSpPr>
          <p:cNvPr id="3550" name="Google Shape;3550;p165"/>
          <p:cNvCxnSpPr>
            <a:stCxn id="3531" idx="2"/>
            <a:endCxn id="3541" idx="1"/>
          </p:cNvCxnSpPr>
          <p:nvPr/>
        </p:nvCxnSpPr>
        <p:spPr>
          <a:xfrm flipH="1" rot="-5400000">
            <a:off x="5229915" y="2729975"/>
            <a:ext cx="860100" cy="1148400"/>
          </a:xfrm>
          <a:prstGeom prst="curvedConnector3">
            <a:avLst>
              <a:gd fmla="val 50003" name="adj1"/>
            </a:avLst>
          </a:prstGeom>
          <a:noFill/>
          <a:ln cap="flat" cmpd="sng" w="19050">
            <a:solidFill>
              <a:schemeClr val="dk1"/>
            </a:solidFill>
            <a:prstDash val="solid"/>
            <a:round/>
            <a:headEnd len="med" w="med" type="none"/>
            <a:tailEnd len="med" w="med" type="none"/>
          </a:ln>
        </p:spPr>
      </p:cxnSp>
      <p:sp>
        <p:nvSpPr>
          <p:cNvPr id="3551" name="Google Shape;3551;p165"/>
          <p:cNvSpPr txBox="1"/>
          <p:nvPr>
            <p:ph idx="4294967295" type="subTitle"/>
          </p:nvPr>
        </p:nvSpPr>
        <p:spPr>
          <a:xfrm>
            <a:off x="885125" y="14249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solidFill>
                  <a:schemeClr val="accent1"/>
                </a:solidFill>
              </a:rPr>
              <a:t>Deploy, analyze, report and remediate</a:t>
            </a:r>
            <a:endParaRPr>
              <a:solidFill>
                <a:schemeClr val="accent1"/>
              </a:solidFill>
            </a:endParaRPr>
          </a:p>
          <a:p>
            <a:pPr indent="0" lvl="0" marL="0" rtl="0" algn="ctr">
              <a:spcBef>
                <a:spcPts val="500"/>
              </a:spcBef>
              <a:spcAft>
                <a:spcPts val="0"/>
              </a:spcAft>
              <a:buNone/>
            </a:pPr>
            <a:r>
              <a:t/>
            </a:r>
            <a:endParaRPr>
              <a:solidFill>
                <a:schemeClr val="accent1"/>
              </a:solidFill>
            </a:endParaRPr>
          </a:p>
          <a:p>
            <a:pPr indent="0" lvl="0" marL="0" rtl="0" algn="ctr">
              <a:spcBef>
                <a:spcPts val="500"/>
              </a:spcBef>
              <a:spcAft>
                <a:spcPts val="500"/>
              </a:spcAft>
              <a:buNone/>
            </a:pPr>
            <a:r>
              <a:t/>
            </a:r>
            <a:endParaRPr>
              <a:solidFill>
                <a:schemeClr val="accent1"/>
              </a:solidFill>
            </a:endParaRPr>
          </a:p>
        </p:txBody>
      </p:sp>
      <p:sp>
        <p:nvSpPr>
          <p:cNvPr id="3552" name="Google Shape;3552;p165"/>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p>
            <a:pPr indent="0" lvl="0" marL="0" rtl="0" algn="l">
              <a:spcBef>
                <a:spcPts val="0"/>
              </a:spcBef>
              <a:spcAft>
                <a:spcPts val="0"/>
              </a:spcAft>
              <a:buNone/>
            </a:pPr>
            <a:r>
              <a:rPr lang="en"/>
              <a:t>Red Hat Infrastructure Standard Adoption Model</a:t>
            </a:r>
            <a:endParaRPr/>
          </a:p>
        </p:txBody>
      </p:sp>
      <p:sp>
        <p:nvSpPr>
          <p:cNvPr id="3553" name="Google Shape;3553;p165"/>
          <p:cNvSpPr txBox="1"/>
          <p:nvPr>
            <p:ph idx="2" type="subTitle"/>
          </p:nvPr>
        </p:nvSpPr>
        <p:spPr>
          <a:xfrm>
            <a:off x="885050" y="6169550"/>
            <a:ext cx="91830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7" name="Shape 3557"/>
        <p:cNvGrpSpPr/>
        <p:nvPr/>
      </p:nvGrpSpPr>
      <p:grpSpPr>
        <a:xfrm>
          <a:off x="0" y="0"/>
          <a:ext cx="0" cy="0"/>
          <a:chOff x="0" y="0"/>
          <a:chExt cx="0" cy="0"/>
        </a:xfrm>
      </p:grpSpPr>
      <p:sp>
        <p:nvSpPr>
          <p:cNvPr id="3558" name="Google Shape;3558;p166"/>
          <p:cNvSpPr txBox="1"/>
          <p:nvPr>
            <p:ph type="title"/>
          </p:nvPr>
        </p:nvSpPr>
        <p:spPr>
          <a:xfrm>
            <a:off x="1752600" y="946000"/>
            <a:ext cx="8686800" cy="967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RH-IS Powered By Ansible Automation</a:t>
            </a:r>
            <a:endParaRPr/>
          </a:p>
        </p:txBody>
      </p:sp>
      <p:grpSp>
        <p:nvGrpSpPr>
          <p:cNvPr id="3559" name="Google Shape;3559;p166"/>
          <p:cNvGrpSpPr/>
          <p:nvPr/>
        </p:nvGrpSpPr>
        <p:grpSpPr>
          <a:xfrm>
            <a:off x="571564" y="1979175"/>
            <a:ext cx="2834700" cy="2834700"/>
            <a:chOff x="4381500" y="1323975"/>
            <a:chExt cx="2834700" cy="2834700"/>
          </a:xfrm>
        </p:grpSpPr>
        <p:sp>
          <p:nvSpPr>
            <p:cNvPr id="3560" name="Google Shape;3560;p166"/>
            <p:cNvSpPr/>
            <p:nvPr/>
          </p:nvSpPr>
          <p:spPr>
            <a:xfrm>
              <a:off x="4381500" y="1323975"/>
              <a:ext cx="2834700" cy="2834700"/>
            </a:xfrm>
            <a:prstGeom prst="ellipse">
              <a:avLst/>
            </a:prstGeom>
            <a:noFill/>
            <a:ln cap="flat" cmpd="sng" w="1143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1" name="Google Shape;3561;p166"/>
            <p:cNvSpPr/>
            <p:nvPr/>
          </p:nvSpPr>
          <p:spPr>
            <a:xfrm>
              <a:off x="5067300" y="2009775"/>
              <a:ext cx="1463100" cy="1463100"/>
            </a:xfrm>
            <a:prstGeom prst="ellipse">
              <a:avLst/>
            </a:prstGeom>
            <a:noFill/>
            <a:ln cap="flat" cmpd="sng" w="152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62" name="Google Shape;3562;p166"/>
          <p:cNvGrpSpPr/>
          <p:nvPr/>
        </p:nvGrpSpPr>
        <p:grpSpPr>
          <a:xfrm>
            <a:off x="2475915" y="3843802"/>
            <a:ext cx="914400" cy="914400"/>
            <a:chOff x="8321229" y="3179936"/>
            <a:chExt cx="914400" cy="914400"/>
          </a:xfrm>
        </p:grpSpPr>
        <p:sp>
          <p:nvSpPr>
            <p:cNvPr id="3563" name="Google Shape;3563;p166"/>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64" name="Google Shape;3564;p166"/>
            <p:cNvPicPr preferRelativeResize="0"/>
            <p:nvPr/>
          </p:nvPicPr>
          <p:blipFill>
            <a:blip r:embed="rId3">
              <a:alphaModFix/>
            </a:blip>
            <a:stretch>
              <a:fillRect/>
            </a:stretch>
          </p:blipFill>
          <p:spPr>
            <a:xfrm>
              <a:off x="8321229" y="3179936"/>
              <a:ext cx="914400" cy="914400"/>
            </a:xfrm>
            <a:prstGeom prst="rect">
              <a:avLst/>
            </a:prstGeom>
            <a:noFill/>
            <a:ln>
              <a:noFill/>
            </a:ln>
          </p:spPr>
        </p:pic>
      </p:grpSp>
      <p:sp>
        <p:nvSpPr>
          <p:cNvPr id="3565" name="Google Shape;3565;p166"/>
          <p:cNvSpPr/>
          <p:nvPr/>
        </p:nvSpPr>
        <p:spPr>
          <a:xfrm>
            <a:off x="1760314" y="3169725"/>
            <a:ext cx="457200" cy="453600"/>
          </a:xfrm>
          <a:prstGeom prst="ellipse">
            <a:avLst/>
          </a:prstGeom>
          <a:solidFill>
            <a:schemeClr val="accent1"/>
          </a:solidFill>
          <a:ln cap="flat" cmpd="sng" w="762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166"/>
          <p:cNvSpPr txBox="1"/>
          <p:nvPr/>
        </p:nvSpPr>
        <p:spPr>
          <a:xfrm>
            <a:off x="9054925" y="1988700"/>
            <a:ext cx="2531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Overpass Light"/>
                <a:ea typeface="Overpass Light"/>
                <a:cs typeface="Overpass Light"/>
                <a:sym typeface="Overpass Light"/>
              </a:rPr>
              <a:t>Templates, Workflows, </a:t>
            </a:r>
            <a:r>
              <a:rPr lang="en">
                <a:latin typeface="Overpass Light"/>
                <a:ea typeface="Overpass Light"/>
                <a:cs typeface="Overpass Light"/>
                <a:sym typeface="Overpass Light"/>
              </a:rPr>
              <a:t>Credentials, Projects, </a:t>
            </a:r>
            <a:r>
              <a:rPr lang="en">
                <a:solidFill>
                  <a:schemeClr val="dk1"/>
                </a:solidFill>
                <a:latin typeface="Overpass Light"/>
                <a:ea typeface="Overpass Light"/>
                <a:cs typeface="Overpass Light"/>
                <a:sym typeface="Overpass Light"/>
              </a:rPr>
              <a:t>Inventories</a:t>
            </a:r>
            <a:endParaRPr>
              <a:latin typeface="Overpass Light"/>
              <a:ea typeface="Overpass Light"/>
              <a:cs typeface="Overpass Light"/>
              <a:sym typeface="Overpass Light"/>
            </a:endParaRPr>
          </a:p>
        </p:txBody>
      </p:sp>
      <p:sp>
        <p:nvSpPr>
          <p:cNvPr id="3567" name="Google Shape;3567;p166"/>
          <p:cNvSpPr txBox="1"/>
          <p:nvPr/>
        </p:nvSpPr>
        <p:spPr>
          <a:xfrm>
            <a:off x="9054925" y="2786975"/>
            <a:ext cx="2531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Schedules, Authentication, Management Jobs</a:t>
            </a:r>
            <a:endParaRPr>
              <a:latin typeface="Overpass Light"/>
              <a:ea typeface="Overpass Light"/>
              <a:cs typeface="Overpass Light"/>
              <a:sym typeface="Overpass Light"/>
            </a:endParaRPr>
          </a:p>
        </p:txBody>
      </p:sp>
      <p:sp>
        <p:nvSpPr>
          <p:cNvPr id="3568" name="Google Shape;3568;p166"/>
          <p:cNvSpPr txBox="1"/>
          <p:nvPr/>
        </p:nvSpPr>
        <p:spPr>
          <a:xfrm>
            <a:off x="9054925" y="3472775"/>
            <a:ext cx="2531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Instances, Instance Groups, Execution Environments</a:t>
            </a:r>
            <a:endParaRPr>
              <a:latin typeface="Overpass Light"/>
              <a:ea typeface="Overpass Light"/>
              <a:cs typeface="Overpass Light"/>
              <a:sym typeface="Overpass Light"/>
            </a:endParaRPr>
          </a:p>
        </p:txBody>
      </p:sp>
      <p:cxnSp>
        <p:nvCxnSpPr>
          <p:cNvPr id="3569" name="Google Shape;3569;p166"/>
          <p:cNvCxnSpPr/>
          <p:nvPr/>
        </p:nvCxnSpPr>
        <p:spPr>
          <a:xfrm flipH="1" rot="10800000">
            <a:off x="3390315" y="2415802"/>
            <a:ext cx="1235700" cy="1885200"/>
          </a:xfrm>
          <a:prstGeom prst="curvedConnector3">
            <a:avLst>
              <a:gd fmla="val 50004" name="adj1"/>
            </a:avLst>
          </a:prstGeom>
          <a:noFill/>
          <a:ln cap="flat" cmpd="sng" w="19050">
            <a:solidFill>
              <a:schemeClr val="dk1"/>
            </a:solidFill>
            <a:prstDash val="solid"/>
            <a:round/>
            <a:headEnd len="med" w="med" type="none"/>
            <a:tailEnd len="med" w="med" type="none"/>
          </a:ln>
        </p:spPr>
      </p:cxnSp>
      <p:sp>
        <p:nvSpPr>
          <p:cNvPr id="3570" name="Google Shape;3570;p166"/>
          <p:cNvSpPr txBox="1"/>
          <p:nvPr/>
        </p:nvSpPr>
        <p:spPr>
          <a:xfrm>
            <a:off x="9054925" y="4310975"/>
            <a:ext cx="2531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Import and Export any Assets</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Content Collections</a:t>
            </a:r>
            <a:endParaRPr>
              <a:latin typeface="Overpass Light"/>
              <a:ea typeface="Overpass Light"/>
              <a:cs typeface="Overpass Light"/>
              <a:sym typeface="Overpass Light"/>
            </a:endParaRPr>
          </a:p>
        </p:txBody>
      </p:sp>
      <p:sp>
        <p:nvSpPr>
          <p:cNvPr id="3571" name="Google Shape;3571;p166"/>
          <p:cNvSpPr/>
          <p:nvPr/>
        </p:nvSpPr>
        <p:spPr>
          <a:xfrm rot="5400000">
            <a:off x="6083625" y="1955875"/>
            <a:ext cx="300900" cy="3857700"/>
          </a:xfrm>
          <a:prstGeom prst="leftBrace">
            <a:avLst>
              <a:gd fmla="val 50000" name="adj1"/>
              <a:gd fmla="val 50000" name="adj2"/>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72" name="Google Shape;3572;p166"/>
          <p:cNvCxnSpPr>
            <a:stCxn id="3573" idx="2"/>
            <a:endCxn id="3571" idx="1"/>
          </p:cNvCxnSpPr>
          <p:nvPr/>
        </p:nvCxnSpPr>
        <p:spPr>
          <a:xfrm flipH="1" rot="-5400000">
            <a:off x="5232414" y="2732677"/>
            <a:ext cx="852600" cy="1150800"/>
          </a:xfrm>
          <a:prstGeom prst="curvedConnector3">
            <a:avLst>
              <a:gd fmla="val 49994" name="adj1"/>
            </a:avLst>
          </a:prstGeom>
          <a:noFill/>
          <a:ln cap="flat" cmpd="sng" w="19050">
            <a:solidFill>
              <a:schemeClr val="dk1"/>
            </a:solidFill>
            <a:prstDash val="solid"/>
            <a:round/>
            <a:headEnd len="med" w="med" type="none"/>
            <a:tailEnd len="med" w="med" type="none"/>
          </a:ln>
        </p:spPr>
      </p:cxnSp>
      <p:pic>
        <p:nvPicPr>
          <p:cNvPr id="3574" name="Google Shape;3574;p166"/>
          <p:cNvPicPr preferRelativeResize="0"/>
          <p:nvPr/>
        </p:nvPicPr>
        <p:blipFill>
          <a:blip r:embed="rId4">
            <a:alphaModFix/>
          </a:blip>
          <a:stretch>
            <a:fillRect/>
          </a:stretch>
        </p:blipFill>
        <p:spPr>
          <a:xfrm>
            <a:off x="4295775" y="4150625"/>
            <a:ext cx="559500" cy="559500"/>
          </a:xfrm>
          <a:prstGeom prst="rect">
            <a:avLst/>
          </a:prstGeom>
          <a:noFill/>
          <a:ln>
            <a:noFill/>
          </a:ln>
        </p:spPr>
      </p:pic>
      <p:pic>
        <p:nvPicPr>
          <p:cNvPr id="3575" name="Google Shape;3575;p166"/>
          <p:cNvPicPr preferRelativeResize="0"/>
          <p:nvPr/>
        </p:nvPicPr>
        <p:blipFill>
          <a:blip r:embed="rId5">
            <a:alphaModFix/>
          </a:blip>
          <a:stretch>
            <a:fillRect/>
          </a:stretch>
        </p:blipFill>
        <p:spPr>
          <a:xfrm>
            <a:off x="4964430" y="4150625"/>
            <a:ext cx="559500" cy="559500"/>
          </a:xfrm>
          <a:prstGeom prst="rect">
            <a:avLst/>
          </a:prstGeom>
          <a:noFill/>
          <a:ln>
            <a:noFill/>
          </a:ln>
        </p:spPr>
      </p:pic>
      <p:pic>
        <p:nvPicPr>
          <p:cNvPr id="3576" name="Google Shape;3576;p166"/>
          <p:cNvPicPr preferRelativeResize="0"/>
          <p:nvPr/>
        </p:nvPicPr>
        <p:blipFill>
          <a:blip r:embed="rId6">
            <a:alphaModFix/>
          </a:blip>
          <a:stretch>
            <a:fillRect/>
          </a:stretch>
        </p:blipFill>
        <p:spPr>
          <a:xfrm>
            <a:off x="5633085" y="4150625"/>
            <a:ext cx="559500" cy="559500"/>
          </a:xfrm>
          <a:prstGeom prst="rect">
            <a:avLst/>
          </a:prstGeom>
          <a:noFill/>
          <a:ln>
            <a:noFill/>
          </a:ln>
        </p:spPr>
      </p:pic>
      <p:pic>
        <p:nvPicPr>
          <p:cNvPr id="3577" name="Google Shape;3577;p166"/>
          <p:cNvPicPr preferRelativeResize="0"/>
          <p:nvPr/>
        </p:nvPicPr>
        <p:blipFill>
          <a:blip r:embed="rId7">
            <a:alphaModFix/>
          </a:blip>
          <a:stretch>
            <a:fillRect/>
          </a:stretch>
        </p:blipFill>
        <p:spPr>
          <a:xfrm>
            <a:off x="6301740" y="4151361"/>
            <a:ext cx="559500" cy="558027"/>
          </a:xfrm>
          <a:prstGeom prst="rect">
            <a:avLst/>
          </a:prstGeom>
          <a:noFill/>
          <a:ln>
            <a:noFill/>
          </a:ln>
        </p:spPr>
      </p:pic>
      <p:pic>
        <p:nvPicPr>
          <p:cNvPr id="3578" name="Google Shape;3578;p166"/>
          <p:cNvPicPr preferRelativeResize="0"/>
          <p:nvPr/>
        </p:nvPicPr>
        <p:blipFill>
          <a:blip r:embed="rId8">
            <a:alphaModFix/>
          </a:blip>
          <a:stretch>
            <a:fillRect/>
          </a:stretch>
        </p:blipFill>
        <p:spPr>
          <a:xfrm>
            <a:off x="6970395" y="4150625"/>
            <a:ext cx="559500" cy="559500"/>
          </a:xfrm>
          <a:prstGeom prst="rect">
            <a:avLst/>
          </a:prstGeom>
          <a:noFill/>
          <a:ln>
            <a:noFill/>
          </a:ln>
        </p:spPr>
      </p:pic>
      <p:pic>
        <p:nvPicPr>
          <p:cNvPr id="3579" name="Google Shape;3579;p166"/>
          <p:cNvPicPr preferRelativeResize="0"/>
          <p:nvPr/>
        </p:nvPicPr>
        <p:blipFill>
          <a:blip r:embed="rId9">
            <a:alphaModFix/>
          </a:blip>
          <a:stretch>
            <a:fillRect/>
          </a:stretch>
        </p:blipFill>
        <p:spPr>
          <a:xfrm>
            <a:off x="7639050" y="4150625"/>
            <a:ext cx="559500" cy="559500"/>
          </a:xfrm>
          <a:prstGeom prst="rect">
            <a:avLst/>
          </a:prstGeom>
          <a:noFill/>
          <a:ln>
            <a:noFill/>
          </a:ln>
        </p:spPr>
      </p:pic>
      <p:grpSp>
        <p:nvGrpSpPr>
          <p:cNvPr id="3580" name="Google Shape;3580;p166"/>
          <p:cNvGrpSpPr/>
          <p:nvPr/>
        </p:nvGrpSpPr>
        <p:grpSpPr>
          <a:xfrm>
            <a:off x="4626114" y="1967377"/>
            <a:ext cx="914400" cy="914400"/>
            <a:chOff x="4437340" y="3101261"/>
            <a:chExt cx="914400" cy="914400"/>
          </a:xfrm>
        </p:grpSpPr>
        <p:sp>
          <p:nvSpPr>
            <p:cNvPr id="3573" name="Google Shape;3573;p166"/>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81" name="Google Shape;3581;p166"/>
            <p:cNvPicPr preferRelativeResize="0"/>
            <p:nvPr/>
          </p:nvPicPr>
          <p:blipFill rotWithShape="1">
            <a:blip r:embed="rId10">
              <a:alphaModFix/>
            </a:blip>
            <a:srcRect b="13122" l="12810" r="11523" t="12272"/>
            <a:stretch/>
          </p:blipFill>
          <p:spPr>
            <a:xfrm>
              <a:off x="4518236" y="3190157"/>
              <a:ext cx="752608" cy="736608"/>
            </a:xfrm>
            <a:prstGeom prst="rect">
              <a:avLst/>
            </a:prstGeom>
            <a:noFill/>
            <a:ln>
              <a:noFill/>
            </a:ln>
          </p:spPr>
        </p:pic>
      </p:grpSp>
      <p:sp>
        <p:nvSpPr>
          <p:cNvPr id="3582" name="Google Shape;3582;p166"/>
          <p:cNvSpPr txBox="1"/>
          <p:nvPr/>
        </p:nvSpPr>
        <p:spPr>
          <a:xfrm>
            <a:off x="5663450" y="1971352"/>
            <a:ext cx="2442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ansible.*</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ansible.controller</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ansible.</a:t>
            </a:r>
            <a:r>
              <a:rPr lang="en">
                <a:solidFill>
                  <a:schemeClr val="dk1"/>
                </a:solidFill>
                <a:latin typeface="Overpass Light"/>
                <a:ea typeface="Overpass Light"/>
                <a:cs typeface="Overpass Light"/>
                <a:sym typeface="Overpass Light"/>
              </a:rPr>
              <a:t>tower</a:t>
            </a:r>
            <a:endParaRPr>
              <a:latin typeface="Overpass Light"/>
              <a:ea typeface="Overpass Light"/>
              <a:cs typeface="Overpass Light"/>
              <a:sym typeface="Overpass Light"/>
            </a:endParaRPr>
          </a:p>
        </p:txBody>
      </p:sp>
      <p:sp>
        <p:nvSpPr>
          <p:cNvPr id="3583" name="Google Shape;3583;p166"/>
          <p:cNvSpPr txBox="1"/>
          <p:nvPr>
            <p:ph idx="4294967295" type="subTitle"/>
          </p:nvPr>
        </p:nvSpPr>
        <p:spPr>
          <a:xfrm>
            <a:off x="885125" y="14249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solidFill>
                  <a:schemeClr val="accent1"/>
                </a:solidFill>
              </a:rPr>
              <a:t>Deploy, analyze, report and remediate</a:t>
            </a:r>
            <a:endParaRPr>
              <a:solidFill>
                <a:schemeClr val="accent1"/>
              </a:solidFill>
            </a:endParaRPr>
          </a:p>
          <a:p>
            <a:pPr indent="0" lvl="0" marL="0" rtl="0" algn="ctr">
              <a:spcBef>
                <a:spcPts val="500"/>
              </a:spcBef>
              <a:spcAft>
                <a:spcPts val="0"/>
              </a:spcAft>
              <a:buNone/>
            </a:pPr>
            <a:r>
              <a:t/>
            </a:r>
            <a:endParaRPr>
              <a:solidFill>
                <a:schemeClr val="accent1"/>
              </a:solidFill>
            </a:endParaRPr>
          </a:p>
          <a:p>
            <a:pPr indent="0" lvl="0" marL="0" rtl="0" algn="ctr">
              <a:spcBef>
                <a:spcPts val="500"/>
              </a:spcBef>
              <a:spcAft>
                <a:spcPts val="500"/>
              </a:spcAft>
              <a:buNone/>
            </a:pPr>
            <a:r>
              <a:t/>
            </a:r>
            <a:endParaRPr>
              <a:solidFill>
                <a:schemeClr val="accent1"/>
              </a:solidFill>
            </a:endParaRPr>
          </a:p>
        </p:txBody>
      </p:sp>
      <p:sp>
        <p:nvSpPr>
          <p:cNvPr id="3584" name="Google Shape;3584;p166"/>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p>
            <a:pPr indent="0" lvl="0" marL="0" rtl="0" algn="l">
              <a:spcBef>
                <a:spcPts val="0"/>
              </a:spcBef>
              <a:spcAft>
                <a:spcPts val="0"/>
              </a:spcAft>
              <a:buNone/>
            </a:pPr>
            <a:r>
              <a:rPr lang="en"/>
              <a:t>Red Hat Infrastructure Standard Adoption Model</a:t>
            </a:r>
            <a:endParaRPr/>
          </a:p>
        </p:txBody>
      </p:sp>
      <p:sp>
        <p:nvSpPr>
          <p:cNvPr id="3585" name="Google Shape;3585;p166"/>
          <p:cNvSpPr txBox="1"/>
          <p:nvPr>
            <p:ph idx="2" type="subTitle"/>
          </p:nvPr>
        </p:nvSpPr>
        <p:spPr>
          <a:xfrm>
            <a:off x="885050" y="6169550"/>
            <a:ext cx="91830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9" name="Shape 3589"/>
        <p:cNvGrpSpPr/>
        <p:nvPr/>
      </p:nvGrpSpPr>
      <p:grpSpPr>
        <a:xfrm>
          <a:off x="0" y="0"/>
          <a:ext cx="0" cy="0"/>
          <a:chOff x="0" y="0"/>
          <a:chExt cx="0" cy="0"/>
        </a:xfrm>
      </p:grpSpPr>
      <p:sp>
        <p:nvSpPr>
          <p:cNvPr id="3590" name="Google Shape;3590;p167"/>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sz="1000">
                <a:latin typeface="Red Hat Display Medium"/>
                <a:ea typeface="Red Hat Display Medium"/>
                <a:cs typeface="Red Hat Display Medium"/>
                <a:sym typeface="Red Hat Display Medium"/>
              </a:rPr>
              <a:t>Red Hat Infrastructure Standard Adoption Model</a:t>
            </a:r>
            <a:endParaRPr/>
          </a:p>
        </p:txBody>
      </p:sp>
      <p:sp>
        <p:nvSpPr>
          <p:cNvPr id="3591" name="Google Shape;3591;p167"/>
          <p:cNvSpPr txBox="1"/>
          <p:nvPr>
            <p:ph idx="1" type="subTitle"/>
          </p:nvPr>
        </p:nvSpPr>
        <p:spPr>
          <a:xfrm>
            <a:off x="9251450" y="1743725"/>
            <a:ext cx="2124300" cy="33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92" name="Google Shape;3592;p167"/>
          <p:cNvSpPr txBox="1"/>
          <p:nvPr>
            <p:ph type="title"/>
          </p:nvPr>
        </p:nvSpPr>
        <p:spPr>
          <a:xfrm>
            <a:off x="447775" y="1084575"/>
            <a:ext cx="6825000" cy="2105100"/>
          </a:xfrm>
          <a:prstGeom prst="rect">
            <a:avLst/>
          </a:prstGeom>
        </p:spPr>
        <p:txBody>
          <a:bodyPr anchorCtr="0" anchor="t" bIns="91425" lIns="457200" spcFirstLastPara="1" rIns="91425" wrap="square" tIns="91425">
            <a:noAutofit/>
          </a:bodyPr>
          <a:lstStyle/>
          <a:p>
            <a:pPr indent="0" lvl="0" marL="0" rtl="0" algn="l">
              <a:spcBef>
                <a:spcPts val="0"/>
              </a:spcBef>
              <a:spcAft>
                <a:spcPts val="0"/>
              </a:spcAft>
              <a:buNone/>
            </a:pPr>
            <a:r>
              <a:rPr lang="en"/>
              <a:t>Builder Demo</a:t>
            </a:r>
            <a:endParaRPr/>
          </a:p>
        </p:txBody>
      </p:sp>
      <p:sp>
        <p:nvSpPr>
          <p:cNvPr id="3593" name="Google Shape;3593;p16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3594" name="Google Shape;3594;p167"/>
          <p:cNvSpPr txBox="1"/>
          <p:nvPr/>
        </p:nvSpPr>
        <p:spPr>
          <a:xfrm>
            <a:off x="1134550" y="2643925"/>
            <a:ext cx="6067800" cy="44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u="sng">
                <a:solidFill>
                  <a:schemeClr val="hlink"/>
                </a:solidFill>
                <a:latin typeface="Red Hat Display"/>
                <a:ea typeface="Red Hat Display"/>
                <a:cs typeface="Red Hat Display"/>
                <a:sym typeface="Red Hat Display"/>
                <a:hlinkClick r:id="rId3"/>
              </a:rPr>
              <a:t>rhis-builder</a:t>
            </a:r>
            <a:r>
              <a:rPr lang="en" sz="1800">
                <a:latin typeface="Red Hat Display"/>
                <a:ea typeface="Red Hat Display"/>
                <a:cs typeface="Red Hat Display"/>
                <a:sym typeface="Red Hat Display"/>
              </a:rPr>
              <a:t> on Red Hat Community of Practice github</a:t>
            </a:r>
            <a:endParaRPr sz="1800">
              <a:latin typeface="Red Hat Display"/>
              <a:ea typeface="Red Hat Display"/>
              <a:cs typeface="Red Hat Display"/>
              <a:sym typeface="Red Hat Display"/>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8" name="Shape 3598"/>
        <p:cNvGrpSpPr/>
        <p:nvPr/>
      </p:nvGrpSpPr>
      <p:grpSpPr>
        <a:xfrm>
          <a:off x="0" y="0"/>
          <a:ext cx="0" cy="0"/>
          <a:chOff x="0" y="0"/>
          <a:chExt cx="0" cy="0"/>
        </a:xfrm>
      </p:grpSpPr>
      <p:sp>
        <p:nvSpPr>
          <p:cNvPr id="3599" name="Google Shape;3599;p16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3600" name="Google Shape;3600;p168"/>
          <p:cNvSpPr txBox="1"/>
          <p:nvPr>
            <p:ph type="title"/>
          </p:nvPr>
        </p:nvSpPr>
        <p:spPr>
          <a:xfrm>
            <a:off x="2076025" y="1883250"/>
            <a:ext cx="7992000" cy="307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4600">
                <a:latin typeface="Red Hat Display"/>
                <a:ea typeface="Red Hat Display"/>
                <a:cs typeface="Red Hat Display"/>
                <a:sym typeface="Red Hat Display"/>
              </a:rPr>
              <a:t>De</a:t>
            </a:r>
            <a:r>
              <a:rPr lang="en" sz="4600"/>
              <a:t>livering</a:t>
            </a:r>
            <a:r>
              <a:rPr lang="en" sz="4600">
                <a:latin typeface="Red Hat Display"/>
                <a:ea typeface="Red Hat Display"/>
                <a:cs typeface="Red Hat Display"/>
                <a:sym typeface="Red Hat Display"/>
              </a:rPr>
              <a:t> the Standard Operating Environment </a:t>
            </a:r>
            <a:endParaRPr sz="4600">
              <a:latin typeface="Red Hat Display"/>
              <a:ea typeface="Red Hat Display"/>
              <a:cs typeface="Red Hat Display"/>
              <a:sym typeface="Red Hat Display"/>
            </a:endParaRPr>
          </a:p>
          <a:p>
            <a:pPr indent="0" lvl="0" marL="0" rtl="0" algn="l">
              <a:spcBef>
                <a:spcPts val="0"/>
              </a:spcBef>
              <a:spcAft>
                <a:spcPts val="0"/>
              </a:spcAft>
              <a:buNone/>
            </a:pPr>
            <a:r>
              <a:rPr lang="en" sz="4600">
                <a:latin typeface="Red Hat Display"/>
                <a:ea typeface="Red Hat Display"/>
                <a:cs typeface="Red Hat Display"/>
                <a:sym typeface="Red Hat Display"/>
              </a:rPr>
              <a:t>Infrastructure</a:t>
            </a:r>
            <a:endParaRPr sz="4600">
              <a:latin typeface="Red Hat Display"/>
              <a:ea typeface="Red Hat Display"/>
              <a:cs typeface="Red Hat Display"/>
              <a:sym typeface="Red Hat Display"/>
            </a:endParaRPr>
          </a:p>
        </p:txBody>
      </p:sp>
      <p:sp>
        <p:nvSpPr>
          <p:cNvPr id="3601" name="Google Shape;3601;p16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5" name="Shape 3605"/>
        <p:cNvGrpSpPr/>
        <p:nvPr/>
      </p:nvGrpSpPr>
      <p:grpSpPr>
        <a:xfrm>
          <a:off x="0" y="0"/>
          <a:ext cx="0" cy="0"/>
          <a:chOff x="0" y="0"/>
          <a:chExt cx="0" cy="0"/>
        </a:xfrm>
      </p:grpSpPr>
      <p:sp>
        <p:nvSpPr>
          <p:cNvPr id="3606" name="Google Shape;3606;p169"/>
          <p:cNvSpPr txBox="1"/>
          <p:nvPr>
            <p:ph type="title"/>
          </p:nvPr>
        </p:nvSpPr>
        <p:spPr>
          <a:xfrm>
            <a:off x="1197000" y="793600"/>
            <a:ext cx="9750000" cy="456600"/>
          </a:xfrm>
          <a:prstGeom prst="rect">
            <a:avLst/>
          </a:prstGeom>
        </p:spPr>
        <p:txBody>
          <a:bodyPr anchorCtr="0" anchor="t" bIns="0" lIns="0" spcFirstLastPara="1" rIns="0" wrap="square" tIns="0">
            <a:noAutofit/>
          </a:bodyPr>
          <a:lstStyle/>
          <a:p>
            <a:pPr indent="0" lvl="0" marL="0" rtl="0" algn="ctr">
              <a:spcBef>
                <a:spcPts val="0"/>
              </a:spcBef>
              <a:spcAft>
                <a:spcPts val="0"/>
              </a:spcAft>
              <a:buClr>
                <a:schemeClr val="dk1"/>
              </a:buClr>
              <a:buSzPts val="1100"/>
              <a:buFont typeface="Arial"/>
              <a:buNone/>
            </a:pPr>
            <a:r>
              <a:rPr lang="en"/>
              <a:t>We can deliver this via our Services Organization.</a:t>
            </a:r>
            <a:endParaRPr/>
          </a:p>
          <a:p>
            <a:pPr indent="0" lvl="0" marL="0" rtl="0" algn="ctr">
              <a:spcBef>
                <a:spcPts val="0"/>
              </a:spcBef>
              <a:spcAft>
                <a:spcPts val="0"/>
              </a:spcAft>
              <a:buClr>
                <a:schemeClr val="dk1"/>
              </a:buClr>
              <a:buSzPts val="1100"/>
              <a:buFont typeface="Arial"/>
              <a:buNone/>
            </a:pPr>
            <a:r>
              <a:t/>
            </a:r>
            <a:endParaRPr>
              <a:latin typeface="Red Hat Display"/>
              <a:ea typeface="Red Hat Display"/>
              <a:cs typeface="Red Hat Display"/>
              <a:sym typeface="Red Hat Display"/>
            </a:endParaRPr>
          </a:p>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3607" name="Google Shape;3607;p169"/>
          <p:cNvSpPr txBox="1"/>
          <p:nvPr>
            <p:ph idx="1" type="subTitle"/>
          </p:nvPr>
        </p:nvSpPr>
        <p:spPr>
          <a:xfrm>
            <a:off x="1752600" y="1402600"/>
            <a:ext cx="8686800" cy="456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a:ea typeface="Red Hat Display"/>
                <a:cs typeface="Red Hat Display"/>
                <a:sym typeface="Red Hat Display"/>
              </a:rPr>
              <a:t>High-level task list</a:t>
            </a:r>
            <a:endParaRPr>
              <a:latin typeface="Red Hat Display"/>
              <a:ea typeface="Red Hat Display"/>
              <a:cs typeface="Red Hat Display"/>
              <a:sym typeface="Red Hat Display"/>
            </a:endParaRPr>
          </a:p>
        </p:txBody>
      </p:sp>
      <p:sp>
        <p:nvSpPr>
          <p:cNvPr id="3608" name="Google Shape;3608;p169"/>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t>Red Hat Infrastructure Standard Adoption Model</a:t>
            </a:r>
            <a:endParaRPr/>
          </a:p>
        </p:txBody>
      </p:sp>
      <p:sp>
        <p:nvSpPr>
          <p:cNvPr id="3609" name="Google Shape;3609;p16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3610" name="Google Shape;3610;p169"/>
          <p:cNvSpPr txBox="1"/>
          <p:nvPr/>
        </p:nvSpPr>
        <p:spPr>
          <a:xfrm>
            <a:off x="2073800" y="1761400"/>
            <a:ext cx="8739600" cy="4255500"/>
          </a:xfrm>
          <a:prstGeom prst="rect">
            <a:avLst/>
          </a:prstGeom>
          <a:noFill/>
          <a:ln>
            <a:noFill/>
          </a:ln>
        </p:spPr>
        <p:txBody>
          <a:bodyPr anchorCtr="0" anchor="t" bIns="121900" lIns="121900" spcFirstLastPara="1" rIns="121900" wrap="square" tIns="121900">
            <a:noAutofit/>
          </a:bodyPr>
          <a:lstStyle/>
          <a:p>
            <a:pPr indent="-609600" lvl="0" marL="609600" marR="0" rtl="0" algn="l">
              <a:lnSpc>
                <a:spcPct val="100000"/>
              </a:lnSpc>
              <a:spcBef>
                <a:spcPts val="400"/>
              </a:spcBef>
              <a:spcAft>
                <a:spcPts val="0"/>
              </a:spcAft>
              <a:buClr>
                <a:srgbClr val="000000"/>
              </a:buClr>
              <a:buSzPts val="1500"/>
              <a:buFont typeface="Arial"/>
              <a:buNone/>
            </a:pPr>
            <a:r>
              <a:rPr lang="en" sz="1600">
                <a:solidFill>
                  <a:srgbClr val="EE0000"/>
                </a:solidFill>
                <a:latin typeface="Red Hat Display"/>
                <a:ea typeface="Red Hat Display"/>
                <a:cs typeface="Red Hat Display"/>
                <a:sym typeface="Red Hat Display"/>
              </a:rPr>
              <a:t>Discover and design: </a:t>
            </a:r>
            <a:endParaRPr sz="1600">
              <a:solidFill>
                <a:srgbClr val="EE0000"/>
              </a:solidFill>
              <a:latin typeface="Red Hat Display"/>
              <a:ea typeface="Red Hat Display"/>
              <a:cs typeface="Red Hat Display"/>
              <a:sym typeface="Red Hat Display"/>
            </a:endParaRPr>
          </a:p>
          <a:p>
            <a:pPr indent="-177800" lvl="0" marL="152400" marR="0" rtl="0" algn="l">
              <a:lnSpc>
                <a:spcPct val="115000"/>
              </a:lnSpc>
              <a:spcBef>
                <a:spcPts val="400"/>
              </a:spcBef>
              <a:spcAft>
                <a:spcPts val="0"/>
              </a:spcAft>
              <a:buClr>
                <a:srgbClr val="000000"/>
              </a:buClr>
              <a:buSzPts val="1400"/>
              <a:buFont typeface="Red Hat Display"/>
              <a:buChar char="•"/>
            </a:pPr>
            <a:r>
              <a:rPr lang="en">
                <a:latin typeface="Red Hat Display"/>
                <a:ea typeface="Red Hat Display"/>
                <a:cs typeface="Red Hat Display"/>
                <a:sym typeface="Red Hat Display"/>
              </a:rPr>
              <a:t>Review existing or Design new.  </a:t>
            </a:r>
            <a:endParaRPr>
              <a:latin typeface="Red Hat Display"/>
              <a:ea typeface="Red Hat Display"/>
              <a:cs typeface="Red Hat Display"/>
              <a:sym typeface="Red Hat Display"/>
            </a:endParaRPr>
          </a:p>
          <a:p>
            <a:pPr indent="-177800" lvl="0" marL="152400" marR="0" rtl="0" algn="l">
              <a:lnSpc>
                <a:spcPct val="115000"/>
              </a:lnSpc>
              <a:spcBef>
                <a:spcPts val="0"/>
              </a:spcBef>
              <a:spcAft>
                <a:spcPts val="0"/>
              </a:spcAft>
              <a:buClr>
                <a:srgbClr val="000000"/>
              </a:buClr>
              <a:buSzPts val="1400"/>
              <a:buFont typeface="Red Hat Display"/>
              <a:buChar char="•"/>
            </a:pPr>
            <a:r>
              <a:rPr lang="en">
                <a:latin typeface="Red Hat Display"/>
                <a:ea typeface="Red Hat Display"/>
                <a:cs typeface="Red Hat Display"/>
                <a:sym typeface="Red Hat Display"/>
              </a:rPr>
              <a:t>Lead interactive architecture workshop to identify systems, environments, roles, and representative operational tasks</a:t>
            </a:r>
            <a:endParaRPr>
              <a:latin typeface="Red Hat Display"/>
              <a:ea typeface="Red Hat Display"/>
              <a:cs typeface="Red Hat Display"/>
              <a:sym typeface="Red Hat Display"/>
            </a:endParaRPr>
          </a:p>
          <a:p>
            <a:pPr indent="-177800" lvl="0" marL="152400" marR="0" rtl="0" algn="l">
              <a:lnSpc>
                <a:spcPct val="115000"/>
              </a:lnSpc>
              <a:spcBef>
                <a:spcPts val="0"/>
              </a:spcBef>
              <a:spcAft>
                <a:spcPts val="0"/>
              </a:spcAft>
              <a:buClr>
                <a:srgbClr val="000000"/>
              </a:buClr>
              <a:buSzPts val="1400"/>
              <a:buFont typeface="Red Hat Display"/>
              <a:buChar char="•"/>
            </a:pPr>
            <a:r>
              <a:rPr lang="en">
                <a:latin typeface="Red Hat Display"/>
                <a:ea typeface="Red Hat Display"/>
                <a:cs typeface="Red Hat Display"/>
                <a:sym typeface="Red Hat Display"/>
              </a:rPr>
              <a:t>Define and document Red Hat Infrastructure Standard for your environment, server roles and groups, and role-based access control (RBAC) model for multi-tenant operations</a:t>
            </a:r>
            <a:endParaRPr sz="1200">
              <a:latin typeface="Red Hat Display"/>
              <a:ea typeface="Red Hat Display"/>
              <a:cs typeface="Red Hat Display"/>
              <a:sym typeface="Red Hat Display"/>
            </a:endParaRPr>
          </a:p>
          <a:p>
            <a:pPr indent="0" lvl="0" marL="0" rtl="0" algn="l">
              <a:spcBef>
                <a:spcPts val="1000"/>
              </a:spcBef>
              <a:spcAft>
                <a:spcPts val="0"/>
              </a:spcAft>
              <a:buClr>
                <a:srgbClr val="000000"/>
              </a:buClr>
              <a:buSzPts val="1500"/>
              <a:buFont typeface="Arial"/>
              <a:buNone/>
            </a:pPr>
            <a:r>
              <a:rPr lang="en" sz="1600">
                <a:solidFill>
                  <a:srgbClr val="EE0000"/>
                </a:solidFill>
                <a:latin typeface="Red Hat Display"/>
                <a:ea typeface="Red Hat Display"/>
                <a:cs typeface="Red Hat Display"/>
                <a:sym typeface="Red Hat Display"/>
              </a:rPr>
              <a:t>Deploy:</a:t>
            </a:r>
            <a:endParaRPr sz="1600">
              <a:solidFill>
                <a:srgbClr val="EE0000"/>
              </a:solidFill>
              <a:latin typeface="Red Hat Display"/>
              <a:ea typeface="Red Hat Display"/>
              <a:cs typeface="Red Hat Display"/>
              <a:sym typeface="Red Hat Display"/>
            </a:endParaRPr>
          </a:p>
          <a:p>
            <a:pPr indent="-177800" lvl="0" marL="152400" marR="0" rtl="0" algn="l">
              <a:lnSpc>
                <a:spcPct val="115000"/>
              </a:lnSpc>
              <a:spcBef>
                <a:spcPts val="400"/>
              </a:spcBef>
              <a:spcAft>
                <a:spcPts val="0"/>
              </a:spcAft>
              <a:buClr>
                <a:srgbClr val="000000"/>
              </a:buClr>
              <a:buSzPts val="1400"/>
              <a:buFont typeface="Red Hat Display"/>
              <a:buChar char="•"/>
            </a:pPr>
            <a:r>
              <a:rPr lang="en">
                <a:latin typeface="Red Hat Display"/>
                <a:ea typeface="Red Hat Display"/>
                <a:cs typeface="Red Hat Display"/>
                <a:sym typeface="Red Hat Display"/>
              </a:rPr>
              <a:t>Deploy/Configure the system services determined by Discover and Design</a:t>
            </a:r>
            <a:endParaRPr>
              <a:latin typeface="Red Hat Display"/>
              <a:ea typeface="Red Hat Display"/>
              <a:cs typeface="Red Hat Display"/>
              <a:sym typeface="Red Hat Display"/>
            </a:endParaRPr>
          </a:p>
          <a:p>
            <a:pPr indent="-177800" lvl="0" marL="152400" marR="0" rtl="0" algn="l">
              <a:lnSpc>
                <a:spcPct val="115000"/>
              </a:lnSpc>
              <a:spcBef>
                <a:spcPts val="0"/>
              </a:spcBef>
              <a:spcAft>
                <a:spcPts val="0"/>
              </a:spcAft>
              <a:buClr>
                <a:srgbClr val="000000"/>
              </a:buClr>
              <a:buSzPts val="1400"/>
              <a:buFont typeface="Red Hat Display"/>
              <a:buChar char="•"/>
            </a:pPr>
            <a:r>
              <a:rPr lang="en">
                <a:latin typeface="Red Hat Display"/>
                <a:ea typeface="Red Hat Display"/>
                <a:cs typeface="Red Hat Display"/>
                <a:sym typeface="Red Hat Display"/>
              </a:rPr>
              <a:t>Integrate with infrastructure services (e.g. PXE, VMware, etc..) for system </a:t>
            </a:r>
            <a:r>
              <a:rPr lang="en">
                <a:latin typeface="Red Hat Display"/>
                <a:ea typeface="Red Hat Display"/>
                <a:cs typeface="Red Hat Display"/>
                <a:sym typeface="Red Hat Display"/>
              </a:rPr>
              <a:t>provisioning</a:t>
            </a:r>
            <a:endParaRPr>
              <a:latin typeface="Red Hat Display"/>
              <a:ea typeface="Red Hat Display"/>
              <a:cs typeface="Red Hat Display"/>
              <a:sym typeface="Red Hat Display"/>
            </a:endParaRPr>
          </a:p>
          <a:p>
            <a:pPr indent="-177800" lvl="0" marL="152400" marR="0" rtl="0" algn="l">
              <a:lnSpc>
                <a:spcPct val="115000"/>
              </a:lnSpc>
              <a:spcBef>
                <a:spcPts val="0"/>
              </a:spcBef>
              <a:spcAft>
                <a:spcPts val="0"/>
              </a:spcAft>
              <a:buClr>
                <a:srgbClr val="000000"/>
              </a:buClr>
              <a:buSzPts val="1400"/>
              <a:buFont typeface="Red Hat Display"/>
              <a:buChar char="•"/>
            </a:pPr>
            <a:r>
              <a:rPr lang="en">
                <a:latin typeface="Red Hat Display"/>
                <a:ea typeface="Red Hat Display"/>
                <a:cs typeface="Red Hat Display"/>
                <a:sym typeface="Red Hat Display"/>
              </a:rPr>
              <a:t>Organize targeted systems</a:t>
            </a:r>
            <a:endParaRPr>
              <a:latin typeface="Red Hat Display"/>
              <a:ea typeface="Red Hat Display"/>
              <a:cs typeface="Red Hat Display"/>
              <a:sym typeface="Red Hat Display"/>
            </a:endParaRPr>
          </a:p>
          <a:p>
            <a:pPr indent="-177800" lvl="0" marL="152400" marR="0" rtl="0" algn="l">
              <a:lnSpc>
                <a:spcPct val="115000"/>
              </a:lnSpc>
              <a:spcBef>
                <a:spcPts val="0"/>
              </a:spcBef>
              <a:spcAft>
                <a:spcPts val="0"/>
              </a:spcAft>
              <a:buClr>
                <a:srgbClr val="000000"/>
              </a:buClr>
              <a:buSzPts val="1400"/>
              <a:buFont typeface="Red Hat Display"/>
              <a:buChar char="•"/>
            </a:pPr>
            <a:r>
              <a:rPr lang="en">
                <a:latin typeface="Red Hat Display"/>
                <a:ea typeface="Red Hat Display"/>
                <a:cs typeface="Red Hat Display"/>
                <a:sym typeface="Red Hat Display"/>
              </a:rPr>
              <a:t>Create end-to-end, reusable system provisioning processes</a:t>
            </a:r>
            <a:endParaRPr>
              <a:latin typeface="Red Hat Display"/>
              <a:ea typeface="Red Hat Display"/>
              <a:cs typeface="Red Hat Display"/>
              <a:sym typeface="Red Hat Display"/>
            </a:endParaRPr>
          </a:p>
          <a:p>
            <a:pPr indent="-177800" lvl="0" marL="152400" marR="0" rtl="0" algn="l">
              <a:lnSpc>
                <a:spcPct val="115000"/>
              </a:lnSpc>
              <a:spcBef>
                <a:spcPts val="0"/>
              </a:spcBef>
              <a:spcAft>
                <a:spcPts val="0"/>
              </a:spcAft>
              <a:buClr>
                <a:srgbClr val="000000"/>
              </a:buClr>
              <a:buSzPts val="1400"/>
              <a:buFont typeface="Red Hat Display"/>
              <a:buChar char="•"/>
            </a:pPr>
            <a:r>
              <a:rPr lang="en">
                <a:latin typeface="Red Hat Display"/>
                <a:ea typeface="Red Hat Display"/>
                <a:cs typeface="Red Hat Display"/>
                <a:sym typeface="Red Hat Display"/>
              </a:rPr>
              <a:t>Establish Automated configuration and content management</a:t>
            </a:r>
            <a:endParaRPr>
              <a:latin typeface="Red Hat Display"/>
              <a:ea typeface="Red Hat Display"/>
              <a:cs typeface="Red Hat Display"/>
              <a:sym typeface="Red Hat Display"/>
            </a:endParaRPr>
          </a:p>
          <a:p>
            <a:pPr indent="-177800" lvl="0" marL="152400" marR="0" rtl="0" algn="l">
              <a:lnSpc>
                <a:spcPct val="115000"/>
              </a:lnSpc>
              <a:spcBef>
                <a:spcPts val="0"/>
              </a:spcBef>
              <a:spcAft>
                <a:spcPts val="0"/>
              </a:spcAft>
              <a:buClr>
                <a:srgbClr val="000000"/>
              </a:buClr>
              <a:buSzPts val="1400"/>
              <a:buFont typeface="Red Hat Display"/>
              <a:buChar char="•"/>
            </a:pPr>
            <a:r>
              <a:rPr lang="en">
                <a:latin typeface="Red Hat Display"/>
                <a:ea typeface="Red Hat Display"/>
                <a:cs typeface="Red Hat Display"/>
                <a:sym typeface="Red Hat Display"/>
              </a:rPr>
              <a:t>Build and enable RBAC model to support authorization and operations.</a:t>
            </a:r>
            <a:endParaRPr>
              <a:latin typeface="Red Hat Display"/>
              <a:ea typeface="Red Hat Display"/>
              <a:cs typeface="Red Hat Display"/>
              <a:sym typeface="Red Hat Display"/>
            </a:endParaRPr>
          </a:p>
          <a:p>
            <a:pPr indent="-177800" lvl="0" marL="152400" marR="0" rtl="0" algn="l">
              <a:lnSpc>
                <a:spcPct val="115000"/>
              </a:lnSpc>
              <a:spcBef>
                <a:spcPts val="0"/>
              </a:spcBef>
              <a:spcAft>
                <a:spcPts val="0"/>
              </a:spcAft>
              <a:buClr>
                <a:srgbClr val="000000"/>
              </a:buClr>
              <a:buSzPts val="1400"/>
              <a:buFont typeface="Red Hat Display"/>
              <a:buChar char="•"/>
            </a:pPr>
            <a:r>
              <a:rPr lang="en">
                <a:latin typeface="Red Hat Display"/>
                <a:ea typeface="Red Hat Display"/>
                <a:cs typeface="Red Hat Display"/>
                <a:sym typeface="Red Hat Display"/>
              </a:rPr>
              <a:t>Establish process and approach to develop, test, and iterate Standard Operating Environment</a:t>
            </a:r>
            <a:endParaRPr sz="1200">
              <a:latin typeface="Red Hat Display"/>
              <a:ea typeface="Red Hat Display"/>
              <a:cs typeface="Red Hat Display"/>
              <a:sym typeface="Red Hat Display"/>
            </a:endParaRPr>
          </a:p>
          <a:p>
            <a:pPr indent="-609600" lvl="0" marL="609600" rtl="0" algn="l">
              <a:spcBef>
                <a:spcPts val="1000"/>
              </a:spcBef>
              <a:spcAft>
                <a:spcPts val="0"/>
              </a:spcAft>
              <a:buClr>
                <a:srgbClr val="000000"/>
              </a:buClr>
              <a:buSzPts val="1500"/>
              <a:buFont typeface="Arial"/>
              <a:buNone/>
            </a:pPr>
            <a:r>
              <a:rPr lang="en" sz="1600">
                <a:solidFill>
                  <a:srgbClr val="EE0000"/>
                </a:solidFill>
                <a:latin typeface="Red Hat Display"/>
                <a:ea typeface="Red Hat Display"/>
                <a:cs typeface="Red Hat Display"/>
                <a:sym typeface="Red Hat Display"/>
              </a:rPr>
              <a:t>Enable: </a:t>
            </a:r>
            <a:endParaRPr sz="1600">
              <a:solidFill>
                <a:srgbClr val="000000"/>
              </a:solidFill>
              <a:latin typeface="Red Hat Display"/>
              <a:ea typeface="Red Hat Display"/>
              <a:cs typeface="Red Hat Display"/>
              <a:sym typeface="Red Hat Display"/>
            </a:endParaRPr>
          </a:p>
          <a:p>
            <a:pPr indent="-177800" lvl="0" marL="152400" marR="0" rtl="0" algn="l">
              <a:lnSpc>
                <a:spcPct val="115000"/>
              </a:lnSpc>
              <a:spcBef>
                <a:spcPts val="400"/>
              </a:spcBef>
              <a:spcAft>
                <a:spcPts val="0"/>
              </a:spcAft>
              <a:buClr>
                <a:srgbClr val="000000"/>
              </a:buClr>
              <a:buSzPts val="1400"/>
              <a:buFont typeface="Red Hat Display"/>
              <a:buChar char="•"/>
            </a:pPr>
            <a:r>
              <a:rPr lang="en">
                <a:solidFill>
                  <a:srgbClr val="000000"/>
                </a:solidFill>
                <a:latin typeface="Red Hat Display"/>
                <a:ea typeface="Red Hat Display"/>
                <a:cs typeface="Red Hat Display"/>
                <a:sym typeface="Red Hat Display"/>
              </a:rPr>
              <a:t>Provide side-by-side mentoring throughout the engagement</a:t>
            </a:r>
            <a:endParaRPr>
              <a:solidFill>
                <a:srgbClr val="000000"/>
              </a:solidFill>
              <a:latin typeface="Red Hat Display"/>
              <a:ea typeface="Red Hat Display"/>
              <a:cs typeface="Red Hat Display"/>
              <a:sym typeface="Red Hat Display"/>
            </a:endParaRPr>
          </a:p>
          <a:p>
            <a:pPr indent="-177800" lvl="0" marL="152400" marR="0" rtl="0" algn="l">
              <a:lnSpc>
                <a:spcPct val="115000"/>
              </a:lnSpc>
              <a:spcBef>
                <a:spcPts val="0"/>
              </a:spcBef>
              <a:spcAft>
                <a:spcPts val="0"/>
              </a:spcAft>
              <a:buClr>
                <a:srgbClr val="000000"/>
              </a:buClr>
              <a:buSzPts val="1400"/>
              <a:buFont typeface="Red Hat Display"/>
              <a:buChar char="•"/>
            </a:pPr>
            <a:r>
              <a:rPr lang="en">
                <a:solidFill>
                  <a:srgbClr val="000000"/>
                </a:solidFill>
                <a:latin typeface="Red Hat Display"/>
                <a:ea typeface="Red Hat Display"/>
                <a:cs typeface="Red Hat Display"/>
                <a:sym typeface="Red Hat Display"/>
              </a:rPr>
              <a:t>Deliver and review architectural and operational documentation</a:t>
            </a:r>
            <a:endParaRPr>
              <a:solidFill>
                <a:srgbClr val="000000"/>
              </a:solidFill>
              <a:latin typeface="Red Hat Display"/>
              <a:ea typeface="Red Hat Display"/>
              <a:cs typeface="Red Hat Display"/>
              <a:sym typeface="Red Hat Display"/>
            </a:endParaRPr>
          </a:p>
        </p:txBody>
      </p:sp>
      <p:pic>
        <p:nvPicPr>
          <p:cNvPr id="3611" name="Google Shape;3611;p169"/>
          <p:cNvPicPr preferRelativeResize="0"/>
          <p:nvPr/>
        </p:nvPicPr>
        <p:blipFill>
          <a:blip r:embed="rId3">
            <a:alphaModFix/>
          </a:blip>
          <a:stretch>
            <a:fillRect/>
          </a:stretch>
        </p:blipFill>
        <p:spPr>
          <a:xfrm>
            <a:off x="813675" y="1859190"/>
            <a:ext cx="669725" cy="671585"/>
          </a:xfrm>
          <a:prstGeom prst="rect">
            <a:avLst/>
          </a:prstGeom>
          <a:noFill/>
          <a:ln>
            <a:noFill/>
          </a:ln>
        </p:spPr>
      </p:pic>
      <p:pic>
        <p:nvPicPr>
          <p:cNvPr id="3612" name="Google Shape;3612;p169"/>
          <p:cNvPicPr preferRelativeResize="0"/>
          <p:nvPr/>
        </p:nvPicPr>
        <p:blipFill>
          <a:blip r:embed="rId4">
            <a:alphaModFix/>
          </a:blip>
          <a:stretch>
            <a:fillRect/>
          </a:stretch>
        </p:blipFill>
        <p:spPr>
          <a:xfrm>
            <a:off x="1314737" y="2171700"/>
            <a:ext cx="669725" cy="669725"/>
          </a:xfrm>
          <a:prstGeom prst="rect">
            <a:avLst/>
          </a:prstGeom>
          <a:noFill/>
          <a:ln>
            <a:noFill/>
          </a:ln>
        </p:spPr>
      </p:pic>
      <p:pic>
        <p:nvPicPr>
          <p:cNvPr id="3613" name="Google Shape;3613;p169"/>
          <p:cNvPicPr preferRelativeResize="0"/>
          <p:nvPr/>
        </p:nvPicPr>
        <p:blipFill>
          <a:blip r:embed="rId5">
            <a:alphaModFix/>
          </a:blip>
          <a:stretch>
            <a:fillRect/>
          </a:stretch>
        </p:blipFill>
        <p:spPr>
          <a:xfrm>
            <a:off x="599108" y="3694000"/>
            <a:ext cx="597875" cy="597875"/>
          </a:xfrm>
          <a:prstGeom prst="rect">
            <a:avLst/>
          </a:prstGeom>
          <a:noFill/>
          <a:ln>
            <a:noFill/>
          </a:ln>
        </p:spPr>
      </p:pic>
      <p:pic>
        <p:nvPicPr>
          <p:cNvPr id="3614" name="Google Shape;3614;p169"/>
          <p:cNvPicPr preferRelativeResize="0"/>
          <p:nvPr/>
        </p:nvPicPr>
        <p:blipFill>
          <a:blip r:embed="rId6">
            <a:alphaModFix/>
          </a:blip>
          <a:stretch>
            <a:fillRect/>
          </a:stretch>
        </p:blipFill>
        <p:spPr>
          <a:xfrm rot="-688687">
            <a:off x="1037329" y="3650443"/>
            <a:ext cx="455297" cy="456600"/>
          </a:xfrm>
          <a:prstGeom prst="rect">
            <a:avLst/>
          </a:prstGeom>
          <a:noFill/>
          <a:ln>
            <a:noFill/>
          </a:ln>
        </p:spPr>
      </p:pic>
      <p:pic>
        <p:nvPicPr>
          <p:cNvPr id="3615" name="Google Shape;3615;p169"/>
          <p:cNvPicPr preferRelativeResize="0"/>
          <p:nvPr/>
        </p:nvPicPr>
        <p:blipFill>
          <a:blip r:embed="rId6">
            <a:alphaModFix/>
          </a:blip>
          <a:stretch>
            <a:fillRect/>
          </a:stretch>
        </p:blipFill>
        <p:spPr>
          <a:xfrm rot="494226">
            <a:off x="1227256" y="3916570"/>
            <a:ext cx="455296" cy="456600"/>
          </a:xfrm>
          <a:prstGeom prst="rect">
            <a:avLst/>
          </a:prstGeom>
          <a:noFill/>
          <a:ln>
            <a:noFill/>
          </a:ln>
        </p:spPr>
      </p:pic>
      <p:pic>
        <p:nvPicPr>
          <p:cNvPr id="3616" name="Google Shape;3616;p169"/>
          <p:cNvPicPr preferRelativeResize="0"/>
          <p:nvPr/>
        </p:nvPicPr>
        <p:blipFill>
          <a:blip r:embed="rId7">
            <a:alphaModFix/>
          </a:blip>
          <a:stretch>
            <a:fillRect/>
          </a:stretch>
        </p:blipFill>
        <p:spPr>
          <a:xfrm>
            <a:off x="786965" y="5590450"/>
            <a:ext cx="1100208" cy="109717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0" name="Shape 3620"/>
        <p:cNvGrpSpPr/>
        <p:nvPr/>
      </p:nvGrpSpPr>
      <p:grpSpPr>
        <a:xfrm>
          <a:off x="0" y="0"/>
          <a:ext cx="0" cy="0"/>
          <a:chOff x="0" y="0"/>
          <a:chExt cx="0" cy="0"/>
        </a:xfrm>
      </p:grpSpPr>
      <p:sp>
        <p:nvSpPr>
          <p:cNvPr id="3621" name="Google Shape;3621;p170"/>
          <p:cNvSpPr txBox="1"/>
          <p:nvPr>
            <p:ph type="title"/>
          </p:nvPr>
        </p:nvSpPr>
        <p:spPr>
          <a:xfrm>
            <a:off x="1197000" y="793600"/>
            <a:ext cx="9750000" cy="456600"/>
          </a:xfrm>
          <a:prstGeom prst="rect">
            <a:avLst/>
          </a:prstGeom>
        </p:spPr>
        <p:txBody>
          <a:bodyPr anchorCtr="0" anchor="t" bIns="0" lIns="0" spcFirstLastPara="1" rIns="0" wrap="square" tIns="0">
            <a:noAutofit/>
          </a:bodyPr>
          <a:lstStyle/>
          <a:p>
            <a:pPr indent="0" lvl="0" marL="0" rtl="0" algn="ctr">
              <a:spcBef>
                <a:spcPts val="0"/>
              </a:spcBef>
              <a:spcAft>
                <a:spcPts val="0"/>
              </a:spcAft>
              <a:buClr>
                <a:schemeClr val="dk1"/>
              </a:buClr>
              <a:buSzPts val="1100"/>
              <a:buFont typeface="Arial"/>
              <a:buNone/>
            </a:pPr>
            <a:r>
              <a:rPr lang="en"/>
              <a:t>Option 1 - Simplified Deployment.</a:t>
            </a:r>
            <a:endParaRPr/>
          </a:p>
          <a:p>
            <a:pPr indent="0" lvl="0" marL="0" rtl="0" algn="ctr">
              <a:spcBef>
                <a:spcPts val="0"/>
              </a:spcBef>
              <a:spcAft>
                <a:spcPts val="0"/>
              </a:spcAft>
              <a:buClr>
                <a:schemeClr val="dk1"/>
              </a:buClr>
              <a:buSzPts val="1100"/>
              <a:buFont typeface="Arial"/>
              <a:buNone/>
            </a:pPr>
            <a:r>
              <a:t/>
            </a:r>
            <a:endParaRPr>
              <a:latin typeface="Red Hat Display"/>
              <a:ea typeface="Red Hat Display"/>
              <a:cs typeface="Red Hat Display"/>
              <a:sym typeface="Red Hat Display"/>
            </a:endParaRPr>
          </a:p>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3622" name="Google Shape;3622;p170"/>
          <p:cNvSpPr txBox="1"/>
          <p:nvPr>
            <p:ph idx="1" type="subTitle"/>
          </p:nvPr>
        </p:nvSpPr>
        <p:spPr>
          <a:xfrm>
            <a:off x="1752600" y="1402600"/>
            <a:ext cx="8686800" cy="456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a:ea typeface="Red Hat Display"/>
                <a:cs typeface="Red Hat Display"/>
                <a:sym typeface="Red Hat Display"/>
              </a:rPr>
              <a:t>High-level task list</a:t>
            </a:r>
            <a:endParaRPr>
              <a:latin typeface="Red Hat Display"/>
              <a:ea typeface="Red Hat Display"/>
              <a:cs typeface="Red Hat Display"/>
              <a:sym typeface="Red Hat Display"/>
            </a:endParaRPr>
          </a:p>
        </p:txBody>
      </p:sp>
      <p:sp>
        <p:nvSpPr>
          <p:cNvPr id="3623" name="Google Shape;3623;p170"/>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t>Red Hat Infrastructure Standard Adoption Model</a:t>
            </a:r>
            <a:endParaRPr/>
          </a:p>
        </p:txBody>
      </p:sp>
      <p:sp>
        <p:nvSpPr>
          <p:cNvPr id="3624" name="Google Shape;3624;p17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3625" name="Google Shape;3625;p170"/>
          <p:cNvSpPr txBox="1"/>
          <p:nvPr/>
        </p:nvSpPr>
        <p:spPr>
          <a:xfrm>
            <a:off x="2073800" y="2066200"/>
            <a:ext cx="8739600" cy="3703800"/>
          </a:xfrm>
          <a:prstGeom prst="rect">
            <a:avLst/>
          </a:prstGeom>
          <a:noFill/>
          <a:ln>
            <a:noFill/>
          </a:ln>
        </p:spPr>
        <p:txBody>
          <a:bodyPr anchorCtr="0" anchor="t" bIns="121900" lIns="121900" spcFirstLastPara="1" rIns="121900" wrap="square" tIns="121900">
            <a:noAutofit/>
          </a:bodyPr>
          <a:lstStyle/>
          <a:p>
            <a:pPr indent="-177800" lvl="0" marL="152400" marR="0" rtl="0" algn="l">
              <a:lnSpc>
                <a:spcPct val="115000"/>
              </a:lnSpc>
              <a:spcBef>
                <a:spcPts val="0"/>
              </a:spcBef>
              <a:spcAft>
                <a:spcPts val="0"/>
              </a:spcAft>
              <a:buClr>
                <a:srgbClr val="000000"/>
              </a:buClr>
              <a:buSzPts val="1400"/>
              <a:buFont typeface="Red Hat Display"/>
              <a:buChar char="•"/>
            </a:pPr>
            <a:r>
              <a:rPr b="1" lang="en" sz="1600">
                <a:solidFill>
                  <a:srgbClr val="EE0000"/>
                </a:solidFill>
                <a:latin typeface="Red Hat Display"/>
                <a:ea typeface="Red Hat Display"/>
                <a:cs typeface="Red Hat Display"/>
                <a:sym typeface="Red Hat Display"/>
              </a:rPr>
              <a:t>FOCUS: </a:t>
            </a:r>
            <a:r>
              <a:rPr b="1" lang="en" sz="1600">
                <a:solidFill>
                  <a:schemeClr val="dk1"/>
                </a:solidFill>
                <a:latin typeface="Red Hat Display"/>
                <a:ea typeface="Red Hat Display"/>
                <a:cs typeface="Red Hat Display"/>
                <a:sym typeface="Red Hat Display"/>
              </a:rPr>
              <a:t>Install the solution, transfer critical knowledge to the customer</a:t>
            </a:r>
            <a:endParaRPr b="1" sz="1600">
              <a:solidFill>
                <a:schemeClr val="dk1"/>
              </a:solidFill>
              <a:latin typeface="Red Hat Display"/>
              <a:ea typeface="Red Hat Display"/>
              <a:cs typeface="Red Hat Display"/>
              <a:sym typeface="Red Hat Display"/>
            </a:endParaRPr>
          </a:p>
          <a:p>
            <a:pPr indent="-406400" lvl="1" marL="1219200" marR="0" rtl="0" algn="l">
              <a:lnSpc>
                <a:spcPct val="115000"/>
              </a:lnSpc>
              <a:spcBef>
                <a:spcPts val="0"/>
              </a:spcBef>
              <a:spcAft>
                <a:spcPts val="0"/>
              </a:spcAft>
              <a:buClr>
                <a:schemeClr val="dk1"/>
              </a:buClr>
              <a:buSzPts val="1600"/>
              <a:buFont typeface="Red Hat Display"/>
              <a:buChar char="○"/>
            </a:pPr>
            <a:r>
              <a:rPr lang="en" sz="1600">
                <a:solidFill>
                  <a:schemeClr val="dk1"/>
                </a:solidFill>
                <a:latin typeface="Red Hat Display"/>
                <a:ea typeface="Red Hat Display"/>
                <a:cs typeface="Red Hat Display"/>
                <a:sym typeface="Red Hat Display"/>
              </a:rPr>
              <a:t>Review existing systems. Review stated requirements, Identify deployment gaps</a:t>
            </a:r>
            <a:endParaRPr sz="1600">
              <a:solidFill>
                <a:schemeClr val="dk1"/>
              </a:solidFill>
              <a:latin typeface="Red Hat Display"/>
              <a:ea typeface="Red Hat Display"/>
              <a:cs typeface="Red Hat Display"/>
              <a:sym typeface="Red Hat Display"/>
            </a:endParaRPr>
          </a:p>
          <a:p>
            <a:pPr indent="-406400" lvl="1" marL="1219200" marR="0" rtl="0" algn="l">
              <a:lnSpc>
                <a:spcPct val="115000"/>
              </a:lnSpc>
              <a:spcBef>
                <a:spcPts val="0"/>
              </a:spcBef>
              <a:spcAft>
                <a:spcPts val="0"/>
              </a:spcAft>
              <a:buClr>
                <a:schemeClr val="dk1"/>
              </a:buClr>
              <a:buSzPts val="1600"/>
              <a:buFont typeface="Red Hat Display"/>
              <a:buChar char="○"/>
            </a:pPr>
            <a:r>
              <a:rPr lang="en" sz="1600">
                <a:solidFill>
                  <a:schemeClr val="dk1"/>
                </a:solidFill>
                <a:latin typeface="Red Hat Display"/>
                <a:ea typeface="Red Hat Display"/>
                <a:cs typeface="Red Hat Display"/>
                <a:sym typeface="Red Hat Display"/>
              </a:rPr>
              <a:t>Configure systems - AAP, Satellite, Identity Management</a:t>
            </a:r>
            <a:endParaRPr sz="1600">
              <a:solidFill>
                <a:schemeClr val="dk1"/>
              </a:solidFill>
              <a:latin typeface="Red Hat Display"/>
              <a:ea typeface="Red Hat Display"/>
              <a:cs typeface="Red Hat Display"/>
              <a:sym typeface="Red Hat Display"/>
            </a:endParaRPr>
          </a:p>
          <a:p>
            <a:pPr indent="-406400" lvl="1" marL="1219200" marR="0" rtl="0" algn="l">
              <a:lnSpc>
                <a:spcPct val="115000"/>
              </a:lnSpc>
              <a:spcBef>
                <a:spcPts val="0"/>
              </a:spcBef>
              <a:spcAft>
                <a:spcPts val="0"/>
              </a:spcAft>
              <a:buClr>
                <a:schemeClr val="dk1"/>
              </a:buClr>
              <a:buSzPts val="1600"/>
              <a:buFont typeface="Red Hat Display"/>
              <a:buChar char="○"/>
            </a:pPr>
            <a:r>
              <a:rPr lang="en" sz="1600">
                <a:solidFill>
                  <a:schemeClr val="dk1"/>
                </a:solidFill>
                <a:latin typeface="Red Hat Display"/>
                <a:ea typeface="Red Hat Display"/>
                <a:cs typeface="Red Hat Display"/>
                <a:sym typeface="Red Hat Display"/>
              </a:rPr>
              <a:t>Limited use of our automated deployment tooling</a:t>
            </a:r>
            <a:endParaRPr sz="1600">
              <a:solidFill>
                <a:schemeClr val="dk1"/>
              </a:solidFill>
              <a:latin typeface="Red Hat Display"/>
              <a:ea typeface="Red Hat Display"/>
              <a:cs typeface="Red Hat Display"/>
              <a:sym typeface="Red Hat Display"/>
            </a:endParaRPr>
          </a:p>
          <a:p>
            <a:pPr indent="-406400" lvl="1" marL="1219200" marR="0" rtl="0" algn="l">
              <a:lnSpc>
                <a:spcPct val="115000"/>
              </a:lnSpc>
              <a:spcBef>
                <a:spcPts val="0"/>
              </a:spcBef>
              <a:spcAft>
                <a:spcPts val="0"/>
              </a:spcAft>
              <a:buClr>
                <a:schemeClr val="dk1"/>
              </a:buClr>
              <a:buSzPts val="1600"/>
              <a:buFont typeface="Red Hat Display"/>
              <a:buChar char="○"/>
            </a:pPr>
            <a:r>
              <a:rPr lang="en" sz="1600">
                <a:solidFill>
                  <a:schemeClr val="dk1"/>
                </a:solidFill>
                <a:latin typeface="Red Hat Display"/>
                <a:ea typeface="Red Hat Display"/>
                <a:cs typeface="Red Hat Display"/>
                <a:sym typeface="Red Hat Display"/>
              </a:rPr>
              <a:t>No discussion of automated deployment tooling configuration or maintenance</a:t>
            </a:r>
            <a:endParaRPr sz="1600">
              <a:solidFill>
                <a:schemeClr val="dk1"/>
              </a:solidFill>
              <a:latin typeface="Red Hat Display"/>
              <a:ea typeface="Red Hat Display"/>
              <a:cs typeface="Red Hat Display"/>
              <a:sym typeface="Red Hat Display"/>
            </a:endParaRPr>
          </a:p>
          <a:p>
            <a:pPr indent="-406400" lvl="1" marL="1219200" marR="0" rtl="0" algn="l">
              <a:lnSpc>
                <a:spcPct val="115000"/>
              </a:lnSpc>
              <a:spcBef>
                <a:spcPts val="0"/>
              </a:spcBef>
              <a:spcAft>
                <a:spcPts val="0"/>
              </a:spcAft>
              <a:buClr>
                <a:schemeClr val="dk1"/>
              </a:buClr>
              <a:buSzPts val="1600"/>
              <a:buFont typeface="Red Hat Display"/>
              <a:buChar char="○"/>
            </a:pPr>
            <a:r>
              <a:rPr lang="en" sz="1600">
                <a:solidFill>
                  <a:schemeClr val="dk1"/>
                </a:solidFill>
                <a:latin typeface="Red Hat Display"/>
                <a:ea typeface="Red Hat Display"/>
                <a:cs typeface="Red Hat Display"/>
                <a:sym typeface="Red Hat Display"/>
              </a:rPr>
              <a:t>Establish automated system deployment with single compute resource</a:t>
            </a:r>
            <a:endParaRPr sz="1600">
              <a:solidFill>
                <a:schemeClr val="dk1"/>
              </a:solidFill>
              <a:latin typeface="Red Hat Display"/>
              <a:ea typeface="Red Hat Display"/>
              <a:cs typeface="Red Hat Display"/>
              <a:sym typeface="Red Hat Display"/>
            </a:endParaRPr>
          </a:p>
          <a:p>
            <a:pPr indent="-406400" lvl="1" marL="1219200" marR="0" rtl="0" algn="l">
              <a:lnSpc>
                <a:spcPct val="115000"/>
              </a:lnSpc>
              <a:spcBef>
                <a:spcPts val="0"/>
              </a:spcBef>
              <a:spcAft>
                <a:spcPts val="0"/>
              </a:spcAft>
              <a:buClr>
                <a:schemeClr val="dk1"/>
              </a:buClr>
              <a:buSzPts val="1600"/>
              <a:buFont typeface="Red Hat Display"/>
              <a:buChar char="○"/>
            </a:pPr>
            <a:r>
              <a:rPr lang="en" sz="1600">
                <a:solidFill>
                  <a:schemeClr val="dk1"/>
                </a:solidFill>
                <a:latin typeface="Red Hat Display"/>
                <a:ea typeface="Red Hat Display"/>
                <a:cs typeface="Red Hat Display"/>
                <a:sym typeface="Red Hat Display"/>
              </a:rPr>
              <a:t>Establish integration with Idm during deployment.</a:t>
            </a:r>
            <a:endParaRPr sz="1600">
              <a:solidFill>
                <a:schemeClr val="dk1"/>
              </a:solidFill>
              <a:latin typeface="Red Hat Display"/>
              <a:ea typeface="Red Hat Display"/>
              <a:cs typeface="Red Hat Display"/>
              <a:sym typeface="Red Hat Display"/>
            </a:endParaRPr>
          </a:p>
          <a:p>
            <a:pPr indent="-406400" lvl="1" marL="1219200" marR="0" rtl="0" algn="l">
              <a:lnSpc>
                <a:spcPct val="115000"/>
              </a:lnSpc>
              <a:spcBef>
                <a:spcPts val="0"/>
              </a:spcBef>
              <a:spcAft>
                <a:spcPts val="0"/>
              </a:spcAft>
              <a:buClr>
                <a:schemeClr val="dk1"/>
              </a:buClr>
              <a:buSzPts val="1600"/>
              <a:buFont typeface="Red Hat Display"/>
              <a:buChar char="○"/>
            </a:pPr>
            <a:r>
              <a:rPr lang="en" sz="1600">
                <a:solidFill>
                  <a:schemeClr val="dk1"/>
                </a:solidFill>
                <a:latin typeface="Red Hat Display"/>
                <a:ea typeface="Red Hat Display"/>
                <a:cs typeface="Red Hat Display"/>
                <a:sym typeface="Red Hat Display"/>
              </a:rPr>
              <a:t>Establish AAP callback integration.</a:t>
            </a:r>
            <a:endParaRPr sz="1600">
              <a:solidFill>
                <a:schemeClr val="dk1"/>
              </a:solidFill>
              <a:latin typeface="Red Hat Display"/>
              <a:ea typeface="Red Hat Display"/>
              <a:cs typeface="Red Hat Display"/>
              <a:sym typeface="Red Hat Display"/>
            </a:endParaRPr>
          </a:p>
          <a:p>
            <a:pPr indent="-406400" lvl="1" marL="1219200" marR="0" rtl="0" algn="l">
              <a:lnSpc>
                <a:spcPct val="115000"/>
              </a:lnSpc>
              <a:spcBef>
                <a:spcPts val="0"/>
              </a:spcBef>
              <a:spcAft>
                <a:spcPts val="0"/>
              </a:spcAft>
              <a:buClr>
                <a:schemeClr val="dk1"/>
              </a:buClr>
              <a:buSzPts val="1600"/>
              <a:buFont typeface="Red Hat Display"/>
              <a:buChar char="○"/>
            </a:pPr>
            <a:r>
              <a:rPr lang="en" sz="1600">
                <a:solidFill>
                  <a:schemeClr val="dk1"/>
                </a:solidFill>
                <a:latin typeface="Red Hat Display"/>
                <a:ea typeface="Red Hat Display"/>
                <a:cs typeface="Red Hat Display"/>
                <a:sym typeface="Red Hat Display"/>
              </a:rPr>
              <a:t>Establish automated publishing and promotion of CV/CCV for single SOE.</a:t>
            </a:r>
            <a:endParaRPr sz="1600">
              <a:solidFill>
                <a:schemeClr val="dk1"/>
              </a:solidFill>
              <a:latin typeface="Red Hat Display"/>
              <a:ea typeface="Red Hat Display"/>
              <a:cs typeface="Red Hat Display"/>
              <a:sym typeface="Red Hat Display"/>
            </a:endParaRPr>
          </a:p>
          <a:p>
            <a:pPr indent="-406400" lvl="1" marL="1219200" marR="0" rtl="0" algn="l">
              <a:lnSpc>
                <a:spcPct val="115000"/>
              </a:lnSpc>
              <a:spcBef>
                <a:spcPts val="0"/>
              </a:spcBef>
              <a:spcAft>
                <a:spcPts val="0"/>
              </a:spcAft>
              <a:buClr>
                <a:schemeClr val="dk1"/>
              </a:buClr>
              <a:buSzPts val="1600"/>
              <a:buFont typeface="Red Hat Display"/>
              <a:buChar char="○"/>
            </a:pPr>
            <a:r>
              <a:rPr lang="en" sz="1600">
                <a:solidFill>
                  <a:schemeClr val="dk1"/>
                </a:solidFill>
                <a:latin typeface="Red Hat Display"/>
                <a:ea typeface="Red Hat Display"/>
                <a:cs typeface="Red Hat Display"/>
                <a:sym typeface="Red Hat Display"/>
              </a:rPr>
              <a:t>Establish an automated pipeline for a single SOE as per RH-ISAM model.</a:t>
            </a:r>
            <a:endParaRPr sz="1600">
              <a:solidFill>
                <a:schemeClr val="dk1"/>
              </a:solidFill>
              <a:latin typeface="Red Hat Display"/>
              <a:ea typeface="Red Hat Display"/>
              <a:cs typeface="Red Hat Display"/>
              <a:sym typeface="Red Hat Display"/>
            </a:endParaRPr>
          </a:p>
          <a:p>
            <a:pPr indent="-406400" lvl="1" marL="1219200" marR="0" rtl="0" algn="l">
              <a:lnSpc>
                <a:spcPct val="115000"/>
              </a:lnSpc>
              <a:spcBef>
                <a:spcPts val="0"/>
              </a:spcBef>
              <a:spcAft>
                <a:spcPts val="0"/>
              </a:spcAft>
              <a:buClr>
                <a:schemeClr val="dk1"/>
              </a:buClr>
              <a:buSzPts val="1600"/>
              <a:buFont typeface="Red Hat Display"/>
              <a:buChar char="○"/>
            </a:pPr>
            <a:r>
              <a:rPr lang="en" sz="1600">
                <a:solidFill>
                  <a:schemeClr val="dk1"/>
                </a:solidFill>
                <a:latin typeface="Red Hat Display"/>
                <a:ea typeface="Red Hat Display"/>
                <a:cs typeface="Red Hat Display"/>
                <a:sym typeface="Red Hat Display"/>
              </a:rPr>
              <a:t>Provide side-by-side mentoring throughout the engagement</a:t>
            </a:r>
            <a:endParaRPr sz="1600">
              <a:solidFill>
                <a:schemeClr val="dk1"/>
              </a:solidFill>
              <a:latin typeface="Red Hat Display"/>
              <a:ea typeface="Red Hat Display"/>
              <a:cs typeface="Red Hat Display"/>
              <a:sym typeface="Red Hat Display"/>
            </a:endParaRPr>
          </a:p>
          <a:p>
            <a:pPr indent="-406400" lvl="1" marL="1219200" marR="0" rtl="0" algn="l">
              <a:lnSpc>
                <a:spcPct val="115000"/>
              </a:lnSpc>
              <a:spcBef>
                <a:spcPts val="0"/>
              </a:spcBef>
              <a:spcAft>
                <a:spcPts val="0"/>
              </a:spcAft>
              <a:buClr>
                <a:schemeClr val="dk1"/>
              </a:buClr>
              <a:buSzPts val="1600"/>
              <a:buFont typeface="Red Hat Display"/>
              <a:buChar char="○"/>
            </a:pPr>
            <a:r>
              <a:rPr lang="en" sz="1600">
                <a:solidFill>
                  <a:schemeClr val="dk1"/>
                </a:solidFill>
                <a:latin typeface="Red Hat Display"/>
                <a:ea typeface="Red Hat Display"/>
                <a:cs typeface="Red Hat Display"/>
                <a:sym typeface="Red Hat Display"/>
              </a:rPr>
              <a:t>Deliver and review architectural and operational documentation</a:t>
            </a:r>
            <a:endParaRPr sz="1600">
              <a:solidFill>
                <a:schemeClr val="dk1"/>
              </a:solidFill>
              <a:latin typeface="Red Hat Display"/>
              <a:ea typeface="Red Hat Display"/>
              <a:cs typeface="Red Hat Display"/>
              <a:sym typeface="Red Hat Display"/>
            </a:endParaRPr>
          </a:p>
          <a:p>
            <a:pPr indent="0" lvl="0" marL="1219200" marR="0" rtl="0" algn="l">
              <a:lnSpc>
                <a:spcPct val="115000"/>
              </a:lnSpc>
              <a:spcBef>
                <a:spcPts val="0"/>
              </a:spcBef>
              <a:spcAft>
                <a:spcPts val="0"/>
              </a:spcAft>
              <a:buNone/>
            </a:pPr>
            <a:r>
              <a:t/>
            </a:r>
            <a:endParaRPr sz="1600">
              <a:solidFill>
                <a:schemeClr val="dk1"/>
              </a:solidFill>
              <a:latin typeface="Red Hat Display"/>
              <a:ea typeface="Red Hat Display"/>
              <a:cs typeface="Red Hat Display"/>
              <a:sym typeface="Red Hat Display"/>
            </a:endParaRPr>
          </a:p>
        </p:txBody>
      </p:sp>
      <p:pic>
        <p:nvPicPr>
          <p:cNvPr id="3626" name="Google Shape;3626;p170"/>
          <p:cNvPicPr preferRelativeResize="0"/>
          <p:nvPr/>
        </p:nvPicPr>
        <p:blipFill>
          <a:blip r:embed="rId3">
            <a:alphaModFix/>
          </a:blip>
          <a:stretch>
            <a:fillRect/>
          </a:stretch>
        </p:blipFill>
        <p:spPr>
          <a:xfrm>
            <a:off x="813675" y="1859190"/>
            <a:ext cx="669725" cy="671585"/>
          </a:xfrm>
          <a:prstGeom prst="rect">
            <a:avLst/>
          </a:prstGeom>
          <a:noFill/>
          <a:ln>
            <a:noFill/>
          </a:ln>
        </p:spPr>
      </p:pic>
      <p:pic>
        <p:nvPicPr>
          <p:cNvPr id="3627" name="Google Shape;3627;p170"/>
          <p:cNvPicPr preferRelativeResize="0"/>
          <p:nvPr/>
        </p:nvPicPr>
        <p:blipFill>
          <a:blip r:embed="rId4">
            <a:alphaModFix/>
          </a:blip>
          <a:stretch>
            <a:fillRect/>
          </a:stretch>
        </p:blipFill>
        <p:spPr>
          <a:xfrm>
            <a:off x="1314737" y="2171700"/>
            <a:ext cx="669725" cy="669725"/>
          </a:xfrm>
          <a:prstGeom prst="rect">
            <a:avLst/>
          </a:prstGeom>
          <a:noFill/>
          <a:ln>
            <a:noFill/>
          </a:ln>
        </p:spPr>
      </p:pic>
      <p:pic>
        <p:nvPicPr>
          <p:cNvPr id="3628" name="Google Shape;3628;p170"/>
          <p:cNvPicPr preferRelativeResize="0"/>
          <p:nvPr/>
        </p:nvPicPr>
        <p:blipFill>
          <a:blip r:embed="rId5">
            <a:alphaModFix/>
          </a:blip>
          <a:stretch>
            <a:fillRect/>
          </a:stretch>
        </p:blipFill>
        <p:spPr>
          <a:xfrm>
            <a:off x="599108" y="3694000"/>
            <a:ext cx="597875" cy="597875"/>
          </a:xfrm>
          <a:prstGeom prst="rect">
            <a:avLst/>
          </a:prstGeom>
          <a:noFill/>
          <a:ln>
            <a:noFill/>
          </a:ln>
        </p:spPr>
      </p:pic>
      <p:pic>
        <p:nvPicPr>
          <p:cNvPr id="3629" name="Google Shape;3629;p170"/>
          <p:cNvPicPr preferRelativeResize="0"/>
          <p:nvPr/>
        </p:nvPicPr>
        <p:blipFill>
          <a:blip r:embed="rId6">
            <a:alphaModFix/>
          </a:blip>
          <a:stretch>
            <a:fillRect/>
          </a:stretch>
        </p:blipFill>
        <p:spPr>
          <a:xfrm rot="-688687">
            <a:off x="1037329" y="3650443"/>
            <a:ext cx="455297" cy="456600"/>
          </a:xfrm>
          <a:prstGeom prst="rect">
            <a:avLst/>
          </a:prstGeom>
          <a:noFill/>
          <a:ln>
            <a:noFill/>
          </a:ln>
        </p:spPr>
      </p:pic>
      <p:pic>
        <p:nvPicPr>
          <p:cNvPr id="3630" name="Google Shape;3630;p170"/>
          <p:cNvPicPr preferRelativeResize="0"/>
          <p:nvPr/>
        </p:nvPicPr>
        <p:blipFill>
          <a:blip r:embed="rId6">
            <a:alphaModFix/>
          </a:blip>
          <a:stretch>
            <a:fillRect/>
          </a:stretch>
        </p:blipFill>
        <p:spPr>
          <a:xfrm rot="494226">
            <a:off x="1227256" y="3916570"/>
            <a:ext cx="455296" cy="456600"/>
          </a:xfrm>
          <a:prstGeom prst="rect">
            <a:avLst/>
          </a:prstGeom>
          <a:noFill/>
          <a:ln>
            <a:noFill/>
          </a:ln>
        </p:spPr>
      </p:pic>
      <p:pic>
        <p:nvPicPr>
          <p:cNvPr id="3631" name="Google Shape;3631;p170"/>
          <p:cNvPicPr preferRelativeResize="0"/>
          <p:nvPr/>
        </p:nvPicPr>
        <p:blipFill>
          <a:blip r:embed="rId7">
            <a:alphaModFix/>
          </a:blip>
          <a:stretch>
            <a:fillRect/>
          </a:stretch>
        </p:blipFill>
        <p:spPr>
          <a:xfrm>
            <a:off x="786965" y="5590450"/>
            <a:ext cx="1100208" cy="109717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5" name="Shape 3635"/>
        <p:cNvGrpSpPr/>
        <p:nvPr/>
      </p:nvGrpSpPr>
      <p:grpSpPr>
        <a:xfrm>
          <a:off x="0" y="0"/>
          <a:ext cx="0" cy="0"/>
          <a:chOff x="0" y="0"/>
          <a:chExt cx="0" cy="0"/>
        </a:xfrm>
      </p:grpSpPr>
      <p:sp>
        <p:nvSpPr>
          <p:cNvPr id="3636" name="Google Shape;3636;p171"/>
          <p:cNvSpPr txBox="1"/>
          <p:nvPr>
            <p:ph type="title"/>
          </p:nvPr>
        </p:nvSpPr>
        <p:spPr>
          <a:xfrm>
            <a:off x="1197000" y="793600"/>
            <a:ext cx="9750000" cy="456600"/>
          </a:xfrm>
          <a:prstGeom prst="rect">
            <a:avLst/>
          </a:prstGeom>
        </p:spPr>
        <p:txBody>
          <a:bodyPr anchorCtr="0" anchor="t" bIns="0" lIns="0" spcFirstLastPara="1" rIns="0" wrap="square" tIns="0">
            <a:noAutofit/>
          </a:bodyPr>
          <a:lstStyle/>
          <a:p>
            <a:pPr indent="0" lvl="0" marL="0" rtl="0" algn="ctr">
              <a:spcBef>
                <a:spcPts val="0"/>
              </a:spcBef>
              <a:spcAft>
                <a:spcPts val="0"/>
              </a:spcAft>
              <a:buClr>
                <a:schemeClr val="dk1"/>
              </a:buClr>
              <a:buSzPts val="1100"/>
              <a:buFont typeface="Arial"/>
              <a:buNone/>
            </a:pPr>
            <a:r>
              <a:rPr lang="en"/>
              <a:t>Option 2 - Automated Deployment.</a:t>
            </a:r>
            <a:endParaRPr/>
          </a:p>
          <a:p>
            <a:pPr indent="0" lvl="0" marL="0" rtl="0" algn="ctr">
              <a:spcBef>
                <a:spcPts val="0"/>
              </a:spcBef>
              <a:spcAft>
                <a:spcPts val="0"/>
              </a:spcAft>
              <a:buClr>
                <a:schemeClr val="dk1"/>
              </a:buClr>
              <a:buSzPts val="1100"/>
              <a:buFont typeface="Arial"/>
              <a:buNone/>
            </a:pPr>
            <a:r>
              <a:t/>
            </a:r>
            <a:endParaRPr>
              <a:latin typeface="Red Hat Display"/>
              <a:ea typeface="Red Hat Display"/>
              <a:cs typeface="Red Hat Display"/>
              <a:sym typeface="Red Hat Display"/>
            </a:endParaRPr>
          </a:p>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3637" name="Google Shape;3637;p171"/>
          <p:cNvSpPr txBox="1"/>
          <p:nvPr>
            <p:ph idx="1" type="subTitle"/>
          </p:nvPr>
        </p:nvSpPr>
        <p:spPr>
          <a:xfrm>
            <a:off x="1752600" y="1402600"/>
            <a:ext cx="8686800" cy="456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a:ea typeface="Red Hat Display"/>
                <a:cs typeface="Red Hat Display"/>
                <a:sym typeface="Red Hat Display"/>
              </a:rPr>
              <a:t>High-level task list</a:t>
            </a:r>
            <a:endParaRPr>
              <a:latin typeface="Red Hat Display"/>
              <a:ea typeface="Red Hat Display"/>
              <a:cs typeface="Red Hat Display"/>
              <a:sym typeface="Red Hat Display"/>
            </a:endParaRPr>
          </a:p>
        </p:txBody>
      </p:sp>
      <p:sp>
        <p:nvSpPr>
          <p:cNvPr id="3638" name="Google Shape;3638;p171"/>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t>Red Hat Infrastructure Standard Adoption Model</a:t>
            </a:r>
            <a:endParaRPr/>
          </a:p>
        </p:txBody>
      </p:sp>
      <p:sp>
        <p:nvSpPr>
          <p:cNvPr id="3639" name="Google Shape;3639;p17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3640" name="Google Shape;3640;p171"/>
          <p:cNvSpPr txBox="1"/>
          <p:nvPr/>
        </p:nvSpPr>
        <p:spPr>
          <a:xfrm>
            <a:off x="2073800" y="2066200"/>
            <a:ext cx="8739600" cy="3703800"/>
          </a:xfrm>
          <a:prstGeom prst="rect">
            <a:avLst/>
          </a:prstGeom>
          <a:noFill/>
          <a:ln>
            <a:noFill/>
          </a:ln>
        </p:spPr>
        <p:txBody>
          <a:bodyPr anchorCtr="0" anchor="t" bIns="121900" lIns="121900" spcFirstLastPara="1" rIns="121900" wrap="square" tIns="121900">
            <a:noAutofit/>
          </a:bodyPr>
          <a:lstStyle/>
          <a:p>
            <a:pPr indent="-177800" lvl="0" marL="152400" marR="0" rtl="0" algn="l">
              <a:lnSpc>
                <a:spcPct val="115000"/>
              </a:lnSpc>
              <a:spcBef>
                <a:spcPts val="0"/>
              </a:spcBef>
              <a:spcAft>
                <a:spcPts val="0"/>
              </a:spcAft>
              <a:buClr>
                <a:srgbClr val="000000"/>
              </a:buClr>
              <a:buSzPts val="1400"/>
              <a:buFont typeface="Red Hat Display"/>
              <a:buChar char="•"/>
            </a:pPr>
            <a:r>
              <a:rPr b="1" lang="en" sz="1600">
                <a:solidFill>
                  <a:srgbClr val="EE0000"/>
                </a:solidFill>
                <a:latin typeface="Red Hat Display"/>
                <a:ea typeface="Red Hat Display"/>
                <a:cs typeface="Red Hat Display"/>
                <a:sym typeface="Red Hat Display"/>
              </a:rPr>
              <a:t>FOCUS: </a:t>
            </a:r>
            <a:r>
              <a:rPr b="1" lang="en" sz="1600">
                <a:solidFill>
                  <a:schemeClr val="dk1"/>
                </a:solidFill>
                <a:latin typeface="Red Hat Display"/>
                <a:ea typeface="Red Hat Display"/>
                <a:cs typeface="Red Hat Display"/>
                <a:sym typeface="Red Hat Display"/>
              </a:rPr>
              <a:t>Growing customer sophistication to include repeatability and infrastructure as code practices</a:t>
            </a:r>
            <a:endParaRPr b="1" sz="1600">
              <a:solidFill>
                <a:schemeClr val="dk1"/>
              </a:solidFill>
              <a:latin typeface="Red Hat Display"/>
              <a:ea typeface="Red Hat Display"/>
              <a:cs typeface="Red Hat Display"/>
              <a:sym typeface="Red Hat Display"/>
            </a:endParaRPr>
          </a:p>
          <a:p>
            <a:pPr indent="-406400" lvl="1" marL="1219200" marR="0" rtl="0" algn="l">
              <a:lnSpc>
                <a:spcPct val="115000"/>
              </a:lnSpc>
              <a:spcBef>
                <a:spcPts val="0"/>
              </a:spcBef>
              <a:spcAft>
                <a:spcPts val="0"/>
              </a:spcAft>
              <a:buClr>
                <a:schemeClr val="dk1"/>
              </a:buClr>
              <a:buSzPts val="1600"/>
              <a:buFont typeface="Red Hat Display"/>
              <a:buChar char="○"/>
            </a:pPr>
            <a:r>
              <a:rPr lang="en" sz="1600">
                <a:solidFill>
                  <a:schemeClr val="dk1"/>
                </a:solidFill>
                <a:latin typeface="Red Hat Display"/>
                <a:ea typeface="Red Hat Display"/>
                <a:cs typeface="Red Hat Display"/>
                <a:sym typeface="Red Hat Display"/>
              </a:rPr>
              <a:t>All of the elements of Option 1 plus</a:t>
            </a:r>
            <a:endParaRPr sz="1600">
              <a:solidFill>
                <a:schemeClr val="dk1"/>
              </a:solidFill>
              <a:latin typeface="Red Hat Display"/>
              <a:ea typeface="Red Hat Display"/>
              <a:cs typeface="Red Hat Display"/>
              <a:sym typeface="Red Hat Display"/>
            </a:endParaRPr>
          </a:p>
          <a:p>
            <a:pPr indent="-406400" lvl="1" marL="1219200" marR="0" rtl="0" algn="l">
              <a:lnSpc>
                <a:spcPct val="115000"/>
              </a:lnSpc>
              <a:spcBef>
                <a:spcPts val="0"/>
              </a:spcBef>
              <a:spcAft>
                <a:spcPts val="0"/>
              </a:spcAft>
              <a:buClr>
                <a:schemeClr val="dk1"/>
              </a:buClr>
              <a:buSzPts val="1600"/>
              <a:buFont typeface="Red Hat Display"/>
              <a:buChar char="○"/>
            </a:pPr>
            <a:r>
              <a:rPr lang="en" sz="1600">
                <a:solidFill>
                  <a:schemeClr val="dk1"/>
                </a:solidFill>
                <a:latin typeface="Red Hat Display"/>
                <a:ea typeface="Red Hat Display"/>
                <a:cs typeface="Red Hat Display"/>
                <a:sym typeface="Red Hat Display"/>
              </a:rPr>
              <a:t>Introduction to automated tooling </a:t>
            </a:r>
            <a:endParaRPr sz="1600">
              <a:solidFill>
                <a:schemeClr val="dk1"/>
              </a:solidFill>
              <a:latin typeface="Red Hat Display"/>
              <a:ea typeface="Red Hat Display"/>
              <a:cs typeface="Red Hat Display"/>
              <a:sym typeface="Red Hat Display"/>
            </a:endParaRPr>
          </a:p>
          <a:p>
            <a:pPr indent="-406400" lvl="1" marL="1219200" marR="0" rtl="0" algn="l">
              <a:lnSpc>
                <a:spcPct val="115000"/>
              </a:lnSpc>
              <a:spcBef>
                <a:spcPts val="0"/>
              </a:spcBef>
              <a:spcAft>
                <a:spcPts val="0"/>
              </a:spcAft>
              <a:buClr>
                <a:schemeClr val="dk1"/>
              </a:buClr>
              <a:buSzPts val="1600"/>
              <a:buFont typeface="Red Hat Display"/>
              <a:buChar char="○"/>
            </a:pPr>
            <a:r>
              <a:rPr lang="en" sz="1600">
                <a:solidFill>
                  <a:schemeClr val="dk1"/>
                </a:solidFill>
                <a:latin typeface="Red Hat Display"/>
                <a:ea typeface="Red Hat Display"/>
                <a:cs typeface="Red Hat Display"/>
                <a:sym typeface="Red Hat Display"/>
              </a:rPr>
              <a:t>Help customer establish a library of configurations integrated with SCC (git)</a:t>
            </a:r>
            <a:endParaRPr sz="1600">
              <a:solidFill>
                <a:schemeClr val="dk1"/>
              </a:solidFill>
              <a:latin typeface="Red Hat Display"/>
              <a:ea typeface="Red Hat Display"/>
              <a:cs typeface="Red Hat Display"/>
              <a:sym typeface="Red Hat Display"/>
            </a:endParaRPr>
          </a:p>
          <a:p>
            <a:pPr indent="-406400" lvl="1" marL="1219200" marR="0" rtl="0" algn="l">
              <a:lnSpc>
                <a:spcPct val="115000"/>
              </a:lnSpc>
              <a:spcBef>
                <a:spcPts val="0"/>
              </a:spcBef>
              <a:spcAft>
                <a:spcPts val="0"/>
              </a:spcAft>
              <a:buClr>
                <a:schemeClr val="dk1"/>
              </a:buClr>
              <a:buSzPts val="1600"/>
              <a:buFont typeface="Red Hat Display"/>
              <a:buChar char="○"/>
            </a:pPr>
            <a:r>
              <a:rPr lang="en" sz="1600">
                <a:solidFill>
                  <a:schemeClr val="dk1"/>
                </a:solidFill>
                <a:latin typeface="Red Hat Display"/>
                <a:ea typeface="Red Hat Display"/>
                <a:cs typeface="Red Hat Display"/>
                <a:sym typeface="Red Hat Display"/>
              </a:rPr>
              <a:t>Establish good practice on automation code testing</a:t>
            </a:r>
            <a:endParaRPr sz="1600">
              <a:solidFill>
                <a:schemeClr val="dk1"/>
              </a:solidFill>
              <a:latin typeface="Red Hat Display"/>
              <a:ea typeface="Red Hat Display"/>
              <a:cs typeface="Red Hat Display"/>
              <a:sym typeface="Red Hat Display"/>
            </a:endParaRPr>
          </a:p>
          <a:p>
            <a:pPr indent="-406400" lvl="1" marL="1219200" marR="0" rtl="0" algn="l">
              <a:lnSpc>
                <a:spcPct val="115000"/>
              </a:lnSpc>
              <a:spcBef>
                <a:spcPts val="0"/>
              </a:spcBef>
              <a:spcAft>
                <a:spcPts val="0"/>
              </a:spcAft>
              <a:buClr>
                <a:schemeClr val="dk1"/>
              </a:buClr>
              <a:buSzPts val="1600"/>
              <a:buFont typeface="Red Hat Display"/>
              <a:buChar char="○"/>
            </a:pPr>
            <a:r>
              <a:rPr lang="en" sz="1600">
                <a:solidFill>
                  <a:schemeClr val="dk1"/>
                </a:solidFill>
                <a:latin typeface="Red Hat Display"/>
                <a:ea typeface="Red Hat Display"/>
                <a:cs typeface="Red Hat Display"/>
                <a:sym typeface="Red Hat Display"/>
              </a:rPr>
              <a:t>Establish good practice on automation code publication process</a:t>
            </a:r>
            <a:endParaRPr sz="1600">
              <a:solidFill>
                <a:schemeClr val="dk1"/>
              </a:solidFill>
              <a:latin typeface="Red Hat Display"/>
              <a:ea typeface="Red Hat Display"/>
              <a:cs typeface="Red Hat Display"/>
              <a:sym typeface="Red Hat Display"/>
            </a:endParaRPr>
          </a:p>
          <a:p>
            <a:pPr indent="-406400" lvl="1" marL="1219200" marR="0" rtl="0" algn="l">
              <a:lnSpc>
                <a:spcPct val="115000"/>
              </a:lnSpc>
              <a:spcBef>
                <a:spcPts val="0"/>
              </a:spcBef>
              <a:spcAft>
                <a:spcPts val="0"/>
              </a:spcAft>
              <a:buClr>
                <a:schemeClr val="dk1"/>
              </a:buClr>
              <a:buSzPts val="1600"/>
              <a:buFont typeface="Red Hat Display"/>
              <a:buChar char="○"/>
            </a:pPr>
            <a:r>
              <a:rPr lang="en" sz="1600">
                <a:solidFill>
                  <a:schemeClr val="dk1"/>
                </a:solidFill>
                <a:latin typeface="Red Hat Display"/>
                <a:ea typeface="Red Hat Display"/>
                <a:cs typeface="Red Hat Display"/>
                <a:sym typeface="Red Hat Display"/>
              </a:rPr>
              <a:t>Transfer knowledge to aid customer in expanding IaC practice</a:t>
            </a:r>
            <a:endParaRPr sz="1600">
              <a:solidFill>
                <a:schemeClr val="dk1"/>
              </a:solidFill>
              <a:latin typeface="Red Hat Display"/>
              <a:ea typeface="Red Hat Display"/>
              <a:cs typeface="Red Hat Display"/>
              <a:sym typeface="Red Hat Display"/>
            </a:endParaRPr>
          </a:p>
          <a:p>
            <a:pPr indent="-406400" lvl="1" marL="1219200" marR="0" rtl="0" algn="l">
              <a:lnSpc>
                <a:spcPct val="115000"/>
              </a:lnSpc>
              <a:spcBef>
                <a:spcPts val="0"/>
              </a:spcBef>
              <a:spcAft>
                <a:spcPts val="0"/>
              </a:spcAft>
              <a:buClr>
                <a:schemeClr val="dk1"/>
              </a:buClr>
              <a:buSzPts val="1600"/>
              <a:buFont typeface="Red Hat Display"/>
              <a:buChar char="○"/>
            </a:pPr>
            <a:r>
              <a:rPr lang="en" sz="1600">
                <a:solidFill>
                  <a:schemeClr val="dk1"/>
                </a:solidFill>
                <a:latin typeface="Red Hat Display"/>
                <a:ea typeface="Red Hat Display"/>
                <a:cs typeface="Red Hat Display"/>
                <a:sym typeface="Red Hat Display"/>
              </a:rPr>
              <a:t>Work side by side to develop 2nd SOE pipeline</a:t>
            </a:r>
            <a:endParaRPr sz="1600">
              <a:solidFill>
                <a:schemeClr val="dk1"/>
              </a:solidFill>
              <a:latin typeface="Red Hat Display"/>
              <a:ea typeface="Red Hat Display"/>
              <a:cs typeface="Red Hat Display"/>
              <a:sym typeface="Red Hat Display"/>
            </a:endParaRPr>
          </a:p>
          <a:p>
            <a:pPr indent="0" lvl="0" marL="1219200" marR="0" rtl="0" algn="l">
              <a:lnSpc>
                <a:spcPct val="115000"/>
              </a:lnSpc>
              <a:spcBef>
                <a:spcPts val="0"/>
              </a:spcBef>
              <a:spcAft>
                <a:spcPts val="0"/>
              </a:spcAft>
              <a:buNone/>
            </a:pPr>
            <a:r>
              <a:t/>
            </a:r>
            <a:endParaRPr sz="1600">
              <a:solidFill>
                <a:schemeClr val="dk1"/>
              </a:solidFill>
              <a:latin typeface="Red Hat Display"/>
              <a:ea typeface="Red Hat Display"/>
              <a:cs typeface="Red Hat Display"/>
              <a:sym typeface="Red Hat Display"/>
            </a:endParaRPr>
          </a:p>
        </p:txBody>
      </p:sp>
      <p:pic>
        <p:nvPicPr>
          <p:cNvPr id="3641" name="Google Shape;3641;p171"/>
          <p:cNvPicPr preferRelativeResize="0"/>
          <p:nvPr/>
        </p:nvPicPr>
        <p:blipFill>
          <a:blip r:embed="rId3">
            <a:alphaModFix/>
          </a:blip>
          <a:stretch>
            <a:fillRect/>
          </a:stretch>
        </p:blipFill>
        <p:spPr>
          <a:xfrm>
            <a:off x="813675" y="1859190"/>
            <a:ext cx="669725" cy="671585"/>
          </a:xfrm>
          <a:prstGeom prst="rect">
            <a:avLst/>
          </a:prstGeom>
          <a:noFill/>
          <a:ln>
            <a:noFill/>
          </a:ln>
        </p:spPr>
      </p:pic>
      <p:pic>
        <p:nvPicPr>
          <p:cNvPr id="3642" name="Google Shape;3642;p171"/>
          <p:cNvPicPr preferRelativeResize="0"/>
          <p:nvPr/>
        </p:nvPicPr>
        <p:blipFill>
          <a:blip r:embed="rId4">
            <a:alphaModFix/>
          </a:blip>
          <a:stretch>
            <a:fillRect/>
          </a:stretch>
        </p:blipFill>
        <p:spPr>
          <a:xfrm>
            <a:off x="1314737" y="2171700"/>
            <a:ext cx="669725" cy="669725"/>
          </a:xfrm>
          <a:prstGeom prst="rect">
            <a:avLst/>
          </a:prstGeom>
          <a:noFill/>
          <a:ln>
            <a:noFill/>
          </a:ln>
        </p:spPr>
      </p:pic>
      <p:pic>
        <p:nvPicPr>
          <p:cNvPr id="3643" name="Google Shape;3643;p171"/>
          <p:cNvPicPr preferRelativeResize="0"/>
          <p:nvPr/>
        </p:nvPicPr>
        <p:blipFill>
          <a:blip r:embed="rId5">
            <a:alphaModFix/>
          </a:blip>
          <a:stretch>
            <a:fillRect/>
          </a:stretch>
        </p:blipFill>
        <p:spPr>
          <a:xfrm>
            <a:off x="599108" y="3694000"/>
            <a:ext cx="597875" cy="597875"/>
          </a:xfrm>
          <a:prstGeom prst="rect">
            <a:avLst/>
          </a:prstGeom>
          <a:noFill/>
          <a:ln>
            <a:noFill/>
          </a:ln>
        </p:spPr>
      </p:pic>
      <p:pic>
        <p:nvPicPr>
          <p:cNvPr id="3644" name="Google Shape;3644;p171"/>
          <p:cNvPicPr preferRelativeResize="0"/>
          <p:nvPr/>
        </p:nvPicPr>
        <p:blipFill>
          <a:blip r:embed="rId6">
            <a:alphaModFix/>
          </a:blip>
          <a:stretch>
            <a:fillRect/>
          </a:stretch>
        </p:blipFill>
        <p:spPr>
          <a:xfrm rot="-688687">
            <a:off x="1037329" y="3650443"/>
            <a:ext cx="455297" cy="456600"/>
          </a:xfrm>
          <a:prstGeom prst="rect">
            <a:avLst/>
          </a:prstGeom>
          <a:noFill/>
          <a:ln>
            <a:noFill/>
          </a:ln>
        </p:spPr>
      </p:pic>
      <p:pic>
        <p:nvPicPr>
          <p:cNvPr id="3645" name="Google Shape;3645;p171"/>
          <p:cNvPicPr preferRelativeResize="0"/>
          <p:nvPr/>
        </p:nvPicPr>
        <p:blipFill>
          <a:blip r:embed="rId6">
            <a:alphaModFix/>
          </a:blip>
          <a:stretch>
            <a:fillRect/>
          </a:stretch>
        </p:blipFill>
        <p:spPr>
          <a:xfrm rot="494226">
            <a:off x="1227256" y="3916570"/>
            <a:ext cx="455296" cy="456600"/>
          </a:xfrm>
          <a:prstGeom prst="rect">
            <a:avLst/>
          </a:prstGeom>
          <a:noFill/>
          <a:ln>
            <a:noFill/>
          </a:ln>
        </p:spPr>
      </p:pic>
      <p:pic>
        <p:nvPicPr>
          <p:cNvPr id="3646" name="Google Shape;3646;p171"/>
          <p:cNvPicPr preferRelativeResize="0"/>
          <p:nvPr/>
        </p:nvPicPr>
        <p:blipFill>
          <a:blip r:embed="rId7">
            <a:alphaModFix/>
          </a:blip>
          <a:stretch>
            <a:fillRect/>
          </a:stretch>
        </p:blipFill>
        <p:spPr>
          <a:xfrm>
            <a:off x="786965" y="5590450"/>
            <a:ext cx="1100208" cy="109717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0" name="Shape 3650"/>
        <p:cNvGrpSpPr/>
        <p:nvPr/>
      </p:nvGrpSpPr>
      <p:grpSpPr>
        <a:xfrm>
          <a:off x="0" y="0"/>
          <a:ext cx="0" cy="0"/>
          <a:chOff x="0" y="0"/>
          <a:chExt cx="0" cy="0"/>
        </a:xfrm>
      </p:grpSpPr>
      <p:sp>
        <p:nvSpPr>
          <p:cNvPr id="3651" name="Google Shape;3651;p172"/>
          <p:cNvSpPr txBox="1"/>
          <p:nvPr>
            <p:ph type="title"/>
          </p:nvPr>
        </p:nvSpPr>
        <p:spPr>
          <a:xfrm>
            <a:off x="1197000" y="793600"/>
            <a:ext cx="9750000" cy="456600"/>
          </a:xfrm>
          <a:prstGeom prst="rect">
            <a:avLst/>
          </a:prstGeom>
        </p:spPr>
        <p:txBody>
          <a:bodyPr anchorCtr="0" anchor="t" bIns="0" lIns="0" spcFirstLastPara="1" rIns="0" wrap="square" tIns="0">
            <a:noAutofit/>
          </a:bodyPr>
          <a:lstStyle/>
          <a:p>
            <a:pPr indent="0" lvl="0" marL="0" rtl="0" algn="ctr">
              <a:spcBef>
                <a:spcPts val="0"/>
              </a:spcBef>
              <a:spcAft>
                <a:spcPts val="0"/>
              </a:spcAft>
              <a:buClr>
                <a:schemeClr val="dk1"/>
              </a:buClr>
              <a:buSzPts val="1100"/>
              <a:buFont typeface="Arial"/>
              <a:buNone/>
            </a:pPr>
            <a:r>
              <a:rPr lang="en"/>
              <a:t>Option 3 - RH-ISAM Residency</a:t>
            </a:r>
            <a:endParaRPr/>
          </a:p>
          <a:p>
            <a:pPr indent="0" lvl="0" marL="0" rtl="0" algn="ctr">
              <a:spcBef>
                <a:spcPts val="0"/>
              </a:spcBef>
              <a:spcAft>
                <a:spcPts val="0"/>
              </a:spcAft>
              <a:buClr>
                <a:schemeClr val="dk1"/>
              </a:buClr>
              <a:buSzPts val="1100"/>
              <a:buFont typeface="Arial"/>
              <a:buNone/>
            </a:pPr>
            <a:r>
              <a:t/>
            </a:r>
            <a:endParaRPr>
              <a:latin typeface="Red Hat Display"/>
              <a:ea typeface="Red Hat Display"/>
              <a:cs typeface="Red Hat Display"/>
              <a:sym typeface="Red Hat Display"/>
            </a:endParaRPr>
          </a:p>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3652" name="Google Shape;3652;p172"/>
          <p:cNvSpPr txBox="1"/>
          <p:nvPr>
            <p:ph idx="1" type="subTitle"/>
          </p:nvPr>
        </p:nvSpPr>
        <p:spPr>
          <a:xfrm>
            <a:off x="1752600" y="1402600"/>
            <a:ext cx="8686800" cy="456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a:ea typeface="Red Hat Display"/>
                <a:cs typeface="Red Hat Display"/>
                <a:sym typeface="Red Hat Display"/>
              </a:rPr>
              <a:t>High-level task list</a:t>
            </a:r>
            <a:endParaRPr>
              <a:latin typeface="Red Hat Display"/>
              <a:ea typeface="Red Hat Display"/>
              <a:cs typeface="Red Hat Display"/>
              <a:sym typeface="Red Hat Display"/>
            </a:endParaRPr>
          </a:p>
        </p:txBody>
      </p:sp>
      <p:sp>
        <p:nvSpPr>
          <p:cNvPr id="3653" name="Google Shape;3653;p172"/>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t>Red Hat Infrastructure Standard Adoption Model</a:t>
            </a:r>
            <a:endParaRPr/>
          </a:p>
        </p:txBody>
      </p:sp>
      <p:sp>
        <p:nvSpPr>
          <p:cNvPr id="3654" name="Google Shape;3654;p17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3655" name="Google Shape;3655;p172"/>
          <p:cNvSpPr txBox="1"/>
          <p:nvPr/>
        </p:nvSpPr>
        <p:spPr>
          <a:xfrm>
            <a:off x="2073800" y="2066200"/>
            <a:ext cx="8739600" cy="3703800"/>
          </a:xfrm>
          <a:prstGeom prst="rect">
            <a:avLst/>
          </a:prstGeom>
          <a:noFill/>
          <a:ln>
            <a:noFill/>
          </a:ln>
        </p:spPr>
        <p:txBody>
          <a:bodyPr anchorCtr="0" anchor="t" bIns="121900" lIns="121900" spcFirstLastPara="1" rIns="121900" wrap="square" tIns="121900">
            <a:noAutofit/>
          </a:bodyPr>
          <a:lstStyle/>
          <a:p>
            <a:pPr indent="-177800" lvl="0" marL="152400" marR="0" rtl="0" algn="l">
              <a:lnSpc>
                <a:spcPct val="115000"/>
              </a:lnSpc>
              <a:spcBef>
                <a:spcPts val="0"/>
              </a:spcBef>
              <a:spcAft>
                <a:spcPts val="0"/>
              </a:spcAft>
              <a:buClr>
                <a:srgbClr val="000000"/>
              </a:buClr>
              <a:buSzPts val="1400"/>
              <a:buFont typeface="Red Hat Display"/>
              <a:buChar char="•"/>
            </a:pPr>
            <a:r>
              <a:rPr b="1" lang="en" sz="1600">
                <a:solidFill>
                  <a:srgbClr val="EE0000"/>
                </a:solidFill>
                <a:latin typeface="Red Hat Display"/>
                <a:ea typeface="Red Hat Display"/>
                <a:cs typeface="Red Hat Display"/>
                <a:sym typeface="Red Hat Display"/>
              </a:rPr>
              <a:t>FOCUS: </a:t>
            </a:r>
            <a:r>
              <a:rPr b="1" lang="en" sz="1600">
                <a:solidFill>
                  <a:schemeClr val="dk1"/>
                </a:solidFill>
                <a:latin typeface="Red Hat Display"/>
                <a:ea typeface="Red Hat Display"/>
                <a:cs typeface="Red Hat Display"/>
                <a:sym typeface="Red Hat Display"/>
              </a:rPr>
              <a:t>Deliver in-depth training to a core group of customer professionals with to goal of creating a perpetuating training model for all customer Linux engineers (Dojo).</a:t>
            </a:r>
            <a:endParaRPr b="1" sz="1600">
              <a:solidFill>
                <a:schemeClr val="dk1"/>
              </a:solidFill>
              <a:latin typeface="Red Hat Display"/>
              <a:ea typeface="Red Hat Display"/>
              <a:cs typeface="Red Hat Display"/>
              <a:sym typeface="Red Hat Display"/>
            </a:endParaRPr>
          </a:p>
          <a:p>
            <a:pPr indent="-406400" lvl="1" marL="1219200" marR="0" rtl="0" algn="l">
              <a:lnSpc>
                <a:spcPct val="115000"/>
              </a:lnSpc>
              <a:spcBef>
                <a:spcPts val="0"/>
              </a:spcBef>
              <a:spcAft>
                <a:spcPts val="0"/>
              </a:spcAft>
              <a:buClr>
                <a:schemeClr val="dk1"/>
              </a:buClr>
              <a:buSzPts val="1600"/>
              <a:buFont typeface="Red Hat Display"/>
              <a:buChar char="○"/>
            </a:pPr>
            <a:r>
              <a:rPr lang="en" sz="1600">
                <a:solidFill>
                  <a:schemeClr val="dk1"/>
                </a:solidFill>
                <a:latin typeface="Red Hat Display"/>
                <a:ea typeface="Red Hat Display"/>
                <a:cs typeface="Red Hat Display"/>
                <a:sym typeface="Red Hat Display"/>
              </a:rPr>
              <a:t>All of the elements of Option 1 and Option 2 plus</a:t>
            </a:r>
            <a:endParaRPr sz="1600">
              <a:solidFill>
                <a:schemeClr val="dk1"/>
              </a:solidFill>
              <a:latin typeface="Red Hat Display"/>
              <a:ea typeface="Red Hat Display"/>
              <a:cs typeface="Red Hat Display"/>
              <a:sym typeface="Red Hat Display"/>
            </a:endParaRPr>
          </a:p>
          <a:p>
            <a:pPr indent="-406400" lvl="1" marL="1219200" marR="0" rtl="0" algn="l">
              <a:lnSpc>
                <a:spcPct val="115000"/>
              </a:lnSpc>
              <a:spcBef>
                <a:spcPts val="0"/>
              </a:spcBef>
              <a:spcAft>
                <a:spcPts val="0"/>
              </a:spcAft>
              <a:buClr>
                <a:schemeClr val="dk1"/>
              </a:buClr>
              <a:buSzPts val="1600"/>
              <a:buFont typeface="Red Hat Display"/>
              <a:buChar char="○"/>
            </a:pPr>
            <a:r>
              <a:rPr lang="en" sz="1600">
                <a:solidFill>
                  <a:schemeClr val="dk1"/>
                </a:solidFill>
                <a:latin typeface="Red Hat Display"/>
                <a:ea typeface="Red Hat Display"/>
                <a:cs typeface="Red Hat Display"/>
                <a:sym typeface="Red Hat Display"/>
              </a:rPr>
              <a:t>Focused 2 month program - 4 x 2 week sprints</a:t>
            </a:r>
            <a:endParaRPr sz="1600">
              <a:solidFill>
                <a:schemeClr val="dk1"/>
              </a:solidFill>
              <a:latin typeface="Red Hat Display"/>
              <a:ea typeface="Red Hat Display"/>
              <a:cs typeface="Red Hat Display"/>
              <a:sym typeface="Red Hat Display"/>
            </a:endParaRPr>
          </a:p>
          <a:p>
            <a:pPr indent="-406400" lvl="1" marL="1219200" marR="0" rtl="0" algn="l">
              <a:lnSpc>
                <a:spcPct val="115000"/>
              </a:lnSpc>
              <a:spcBef>
                <a:spcPts val="0"/>
              </a:spcBef>
              <a:spcAft>
                <a:spcPts val="0"/>
              </a:spcAft>
              <a:buClr>
                <a:schemeClr val="dk1"/>
              </a:buClr>
              <a:buSzPts val="1600"/>
              <a:buFont typeface="Red Hat Display"/>
              <a:buChar char="○"/>
            </a:pPr>
            <a:r>
              <a:rPr lang="en" sz="1600">
                <a:solidFill>
                  <a:schemeClr val="dk1"/>
                </a:solidFill>
                <a:latin typeface="Red Hat Display"/>
                <a:ea typeface="Red Hat Display"/>
                <a:cs typeface="Red Hat Display"/>
                <a:sym typeface="Red Hat Display"/>
              </a:rPr>
              <a:t>In depth training on automated deployment tooling.</a:t>
            </a:r>
            <a:endParaRPr sz="1600">
              <a:solidFill>
                <a:schemeClr val="dk1"/>
              </a:solidFill>
              <a:latin typeface="Red Hat Display"/>
              <a:ea typeface="Red Hat Display"/>
              <a:cs typeface="Red Hat Display"/>
              <a:sym typeface="Red Hat Display"/>
            </a:endParaRPr>
          </a:p>
          <a:p>
            <a:pPr indent="-406400" lvl="1" marL="1219200" marR="0" rtl="0" algn="l">
              <a:lnSpc>
                <a:spcPct val="115000"/>
              </a:lnSpc>
              <a:spcBef>
                <a:spcPts val="0"/>
              </a:spcBef>
              <a:spcAft>
                <a:spcPts val="0"/>
              </a:spcAft>
              <a:buClr>
                <a:schemeClr val="dk1"/>
              </a:buClr>
              <a:buSzPts val="1600"/>
              <a:buFont typeface="Red Hat Display"/>
              <a:buChar char="○"/>
            </a:pPr>
            <a:r>
              <a:rPr lang="en" sz="1600">
                <a:solidFill>
                  <a:schemeClr val="dk1"/>
                </a:solidFill>
                <a:latin typeface="Red Hat Display"/>
                <a:ea typeface="Red Hat Display"/>
                <a:cs typeface="Red Hat Display"/>
                <a:sym typeface="Red Hat Display"/>
              </a:rPr>
              <a:t>Extend deployment to remote datacenters and cloud</a:t>
            </a:r>
            <a:endParaRPr sz="1600">
              <a:solidFill>
                <a:schemeClr val="dk1"/>
              </a:solidFill>
              <a:latin typeface="Red Hat Display"/>
              <a:ea typeface="Red Hat Display"/>
              <a:cs typeface="Red Hat Display"/>
              <a:sym typeface="Red Hat Display"/>
            </a:endParaRPr>
          </a:p>
          <a:p>
            <a:pPr indent="-406400" lvl="1" marL="1219200" marR="0" rtl="0" algn="l">
              <a:lnSpc>
                <a:spcPct val="115000"/>
              </a:lnSpc>
              <a:spcBef>
                <a:spcPts val="0"/>
              </a:spcBef>
              <a:spcAft>
                <a:spcPts val="0"/>
              </a:spcAft>
              <a:buClr>
                <a:schemeClr val="dk1"/>
              </a:buClr>
              <a:buSzPts val="1600"/>
              <a:buFont typeface="Red Hat Display"/>
              <a:buChar char="○"/>
            </a:pPr>
            <a:r>
              <a:rPr lang="en" sz="1600">
                <a:solidFill>
                  <a:schemeClr val="dk1"/>
                </a:solidFill>
                <a:latin typeface="Red Hat Display"/>
                <a:ea typeface="Red Hat Display"/>
                <a:cs typeface="Red Hat Display"/>
                <a:sym typeface="Red Hat Display"/>
              </a:rPr>
              <a:t>Establish multiple compute resources - at least 1 cloud CR</a:t>
            </a:r>
            <a:endParaRPr sz="1600">
              <a:solidFill>
                <a:schemeClr val="dk1"/>
              </a:solidFill>
              <a:latin typeface="Red Hat Display"/>
              <a:ea typeface="Red Hat Display"/>
              <a:cs typeface="Red Hat Display"/>
              <a:sym typeface="Red Hat Display"/>
            </a:endParaRPr>
          </a:p>
          <a:p>
            <a:pPr indent="-406400" lvl="1" marL="1219200" marR="0" rtl="0" algn="l">
              <a:lnSpc>
                <a:spcPct val="115000"/>
              </a:lnSpc>
              <a:spcBef>
                <a:spcPts val="0"/>
              </a:spcBef>
              <a:spcAft>
                <a:spcPts val="0"/>
              </a:spcAft>
              <a:buClr>
                <a:schemeClr val="dk1"/>
              </a:buClr>
              <a:buSzPts val="1600"/>
              <a:buFont typeface="Red Hat Display"/>
              <a:buChar char="○"/>
            </a:pPr>
            <a:r>
              <a:rPr lang="en" sz="1600">
                <a:solidFill>
                  <a:schemeClr val="dk1"/>
                </a:solidFill>
                <a:latin typeface="Red Hat Display"/>
                <a:ea typeface="Red Hat Display"/>
                <a:cs typeface="Red Hat Display"/>
                <a:sym typeface="Red Hat Display"/>
              </a:rPr>
              <a:t>Establish a library of configurations integrated with SCC (git)</a:t>
            </a:r>
            <a:endParaRPr sz="1600">
              <a:solidFill>
                <a:schemeClr val="dk1"/>
              </a:solidFill>
              <a:latin typeface="Red Hat Display"/>
              <a:ea typeface="Red Hat Display"/>
              <a:cs typeface="Red Hat Display"/>
              <a:sym typeface="Red Hat Display"/>
            </a:endParaRPr>
          </a:p>
          <a:p>
            <a:pPr indent="-406400" lvl="1" marL="1219200" marR="0" rtl="0" algn="l">
              <a:lnSpc>
                <a:spcPct val="115000"/>
              </a:lnSpc>
              <a:spcBef>
                <a:spcPts val="0"/>
              </a:spcBef>
              <a:spcAft>
                <a:spcPts val="0"/>
              </a:spcAft>
              <a:buClr>
                <a:schemeClr val="dk1"/>
              </a:buClr>
              <a:buSzPts val="1600"/>
              <a:buFont typeface="Red Hat Display"/>
              <a:buChar char="○"/>
            </a:pPr>
            <a:r>
              <a:rPr lang="en" sz="1600">
                <a:solidFill>
                  <a:schemeClr val="dk1"/>
                </a:solidFill>
                <a:latin typeface="Red Hat Display"/>
                <a:ea typeface="Red Hat Display"/>
                <a:cs typeface="Red Hat Display"/>
                <a:sym typeface="Red Hat Display"/>
              </a:rPr>
              <a:t>Establish automation code lifecycle.</a:t>
            </a:r>
            <a:endParaRPr sz="1600">
              <a:solidFill>
                <a:schemeClr val="dk1"/>
              </a:solidFill>
              <a:latin typeface="Red Hat Display"/>
              <a:ea typeface="Red Hat Display"/>
              <a:cs typeface="Red Hat Display"/>
              <a:sym typeface="Red Hat Display"/>
            </a:endParaRPr>
          </a:p>
          <a:p>
            <a:pPr indent="-406400" lvl="1" marL="1219200" marR="0" rtl="0" algn="l">
              <a:lnSpc>
                <a:spcPct val="115000"/>
              </a:lnSpc>
              <a:spcBef>
                <a:spcPts val="0"/>
              </a:spcBef>
              <a:spcAft>
                <a:spcPts val="0"/>
              </a:spcAft>
              <a:buClr>
                <a:schemeClr val="dk1"/>
              </a:buClr>
              <a:buSzPts val="1600"/>
              <a:buFont typeface="Red Hat Display"/>
              <a:buChar char="○"/>
            </a:pPr>
            <a:r>
              <a:rPr lang="en" sz="1600">
                <a:solidFill>
                  <a:schemeClr val="dk1"/>
                </a:solidFill>
                <a:latin typeface="Red Hat Display"/>
                <a:ea typeface="Red Hat Display"/>
                <a:cs typeface="Red Hat Display"/>
                <a:sym typeface="Red Hat Display"/>
              </a:rPr>
              <a:t>Customer developed SOE pipelines by end of week 6</a:t>
            </a:r>
            <a:endParaRPr sz="1600">
              <a:solidFill>
                <a:schemeClr val="dk1"/>
              </a:solidFill>
              <a:latin typeface="Red Hat Display"/>
              <a:ea typeface="Red Hat Display"/>
              <a:cs typeface="Red Hat Display"/>
              <a:sym typeface="Red Hat Display"/>
            </a:endParaRPr>
          </a:p>
          <a:p>
            <a:pPr indent="-406400" lvl="1" marL="1219200" marR="0" rtl="0" algn="l">
              <a:lnSpc>
                <a:spcPct val="115000"/>
              </a:lnSpc>
              <a:spcBef>
                <a:spcPts val="0"/>
              </a:spcBef>
              <a:spcAft>
                <a:spcPts val="0"/>
              </a:spcAft>
              <a:buClr>
                <a:schemeClr val="dk1"/>
              </a:buClr>
              <a:buSzPts val="1600"/>
              <a:buFont typeface="Red Hat Display"/>
              <a:buChar char="○"/>
            </a:pPr>
            <a:r>
              <a:rPr lang="en" sz="1600">
                <a:solidFill>
                  <a:schemeClr val="dk1"/>
                </a:solidFill>
                <a:latin typeface="Red Hat Display"/>
                <a:ea typeface="Red Hat Display"/>
                <a:cs typeface="Red Hat Display"/>
                <a:sym typeface="Red Hat Display"/>
              </a:rPr>
              <a:t>Team demonstration</a:t>
            </a:r>
            <a:endParaRPr sz="1600">
              <a:solidFill>
                <a:schemeClr val="dk1"/>
              </a:solidFill>
              <a:latin typeface="Red Hat Display"/>
              <a:ea typeface="Red Hat Display"/>
              <a:cs typeface="Red Hat Display"/>
              <a:sym typeface="Red Hat Display"/>
            </a:endParaRPr>
          </a:p>
          <a:p>
            <a:pPr indent="-406400" lvl="1" marL="1219200" marR="0" rtl="0" algn="l">
              <a:lnSpc>
                <a:spcPct val="115000"/>
              </a:lnSpc>
              <a:spcBef>
                <a:spcPts val="0"/>
              </a:spcBef>
              <a:spcAft>
                <a:spcPts val="0"/>
              </a:spcAft>
              <a:buClr>
                <a:schemeClr val="dk1"/>
              </a:buClr>
              <a:buSzPts val="1600"/>
              <a:buFont typeface="Red Hat Display"/>
              <a:buChar char="○"/>
            </a:pPr>
            <a:r>
              <a:rPr lang="en" sz="1600">
                <a:solidFill>
                  <a:schemeClr val="dk1"/>
                </a:solidFill>
                <a:latin typeface="Red Hat Display"/>
                <a:ea typeface="Red Hat Display"/>
                <a:cs typeface="Red Hat Display"/>
                <a:sym typeface="Red Hat Display"/>
              </a:rPr>
              <a:t>Selection and Rotation plan for new team members</a:t>
            </a:r>
            <a:endParaRPr sz="1600">
              <a:solidFill>
                <a:schemeClr val="dk1"/>
              </a:solidFill>
              <a:latin typeface="Red Hat Display"/>
              <a:ea typeface="Red Hat Display"/>
              <a:cs typeface="Red Hat Display"/>
              <a:sym typeface="Red Hat Display"/>
            </a:endParaRPr>
          </a:p>
          <a:p>
            <a:pPr indent="0" lvl="0" marL="1219200" marR="0" rtl="0" algn="l">
              <a:lnSpc>
                <a:spcPct val="115000"/>
              </a:lnSpc>
              <a:spcBef>
                <a:spcPts val="0"/>
              </a:spcBef>
              <a:spcAft>
                <a:spcPts val="0"/>
              </a:spcAft>
              <a:buNone/>
            </a:pPr>
            <a:r>
              <a:t/>
            </a:r>
            <a:endParaRPr sz="1600">
              <a:solidFill>
                <a:schemeClr val="dk1"/>
              </a:solidFill>
              <a:latin typeface="Red Hat Display"/>
              <a:ea typeface="Red Hat Display"/>
              <a:cs typeface="Red Hat Display"/>
              <a:sym typeface="Red Hat Display"/>
            </a:endParaRPr>
          </a:p>
        </p:txBody>
      </p:sp>
      <p:pic>
        <p:nvPicPr>
          <p:cNvPr id="3656" name="Google Shape;3656;p172"/>
          <p:cNvPicPr preferRelativeResize="0"/>
          <p:nvPr/>
        </p:nvPicPr>
        <p:blipFill>
          <a:blip r:embed="rId3">
            <a:alphaModFix/>
          </a:blip>
          <a:stretch>
            <a:fillRect/>
          </a:stretch>
        </p:blipFill>
        <p:spPr>
          <a:xfrm>
            <a:off x="813675" y="1859190"/>
            <a:ext cx="669725" cy="671585"/>
          </a:xfrm>
          <a:prstGeom prst="rect">
            <a:avLst/>
          </a:prstGeom>
          <a:noFill/>
          <a:ln>
            <a:noFill/>
          </a:ln>
        </p:spPr>
      </p:pic>
      <p:pic>
        <p:nvPicPr>
          <p:cNvPr id="3657" name="Google Shape;3657;p172"/>
          <p:cNvPicPr preferRelativeResize="0"/>
          <p:nvPr/>
        </p:nvPicPr>
        <p:blipFill>
          <a:blip r:embed="rId4">
            <a:alphaModFix/>
          </a:blip>
          <a:stretch>
            <a:fillRect/>
          </a:stretch>
        </p:blipFill>
        <p:spPr>
          <a:xfrm>
            <a:off x="1314737" y="2171700"/>
            <a:ext cx="669725" cy="669725"/>
          </a:xfrm>
          <a:prstGeom prst="rect">
            <a:avLst/>
          </a:prstGeom>
          <a:noFill/>
          <a:ln>
            <a:noFill/>
          </a:ln>
        </p:spPr>
      </p:pic>
      <p:pic>
        <p:nvPicPr>
          <p:cNvPr id="3658" name="Google Shape;3658;p172"/>
          <p:cNvPicPr preferRelativeResize="0"/>
          <p:nvPr/>
        </p:nvPicPr>
        <p:blipFill>
          <a:blip r:embed="rId5">
            <a:alphaModFix/>
          </a:blip>
          <a:stretch>
            <a:fillRect/>
          </a:stretch>
        </p:blipFill>
        <p:spPr>
          <a:xfrm>
            <a:off x="599108" y="3694000"/>
            <a:ext cx="597875" cy="597875"/>
          </a:xfrm>
          <a:prstGeom prst="rect">
            <a:avLst/>
          </a:prstGeom>
          <a:noFill/>
          <a:ln>
            <a:noFill/>
          </a:ln>
        </p:spPr>
      </p:pic>
      <p:pic>
        <p:nvPicPr>
          <p:cNvPr id="3659" name="Google Shape;3659;p172"/>
          <p:cNvPicPr preferRelativeResize="0"/>
          <p:nvPr/>
        </p:nvPicPr>
        <p:blipFill>
          <a:blip r:embed="rId6">
            <a:alphaModFix/>
          </a:blip>
          <a:stretch>
            <a:fillRect/>
          </a:stretch>
        </p:blipFill>
        <p:spPr>
          <a:xfrm rot="-688687">
            <a:off x="1037329" y="3650443"/>
            <a:ext cx="455297" cy="456600"/>
          </a:xfrm>
          <a:prstGeom prst="rect">
            <a:avLst/>
          </a:prstGeom>
          <a:noFill/>
          <a:ln>
            <a:noFill/>
          </a:ln>
        </p:spPr>
      </p:pic>
      <p:pic>
        <p:nvPicPr>
          <p:cNvPr id="3660" name="Google Shape;3660;p172"/>
          <p:cNvPicPr preferRelativeResize="0"/>
          <p:nvPr/>
        </p:nvPicPr>
        <p:blipFill>
          <a:blip r:embed="rId6">
            <a:alphaModFix/>
          </a:blip>
          <a:stretch>
            <a:fillRect/>
          </a:stretch>
        </p:blipFill>
        <p:spPr>
          <a:xfrm rot="494226">
            <a:off x="1227256" y="3916570"/>
            <a:ext cx="455296" cy="456600"/>
          </a:xfrm>
          <a:prstGeom prst="rect">
            <a:avLst/>
          </a:prstGeom>
          <a:noFill/>
          <a:ln>
            <a:noFill/>
          </a:ln>
        </p:spPr>
      </p:pic>
      <p:pic>
        <p:nvPicPr>
          <p:cNvPr id="3661" name="Google Shape;3661;p172"/>
          <p:cNvPicPr preferRelativeResize="0"/>
          <p:nvPr/>
        </p:nvPicPr>
        <p:blipFill>
          <a:blip r:embed="rId7">
            <a:alphaModFix/>
          </a:blip>
          <a:stretch>
            <a:fillRect/>
          </a:stretch>
        </p:blipFill>
        <p:spPr>
          <a:xfrm>
            <a:off x="786965" y="5590450"/>
            <a:ext cx="1100208" cy="109717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5" name="Shape 3665"/>
        <p:cNvGrpSpPr/>
        <p:nvPr/>
      </p:nvGrpSpPr>
      <p:grpSpPr>
        <a:xfrm>
          <a:off x="0" y="0"/>
          <a:ext cx="0" cy="0"/>
          <a:chOff x="0" y="0"/>
          <a:chExt cx="0" cy="0"/>
        </a:xfrm>
      </p:grpSpPr>
      <p:sp>
        <p:nvSpPr>
          <p:cNvPr id="3666" name="Google Shape;3666;p17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3667" name="Google Shape;3667;p173"/>
          <p:cNvSpPr txBox="1"/>
          <p:nvPr>
            <p:ph idx="4294967295" type="subTitle"/>
          </p:nvPr>
        </p:nvSpPr>
        <p:spPr>
          <a:xfrm>
            <a:off x="2155325" y="3971650"/>
            <a:ext cx="4446300" cy="914400"/>
          </a:xfrm>
          <a:prstGeom prst="rect">
            <a:avLst/>
          </a:prstGeom>
        </p:spPr>
        <p:txBody>
          <a:bodyPr anchorCtr="0" anchor="t" bIns="0" lIns="0" spcFirstLastPara="1" rIns="0" wrap="square" tIns="0">
            <a:noAutofit/>
          </a:bodyPr>
          <a:lstStyle/>
          <a:p>
            <a:pPr indent="0" lvl="0" marL="0" rtl="0" algn="l">
              <a:spcBef>
                <a:spcPts val="0"/>
              </a:spcBef>
              <a:spcAft>
                <a:spcPts val="500"/>
              </a:spcAft>
              <a:buNone/>
            </a:pPr>
            <a:r>
              <a:rPr b="1" lang="en">
                <a:solidFill>
                  <a:schemeClr val="lt1"/>
                </a:solidFill>
                <a:latin typeface="Red Hat Display"/>
                <a:ea typeface="Red Hat Display"/>
                <a:cs typeface="Red Hat Display"/>
                <a:sym typeface="Red Hat Display"/>
              </a:rPr>
              <a:t>AN EXAMPLE</a:t>
            </a:r>
            <a:endParaRPr b="1">
              <a:solidFill>
                <a:schemeClr val="lt1"/>
              </a:solidFill>
              <a:latin typeface="Red Hat Display"/>
              <a:ea typeface="Red Hat Display"/>
              <a:cs typeface="Red Hat Display"/>
              <a:sym typeface="Red Hat Display"/>
            </a:endParaRPr>
          </a:p>
        </p:txBody>
      </p:sp>
      <p:sp>
        <p:nvSpPr>
          <p:cNvPr id="3668" name="Google Shape;3668;p173"/>
          <p:cNvSpPr txBox="1"/>
          <p:nvPr>
            <p:ph type="title"/>
          </p:nvPr>
        </p:nvSpPr>
        <p:spPr>
          <a:xfrm>
            <a:off x="2076025" y="1883250"/>
            <a:ext cx="7992000" cy="1783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latin typeface="Red Hat Display"/>
                <a:ea typeface="Red Hat Display"/>
                <a:cs typeface="Red Hat Display"/>
                <a:sym typeface="Red Hat Display"/>
              </a:rPr>
              <a:t>A Standard Operating Environment </a:t>
            </a:r>
            <a:endParaRPr>
              <a:latin typeface="Red Hat Display"/>
              <a:ea typeface="Red Hat Display"/>
              <a:cs typeface="Red Hat Display"/>
              <a:sym typeface="Red Hat Display"/>
            </a:endParaRPr>
          </a:p>
        </p:txBody>
      </p:sp>
      <p:sp>
        <p:nvSpPr>
          <p:cNvPr id="3669" name="Google Shape;3669;p17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3" name="Shape 3673"/>
        <p:cNvGrpSpPr/>
        <p:nvPr/>
      </p:nvGrpSpPr>
      <p:grpSpPr>
        <a:xfrm>
          <a:off x="0" y="0"/>
          <a:ext cx="0" cy="0"/>
          <a:chOff x="0" y="0"/>
          <a:chExt cx="0" cy="0"/>
        </a:xfrm>
      </p:grpSpPr>
      <p:sp>
        <p:nvSpPr>
          <p:cNvPr id="3674" name="Google Shape;3674;p17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3675" name="Google Shape;3675;p174"/>
          <p:cNvSpPr txBox="1"/>
          <p:nvPr>
            <p:ph idx="4294967295"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Remember</a:t>
            </a:r>
            <a:r>
              <a:rPr lang="en">
                <a:latin typeface="Red Hat Display Medium"/>
                <a:ea typeface="Red Hat Display Medium"/>
                <a:cs typeface="Red Hat Display Medium"/>
                <a:sym typeface="Red Hat Display Medium"/>
              </a:rPr>
              <a:t>…</a:t>
            </a:r>
            <a:endParaRPr>
              <a:latin typeface="Red Hat Display Medium"/>
              <a:ea typeface="Red Hat Display Medium"/>
              <a:cs typeface="Red Hat Display Medium"/>
              <a:sym typeface="Red Hat Display Medium"/>
            </a:endParaRPr>
          </a:p>
        </p:txBody>
      </p:sp>
      <p:sp>
        <p:nvSpPr>
          <p:cNvPr id="3676" name="Google Shape;3676;p17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pic>
        <p:nvPicPr>
          <p:cNvPr id="3677" name="Google Shape;3677;p174"/>
          <p:cNvPicPr preferRelativeResize="0"/>
          <p:nvPr/>
        </p:nvPicPr>
        <p:blipFill rotWithShape="1">
          <a:blip r:embed="rId3">
            <a:alphaModFix/>
          </a:blip>
          <a:srcRect b="0" l="845" r="845" t="0"/>
          <a:stretch/>
        </p:blipFill>
        <p:spPr>
          <a:xfrm>
            <a:off x="4014950" y="2480750"/>
            <a:ext cx="3939225" cy="1896500"/>
          </a:xfrm>
          <a:prstGeom prst="rect">
            <a:avLst/>
          </a:prstGeom>
          <a:noFill/>
          <a:ln>
            <a:noFill/>
          </a:ln>
        </p:spPr>
      </p:pic>
      <p:sp>
        <p:nvSpPr>
          <p:cNvPr id="3678" name="Google Shape;3678;p174"/>
          <p:cNvSpPr txBox="1"/>
          <p:nvPr/>
        </p:nvSpPr>
        <p:spPr>
          <a:xfrm>
            <a:off x="6481742" y="2111506"/>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Monitor</a:t>
            </a:r>
            <a:endParaRPr b="1">
              <a:latin typeface="Red Hat Display"/>
              <a:ea typeface="Red Hat Display"/>
              <a:cs typeface="Red Hat Display"/>
              <a:sym typeface="Red Hat Display"/>
            </a:endParaRPr>
          </a:p>
        </p:txBody>
      </p:sp>
      <p:sp>
        <p:nvSpPr>
          <p:cNvPr id="3679" name="Google Shape;3679;p174"/>
          <p:cNvSpPr txBox="1"/>
          <p:nvPr/>
        </p:nvSpPr>
        <p:spPr>
          <a:xfrm>
            <a:off x="6376892" y="4346294"/>
            <a:ext cx="10860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Configure</a:t>
            </a:r>
            <a:endParaRPr b="1">
              <a:latin typeface="Red Hat Display"/>
              <a:ea typeface="Red Hat Display"/>
              <a:cs typeface="Red Hat Display"/>
              <a:sym typeface="Red Hat Display"/>
            </a:endParaRPr>
          </a:p>
        </p:txBody>
      </p:sp>
      <p:sp>
        <p:nvSpPr>
          <p:cNvPr id="3680" name="Google Shape;3680;p174"/>
          <p:cNvSpPr txBox="1"/>
          <p:nvPr/>
        </p:nvSpPr>
        <p:spPr>
          <a:xfrm>
            <a:off x="4595608" y="2111506"/>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Deploy</a:t>
            </a:r>
            <a:endParaRPr b="1">
              <a:latin typeface="Red Hat Display"/>
              <a:ea typeface="Red Hat Display"/>
              <a:cs typeface="Red Hat Display"/>
              <a:sym typeface="Red Hat Display"/>
            </a:endParaRPr>
          </a:p>
        </p:txBody>
      </p:sp>
      <p:sp>
        <p:nvSpPr>
          <p:cNvPr id="3681" name="Google Shape;3681;p174"/>
          <p:cNvSpPr txBox="1"/>
          <p:nvPr/>
        </p:nvSpPr>
        <p:spPr>
          <a:xfrm>
            <a:off x="4595608" y="4346294"/>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Review</a:t>
            </a:r>
            <a:endParaRPr b="1">
              <a:latin typeface="Red Hat Display"/>
              <a:ea typeface="Red Hat Display"/>
              <a:cs typeface="Red Hat Display"/>
              <a:sym typeface="Red Hat Display"/>
            </a:endParaRPr>
          </a:p>
        </p:txBody>
      </p:sp>
      <p:sp>
        <p:nvSpPr>
          <p:cNvPr id="3682" name="Google Shape;3682;p174"/>
          <p:cNvSpPr txBox="1"/>
          <p:nvPr/>
        </p:nvSpPr>
        <p:spPr>
          <a:xfrm>
            <a:off x="7758275" y="2789750"/>
            <a:ext cx="20724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Maintain/Destroy</a:t>
            </a:r>
            <a:endParaRPr b="1">
              <a:latin typeface="Red Hat Display"/>
              <a:ea typeface="Red Hat Display"/>
              <a:cs typeface="Red Hat Display"/>
              <a:sym typeface="Red Hat Display"/>
            </a:endParaRPr>
          </a:p>
        </p:txBody>
      </p:sp>
      <p:sp>
        <p:nvSpPr>
          <p:cNvPr id="3683" name="Google Shape;3683;p174"/>
          <p:cNvSpPr txBox="1"/>
          <p:nvPr/>
        </p:nvSpPr>
        <p:spPr>
          <a:xfrm>
            <a:off x="7863125" y="3668050"/>
            <a:ext cx="1638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Manage/Test</a:t>
            </a:r>
            <a:endParaRPr b="1">
              <a:latin typeface="Red Hat Display"/>
              <a:ea typeface="Red Hat Display"/>
              <a:cs typeface="Red Hat Display"/>
              <a:sym typeface="Red Hat Display"/>
            </a:endParaRPr>
          </a:p>
        </p:txBody>
      </p:sp>
      <p:sp>
        <p:nvSpPr>
          <p:cNvPr id="3684" name="Google Shape;3684;p174"/>
          <p:cNvSpPr txBox="1"/>
          <p:nvPr/>
        </p:nvSpPr>
        <p:spPr>
          <a:xfrm>
            <a:off x="3209575" y="2789750"/>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Deliver</a:t>
            </a:r>
            <a:endParaRPr b="1">
              <a:latin typeface="Red Hat Display"/>
              <a:ea typeface="Red Hat Display"/>
              <a:cs typeface="Red Hat Display"/>
              <a:sym typeface="Red Hat Display"/>
            </a:endParaRPr>
          </a:p>
        </p:txBody>
      </p:sp>
      <p:sp>
        <p:nvSpPr>
          <p:cNvPr id="3685" name="Google Shape;3685;p174"/>
          <p:cNvSpPr txBox="1"/>
          <p:nvPr/>
        </p:nvSpPr>
        <p:spPr>
          <a:xfrm>
            <a:off x="3218329" y="3668040"/>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Define</a:t>
            </a:r>
            <a:endParaRPr b="1">
              <a:latin typeface="Red Hat Display"/>
              <a:ea typeface="Red Hat Display"/>
              <a:cs typeface="Red Hat Display"/>
              <a:sym typeface="Red Hat Display"/>
            </a:endParaRPr>
          </a:p>
        </p:txBody>
      </p:sp>
      <p:sp>
        <p:nvSpPr>
          <p:cNvPr id="3686" name="Google Shape;3686;p174"/>
          <p:cNvSpPr txBox="1"/>
          <p:nvPr>
            <p:ph idx="4294967295" type="title"/>
          </p:nvPr>
        </p:nvSpPr>
        <p:spPr>
          <a:xfrm>
            <a:off x="1752600" y="1390048"/>
            <a:ext cx="8686800" cy="5850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Model, Conditions, Control</a:t>
            </a:r>
            <a:endParaRPr>
              <a:latin typeface="Red Hat Display Medium"/>
              <a:ea typeface="Red Hat Display Medium"/>
              <a:cs typeface="Red Hat Display Medium"/>
              <a:sym typeface="Red Hat Display Medium"/>
            </a:endParaRPr>
          </a:p>
        </p:txBody>
      </p:sp>
      <p:sp>
        <p:nvSpPr>
          <p:cNvPr id="3687" name="Google Shape;3687;p174"/>
          <p:cNvSpPr txBox="1"/>
          <p:nvPr/>
        </p:nvSpPr>
        <p:spPr>
          <a:xfrm>
            <a:off x="2653200" y="5038725"/>
            <a:ext cx="72201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600">
                <a:latin typeface="Red Hat Display SemiBold"/>
                <a:ea typeface="Red Hat Display SemiBold"/>
                <a:cs typeface="Red Hat Display SemiBold"/>
                <a:sym typeface="Red Hat Display SemiBold"/>
              </a:rPr>
              <a:t>Goal: Deliver a pipeline for one or more models</a:t>
            </a:r>
            <a:endParaRPr sz="2600">
              <a:latin typeface="Red Hat Display SemiBold"/>
              <a:ea typeface="Red Hat Display SemiBold"/>
              <a:cs typeface="Red Hat Display SemiBold"/>
              <a:sym typeface="Red Hat Display SemiBo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1" name="Shape 3691"/>
        <p:cNvGrpSpPr/>
        <p:nvPr/>
      </p:nvGrpSpPr>
      <p:grpSpPr>
        <a:xfrm>
          <a:off x="0" y="0"/>
          <a:ext cx="0" cy="0"/>
          <a:chOff x="0" y="0"/>
          <a:chExt cx="0" cy="0"/>
        </a:xfrm>
      </p:grpSpPr>
      <p:pic>
        <p:nvPicPr>
          <p:cNvPr id="3692" name="Google Shape;3692;p175"/>
          <p:cNvPicPr preferRelativeResize="0"/>
          <p:nvPr/>
        </p:nvPicPr>
        <p:blipFill>
          <a:blip r:embed="rId3">
            <a:alphaModFix/>
          </a:blip>
          <a:stretch>
            <a:fillRect/>
          </a:stretch>
        </p:blipFill>
        <p:spPr>
          <a:xfrm>
            <a:off x="1076400" y="969306"/>
            <a:ext cx="3541313" cy="1451762"/>
          </a:xfrm>
          <a:prstGeom prst="rect">
            <a:avLst/>
          </a:prstGeom>
          <a:noFill/>
          <a:ln>
            <a:noFill/>
          </a:ln>
        </p:spPr>
      </p:pic>
      <p:sp>
        <p:nvSpPr>
          <p:cNvPr id="3693" name="Google Shape;3693;p175"/>
          <p:cNvSpPr/>
          <p:nvPr/>
        </p:nvSpPr>
        <p:spPr>
          <a:xfrm>
            <a:off x="1076400" y="2561200"/>
            <a:ext cx="10160400" cy="3555900"/>
          </a:xfrm>
          <a:prstGeom prst="rect">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4" name="Google Shape;3694;p175"/>
          <p:cNvSpPr txBox="1"/>
          <p:nvPr>
            <p:ph idx="12" type="sldNum"/>
          </p:nvPr>
        </p:nvSpPr>
        <p:spPr>
          <a:xfrm>
            <a:off x="81975" y="6169556"/>
            <a:ext cx="731700" cy="14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800"/>
              <a:t>‹#›</a:t>
            </a:fld>
            <a:endParaRPr sz="800"/>
          </a:p>
        </p:txBody>
      </p:sp>
      <p:sp>
        <p:nvSpPr>
          <p:cNvPr id="3695" name="Google Shape;3695;p175"/>
          <p:cNvSpPr txBox="1"/>
          <p:nvPr>
            <p:ph type="title"/>
          </p:nvPr>
        </p:nvSpPr>
        <p:spPr>
          <a:xfrm>
            <a:off x="2547730" y="946000"/>
            <a:ext cx="8686800" cy="967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Seeing it as a pipeline model</a:t>
            </a:r>
            <a:endParaRPr>
              <a:latin typeface="Red Hat Display Medium"/>
              <a:ea typeface="Red Hat Display Medium"/>
              <a:cs typeface="Red Hat Display Medium"/>
              <a:sym typeface="Red Hat Display Medium"/>
            </a:endParaRPr>
          </a:p>
        </p:txBody>
      </p:sp>
      <p:sp>
        <p:nvSpPr>
          <p:cNvPr id="3696" name="Google Shape;3696;p175"/>
          <p:cNvSpPr txBox="1"/>
          <p:nvPr/>
        </p:nvSpPr>
        <p:spPr>
          <a:xfrm>
            <a:off x="7597748" y="2855706"/>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Monitor</a:t>
            </a:r>
            <a:endParaRPr b="1">
              <a:latin typeface="Red Hat Display"/>
              <a:ea typeface="Red Hat Display"/>
              <a:cs typeface="Red Hat Display"/>
              <a:sym typeface="Red Hat Display"/>
            </a:endParaRPr>
          </a:p>
        </p:txBody>
      </p:sp>
      <p:sp>
        <p:nvSpPr>
          <p:cNvPr id="3697" name="Google Shape;3697;p175"/>
          <p:cNvSpPr txBox="1"/>
          <p:nvPr/>
        </p:nvSpPr>
        <p:spPr>
          <a:xfrm>
            <a:off x="6334010" y="3951944"/>
            <a:ext cx="10860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Configure</a:t>
            </a:r>
            <a:endParaRPr b="1">
              <a:latin typeface="Red Hat Display"/>
              <a:ea typeface="Red Hat Display"/>
              <a:cs typeface="Red Hat Display"/>
              <a:sym typeface="Red Hat Display"/>
            </a:endParaRPr>
          </a:p>
        </p:txBody>
      </p:sp>
      <p:sp>
        <p:nvSpPr>
          <p:cNvPr id="3698" name="Google Shape;3698;p175"/>
          <p:cNvSpPr txBox="1"/>
          <p:nvPr/>
        </p:nvSpPr>
        <p:spPr>
          <a:xfrm>
            <a:off x="4746890" y="3951956"/>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Deploy</a:t>
            </a:r>
            <a:endParaRPr b="1">
              <a:latin typeface="Red Hat Display"/>
              <a:ea typeface="Red Hat Display"/>
              <a:cs typeface="Red Hat Display"/>
              <a:sym typeface="Red Hat Display"/>
            </a:endParaRPr>
          </a:p>
        </p:txBody>
      </p:sp>
      <p:sp>
        <p:nvSpPr>
          <p:cNvPr id="3699" name="Google Shape;3699;p175"/>
          <p:cNvSpPr txBox="1"/>
          <p:nvPr/>
        </p:nvSpPr>
        <p:spPr>
          <a:xfrm>
            <a:off x="3645433" y="2855694"/>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Review</a:t>
            </a:r>
            <a:endParaRPr b="1">
              <a:latin typeface="Red Hat Display"/>
              <a:ea typeface="Red Hat Display"/>
              <a:cs typeface="Red Hat Display"/>
              <a:sym typeface="Red Hat Display"/>
            </a:endParaRPr>
          </a:p>
        </p:txBody>
      </p:sp>
      <p:sp>
        <p:nvSpPr>
          <p:cNvPr id="3700" name="Google Shape;3700;p175"/>
          <p:cNvSpPr txBox="1"/>
          <p:nvPr/>
        </p:nvSpPr>
        <p:spPr>
          <a:xfrm>
            <a:off x="9717950" y="3951960"/>
            <a:ext cx="10860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Maintain</a:t>
            </a:r>
            <a:endParaRPr b="1">
              <a:latin typeface="Red Hat Display"/>
              <a:ea typeface="Red Hat Display"/>
              <a:cs typeface="Red Hat Display"/>
              <a:sym typeface="Red Hat Display"/>
            </a:endParaRPr>
          </a:p>
        </p:txBody>
      </p:sp>
      <p:sp>
        <p:nvSpPr>
          <p:cNvPr id="3701" name="Google Shape;3701;p175"/>
          <p:cNvSpPr txBox="1"/>
          <p:nvPr/>
        </p:nvSpPr>
        <p:spPr>
          <a:xfrm>
            <a:off x="8130830" y="3951940"/>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Manage</a:t>
            </a:r>
            <a:endParaRPr b="1">
              <a:latin typeface="Red Hat Display"/>
              <a:ea typeface="Red Hat Display"/>
              <a:cs typeface="Red Hat Display"/>
              <a:sym typeface="Red Hat Display"/>
            </a:endParaRPr>
          </a:p>
        </p:txBody>
      </p:sp>
      <p:sp>
        <p:nvSpPr>
          <p:cNvPr id="3702" name="Google Shape;3702;p175"/>
          <p:cNvSpPr txBox="1"/>
          <p:nvPr/>
        </p:nvSpPr>
        <p:spPr>
          <a:xfrm>
            <a:off x="3374738" y="3951950"/>
            <a:ext cx="7935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Deliver</a:t>
            </a:r>
            <a:endParaRPr b="1">
              <a:latin typeface="Red Hat Display"/>
              <a:ea typeface="Red Hat Display"/>
              <a:cs typeface="Red Hat Display"/>
              <a:sym typeface="Red Hat Display"/>
            </a:endParaRPr>
          </a:p>
        </p:txBody>
      </p:sp>
      <p:sp>
        <p:nvSpPr>
          <p:cNvPr id="3703" name="Google Shape;3703;p175"/>
          <p:cNvSpPr txBox="1"/>
          <p:nvPr/>
        </p:nvSpPr>
        <p:spPr>
          <a:xfrm>
            <a:off x="1848950" y="3951940"/>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Define</a:t>
            </a:r>
            <a:endParaRPr b="1">
              <a:latin typeface="Red Hat Display"/>
              <a:ea typeface="Red Hat Display"/>
              <a:cs typeface="Red Hat Display"/>
              <a:sym typeface="Red Hat Display"/>
            </a:endParaRPr>
          </a:p>
        </p:txBody>
      </p:sp>
      <p:sp>
        <p:nvSpPr>
          <p:cNvPr id="3704" name="Google Shape;3704;p175"/>
          <p:cNvSpPr/>
          <p:nvPr/>
        </p:nvSpPr>
        <p:spPr>
          <a:xfrm rot="5400000">
            <a:off x="6949375" y="220250"/>
            <a:ext cx="253200" cy="7064400"/>
          </a:xfrm>
          <a:prstGeom prst="leftBrace">
            <a:avLst>
              <a:gd fmla="val 50000" name="adj1"/>
              <a:gd fmla="val 36255" name="adj2"/>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05" name="Google Shape;3705;p175"/>
          <p:cNvCxnSpPr>
            <a:endCxn id="3699" idx="3"/>
          </p:cNvCxnSpPr>
          <p:nvPr/>
        </p:nvCxnSpPr>
        <p:spPr>
          <a:xfrm rot="10800000">
            <a:off x="4521733" y="3055794"/>
            <a:ext cx="3066600" cy="0"/>
          </a:xfrm>
          <a:prstGeom prst="straightConnector1">
            <a:avLst/>
          </a:prstGeom>
          <a:noFill/>
          <a:ln cap="flat" cmpd="sng" w="28575">
            <a:solidFill>
              <a:schemeClr val="accent1"/>
            </a:solidFill>
            <a:prstDash val="solid"/>
            <a:round/>
            <a:headEnd len="med" w="med" type="none"/>
            <a:tailEnd len="med" w="med" type="triangle"/>
          </a:ln>
        </p:spPr>
      </p:cxnSp>
      <p:cxnSp>
        <p:nvCxnSpPr>
          <p:cNvPr id="3706" name="Google Shape;3706;p175"/>
          <p:cNvCxnSpPr>
            <a:stCxn id="3699" idx="1"/>
            <a:endCxn id="3703" idx="0"/>
          </p:cNvCxnSpPr>
          <p:nvPr/>
        </p:nvCxnSpPr>
        <p:spPr>
          <a:xfrm flipH="1">
            <a:off x="2287033" y="3055794"/>
            <a:ext cx="1358400" cy="896100"/>
          </a:xfrm>
          <a:prstGeom prst="curvedConnector2">
            <a:avLst/>
          </a:prstGeom>
          <a:noFill/>
          <a:ln cap="flat" cmpd="sng" w="28575">
            <a:solidFill>
              <a:schemeClr val="accent1"/>
            </a:solidFill>
            <a:prstDash val="solid"/>
            <a:round/>
            <a:headEnd len="med" w="med" type="none"/>
            <a:tailEnd len="med" w="med" type="triangle"/>
          </a:ln>
        </p:spPr>
      </p:cxnSp>
      <p:cxnSp>
        <p:nvCxnSpPr>
          <p:cNvPr id="3707" name="Google Shape;3707;p175"/>
          <p:cNvCxnSpPr>
            <a:stCxn id="3703" idx="3"/>
            <a:endCxn id="3702" idx="1"/>
          </p:cNvCxnSpPr>
          <p:nvPr/>
        </p:nvCxnSpPr>
        <p:spPr>
          <a:xfrm>
            <a:off x="2725250" y="4152040"/>
            <a:ext cx="649500" cy="0"/>
          </a:xfrm>
          <a:prstGeom prst="straightConnector1">
            <a:avLst/>
          </a:prstGeom>
          <a:noFill/>
          <a:ln cap="flat" cmpd="sng" w="28575">
            <a:solidFill>
              <a:schemeClr val="accent1"/>
            </a:solidFill>
            <a:prstDash val="solid"/>
            <a:round/>
            <a:headEnd len="med" w="med" type="none"/>
            <a:tailEnd len="med" w="med" type="triangle"/>
          </a:ln>
        </p:spPr>
      </p:cxnSp>
      <p:cxnSp>
        <p:nvCxnSpPr>
          <p:cNvPr id="3708" name="Google Shape;3708;p175"/>
          <p:cNvCxnSpPr>
            <a:stCxn id="3702" idx="3"/>
            <a:endCxn id="3698" idx="1"/>
          </p:cNvCxnSpPr>
          <p:nvPr/>
        </p:nvCxnSpPr>
        <p:spPr>
          <a:xfrm>
            <a:off x="4168238" y="4152050"/>
            <a:ext cx="578700" cy="0"/>
          </a:xfrm>
          <a:prstGeom prst="straightConnector1">
            <a:avLst/>
          </a:prstGeom>
          <a:noFill/>
          <a:ln cap="flat" cmpd="sng" w="28575">
            <a:solidFill>
              <a:schemeClr val="accent1"/>
            </a:solidFill>
            <a:prstDash val="solid"/>
            <a:round/>
            <a:headEnd len="med" w="med" type="none"/>
            <a:tailEnd len="med" w="med" type="triangle"/>
          </a:ln>
        </p:spPr>
      </p:cxnSp>
      <p:cxnSp>
        <p:nvCxnSpPr>
          <p:cNvPr id="3709" name="Google Shape;3709;p175"/>
          <p:cNvCxnSpPr>
            <a:stCxn id="3698" idx="3"/>
            <a:endCxn id="3697" idx="1"/>
          </p:cNvCxnSpPr>
          <p:nvPr/>
        </p:nvCxnSpPr>
        <p:spPr>
          <a:xfrm>
            <a:off x="5623190" y="4152056"/>
            <a:ext cx="710700" cy="0"/>
          </a:xfrm>
          <a:prstGeom prst="straightConnector1">
            <a:avLst/>
          </a:prstGeom>
          <a:noFill/>
          <a:ln cap="flat" cmpd="sng" w="28575">
            <a:solidFill>
              <a:schemeClr val="accent1"/>
            </a:solidFill>
            <a:prstDash val="solid"/>
            <a:round/>
            <a:headEnd len="med" w="med" type="none"/>
            <a:tailEnd len="med" w="med" type="triangle"/>
          </a:ln>
        </p:spPr>
      </p:cxnSp>
      <p:cxnSp>
        <p:nvCxnSpPr>
          <p:cNvPr id="3710" name="Google Shape;3710;p175"/>
          <p:cNvCxnSpPr>
            <a:stCxn id="3697" idx="3"/>
            <a:endCxn id="3701" idx="1"/>
          </p:cNvCxnSpPr>
          <p:nvPr/>
        </p:nvCxnSpPr>
        <p:spPr>
          <a:xfrm>
            <a:off x="7420010" y="4152044"/>
            <a:ext cx="710700" cy="0"/>
          </a:xfrm>
          <a:prstGeom prst="straightConnector1">
            <a:avLst/>
          </a:prstGeom>
          <a:noFill/>
          <a:ln cap="flat" cmpd="sng" w="28575">
            <a:solidFill>
              <a:schemeClr val="accent1"/>
            </a:solidFill>
            <a:prstDash val="solid"/>
            <a:round/>
            <a:headEnd len="med" w="med" type="none"/>
            <a:tailEnd len="med" w="med" type="triangle"/>
          </a:ln>
        </p:spPr>
      </p:cxnSp>
      <p:cxnSp>
        <p:nvCxnSpPr>
          <p:cNvPr id="3711" name="Google Shape;3711;p175"/>
          <p:cNvCxnSpPr>
            <a:stCxn id="3701" idx="3"/>
            <a:endCxn id="3700" idx="1"/>
          </p:cNvCxnSpPr>
          <p:nvPr/>
        </p:nvCxnSpPr>
        <p:spPr>
          <a:xfrm>
            <a:off x="9007130" y="4152040"/>
            <a:ext cx="710700" cy="0"/>
          </a:xfrm>
          <a:prstGeom prst="straightConnector1">
            <a:avLst/>
          </a:prstGeom>
          <a:noFill/>
          <a:ln cap="flat" cmpd="sng" w="28575">
            <a:solidFill>
              <a:schemeClr val="accent1"/>
            </a:solidFill>
            <a:prstDash val="solid"/>
            <a:round/>
            <a:headEnd len="med" w="med" type="none"/>
            <a:tailEnd len="med" w="med" type="triangle"/>
          </a:ln>
        </p:spPr>
      </p:cxnSp>
      <p:cxnSp>
        <p:nvCxnSpPr>
          <p:cNvPr id="3712" name="Google Shape;3712;p175"/>
          <p:cNvCxnSpPr>
            <a:stCxn id="3704" idx="1"/>
            <a:endCxn id="3696" idx="2"/>
          </p:cNvCxnSpPr>
          <p:nvPr/>
        </p:nvCxnSpPr>
        <p:spPr>
          <a:xfrm rot="10800000">
            <a:off x="8035877" y="3255950"/>
            <a:ext cx="11100" cy="369900"/>
          </a:xfrm>
          <a:prstGeom prst="straightConnector1">
            <a:avLst/>
          </a:prstGeom>
          <a:noFill/>
          <a:ln cap="flat" cmpd="sng" w="28575">
            <a:solidFill>
              <a:schemeClr val="accent1"/>
            </a:solidFill>
            <a:prstDash val="solid"/>
            <a:round/>
            <a:headEnd len="med" w="med" type="none"/>
            <a:tailEnd len="med" w="med" type="triangle"/>
          </a:ln>
        </p:spPr>
      </p:cxnSp>
      <p:sp>
        <p:nvSpPr>
          <p:cNvPr id="3713" name="Google Shape;3713;p175"/>
          <p:cNvSpPr txBox="1"/>
          <p:nvPr/>
        </p:nvSpPr>
        <p:spPr>
          <a:xfrm>
            <a:off x="7159892" y="1761100"/>
            <a:ext cx="17520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New Content</a:t>
            </a:r>
            <a:endParaRPr b="1">
              <a:latin typeface="Red Hat Display"/>
              <a:ea typeface="Red Hat Display"/>
              <a:cs typeface="Red Hat Display"/>
              <a:sym typeface="Red Hat Display"/>
            </a:endParaRPr>
          </a:p>
        </p:txBody>
      </p:sp>
      <p:cxnSp>
        <p:nvCxnSpPr>
          <p:cNvPr id="3714" name="Google Shape;3714;p175"/>
          <p:cNvCxnSpPr>
            <a:stCxn id="3713" idx="2"/>
            <a:endCxn id="3696" idx="0"/>
          </p:cNvCxnSpPr>
          <p:nvPr/>
        </p:nvCxnSpPr>
        <p:spPr>
          <a:xfrm>
            <a:off x="8035892" y="2161300"/>
            <a:ext cx="0" cy="694500"/>
          </a:xfrm>
          <a:prstGeom prst="straightConnector1">
            <a:avLst/>
          </a:prstGeom>
          <a:noFill/>
          <a:ln cap="flat" cmpd="sng" w="28575">
            <a:solidFill>
              <a:schemeClr val="accent1"/>
            </a:solidFill>
            <a:prstDash val="solid"/>
            <a:round/>
            <a:headEnd len="med" w="med" type="none"/>
            <a:tailEnd len="med" w="med" type="triangle"/>
          </a:ln>
        </p:spPr>
      </p:cxnSp>
      <p:sp>
        <p:nvSpPr>
          <p:cNvPr id="3715" name="Google Shape;3715;p175"/>
          <p:cNvSpPr txBox="1"/>
          <p:nvPr/>
        </p:nvSpPr>
        <p:spPr>
          <a:xfrm>
            <a:off x="1780010" y="4324957"/>
            <a:ext cx="1022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Display"/>
                <a:ea typeface="Red Hat Display"/>
                <a:cs typeface="Red Hat Display"/>
                <a:sym typeface="Red Hat Display"/>
              </a:rPr>
              <a:t>(Publish)</a:t>
            </a:r>
            <a:endParaRPr>
              <a:latin typeface="Red Hat Display"/>
              <a:ea typeface="Red Hat Display"/>
              <a:cs typeface="Red Hat Display"/>
              <a:sym typeface="Red Hat Display"/>
            </a:endParaRPr>
          </a:p>
        </p:txBody>
      </p:sp>
      <p:sp>
        <p:nvSpPr>
          <p:cNvPr id="3716" name="Google Shape;3716;p175"/>
          <p:cNvSpPr txBox="1"/>
          <p:nvPr/>
        </p:nvSpPr>
        <p:spPr>
          <a:xfrm>
            <a:off x="3046662" y="4324950"/>
            <a:ext cx="1474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Display"/>
                <a:ea typeface="Red Hat Display"/>
                <a:cs typeface="Red Hat Display"/>
                <a:sym typeface="Red Hat Display"/>
              </a:rPr>
              <a:t>(Promote)</a:t>
            </a:r>
            <a:endParaRPr>
              <a:latin typeface="Red Hat Display"/>
              <a:ea typeface="Red Hat Display"/>
              <a:cs typeface="Red Hat Display"/>
              <a:sym typeface="Red Hat Display"/>
            </a:endParaRPr>
          </a:p>
        </p:txBody>
      </p:sp>
      <p:sp>
        <p:nvSpPr>
          <p:cNvPr id="3717" name="Google Shape;3717;p175"/>
          <p:cNvSpPr txBox="1"/>
          <p:nvPr/>
        </p:nvSpPr>
        <p:spPr>
          <a:xfrm>
            <a:off x="4494462" y="4324950"/>
            <a:ext cx="1474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Display"/>
                <a:ea typeface="Red Hat Display"/>
                <a:cs typeface="Red Hat Display"/>
                <a:sym typeface="Red Hat Display"/>
              </a:rPr>
              <a:t>(Provision)</a:t>
            </a:r>
            <a:endParaRPr>
              <a:latin typeface="Red Hat Display"/>
              <a:ea typeface="Red Hat Display"/>
              <a:cs typeface="Red Hat Display"/>
              <a:sym typeface="Red Hat Display"/>
            </a:endParaRPr>
          </a:p>
        </p:txBody>
      </p:sp>
      <p:sp>
        <p:nvSpPr>
          <p:cNvPr id="3718" name="Google Shape;3718;p175"/>
          <p:cNvSpPr/>
          <p:nvPr/>
        </p:nvSpPr>
        <p:spPr>
          <a:xfrm>
            <a:off x="1610442" y="4810412"/>
            <a:ext cx="1550124" cy="109144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800">
                <a:solidFill>
                  <a:schemeClr val="dk1"/>
                </a:solidFill>
              </a:rPr>
              <a:t>Binary Content (rpms, etc..)</a:t>
            </a:r>
            <a:endParaRPr b="1" sz="800">
              <a:solidFill>
                <a:schemeClr val="dk1"/>
              </a:solidFill>
            </a:endParaRPr>
          </a:p>
          <a:p>
            <a:pPr indent="0" lvl="0" marL="0" rtl="0" algn="l">
              <a:spcBef>
                <a:spcPts val="0"/>
              </a:spcBef>
              <a:spcAft>
                <a:spcPts val="0"/>
              </a:spcAft>
              <a:buClr>
                <a:schemeClr val="dk1"/>
              </a:buClr>
              <a:buSzPts val="1100"/>
              <a:buFont typeface="Arial"/>
              <a:buNone/>
            </a:pPr>
            <a:r>
              <a:rPr b="1" lang="en" sz="800">
                <a:solidFill>
                  <a:schemeClr val="dk1"/>
                </a:solidFill>
              </a:rPr>
              <a:t>Configuration Code</a:t>
            </a:r>
            <a:endParaRPr b="1" sz="800">
              <a:solidFill>
                <a:schemeClr val="dk1"/>
              </a:solidFill>
            </a:endParaRPr>
          </a:p>
          <a:p>
            <a:pPr indent="0" lvl="0" marL="0" rtl="0" algn="l">
              <a:spcBef>
                <a:spcPts val="0"/>
              </a:spcBef>
              <a:spcAft>
                <a:spcPts val="0"/>
              </a:spcAft>
              <a:buClr>
                <a:schemeClr val="dk1"/>
              </a:buClr>
              <a:buSzPts val="1100"/>
              <a:buFont typeface="Arial"/>
              <a:buNone/>
            </a:pPr>
            <a:r>
              <a:rPr b="1" lang="en" sz="800">
                <a:solidFill>
                  <a:schemeClr val="dk1"/>
                </a:solidFill>
              </a:rPr>
              <a:t>Configuration Templates</a:t>
            </a:r>
            <a:endParaRPr b="1" sz="800">
              <a:solidFill>
                <a:schemeClr val="dk1"/>
              </a:solidFill>
            </a:endParaRPr>
          </a:p>
          <a:p>
            <a:pPr indent="0" lvl="0" marL="0" rtl="0" algn="l">
              <a:spcBef>
                <a:spcPts val="0"/>
              </a:spcBef>
              <a:spcAft>
                <a:spcPts val="0"/>
              </a:spcAft>
              <a:buClr>
                <a:schemeClr val="dk1"/>
              </a:buClr>
              <a:buSzPts val="1100"/>
              <a:buFont typeface="Arial"/>
              <a:buNone/>
            </a:pPr>
            <a:r>
              <a:rPr b="1" lang="en" sz="800">
                <a:solidFill>
                  <a:schemeClr val="dk1"/>
                </a:solidFill>
              </a:rPr>
              <a:t>Application Code / Containers</a:t>
            </a:r>
            <a:endParaRPr b="1" sz="800">
              <a:solidFill>
                <a:schemeClr val="dk1"/>
              </a:solidFill>
            </a:endParaRPr>
          </a:p>
        </p:txBody>
      </p:sp>
      <p:cxnSp>
        <p:nvCxnSpPr>
          <p:cNvPr id="3719" name="Google Shape;3719;p175"/>
          <p:cNvCxnSpPr>
            <a:stCxn id="3718" idx="3"/>
          </p:cNvCxnSpPr>
          <p:nvPr/>
        </p:nvCxnSpPr>
        <p:spPr>
          <a:xfrm>
            <a:off x="3160566" y="5356136"/>
            <a:ext cx="507600" cy="10200"/>
          </a:xfrm>
          <a:prstGeom prst="straightConnector1">
            <a:avLst/>
          </a:prstGeom>
          <a:noFill/>
          <a:ln cap="flat" cmpd="sng" w="28575">
            <a:solidFill>
              <a:schemeClr val="accent1"/>
            </a:solidFill>
            <a:prstDash val="solid"/>
            <a:round/>
            <a:headEnd len="med" w="med" type="none"/>
            <a:tailEnd len="med" w="med" type="triangle"/>
          </a:ln>
        </p:spPr>
      </p:cxnSp>
      <p:sp>
        <p:nvSpPr>
          <p:cNvPr id="3720" name="Google Shape;3720;p175"/>
          <p:cNvSpPr txBox="1"/>
          <p:nvPr/>
        </p:nvSpPr>
        <p:spPr>
          <a:xfrm>
            <a:off x="4712056" y="6142800"/>
            <a:ext cx="2685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Display"/>
                <a:ea typeface="Red Hat Display"/>
                <a:cs typeface="Red Hat Display"/>
                <a:sym typeface="Red Hat Display"/>
              </a:rPr>
              <a:t>A generalized </a:t>
            </a:r>
            <a:r>
              <a:rPr lang="en">
                <a:solidFill>
                  <a:schemeClr val="dk1"/>
                </a:solidFill>
                <a:latin typeface="Red Hat Display"/>
                <a:ea typeface="Red Hat Display"/>
                <a:cs typeface="Red Hat Display"/>
                <a:sym typeface="Red Hat Display"/>
              </a:rPr>
              <a:t>SOE </a:t>
            </a:r>
            <a:r>
              <a:rPr lang="en">
                <a:latin typeface="Red Hat Display"/>
                <a:ea typeface="Red Hat Display"/>
                <a:cs typeface="Red Hat Display"/>
                <a:sym typeface="Red Hat Display"/>
              </a:rPr>
              <a:t>lifecycle</a:t>
            </a:r>
            <a:endParaRPr>
              <a:latin typeface="Red Hat Display"/>
              <a:ea typeface="Red Hat Display"/>
              <a:cs typeface="Red Hat Display"/>
              <a:sym typeface="Red Hat Display"/>
            </a:endParaRPr>
          </a:p>
        </p:txBody>
      </p:sp>
      <p:sp>
        <p:nvSpPr>
          <p:cNvPr id="3721" name="Google Shape;3721;p175"/>
          <p:cNvSpPr txBox="1"/>
          <p:nvPr/>
        </p:nvSpPr>
        <p:spPr>
          <a:xfrm>
            <a:off x="8159475" y="4425050"/>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Test</a:t>
            </a:r>
            <a:endParaRPr b="1">
              <a:latin typeface="Red Hat Display"/>
              <a:ea typeface="Red Hat Display"/>
              <a:cs typeface="Red Hat Display"/>
              <a:sym typeface="Red Hat Display"/>
            </a:endParaRPr>
          </a:p>
        </p:txBody>
      </p:sp>
      <p:cxnSp>
        <p:nvCxnSpPr>
          <p:cNvPr id="3722" name="Google Shape;3722;p175"/>
          <p:cNvCxnSpPr>
            <a:stCxn id="3697" idx="3"/>
            <a:endCxn id="3721" idx="1"/>
          </p:cNvCxnSpPr>
          <p:nvPr/>
        </p:nvCxnSpPr>
        <p:spPr>
          <a:xfrm>
            <a:off x="7420010" y="4152044"/>
            <a:ext cx="739500" cy="473100"/>
          </a:xfrm>
          <a:prstGeom prst="curvedConnector3">
            <a:avLst>
              <a:gd fmla="val 49998" name="adj1"/>
            </a:avLst>
          </a:prstGeom>
          <a:noFill/>
          <a:ln cap="flat" cmpd="sng" w="28575">
            <a:solidFill>
              <a:schemeClr val="accent1"/>
            </a:solidFill>
            <a:prstDash val="solid"/>
            <a:round/>
            <a:headEnd len="med" w="med" type="none"/>
            <a:tailEnd len="med" w="med" type="triangle"/>
          </a:ln>
        </p:spPr>
      </p:cxnSp>
      <p:cxnSp>
        <p:nvCxnSpPr>
          <p:cNvPr id="3723" name="Google Shape;3723;p175"/>
          <p:cNvCxnSpPr>
            <a:stCxn id="3721" idx="3"/>
            <a:endCxn id="3724" idx="1"/>
          </p:cNvCxnSpPr>
          <p:nvPr/>
        </p:nvCxnSpPr>
        <p:spPr>
          <a:xfrm>
            <a:off x="9035775" y="4625150"/>
            <a:ext cx="682200" cy="600"/>
          </a:xfrm>
          <a:prstGeom prst="curvedConnector3">
            <a:avLst>
              <a:gd fmla="val 49998" name="adj1"/>
            </a:avLst>
          </a:prstGeom>
          <a:noFill/>
          <a:ln cap="flat" cmpd="sng" w="28575">
            <a:solidFill>
              <a:schemeClr val="accent1"/>
            </a:solidFill>
            <a:prstDash val="solid"/>
            <a:round/>
            <a:headEnd len="med" w="med" type="none"/>
            <a:tailEnd len="med" w="med" type="triangle"/>
          </a:ln>
        </p:spPr>
      </p:cxnSp>
      <p:sp>
        <p:nvSpPr>
          <p:cNvPr id="3724" name="Google Shape;3724;p175"/>
          <p:cNvSpPr txBox="1"/>
          <p:nvPr/>
        </p:nvSpPr>
        <p:spPr>
          <a:xfrm>
            <a:off x="9717950" y="4425050"/>
            <a:ext cx="981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Destroy</a:t>
            </a:r>
            <a:endParaRPr b="1">
              <a:latin typeface="Red Hat Display"/>
              <a:ea typeface="Red Hat Display"/>
              <a:cs typeface="Red Hat Display"/>
              <a:sym typeface="Red Hat Display"/>
            </a:endParaRPr>
          </a:p>
        </p:txBody>
      </p:sp>
      <p:pic>
        <p:nvPicPr>
          <p:cNvPr id="3725" name="Google Shape;3725;p175"/>
          <p:cNvPicPr preferRelativeResize="0"/>
          <p:nvPr/>
        </p:nvPicPr>
        <p:blipFill>
          <a:blip r:embed="rId4">
            <a:alphaModFix/>
          </a:blip>
          <a:stretch>
            <a:fillRect/>
          </a:stretch>
        </p:blipFill>
        <p:spPr>
          <a:xfrm>
            <a:off x="5933137" y="2743275"/>
            <a:ext cx="253200" cy="253200"/>
          </a:xfrm>
          <a:prstGeom prst="rect">
            <a:avLst/>
          </a:prstGeom>
          <a:noFill/>
          <a:ln>
            <a:noFill/>
          </a:ln>
        </p:spPr>
      </p:pic>
      <p:pic>
        <p:nvPicPr>
          <p:cNvPr id="3726" name="Google Shape;3726;p175"/>
          <p:cNvPicPr preferRelativeResize="0"/>
          <p:nvPr/>
        </p:nvPicPr>
        <p:blipFill>
          <a:blip r:embed="rId4">
            <a:alphaModFix/>
          </a:blip>
          <a:stretch>
            <a:fillRect/>
          </a:stretch>
        </p:blipFill>
        <p:spPr>
          <a:xfrm>
            <a:off x="2362074" y="3043350"/>
            <a:ext cx="253200" cy="253200"/>
          </a:xfrm>
          <a:prstGeom prst="rect">
            <a:avLst/>
          </a:prstGeom>
          <a:noFill/>
          <a:ln>
            <a:noFill/>
          </a:ln>
        </p:spPr>
      </p:pic>
      <p:pic>
        <p:nvPicPr>
          <p:cNvPr id="3727" name="Google Shape;3727;p175"/>
          <p:cNvPicPr preferRelativeResize="0"/>
          <p:nvPr/>
        </p:nvPicPr>
        <p:blipFill>
          <a:blip r:embed="rId5">
            <a:alphaModFix/>
          </a:blip>
          <a:stretch>
            <a:fillRect/>
          </a:stretch>
        </p:blipFill>
        <p:spPr>
          <a:xfrm>
            <a:off x="2845200" y="3835310"/>
            <a:ext cx="253200" cy="253903"/>
          </a:xfrm>
          <a:prstGeom prst="rect">
            <a:avLst/>
          </a:prstGeom>
          <a:noFill/>
          <a:ln>
            <a:noFill/>
          </a:ln>
        </p:spPr>
      </p:pic>
      <p:pic>
        <p:nvPicPr>
          <p:cNvPr id="3728" name="Google Shape;3728;p175"/>
          <p:cNvPicPr preferRelativeResize="0"/>
          <p:nvPr/>
        </p:nvPicPr>
        <p:blipFill>
          <a:blip r:embed="rId5">
            <a:alphaModFix/>
          </a:blip>
          <a:stretch>
            <a:fillRect/>
          </a:stretch>
        </p:blipFill>
        <p:spPr>
          <a:xfrm>
            <a:off x="4293000" y="3835310"/>
            <a:ext cx="253200" cy="253903"/>
          </a:xfrm>
          <a:prstGeom prst="rect">
            <a:avLst/>
          </a:prstGeom>
          <a:noFill/>
          <a:ln>
            <a:noFill/>
          </a:ln>
        </p:spPr>
      </p:pic>
      <p:pic>
        <p:nvPicPr>
          <p:cNvPr id="3729" name="Google Shape;3729;p175"/>
          <p:cNvPicPr preferRelativeResize="0"/>
          <p:nvPr/>
        </p:nvPicPr>
        <p:blipFill>
          <a:blip r:embed="rId5">
            <a:alphaModFix/>
          </a:blip>
          <a:stretch>
            <a:fillRect/>
          </a:stretch>
        </p:blipFill>
        <p:spPr>
          <a:xfrm>
            <a:off x="5817000" y="3835310"/>
            <a:ext cx="253200" cy="253903"/>
          </a:xfrm>
          <a:prstGeom prst="rect">
            <a:avLst/>
          </a:prstGeom>
          <a:noFill/>
          <a:ln>
            <a:noFill/>
          </a:ln>
        </p:spPr>
      </p:pic>
      <p:pic>
        <p:nvPicPr>
          <p:cNvPr id="3730" name="Google Shape;3730;p175"/>
          <p:cNvPicPr preferRelativeResize="0"/>
          <p:nvPr/>
        </p:nvPicPr>
        <p:blipFill>
          <a:blip r:embed="rId5">
            <a:alphaModFix/>
          </a:blip>
          <a:stretch>
            <a:fillRect/>
          </a:stretch>
        </p:blipFill>
        <p:spPr>
          <a:xfrm>
            <a:off x="7569600" y="3835310"/>
            <a:ext cx="253200" cy="253903"/>
          </a:xfrm>
          <a:prstGeom prst="rect">
            <a:avLst/>
          </a:prstGeom>
          <a:noFill/>
          <a:ln>
            <a:noFill/>
          </a:ln>
        </p:spPr>
      </p:pic>
      <p:pic>
        <p:nvPicPr>
          <p:cNvPr id="3731" name="Google Shape;3731;p175"/>
          <p:cNvPicPr preferRelativeResize="0"/>
          <p:nvPr/>
        </p:nvPicPr>
        <p:blipFill>
          <a:blip r:embed="rId5">
            <a:alphaModFix/>
          </a:blip>
          <a:stretch>
            <a:fillRect/>
          </a:stretch>
        </p:blipFill>
        <p:spPr>
          <a:xfrm>
            <a:off x="9093600" y="3835310"/>
            <a:ext cx="253200" cy="253903"/>
          </a:xfrm>
          <a:prstGeom prst="rect">
            <a:avLst/>
          </a:prstGeom>
          <a:noFill/>
          <a:ln>
            <a:noFill/>
          </a:ln>
        </p:spPr>
      </p:pic>
      <p:pic>
        <p:nvPicPr>
          <p:cNvPr id="3732" name="Google Shape;3732;p175"/>
          <p:cNvPicPr preferRelativeResize="0"/>
          <p:nvPr/>
        </p:nvPicPr>
        <p:blipFill>
          <a:blip r:embed="rId5">
            <a:alphaModFix/>
          </a:blip>
          <a:stretch>
            <a:fillRect/>
          </a:stretch>
        </p:blipFill>
        <p:spPr>
          <a:xfrm>
            <a:off x="8173625" y="3345660"/>
            <a:ext cx="253200" cy="253903"/>
          </a:xfrm>
          <a:prstGeom prst="rect">
            <a:avLst/>
          </a:prstGeom>
          <a:noFill/>
          <a:ln>
            <a:noFill/>
          </a:ln>
        </p:spPr>
      </p:pic>
      <p:pic>
        <p:nvPicPr>
          <p:cNvPr id="3733" name="Google Shape;3733;p175"/>
          <p:cNvPicPr preferRelativeResize="0"/>
          <p:nvPr/>
        </p:nvPicPr>
        <p:blipFill>
          <a:blip r:embed="rId5">
            <a:alphaModFix/>
          </a:blip>
          <a:stretch>
            <a:fillRect/>
          </a:stretch>
        </p:blipFill>
        <p:spPr>
          <a:xfrm>
            <a:off x="8173625" y="2202660"/>
            <a:ext cx="253200" cy="253903"/>
          </a:xfrm>
          <a:prstGeom prst="rect">
            <a:avLst/>
          </a:prstGeom>
          <a:noFill/>
          <a:ln>
            <a:noFill/>
          </a:ln>
        </p:spPr>
      </p:pic>
      <p:sp>
        <p:nvSpPr>
          <p:cNvPr id="3734" name="Google Shape;3734;p175"/>
          <p:cNvSpPr txBox="1"/>
          <p:nvPr/>
        </p:nvSpPr>
        <p:spPr>
          <a:xfrm>
            <a:off x="9057700" y="1748750"/>
            <a:ext cx="2829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New Code, Revisions, Errata,</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Vulnerability Data, Configuration Recommendations</a:t>
            </a:r>
            <a:endParaRPr>
              <a:latin typeface="Red Hat Display"/>
              <a:ea typeface="Red Hat Display"/>
              <a:cs typeface="Red Hat Display"/>
              <a:sym typeface="Red Hat Display"/>
            </a:endParaRPr>
          </a:p>
        </p:txBody>
      </p:sp>
      <p:sp>
        <p:nvSpPr>
          <p:cNvPr id="3735" name="Google Shape;3735;p175"/>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p>
            <a:pPr indent="0" lvl="0" marL="0" rtl="0" algn="l">
              <a:spcBef>
                <a:spcPts val="0"/>
              </a:spcBef>
              <a:spcAft>
                <a:spcPts val="0"/>
              </a:spcAft>
              <a:buClr>
                <a:schemeClr val="dk1"/>
              </a:buClr>
              <a:buSzPts val="1100"/>
              <a:buFont typeface="Arial"/>
              <a:buNone/>
            </a:pPr>
            <a:r>
              <a:rPr lang="en" sz="1000">
                <a:solidFill>
                  <a:schemeClr val="accent1"/>
                </a:solidFill>
                <a:latin typeface="Red Hat Display SemiBold"/>
                <a:ea typeface="Red Hat Display SemiBold"/>
                <a:cs typeface="Red Hat Display SemiBold"/>
                <a:sym typeface="Red Hat Display SemiBold"/>
              </a:rPr>
              <a:t>Red Hat Infrastructure Standard Adoption Model</a:t>
            </a:r>
            <a:endParaRPr/>
          </a:p>
        </p:txBody>
      </p:sp>
      <p:pic>
        <p:nvPicPr>
          <p:cNvPr id="3736" name="Google Shape;3736;p175"/>
          <p:cNvPicPr preferRelativeResize="0"/>
          <p:nvPr/>
        </p:nvPicPr>
        <p:blipFill>
          <a:blip r:embed="rId6">
            <a:alphaModFix/>
          </a:blip>
          <a:stretch>
            <a:fillRect/>
          </a:stretch>
        </p:blipFill>
        <p:spPr>
          <a:xfrm>
            <a:off x="5935950" y="6422638"/>
            <a:ext cx="238125" cy="238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3"/>
                                        </p:tgtEl>
                                        <p:attrNameLst>
                                          <p:attrName>style.visibility</p:attrName>
                                        </p:attrNameLst>
                                      </p:cBhvr>
                                      <p:to>
                                        <p:strVal val="visible"/>
                                      </p:to>
                                    </p:set>
                                    <p:animEffect filter="fade" transition="in">
                                      <p:cBhvr>
                                        <p:cTn dur="1000"/>
                                        <p:tgtEl>
                                          <p:spTgt spid="3713"/>
                                        </p:tgtEl>
                                      </p:cBhvr>
                                    </p:animEffect>
                                  </p:childTnLst>
                                </p:cTn>
                              </p:par>
                              <p:par>
                                <p:cTn fill="hold" nodeType="withEffect" presetClass="entr" presetID="10" presetSubtype="0">
                                  <p:stCondLst>
                                    <p:cond delay="0"/>
                                  </p:stCondLst>
                                  <p:childTnLst>
                                    <p:set>
                                      <p:cBhvr>
                                        <p:cTn dur="1" fill="hold">
                                          <p:stCondLst>
                                            <p:cond delay="0"/>
                                          </p:stCondLst>
                                        </p:cTn>
                                        <p:tgtEl>
                                          <p:spTgt spid="3734"/>
                                        </p:tgtEl>
                                        <p:attrNameLst>
                                          <p:attrName>style.visibility</p:attrName>
                                        </p:attrNameLst>
                                      </p:cBhvr>
                                      <p:to>
                                        <p:strVal val="visible"/>
                                      </p:to>
                                    </p:set>
                                    <p:animEffect filter="fade" transition="in">
                                      <p:cBhvr>
                                        <p:cTn dur="1000"/>
                                        <p:tgtEl>
                                          <p:spTgt spid="37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6"/>
                                        </p:tgtEl>
                                        <p:attrNameLst>
                                          <p:attrName>style.visibility</p:attrName>
                                        </p:attrNameLst>
                                      </p:cBhvr>
                                      <p:to>
                                        <p:strVal val="visible"/>
                                      </p:to>
                                    </p:set>
                                    <p:animEffect filter="fade" transition="in">
                                      <p:cBhvr>
                                        <p:cTn dur="1300"/>
                                        <p:tgtEl>
                                          <p:spTgt spid="36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9"/>
                                        </p:tgtEl>
                                        <p:attrNameLst>
                                          <p:attrName>style.visibility</p:attrName>
                                        </p:attrNameLst>
                                      </p:cBhvr>
                                      <p:to>
                                        <p:strVal val="visible"/>
                                      </p:to>
                                    </p:set>
                                    <p:animEffect filter="fade" transition="in">
                                      <p:cBhvr>
                                        <p:cTn dur="1300"/>
                                        <p:tgtEl>
                                          <p:spTgt spid="36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3"/>
                                        </p:tgtEl>
                                        <p:attrNameLst>
                                          <p:attrName>style.visibility</p:attrName>
                                        </p:attrNameLst>
                                      </p:cBhvr>
                                      <p:to>
                                        <p:strVal val="visible"/>
                                      </p:to>
                                    </p:set>
                                    <p:animEffect filter="fade" transition="in">
                                      <p:cBhvr>
                                        <p:cTn dur="1300"/>
                                        <p:tgtEl>
                                          <p:spTgt spid="3703"/>
                                        </p:tgtEl>
                                      </p:cBhvr>
                                    </p:animEffect>
                                  </p:childTnLst>
                                </p:cTn>
                              </p:par>
                              <p:par>
                                <p:cTn fill="hold" nodeType="withEffect" presetClass="entr" presetID="10" presetSubtype="0">
                                  <p:stCondLst>
                                    <p:cond delay="0"/>
                                  </p:stCondLst>
                                  <p:childTnLst>
                                    <p:set>
                                      <p:cBhvr>
                                        <p:cTn dur="1" fill="hold">
                                          <p:stCondLst>
                                            <p:cond delay="0"/>
                                          </p:stCondLst>
                                        </p:cTn>
                                        <p:tgtEl>
                                          <p:spTgt spid="3715"/>
                                        </p:tgtEl>
                                        <p:attrNameLst>
                                          <p:attrName>style.visibility</p:attrName>
                                        </p:attrNameLst>
                                      </p:cBhvr>
                                      <p:to>
                                        <p:strVal val="visible"/>
                                      </p:to>
                                    </p:set>
                                    <p:animEffect filter="fade" transition="in">
                                      <p:cBhvr>
                                        <p:cTn dur="1000"/>
                                        <p:tgtEl>
                                          <p:spTgt spid="37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2"/>
                                        </p:tgtEl>
                                        <p:attrNameLst>
                                          <p:attrName>style.visibility</p:attrName>
                                        </p:attrNameLst>
                                      </p:cBhvr>
                                      <p:to>
                                        <p:strVal val="visible"/>
                                      </p:to>
                                    </p:set>
                                    <p:animEffect filter="fade" transition="in">
                                      <p:cBhvr>
                                        <p:cTn dur="1300"/>
                                        <p:tgtEl>
                                          <p:spTgt spid="3702"/>
                                        </p:tgtEl>
                                      </p:cBhvr>
                                    </p:animEffect>
                                  </p:childTnLst>
                                </p:cTn>
                              </p:par>
                              <p:par>
                                <p:cTn fill="hold" nodeType="withEffect" presetClass="entr" presetID="10" presetSubtype="0">
                                  <p:stCondLst>
                                    <p:cond delay="0"/>
                                  </p:stCondLst>
                                  <p:childTnLst>
                                    <p:set>
                                      <p:cBhvr>
                                        <p:cTn dur="1" fill="hold">
                                          <p:stCondLst>
                                            <p:cond delay="0"/>
                                          </p:stCondLst>
                                        </p:cTn>
                                        <p:tgtEl>
                                          <p:spTgt spid="3716"/>
                                        </p:tgtEl>
                                        <p:attrNameLst>
                                          <p:attrName>style.visibility</p:attrName>
                                        </p:attrNameLst>
                                      </p:cBhvr>
                                      <p:to>
                                        <p:strVal val="visible"/>
                                      </p:to>
                                    </p:set>
                                    <p:animEffect filter="fade" transition="in">
                                      <p:cBhvr>
                                        <p:cTn dur="1000"/>
                                        <p:tgtEl>
                                          <p:spTgt spid="3716"/>
                                        </p:tgtEl>
                                      </p:cBhvr>
                                    </p:animEffect>
                                  </p:childTnLst>
                                </p:cTn>
                              </p:par>
                            </p:childTnLst>
                          </p:cTn>
                        </p:par>
                        <p:par>
                          <p:cTn fill="hold">
                            <p:stCondLst>
                              <p:cond delay="1300"/>
                            </p:stCondLst>
                            <p:childTnLst>
                              <p:par>
                                <p:cTn fill="hold" nodeType="afterEffect" presetClass="entr" presetID="10" presetSubtype="0">
                                  <p:stCondLst>
                                    <p:cond delay="0"/>
                                  </p:stCondLst>
                                  <p:childTnLst>
                                    <p:set>
                                      <p:cBhvr>
                                        <p:cTn dur="1" fill="hold">
                                          <p:stCondLst>
                                            <p:cond delay="0"/>
                                          </p:stCondLst>
                                        </p:cTn>
                                        <p:tgtEl>
                                          <p:spTgt spid="3698"/>
                                        </p:tgtEl>
                                        <p:attrNameLst>
                                          <p:attrName>style.visibility</p:attrName>
                                        </p:attrNameLst>
                                      </p:cBhvr>
                                      <p:to>
                                        <p:strVal val="visible"/>
                                      </p:to>
                                    </p:set>
                                    <p:animEffect filter="fade" transition="in">
                                      <p:cBhvr>
                                        <p:cTn dur="1300"/>
                                        <p:tgtEl>
                                          <p:spTgt spid="3698"/>
                                        </p:tgtEl>
                                      </p:cBhvr>
                                    </p:animEffect>
                                  </p:childTnLst>
                                </p:cTn>
                              </p:par>
                              <p:par>
                                <p:cTn fill="hold" nodeType="withEffect" presetClass="entr" presetID="10" presetSubtype="0">
                                  <p:stCondLst>
                                    <p:cond delay="0"/>
                                  </p:stCondLst>
                                  <p:childTnLst>
                                    <p:set>
                                      <p:cBhvr>
                                        <p:cTn dur="1" fill="hold">
                                          <p:stCondLst>
                                            <p:cond delay="0"/>
                                          </p:stCondLst>
                                        </p:cTn>
                                        <p:tgtEl>
                                          <p:spTgt spid="3717"/>
                                        </p:tgtEl>
                                        <p:attrNameLst>
                                          <p:attrName>style.visibility</p:attrName>
                                        </p:attrNameLst>
                                      </p:cBhvr>
                                      <p:to>
                                        <p:strVal val="visible"/>
                                      </p:to>
                                    </p:set>
                                    <p:animEffect filter="fade" transition="in">
                                      <p:cBhvr>
                                        <p:cTn dur="1000"/>
                                        <p:tgtEl>
                                          <p:spTgt spid="3717"/>
                                        </p:tgtEl>
                                      </p:cBhvr>
                                    </p:animEffect>
                                  </p:childTnLst>
                                </p:cTn>
                              </p:par>
                            </p:childTnLst>
                          </p:cTn>
                        </p:par>
                        <p:par>
                          <p:cTn fill="hold">
                            <p:stCondLst>
                              <p:cond delay="2600"/>
                            </p:stCondLst>
                            <p:childTnLst>
                              <p:par>
                                <p:cTn fill="hold" nodeType="afterEffect" presetClass="entr" presetID="10" presetSubtype="0">
                                  <p:stCondLst>
                                    <p:cond delay="0"/>
                                  </p:stCondLst>
                                  <p:childTnLst>
                                    <p:set>
                                      <p:cBhvr>
                                        <p:cTn dur="1" fill="hold">
                                          <p:stCondLst>
                                            <p:cond delay="0"/>
                                          </p:stCondLst>
                                        </p:cTn>
                                        <p:tgtEl>
                                          <p:spTgt spid="3697"/>
                                        </p:tgtEl>
                                        <p:attrNameLst>
                                          <p:attrName>style.visibility</p:attrName>
                                        </p:attrNameLst>
                                      </p:cBhvr>
                                      <p:to>
                                        <p:strVal val="visible"/>
                                      </p:to>
                                    </p:set>
                                    <p:animEffect filter="fade" transition="in">
                                      <p:cBhvr>
                                        <p:cTn dur="1300"/>
                                        <p:tgtEl>
                                          <p:spTgt spid="3697"/>
                                        </p:tgtEl>
                                      </p:cBhvr>
                                    </p:animEffect>
                                  </p:childTnLst>
                                </p:cTn>
                              </p:par>
                            </p:childTnLst>
                          </p:cTn>
                        </p:par>
                        <p:par>
                          <p:cTn fill="hold">
                            <p:stCondLst>
                              <p:cond delay="3900"/>
                            </p:stCondLst>
                            <p:childTnLst>
                              <p:par>
                                <p:cTn fill="hold" nodeType="afterEffect" presetClass="entr" presetID="10" presetSubtype="0">
                                  <p:stCondLst>
                                    <p:cond delay="0"/>
                                  </p:stCondLst>
                                  <p:childTnLst>
                                    <p:set>
                                      <p:cBhvr>
                                        <p:cTn dur="1" fill="hold">
                                          <p:stCondLst>
                                            <p:cond delay="0"/>
                                          </p:stCondLst>
                                        </p:cTn>
                                        <p:tgtEl>
                                          <p:spTgt spid="3701"/>
                                        </p:tgtEl>
                                        <p:attrNameLst>
                                          <p:attrName>style.visibility</p:attrName>
                                        </p:attrNameLst>
                                      </p:cBhvr>
                                      <p:to>
                                        <p:strVal val="visible"/>
                                      </p:to>
                                    </p:set>
                                    <p:animEffect filter="fade" transition="in">
                                      <p:cBhvr>
                                        <p:cTn dur="1300"/>
                                        <p:tgtEl>
                                          <p:spTgt spid="3701"/>
                                        </p:tgtEl>
                                      </p:cBhvr>
                                    </p:animEffect>
                                  </p:childTnLst>
                                </p:cTn>
                              </p:par>
                            </p:childTnLst>
                          </p:cTn>
                        </p:par>
                        <p:par>
                          <p:cTn fill="hold">
                            <p:stCondLst>
                              <p:cond delay="5200"/>
                            </p:stCondLst>
                            <p:childTnLst>
                              <p:par>
                                <p:cTn fill="hold" nodeType="afterEffect" presetClass="entr" presetID="10" presetSubtype="0">
                                  <p:stCondLst>
                                    <p:cond delay="0"/>
                                  </p:stCondLst>
                                  <p:childTnLst>
                                    <p:set>
                                      <p:cBhvr>
                                        <p:cTn dur="1" fill="hold">
                                          <p:stCondLst>
                                            <p:cond delay="0"/>
                                          </p:stCondLst>
                                        </p:cTn>
                                        <p:tgtEl>
                                          <p:spTgt spid="3700"/>
                                        </p:tgtEl>
                                        <p:attrNameLst>
                                          <p:attrName>style.visibility</p:attrName>
                                        </p:attrNameLst>
                                      </p:cBhvr>
                                      <p:to>
                                        <p:strVal val="visible"/>
                                      </p:to>
                                    </p:set>
                                    <p:animEffect filter="fade" transition="in">
                                      <p:cBhvr>
                                        <p:cTn dur="1000"/>
                                        <p:tgtEl>
                                          <p:spTgt spid="3700"/>
                                        </p:tgtEl>
                                      </p:cBhvr>
                                    </p:animEffect>
                                  </p:childTnLst>
                                </p:cTn>
                              </p:par>
                            </p:childTnLst>
                          </p:cTn>
                        </p:par>
                        <p:par>
                          <p:cTn fill="hold">
                            <p:stCondLst>
                              <p:cond delay="6200"/>
                            </p:stCondLst>
                            <p:childTnLst>
                              <p:par>
                                <p:cTn fill="hold" nodeType="afterEffect" presetClass="entr" presetID="10" presetSubtype="0">
                                  <p:stCondLst>
                                    <p:cond delay="0"/>
                                  </p:stCondLst>
                                  <p:childTnLst>
                                    <p:set>
                                      <p:cBhvr>
                                        <p:cTn dur="1" fill="hold">
                                          <p:stCondLst>
                                            <p:cond delay="0"/>
                                          </p:stCondLst>
                                        </p:cTn>
                                        <p:tgtEl>
                                          <p:spTgt spid="3721"/>
                                        </p:tgtEl>
                                        <p:attrNameLst>
                                          <p:attrName>style.visibility</p:attrName>
                                        </p:attrNameLst>
                                      </p:cBhvr>
                                      <p:to>
                                        <p:strVal val="visible"/>
                                      </p:to>
                                    </p:set>
                                    <p:animEffect filter="fade" transition="in">
                                      <p:cBhvr>
                                        <p:cTn dur="1000"/>
                                        <p:tgtEl>
                                          <p:spTgt spid="3721"/>
                                        </p:tgtEl>
                                      </p:cBhvr>
                                    </p:animEffect>
                                  </p:childTnLst>
                                </p:cTn>
                              </p:par>
                            </p:childTnLst>
                          </p:cTn>
                        </p:par>
                        <p:par>
                          <p:cTn fill="hold">
                            <p:stCondLst>
                              <p:cond delay="7200"/>
                            </p:stCondLst>
                            <p:childTnLst>
                              <p:par>
                                <p:cTn fill="hold" nodeType="afterEffect" presetClass="entr" presetID="10" presetSubtype="0">
                                  <p:stCondLst>
                                    <p:cond delay="0"/>
                                  </p:stCondLst>
                                  <p:childTnLst>
                                    <p:set>
                                      <p:cBhvr>
                                        <p:cTn dur="1" fill="hold">
                                          <p:stCondLst>
                                            <p:cond delay="0"/>
                                          </p:stCondLst>
                                        </p:cTn>
                                        <p:tgtEl>
                                          <p:spTgt spid="3724"/>
                                        </p:tgtEl>
                                        <p:attrNameLst>
                                          <p:attrName>style.visibility</p:attrName>
                                        </p:attrNameLst>
                                      </p:cBhvr>
                                      <p:to>
                                        <p:strVal val="visible"/>
                                      </p:to>
                                    </p:set>
                                    <p:animEffect filter="fade" transition="in">
                                      <p:cBhvr>
                                        <p:cTn dur="1300"/>
                                        <p:tgtEl>
                                          <p:spTgt spid="37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3696"/>
                                        </p:tgtEl>
                                      </p:cBhvr>
                                    </p:animEffect>
                                    <p:set>
                                      <p:cBhvr>
                                        <p:cTn dur="1" fill="hold">
                                          <p:stCondLst>
                                            <p:cond delay="1000"/>
                                          </p:stCondLst>
                                        </p:cTn>
                                        <p:tgtEl>
                                          <p:spTgt spid="3696"/>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696"/>
                                        </p:tgtEl>
                                        <p:attrNameLst>
                                          <p:attrName>style.visibility</p:attrName>
                                        </p:attrNameLst>
                                      </p:cBhvr>
                                      <p:to>
                                        <p:strVal val="visible"/>
                                      </p:to>
                                    </p:set>
                                    <p:animEffect filter="fade" transition="in">
                                      <p:cBhvr>
                                        <p:cTn dur="1300"/>
                                        <p:tgtEl>
                                          <p:spTgt spid="3696"/>
                                        </p:tgtEl>
                                      </p:cBhvr>
                                    </p:animEffect>
                                  </p:childTnLst>
                                </p:cTn>
                              </p:par>
                            </p:childTnLst>
                          </p:cTn>
                        </p:par>
                        <p:par>
                          <p:cTn fill="hold">
                            <p:stCondLst>
                              <p:cond delay="2300"/>
                            </p:stCondLst>
                            <p:childTnLst>
                              <p:par>
                                <p:cTn fill="hold" nodeType="afterEffect" presetClass="exit" presetID="10" presetSubtype="0">
                                  <p:stCondLst>
                                    <p:cond delay="0"/>
                                  </p:stCondLst>
                                  <p:childTnLst>
                                    <p:animEffect filter="fade" transition="out">
                                      <p:cBhvr>
                                        <p:cTn dur="1000"/>
                                        <p:tgtEl>
                                          <p:spTgt spid="3699"/>
                                        </p:tgtEl>
                                      </p:cBhvr>
                                    </p:animEffect>
                                    <p:set>
                                      <p:cBhvr>
                                        <p:cTn dur="1" fill="hold">
                                          <p:stCondLst>
                                            <p:cond delay="1000"/>
                                          </p:stCondLst>
                                        </p:cTn>
                                        <p:tgtEl>
                                          <p:spTgt spid="3699"/>
                                        </p:tgtEl>
                                        <p:attrNameLst>
                                          <p:attrName>style.visibility</p:attrName>
                                        </p:attrNameLst>
                                      </p:cBhvr>
                                      <p:to>
                                        <p:strVal val="hidden"/>
                                      </p:to>
                                    </p:set>
                                  </p:childTnLst>
                                </p:cTn>
                              </p:par>
                            </p:childTnLst>
                          </p:cTn>
                        </p:par>
                        <p:par>
                          <p:cTn fill="hold">
                            <p:stCondLst>
                              <p:cond delay="3300"/>
                            </p:stCondLst>
                            <p:childTnLst>
                              <p:par>
                                <p:cTn fill="hold" nodeType="afterEffect" presetClass="entr" presetID="10" presetSubtype="0">
                                  <p:stCondLst>
                                    <p:cond delay="0"/>
                                  </p:stCondLst>
                                  <p:childTnLst>
                                    <p:set>
                                      <p:cBhvr>
                                        <p:cTn dur="1" fill="hold">
                                          <p:stCondLst>
                                            <p:cond delay="0"/>
                                          </p:stCondLst>
                                        </p:cTn>
                                        <p:tgtEl>
                                          <p:spTgt spid="3699"/>
                                        </p:tgtEl>
                                        <p:attrNameLst>
                                          <p:attrName>style.visibility</p:attrName>
                                        </p:attrNameLst>
                                      </p:cBhvr>
                                      <p:to>
                                        <p:strVal val="visible"/>
                                      </p:to>
                                    </p:set>
                                    <p:animEffect filter="fade" transition="in">
                                      <p:cBhvr>
                                        <p:cTn dur="1000"/>
                                        <p:tgtEl>
                                          <p:spTgt spid="3699"/>
                                        </p:tgtEl>
                                      </p:cBhvr>
                                    </p:animEffect>
                                  </p:childTnLst>
                                </p:cTn>
                              </p:par>
                            </p:childTnLst>
                          </p:cTn>
                        </p:par>
                        <p:par>
                          <p:cTn fill="hold">
                            <p:stCondLst>
                              <p:cond delay="4300"/>
                            </p:stCondLst>
                            <p:childTnLst>
                              <p:par>
                                <p:cTn fill="hold" nodeType="afterEffect" presetClass="exit" presetID="10" presetSubtype="0">
                                  <p:stCondLst>
                                    <p:cond delay="0"/>
                                  </p:stCondLst>
                                  <p:childTnLst>
                                    <p:animEffect filter="fade" transition="out">
                                      <p:cBhvr>
                                        <p:cTn dur="1000"/>
                                        <p:tgtEl>
                                          <p:spTgt spid="3703"/>
                                        </p:tgtEl>
                                      </p:cBhvr>
                                    </p:animEffect>
                                    <p:set>
                                      <p:cBhvr>
                                        <p:cTn dur="1" fill="hold">
                                          <p:stCondLst>
                                            <p:cond delay="1000"/>
                                          </p:stCondLst>
                                        </p:cTn>
                                        <p:tgtEl>
                                          <p:spTgt spid="370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3715"/>
                                        </p:tgtEl>
                                      </p:cBhvr>
                                    </p:animEffect>
                                    <p:set>
                                      <p:cBhvr>
                                        <p:cTn dur="1" fill="hold">
                                          <p:stCondLst>
                                            <p:cond delay="1000"/>
                                          </p:stCondLst>
                                        </p:cTn>
                                        <p:tgtEl>
                                          <p:spTgt spid="3715"/>
                                        </p:tgtEl>
                                        <p:attrNameLst>
                                          <p:attrName>style.visibility</p:attrName>
                                        </p:attrNameLst>
                                      </p:cBhvr>
                                      <p:to>
                                        <p:strVal val="hidden"/>
                                      </p:to>
                                    </p:set>
                                  </p:childTnLst>
                                </p:cTn>
                              </p:par>
                            </p:childTnLst>
                          </p:cTn>
                        </p:par>
                        <p:par>
                          <p:cTn fill="hold">
                            <p:stCondLst>
                              <p:cond delay="5300"/>
                            </p:stCondLst>
                            <p:childTnLst>
                              <p:par>
                                <p:cTn fill="hold" nodeType="afterEffect" presetClass="entr" presetID="10" presetSubtype="0">
                                  <p:stCondLst>
                                    <p:cond delay="0"/>
                                  </p:stCondLst>
                                  <p:childTnLst>
                                    <p:set>
                                      <p:cBhvr>
                                        <p:cTn dur="1" fill="hold">
                                          <p:stCondLst>
                                            <p:cond delay="0"/>
                                          </p:stCondLst>
                                        </p:cTn>
                                        <p:tgtEl>
                                          <p:spTgt spid="3703"/>
                                        </p:tgtEl>
                                        <p:attrNameLst>
                                          <p:attrName>style.visibility</p:attrName>
                                        </p:attrNameLst>
                                      </p:cBhvr>
                                      <p:to>
                                        <p:strVal val="visible"/>
                                      </p:to>
                                    </p:set>
                                    <p:animEffect filter="fade" transition="in">
                                      <p:cBhvr>
                                        <p:cTn dur="1000"/>
                                        <p:tgtEl>
                                          <p:spTgt spid="3703"/>
                                        </p:tgtEl>
                                      </p:cBhvr>
                                    </p:animEffect>
                                  </p:childTnLst>
                                </p:cTn>
                              </p:par>
                              <p:par>
                                <p:cTn fill="hold" nodeType="withEffect" presetClass="entr" presetID="10" presetSubtype="0">
                                  <p:stCondLst>
                                    <p:cond delay="0"/>
                                  </p:stCondLst>
                                  <p:childTnLst>
                                    <p:set>
                                      <p:cBhvr>
                                        <p:cTn dur="1" fill="hold">
                                          <p:stCondLst>
                                            <p:cond delay="0"/>
                                          </p:stCondLst>
                                        </p:cTn>
                                        <p:tgtEl>
                                          <p:spTgt spid="3715"/>
                                        </p:tgtEl>
                                        <p:attrNameLst>
                                          <p:attrName>style.visibility</p:attrName>
                                        </p:attrNameLst>
                                      </p:cBhvr>
                                      <p:to>
                                        <p:strVal val="visible"/>
                                      </p:to>
                                    </p:set>
                                    <p:animEffect filter="fade" transition="in">
                                      <p:cBhvr>
                                        <p:cTn dur="1000"/>
                                        <p:tgtEl>
                                          <p:spTgt spid="37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2"/>
                                        </p:tgtEl>
                                        <p:attrNameLst>
                                          <p:attrName>style.visibility</p:attrName>
                                        </p:attrNameLst>
                                      </p:cBhvr>
                                      <p:to>
                                        <p:strVal val="visible"/>
                                      </p:to>
                                    </p:set>
                                    <p:animEffect filter="fade" transition="in">
                                      <p:cBhvr>
                                        <p:cTn dur="1000"/>
                                        <p:tgtEl>
                                          <p:spTgt spid="36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0" name="Shape 3740"/>
        <p:cNvGrpSpPr/>
        <p:nvPr/>
      </p:nvGrpSpPr>
      <p:grpSpPr>
        <a:xfrm>
          <a:off x="0" y="0"/>
          <a:ext cx="0" cy="0"/>
          <a:chOff x="0" y="0"/>
          <a:chExt cx="0" cy="0"/>
        </a:xfrm>
      </p:grpSpPr>
      <p:pic>
        <p:nvPicPr>
          <p:cNvPr id="3741" name="Google Shape;3741;p176"/>
          <p:cNvPicPr preferRelativeResize="0"/>
          <p:nvPr/>
        </p:nvPicPr>
        <p:blipFill>
          <a:blip r:embed="rId3">
            <a:alphaModFix/>
          </a:blip>
          <a:stretch>
            <a:fillRect/>
          </a:stretch>
        </p:blipFill>
        <p:spPr>
          <a:xfrm>
            <a:off x="1076400" y="969306"/>
            <a:ext cx="3541313" cy="1451762"/>
          </a:xfrm>
          <a:prstGeom prst="rect">
            <a:avLst/>
          </a:prstGeom>
          <a:noFill/>
          <a:ln>
            <a:noFill/>
          </a:ln>
        </p:spPr>
      </p:pic>
      <p:sp>
        <p:nvSpPr>
          <p:cNvPr id="3742" name="Google Shape;3742;p176"/>
          <p:cNvSpPr/>
          <p:nvPr/>
        </p:nvSpPr>
        <p:spPr>
          <a:xfrm>
            <a:off x="1076400" y="2561200"/>
            <a:ext cx="10160400" cy="3555900"/>
          </a:xfrm>
          <a:prstGeom prst="rect">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3" name="Google Shape;3743;p176"/>
          <p:cNvSpPr txBox="1"/>
          <p:nvPr>
            <p:ph idx="12" type="sldNum"/>
          </p:nvPr>
        </p:nvSpPr>
        <p:spPr>
          <a:xfrm>
            <a:off x="81975" y="6169556"/>
            <a:ext cx="731700" cy="14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800"/>
              <a:t>‹#›</a:t>
            </a:fld>
            <a:endParaRPr sz="800"/>
          </a:p>
        </p:txBody>
      </p:sp>
      <p:sp>
        <p:nvSpPr>
          <p:cNvPr id="3744" name="Google Shape;3744;p176"/>
          <p:cNvSpPr txBox="1"/>
          <p:nvPr>
            <p:ph type="title"/>
          </p:nvPr>
        </p:nvSpPr>
        <p:spPr>
          <a:xfrm>
            <a:off x="2547730" y="946000"/>
            <a:ext cx="8686800" cy="967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Seeing it as a pipeline model</a:t>
            </a:r>
            <a:endParaRPr>
              <a:latin typeface="Red Hat Display Medium"/>
              <a:ea typeface="Red Hat Display Medium"/>
              <a:cs typeface="Red Hat Display Medium"/>
              <a:sym typeface="Red Hat Display Medium"/>
            </a:endParaRPr>
          </a:p>
        </p:txBody>
      </p:sp>
      <p:sp>
        <p:nvSpPr>
          <p:cNvPr id="3745" name="Google Shape;3745;p176"/>
          <p:cNvSpPr txBox="1"/>
          <p:nvPr/>
        </p:nvSpPr>
        <p:spPr>
          <a:xfrm>
            <a:off x="7597748" y="2855706"/>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Monitor</a:t>
            </a:r>
            <a:endParaRPr b="1">
              <a:latin typeface="Red Hat Display"/>
              <a:ea typeface="Red Hat Display"/>
              <a:cs typeface="Red Hat Display"/>
              <a:sym typeface="Red Hat Display"/>
            </a:endParaRPr>
          </a:p>
        </p:txBody>
      </p:sp>
      <p:sp>
        <p:nvSpPr>
          <p:cNvPr id="3746" name="Google Shape;3746;p176"/>
          <p:cNvSpPr txBox="1"/>
          <p:nvPr/>
        </p:nvSpPr>
        <p:spPr>
          <a:xfrm>
            <a:off x="6334010" y="3951944"/>
            <a:ext cx="10860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Configure</a:t>
            </a:r>
            <a:endParaRPr b="1">
              <a:latin typeface="Red Hat Display"/>
              <a:ea typeface="Red Hat Display"/>
              <a:cs typeface="Red Hat Display"/>
              <a:sym typeface="Red Hat Display"/>
            </a:endParaRPr>
          </a:p>
        </p:txBody>
      </p:sp>
      <p:sp>
        <p:nvSpPr>
          <p:cNvPr id="3747" name="Google Shape;3747;p176"/>
          <p:cNvSpPr txBox="1"/>
          <p:nvPr/>
        </p:nvSpPr>
        <p:spPr>
          <a:xfrm>
            <a:off x="4746890" y="3951956"/>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Deploy</a:t>
            </a:r>
            <a:endParaRPr b="1">
              <a:latin typeface="Red Hat Display"/>
              <a:ea typeface="Red Hat Display"/>
              <a:cs typeface="Red Hat Display"/>
              <a:sym typeface="Red Hat Display"/>
            </a:endParaRPr>
          </a:p>
        </p:txBody>
      </p:sp>
      <p:sp>
        <p:nvSpPr>
          <p:cNvPr id="3748" name="Google Shape;3748;p176"/>
          <p:cNvSpPr txBox="1"/>
          <p:nvPr/>
        </p:nvSpPr>
        <p:spPr>
          <a:xfrm>
            <a:off x="3645433" y="2855694"/>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Review</a:t>
            </a:r>
            <a:endParaRPr b="1">
              <a:latin typeface="Red Hat Display"/>
              <a:ea typeface="Red Hat Display"/>
              <a:cs typeface="Red Hat Display"/>
              <a:sym typeface="Red Hat Display"/>
            </a:endParaRPr>
          </a:p>
        </p:txBody>
      </p:sp>
      <p:sp>
        <p:nvSpPr>
          <p:cNvPr id="3749" name="Google Shape;3749;p176"/>
          <p:cNvSpPr txBox="1"/>
          <p:nvPr/>
        </p:nvSpPr>
        <p:spPr>
          <a:xfrm>
            <a:off x="9717950" y="3951960"/>
            <a:ext cx="10860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Maintain</a:t>
            </a:r>
            <a:endParaRPr b="1">
              <a:latin typeface="Red Hat Display"/>
              <a:ea typeface="Red Hat Display"/>
              <a:cs typeface="Red Hat Display"/>
              <a:sym typeface="Red Hat Display"/>
            </a:endParaRPr>
          </a:p>
        </p:txBody>
      </p:sp>
      <p:sp>
        <p:nvSpPr>
          <p:cNvPr id="3750" name="Google Shape;3750;p176"/>
          <p:cNvSpPr txBox="1"/>
          <p:nvPr/>
        </p:nvSpPr>
        <p:spPr>
          <a:xfrm>
            <a:off x="8130830" y="3951940"/>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Manage</a:t>
            </a:r>
            <a:endParaRPr b="1">
              <a:latin typeface="Red Hat Display"/>
              <a:ea typeface="Red Hat Display"/>
              <a:cs typeface="Red Hat Display"/>
              <a:sym typeface="Red Hat Display"/>
            </a:endParaRPr>
          </a:p>
        </p:txBody>
      </p:sp>
      <p:sp>
        <p:nvSpPr>
          <p:cNvPr id="3751" name="Google Shape;3751;p176"/>
          <p:cNvSpPr txBox="1"/>
          <p:nvPr/>
        </p:nvSpPr>
        <p:spPr>
          <a:xfrm>
            <a:off x="3374738" y="3951950"/>
            <a:ext cx="7935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Deliver</a:t>
            </a:r>
            <a:endParaRPr b="1">
              <a:latin typeface="Red Hat Display"/>
              <a:ea typeface="Red Hat Display"/>
              <a:cs typeface="Red Hat Display"/>
              <a:sym typeface="Red Hat Display"/>
            </a:endParaRPr>
          </a:p>
        </p:txBody>
      </p:sp>
      <p:sp>
        <p:nvSpPr>
          <p:cNvPr id="3752" name="Google Shape;3752;p176"/>
          <p:cNvSpPr txBox="1"/>
          <p:nvPr/>
        </p:nvSpPr>
        <p:spPr>
          <a:xfrm>
            <a:off x="1848950" y="3951940"/>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Define</a:t>
            </a:r>
            <a:endParaRPr b="1">
              <a:latin typeface="Red Hat Display"/>
              <a:ea typeface="Red Hat Display"/>
              <a:cs typeface="Red Hat Display"/>
              <a:sym typeface="Red Hat Display"/>
            </a:endParaRPr>
          </a:p>
        </p:txBody>
      </p:sp>
      <p:sp>
        <p:nvSpPr>
          <p:cNvPr id="3753" name="Google Shape;3753;p176"/>
          <p:cNvSpPr/>
          <p:nvPr/>
        </p:nvSpPr>
        <p:spPr>
          <a:xfrm rot="5400000">
            <a:off x="6949375" y="220250"/>
            <a:ext cx="253200" cy="7064400"/>
          </a:xfrm>
          <a:prstGeom prst="leftBrace">
            <a:avLst>
              <a:gd fmla="val 50000" name="adj1"/>
              <a:gd fmla="val 36255" name="adj2"/>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54" name="Google Shape;3754;p176"/>
          <p:cNvCxnSpPr>
            <a:endCxn id="3748" idx="3"/>
          </p:cNvCxnSpPr>
          <p:nvPr/>
        </p:nvCxnSpPr>
        <p:spPr>
          <a:xfrm rot="10800000">
            <a:off x="4521733" y="3055794"/>
            <a:ext cx="3066600" cy="0"/>
          </a:xfrm>
          <a:prstGeom prst="straightConnector1">
            <a:avLst/>
          </a:prstGeom>
          <a:noFill/>
          <a:ln cap="flat" cmpd="sng" w="28575">
            <a:solidFill>
              <a:schemeClr val="accent1"/>
            </a:solidFill>
            <a:prstDash val="solid"/>
            <a:round/>
            <a:headEnd len="med" w="med" type="none"/>
            <a:tailEnd len="med" w="med" type="triangle"/>
          </a:ln>
        </p:spPr>
      </p:cxnSp>
      <p:cxnSp>
        <p:nvCxnSpPr>
          <p:cNvPr id="3755" name="Google Shape;3755;p176"/>
          <p:cNvCxnSpPr>
            <a:stCxn id="3748" idx="1"/>
            <a:endCxn id="3752" idx="0"/>
          </p:cNvCxnSpPr>
          <p:nvPr/>
        </p:nvCxnSpPr>
        <p:spPr>
          <a:xfrm flipH="1">
            <a:off x="2287033" y="3055794"/>
            <a:ext cx="1358400" cy="896100"/>
          </a:xfrm>
          <a:prstGeom prst="curvedConnector2">
            <a:avLst/>
          </a:prstGeom>
          <a:noFill/>
          <a:ln cap="flat" cmpd="sng" w="28575">
            <a:solidFill>
              <a:schemeClr val="accent1"/>
            </a:solidFill>
            <a:prstDash val="solid"/>
            <a:round/>
            <a:headEnd len="med" w="med" type="none"/>
            <a:tailEnd len="med" w="med" type="triangle"/>
          </a:ln>
        </p:spPr>
      </p:cxnSp>
      <p:cxnSp>
        <p:nvCxnSpPr>
          <p:cNvPr id="3756" name="Google Shape;3756;p176"/>
          <p:cNvCxnSpPr>
            <a:stCxn id="3752" idx="3"/>
            <a:endCxn id="3751" idx="1"/>
          </p:cNvCxnSpPr>
          <p:nvPr/>
        </p:nvCxnSpPr>
        <p:spPr>
          <a:xfrm>
            <a:off x="2725250" y="4152040"/>
            <a:ext cx="649500" cy="0"/>
          </a:xfrm>
          <a:prstGeom prst="straightConnector1">
            <a:avLst/>
          </a:prstGeom>
          <a:noFill/>
          <a:ln cap="flat" cmpd="sng" w="28575">
            <a:solidFill>
              <a:schemeClr val="accent1"/>
            </a:solidFill>
            <a:prstDash val="solid"/>
            <a:round/>
            <a:headEnd len="med" w="med" type="none"/>
            <a:tailEnd len="med" w="med" type="triangle"/>
          </a:ln>
        </p:spPr>
      </p:cxnSp>
      <p:cxnSp>
        <p:nvCxnSpPr>
          <p:cNvPr id="3757" name="Google Shape;3757;p176"/>
          <p:cNvCxnSpPr>
            <a:stCxn id="3751" idx="3"/>
            <a:endCxn id="3747" idx="1"/>
          </p:cNvCxnSpPr>
          <p:nvPr/>
        </p:nvCxnSpPr>
        <p:spPr>
          <a:xfrm>
            <a:off x="4168238" y="4152050"/>
            <a:ext cx="578700" cy="0"/>
          </a:xfrm>
          <a:prstGeom prst="straightConnector1">
            <a:avLst/>
          </a:prstGeom>
          <a:noFill/>
          <a:ln cap="flat" cmpd="sng" w="28575">
            <a:solidFill>
              <a:schemeClr val="accent1"/>
            </a:solidFill>
            <a:prstDash val="solid"/>
            <a:round/>
            <a:headEnd len="med" w="med" type="none"/>
            <a:tailEnd len="med" w="med" type="triangle"/>
          </a:ln>
        </p:spPr>
      </p:cxnSp>
      <p:cxnSp>
        <p:nvCxnSpPr>
          <p:cNvPr id="3758" name="Google Shape;3758;p176"/>
          <p:cNvCxnSpPr>
            <a:stCxn id="3747" idx="3"/>
            <a:endCxn id="3746" idx="1"/>
          </p:cNvCxnSpPr>
          <p:nvPr/>
        </p:nvCxnSpPr>
        <p:spPr>
          <a:xfrm>
            <a:off x="5623190" y="4152056"/>
            <a:ext cx="710700" cy="0"/>
          </a:xfrm>
          <a:prstGeom prst="straightConnector1">
            <a:avLst/>
          </a:prstGeom>
          <a:noFill/>
          <a:ln cap="flat" cmpd="sng" w="28575">
            <a:solidFill>
              <a:schemeClr val="accent1"/>
            </a:solidFill>
            <a:prstDash val="solid"/>
            <a:round/>
            <a:headEnd len="med" w="med" type="none"/>
            <a:tailEnd len="med" w="med" type="triangle"/>
          </a:ln>
        </p:spPr>
      </p:cxnSp>
      <p:cxnSp>
        <p:nvCxnSpPr>
          <p:cNvPr id="3759" name="Google Shape;3759;p176"/>
          <p:cNvCxnSpPr>
            <a:stCxn id="3746" idx="3"/>
            <a:endCxn id="3750" idx="1"/>
          </p:cNvCxnSpPr>
          <p:nvPr/>
        </p:nvCxnSpPr>
        <p:spPr>
          <a:xfrm>
            <a:off x="7420010" y="4152044"/>
            <a:ext cx="710700" cy="0"/>
          </a:xfrm>
          <a:prstGeom prst="straightConnector1">
            <a:avLst/>
          </a:prstGeom>
          <a:noFill/>
          <a:ln cap="flat" cmpd="sng" w="28575">
            <a:solidFill>
              <a:schemeClr val="accent1"/>
            </a:solidFill>
            <a:prstDash val="solid"/>
            <a:round/>
            <a:headEnd len="med" w="med" type="none"/>
            <a:tailEnd len="med" w="med" type="triangle"/>
          </a:ln>
        </p:spPr>
      </p:cxnSp>
      <p:cxnSp>
        <p:nvCxnSpPr>
          <p:cNvPr id="3760" name="Google Shape;3760;p176"/>
          <p:cNvCxnSpPr>
            <a:stCxn id="3750" idx="3"/>
            <a:endCxn id="3749" idx="1"/>
          </p:cNvCxnSpPr>
          <p:nvPr/>
        </p:nvCxnSpPr>
        <p:spPr>
          <a:xfrm>
            <a:off x="9007130" y="4152040"/>
            <a:ext cx="710700" cy="0"/>
          </a:xfrm>
          <a:prstGeom prst="straightConnector1">
            <a:avLst/>
          </a:prstGeom>
          <a:noFill/>
          <a:ln cap="flat" cmpd="sng" w="28575">
            <a:solidFill>
              <a:schemeClr val="accent1"/>
            </a:solidFill>
            <a:prstDash val="solid"/>
            <a:round/>
            <a:headEnd len="med" w="med" type="none"/>
            <a:tailEnd len="med" w="med" type="triangle"/>
          </a:ln>
        </p:spPr>
      </p:cxnSp>
      <p:cxnSp>
        <p:nvCxnSpPr>
          <p:cNvPr id="3761" name="Google Shape;3761;p176"/>
          <p:cNvCxnSpPr>
            <a:stCxn id="3753" idx="1"/>
            <a:endCxn id="3745" idx="2"/>
          </p:cNvCxnSpPr>
          <p:nvPr/>
        </p:nvCxnSpPr>
        <p:spPr>
          <a:xfrm rot="10800000">
            <a:off x="8035877" y="3255950"/>
            <a:ext cx="11100" cy="369900"/>
          </a:xfrm>
          <a:prstGeom prst="straightConnector1">
            <a:avLst/>
          </a:prstGeom>
          <a:noFill/>
          <a:ln cap="flat" cmpd="sng" w="28575">
            <a:solidFill>
              <a:schemeClr val="accent1"/>
            </a:solidFill>
            <a:prstDash val="solid"/>
            <a:round/>
            <a:headEnd len="med" w="med" type="none"/>
            <a:tailEnd len="med" w="med" type="triangle"/>
          </a:ln>
        </p:spPr>
      </p:cxnSp>
      <p:sp>
        <p:nvSpPr>
          <p:cNvPr id="3762" name="Google Shape;3762;p176"/>
          <p:cNvSpPr txBox="1"/>
          <p:nvPr/>
        </p:nvSpPr>
        <p:spPr>
          <a:xfrm>
            <a:off x="7159892" y="1761100"/>
            <a:ext cx="17520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New Content</a:t>
            </a:r>
            <a:endParaRPr b="1">
              <a:latin typeface="Red Hat Display"/>
              <a:ea typeface="Red Hat Display"/>
              <a:cs typeface="Red Hat Display"/>
              <a:sym typeface="Red Hat Display"/>
            </a:endParaRPr>
          </a:p>
        </p:txBody>
      </p:sp>
      <p:cxnSp>
        <p:nvCxnSpPr>
          <p:cNvPr id="3763" name="Google Shape;3763;p176"/>
          <p:cNvCxnSpPr>
            <a:stCxn id="3762" idx="2"/>
            <a:endCxn id="3745" idx="0"/>
          </p:cNvCxnSpPr>
          <p:nvPr/>
        </p:nvCxnSpPr>
        <p:spPr>
          <a:xfrm>
            <a:off x="8035892" y="2161300"/>
            <a:ext cx="0" cy="694500"/>
          </a:xfrm>
          <a:prstGeom prst="straightConnector1">
            <a:avLst/>
          </a:prstGeom>
          <a:noFill/>
          <a:ln cap="flat" cmpd="sng" w="28575">
            <a:solidFill>
              <a:schemeClr val="accent1"/>
            </a:solidFill>
            <a:prstDash val="solid"/>
            <a:round/>
            <a:headEnd len="med" w="med" type="none"/>
            <a:tailEnd len="med" w="med" type="triangle"/>
          </a:ln>
        </p:spPr>
      </p:cxnSp>
      <p:sp>
        <p:nvSpPr>
          <p:cNvPr id="3764" name="Google Shape;3764;p176"/>
          <p:cNvSpPr txBox="1"/>
          <p:nvPr/>
        </p:nvSpPr>
        <p:spPr>
          <a:xfrm>
            <a:off x="1780010" y="4324957"/>
            <a:ext cx="1022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Display"/>
                <a:ea typeface="Red Hat Display"/>
                <a:cs typeface="Red Hat Display"/>
                <a:sym typeface="Red Hat Display"/>
              </a:rPr>
              <a:t>(Publish)</a:t>
            </a:r>
            <a:endParaRPr>
              <a:latin typeface="Red Hat Display"/>
              <a:ea typeface="Red Hat Display"/>
              <a:cs typeface="Red Hat Display"/>
              <a:sym typeface="Red Hat Display"/>
            </a:endParaRPr>
          </a:p>
        </p:txBody>
      </p:sp>
      <p:sp>
        <p:nvSpPr>
          <p:cNvPr id="3765" name="Google Shape;3765;p176"/>
          <p:cNvSpPr txBox="1"/>
          <p:nvPr/>
        </p:nvSpPr>
        <p:spPr>
          <a:xfrm>
            <a:off x="3046662" y="4324950"/>
            <a:ext cx="1474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Display"/>
                <a:ea typeface="Red Hat Display"/>
                <a:cs typeface="Red Hat Display"/>
                <a:sym typeface="Red Hat Display"/>
              </a:rPr>
              <a:t>(Promote)</a:t>
            </a:r>
            <a:endParaRPr>
              <a:latin typeface="Red Hat Display"/>
              <a:ea typeface="Red Hat Display"/>
              <a:cs typeface="Red Hat Display"/>
              <a:sym typeface="Red Hat Display"/>
            </a:endParaRPr>
          </a:p>
        </p:txBody>
      </p:sp>
      <p:sp>
        <p:nvSpPr>
          <p:cNvPr id="3766" name="Google Shape;3766;p176"/>
          <p:cNvSpPr txBox="1"/>
          <p:nvPr/>
        </p:nvSpPr>
        <p:spPr>
          <a:xfrm>
            <a:off x="4494462" y="4324950"/>
            <a:ext cx="1474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Display"/>
                <a:ea typeface="Red Hat Display"/>
                <a:cs typeface="Red Hat Display"/>
                <a:sym typeface="Red Hat Display"/>
              </a:rPr>
              <a:t>(Provision)</a:t>
            </a:r>
            <a:endParaRPr>
              <a:latin typeface="Red Hat Display"/>
              <a:ea typeface="Red Hat Display"/>
              <a:cs typeface="Red Hat Display"/>
              <a:sym typeface="Red Hat Display"/>
            </a:endParaRPr>
          </a:p>
        </p:txBody>
      </p:sp>
      <p:sp>
        <p:nvSpPr>
          <p:cNvPr id="3767" name="Google Shape;3767;p176"/>
          <p:cNvSpPr/>
          <p:nvPr/>
        </p:nvSpPr>
        <p:spPr>
          <a:xfrm>
            <a:off x="1610442" y="4810412"/>
            <a:ext cx="1550124" cy="109144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800">
                <a:solidFill>
                  <a:schemeClr val="dk1"/>
                </a:solidFill>
              </a:rPr>
              <a:t>Binary Content (rpms, etc..)</a:t>
            </a:r>
            <a:endParaRPr b="1" sz="800">
              <a:solidFill>
                <a:schemeClr val="dk1"/>
              </a:solidFill>
            </a:endParaRPr>
          </a:p>
          <a:p>
            <a:pPr indent="0" lvl="0" marL="0" rtl="0" algn="l">
              <a:spcBef>
                <a:spcPts val="0"/>
              </a:spcBef>
              <a:spcAft>
                <a:spcPts val="0"/>
              </a:spcAft>
              <a:buClr>
                <a:schemeClr val="dk1"/>
              </a:buClr>
              <a:buSzPts val="1100"/>
              <a:buFont typeface="Arial"/>
              <a:buNone/>
            </a:pPr>
            <a:r>
              <a:rPr b="1" lang="en" sz="800">
                <a:solidFill>
                  <a:schemeClr val="dk1"/>
                </a:solidFill>
              </a:rPr>
              <a:t>Configuration Code</a:t>
            </a:r>
            <a:endParaRPr b="1" sz="800">
              <a:solidFill>
                <a:schemeClr val="dk1"/>
              </a:solidFill>
            </a:endParaRPr>
          </a:p>
          <a:p>
            <a:pPr indent="0" lvl="0" marL="0" rtl="0" algn="l">
              <a:spcBef>
                <a:spcPts val="0"/>
              </a:spcBef>
              <a:spcAft>
                <a:spcPts val="0"/>
              </a:spcAft>
              <a:buClr>
                <a:schemeClr val="dk1"/>
              </a:buClr>
              <a:buSzPts val="1100"/>
              <a:buFont typeface="Arial"/>
              <a:buNone/>
            </a:pPr>
            <a:r>
              <a:rPr b="1" lang="en" sz="800">
                <a:solidFill>
                  <a:schemeClr val="dk1"/>
                </a:solidFill>
              </a:rPr>
              <a:t>Configuration Templates</a:t>
            </a:r>
            <a:endParaRPr b="1" sz="800">
              <a:solidFill>
                <a:schemeClr val="dk1"/>
              </a:solidFill>
            </a:endParaRPr>
          </a:p>
          <a:p>
            <a:pPr indent="0" lvl="0" marL="0" rtl="0" algn="l">
              <a:spcBef>
                <a:spcPts val="0"/>
              </a:spcBef>
              <a:spcAft>
                <a:spcPts val="0"/>
              </a:spcAft>
              <a:buClr>
                <a:schemeClr val="dk1"/>
              </a:buClr>
              <a:buSzPts val="1100"/>
              <a:buFont typeface="Arial"/>
              <a:buNone/>
            </a:pPr>
            <a:r>
              <a:rPr b="1" lang="en" sz="800">
                <a:solidFill>
                  <a:schemeClr val="dk1"/>
                </a:solidFill>
              </a:rPr>
              <a:t>Application Code / Containers</a:t>
            </a:r>
            <a:endParaRPr b="1" sz="800">
              <a:solidFill>
                <a:schemeClr val="dk1"/>
              </a:solidFill>
            </a:endParaRPr>
          </a:p>
        </p:txBody>
      </p:sp>
      <p:cxnSp>
        <p:nvCxnSpPr>
          <p:cNvPr id="3768" name="Google Shape;3768;p176"/>
          <p:cNvCxnSpPr>
            <a:stCxn id="3767" idx="3"/>
          </p:cNvCxnSpPr>
          <p:nvPr/>
        </p:nvCxnSpPr>
        <p:spPr>
          <a:xfrm>
            <a:off x="3160566" y="5356136"/>
            <a:ext cx="507600" cy="10200"/>
          </a:xfrm>
          <a:prstGeom prst="straightConnector1">
            <a:avLst/>
          </a:prstGeom>
          <a:noFill/>
          <a:ln cap="flat" cmpd="sng" w="28575">
            <a:solidFill>
              <a:schemeClr val="accent1"/>
            </a:solidFill>
            <a:prstDash val="solid"/>
            <a:round/>
            <a:headEnd len="med" w="med" type="none"/>
            <a:tailEnd len="med" w="med" type="triangle"/>
          </a:ln>
        </p:spPr>
      </p:cxnSp>
      <p:sp>
        <p:nvSpPr>
          <p:cNvPr id="3769" name="Google Shape;3769;p176"/>
          <p:cNvSpPr txBox="1"/>
          <p:nvPr/>
        </p:nvSpPr>
        <p:spPr>
          <a:xfrm>
            <a:off x="4712056" y="6142800"/>
            <a:ext cx="2685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Display"/>
                <a:ea typeface="Red Hat Display"/>
                <a:cs typeface="Red Hat Display"/>
                <a:sym typeface="Red Hat Display"/>
              </a:rPr>
              <a:t>A generalized </a:t>
            </a:r>
            <a:r>
              <a:rPr lang="en">
                <a:solidFill>
                  <a:schemeClr val="dk1"/>
                </a:solidFill>
                <a:latin typeface="Red Hat Display"/>
                <a:ea typeface="Red Hat Display"/>
                <a:cs typeface="Red Hat Display"/>
                <a:sym typeface="Red Hat Display"/>
              </a:rPr>
              <a:t>SOE </a:t>
            </a:r>
            <a:r>
              <a:rPr lang="en">
                <a:latin typeface="Red Hat Display"/>
                <a:ea typeface="Red Hat Display"/>
                <a:cs typeface="Red Hat Display"/>
                <a:sym typeface="Red Hat Display"/>
              </a:rPr>
              <a:t>lifecycle</a:t>
            </a:r>
            <a:endParaRPr>
              <a:latin typeface="Red Hat Display"/>
              <a:ea typeface="Red Hat Display"/>
              <a:cs typeface="Red Hat Display"/>
              <a:sym typeface="Red Hat Display"/>
            </a:endParaRPr>
          </a:p>
        </p:txBody>
      </p:sp>
      <p:sp>
        <p:nvSpPr>
          <p:cNvPr id="3770" name="Google Shape;3770;p176"/>
          <p:cNvSpPr txBox="1"/>
          <p:nvPr/>
        </p:nvSpPr>
        <p:spPr>
          <a:xfrm>
            <a:off x="8159475" y="4425050"/>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Test</a:t>
            </a:r>
            <a:endParaRPr b="1">
              <a:latin typeface="Red Hat Display"/>
              <a:ea typeface="Red Hat Display"/>
              <a:cs typeface="Red Hat Display"/>
              <a:sym typeface="Red Hat Display"/>
            </a:endParaRPr>
          </a:p>
        </p:txBody>
      </p:sp>
      <p:cxnSp>
        <p:nvCxnSpPr>
          <p:cNvPr id="3771" name="Google Shape;3771;p176"/>
          <p:cNvCxnSpPr>
            <a:stCxn id="3746" idx="3"/>
            <a:endCxn id="3770" idx="1"/>
          </p:cNvCxnSpPr>
          <p:nvPr/>
        </p:nvCxnSpPr>
        <p:spPr>
          <a:xfrm>
            <a:off x="7420010" y="4152044"/>
            <a:ext cx="739500" cy="473100"/>
          </a:xfrm>
          <a:prstGeom prst="curvedConnector3">
            <a:avLst>
              <a:gd fmla="val 49998" name="adj1"/>
            </a:avLst>
          </a:prstGeom>
          <a:noFill/>
          <a:ln cap="flat" cmpd="sng" w="28575">
            <a:solidFill>
              <a:schemeClr val="accent1"/>
            </a:solidFill>
            <a:prstDash val="solid"/>
            <a:round/>
            <a:headEnd len="med" w="med" type="none"/>
            <a:tailEnd len="med" w="med" type="triangle"/>
          </a:ln>
        </p:spPr>
      </p:cxnSp>
      <p:cxnSp>
        <p:nvCxnSpPr>
          <p:cNvPr id="3772" name="Google Shape;3772;p176"/>
          <p:cNvCxnSpPr>
            <a:stCxn id="3770" idx="3"/>
            <a:endCxn id="3773" idx="1"/>
          </p:cNvCxnSpPr>
          <p:nvPr/>
        </p:nvCxnSpPr>
        <p:spPr>
          <a:xfrm>
            <a:off x="9035775" y="4625150"/>
            <a:ext cx="682200" cy="600"/>
          </a:xfrm>
          <a:prstGeom prst="curvedConnector3">
            <a:avLst>
              <a:gd fmla="val 49998" name="adj1"/>
            </a:avLst>
          </a:prstGeom>
          <a:noFill/>
          <a:ln cap="flat" cmpd="sng" w="28575">
            <a:solidFill>
              <a:schemeClr val="accent1"/>
            </a:solidFill>
            <a:prstDash val="solid"/>
            <a:round/>
            <a:headEnd len="med" w="med" type="none"/>
            <a:tailEnd len="med" w="med" type="triangle"/>
          </a:ln>
        </p:spPr>
      </p:cxnSp>
      <p:sp>
        <p:nvSpPr>
          <p:cNvPr id="3773" name="Google Shape;3773;p176"/>
          <p:cNvSpPr txBox="1"/>
          <p:nvPr/>
        </p:nvSpPr>
        <p:spPr>
          <a:xfrm>
            <a:off x="9717950" y="4425050"/>
            <a:ext cx="981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Destroy</a:t>
            </a:r>
            <a:endParaRPr b="1">
              <a:latin typeface="Red Hat Display"/>
              <a:ea typeface="Red Hat Display"/>
              <a:cs typeface="Red Hat Display"/>
              <a:sym typeface="Red Hat Display"/>
            </a:endParaRPr>
          </a:p>
        </p:txBody>
      </p:sp>
      <p:pic>
        <p:nvPicPr>
          <p:cNvPr id="3774" name="Google Shape;3774;p176"/>
          <p:cNvPicPr preferRelativeResize="0"/>
          <p:nvPr/>
        </p:nvPicPr>
        <p:blipFill>
          <a:blip r:embed="rId4">
            <a:alphaModFix/>
          </a:blip>
          <a:stretch>
            <a:fillRect/>
          </a:stretch>
        </p:blipFill>
        <p:spPr>
          <a:xfrm>
            <a:off x="5933137" y="2743275"/>
            <a:ext cx="253200" cy="253200"/>
          </a:xfrm>
          <a:prstGeom prst="rect">
            <a:avLst/>
          </a:prstGeom>
          <a:noFill/>
          <a:ln>
            <a:noFill/>
          </a:ln>
        </p:spPr>
      </p:pic>
      <p:pic>
        <p:nvPicPr>
          <p:cNvPr id="3775" name="Google Shape;3775;p176"/>
          <p:cNvPicPr preferRelativeResize="0"/>
          <p:nvPr/>
        </p:nvPicPr>
        <p:blipFill>
          <a:blip r:embed="rId4">
            <a:alphaModFix/>
          </a:blip>
          <a:stretch>
            <a:fillRect/>
          </a:stretch>
        </p:blipFill>
        <p:spPr>
          <a:xfrm>
            <a:off x="2362074" y="3043350"/>
            <a:ext cx="253200" cy="253200"/>
          </a:xfrm>
          <a:prstGeom prst="rect">
            <a:avLst/>
          </a:prstGeom>
          <a:noFill/>
          <a:ln>
            <a:noFill/>
          </a:ln>
        </p:spPr>
      </p:pic>
      <p:pic>
        <p:nvPicPr>
          <p:cNvPr id="3776" name="Google Shape;3776;p176"/>
          <p:cNvPicPr preferRelativeResize="0"/>
          <p:nvPr/>
        </p:nvPicPr>
        <p:blipFill>
          <a:blip r:embed="rId5">
            <a:alphaModFix/>
          </a:blip>
          <a:stretch>
            <a:fillRect/>
          </a:stretch>
        </p:blipFill>
        <p:spPr>
          <a:xfrm>
            <a:off x="2845200" y="3835310"/>
            <a:ext cx="253200" cy="253903"/>
          </a:xfrm>
          <a:prstGeom prst="rect">
            <a:avLst/>
          </a:prstGeom>
          <a:noFill/>
          <a:ln>
            <a:noFill/>
          </a:ln>
        </p:spPr>
      </p:pic>
      <p:pic>
        <p:nvPicPr>
          <p:cNvPr id="3777" name="Google Shape;3777;p176"/>
          <p:cNvPicPr preferRelativeResize="0"/>
          <p:nvPr/>
        </p:nvPicPr>
        <p:blipFill>
          <a:blip r:embed="rId5">
            <a:alphaModFix/>
          </a:blip>
          <a:stretch>
            <a:fillRect/>
          </a:stretch>
        </p:blipFill>
        <p:spPr>
          <a:xfrm>
            <a:off x="4293000" y="3835310"/>
            <a:ext cx="253200" cy="253903"/>
          </a:xfrm>
          <a:prstGeom prst="rect">
            <a:avLst/>
          </a:prstGeom>
          <a:noFill/>
          <a:ln>
            <a:noFill/>
          </a:ln>
        </p:spPr>
      </p:pic>
      <p:pic>
        <p:nvPicPr>
          <p:cNvPr id="3778" name="Google Shape;3778;p176"/>
          <p:cNvPicPr preferRelativeResize="0"/>
          <p:nvPr/>
        </p:nvPicPr>
        <p:blipFill>
          <a:blip r:embed="rId5">
            <a:alphaModFix/>
          </a:blip>
          <a:stretch>
            <a:fillRect/>
          </a:stretch>
        </p:blipFill>
        <p:spPr>
          <a:xfrm>
            <a:off x="5817000" y="3835310"/>
            <a:ext cx="253200" cy="253903"/>
          </a:xfrm>
          <a:prstGeom prst="rect">
            <a:avLst/>
          </a:prstGeom>
          <a:noFill/>
          <a:ln>
            <a:noFill/>
          </a:ln>
        </p:spPr>
      </p:pic>
      <p:pic>
        <p:nvPicPr>
          <p:cNvPr id="3779" name="Google Shape;3779;p176"/>
          <p:cNvPicPr preferRelativeResize="0"/>
          <p:nvPr/>
        </p:nvPicPr>
        <p:blipFill>
          <a:blip r:embed="rId5">
            <a:alphaModFix/>
          </a:blip>
          <a:stretch>
            <a:fillRect/>
          </a:stretch>
        </p:blipFill>
        <p:spPr>
          <a:xfrm>
            <a:off x="7569600" y="3835310"/>
            <a:ext cx="253200" cy="253903"/>
          </a:xfrm>
          <a:prstGeom prst="rect">
            <a:avLst/>
          </a:prstGeom>
          <a:noFill/>
          <a:ln>
            <a:noFill/>
          </a:ln>
        </p:spPr>
      </p:pic>
      <p:pic>
        <p:nvPicPr>
          <p:cNvPr id="3780" name="Google Shape;3780;p176"/>
          <p:cNvPicPr preferRelativeResize="0"/>
          <p:nvPr/>
        </p:nvPicPr>
        <p:blipFill>
          <a:blip r:embed="rId5">
            <a:alphaModFix/>
          </a:blip>
          <a:stretch>
            <a:fillRect/>
          </a:stretch>
        </p:blipFill>
        <p:spPr>
          <a:xfrm>
            <a:off x="9093600" y="3835310"/>
            <a:ext cx="253200" cy="253903"/>
          </a:xfrm>
          <a:prstGeom prst="rect">
            <a:avLst/>
          </a:prstGeom>
          <a:noFill/>
          <a:ln>
            <a:noFill/>
          </a:ln>
        </p:spPr>
      </p:pic>
      <p:pic>
        <p:nvPicPr>
          <p:cNvPr id="3781" name="Google Shape;3781;p176"/>
          <p:cNvPicPr preferRelativeResize="0"/>
          <p:nvPr/>
        </p:nvPicPr>
        <p:blipFill>
          <a:blip r:embed="rId5">
            <a:alphaModFix/>
          </a:blip>
          <a:stretch>
            <a:fillRect/>
          </a:stretch>
        </p:blipFill>
        <p:spPr>
          <a:xfrm>
            <a:off x="8173625" y="3345660"/>
            <a:ext cx="253200" cy="253903"/>
          </a:xfrm>
          <a:prstGeom prst="rect">
            <a:avLst/>
          </a:prstGeom>
          <a:noFill/>
          <a:ln>
            <a:noFill/>
          </a:ln>
        </p:spPr>
      </p:pic>
      <p:pic>
        <p:nvPicPr>
          <p:cNvPr id="3782" name="Google Shape;3782;p176"/>
          <p:cNvPicPr preferRelativeResize="0"/>
          <p:nvPr/>
        </p:nvPicPr>
        <p:blipFill>
          <a:blip r:embed="rId5">
            <a:alphaModFix/>
          </a:blip>
          <a:stretch>
            <a:fillRect/>
          </a:stretch>
        </p:blipFill>
        <p:spPr>
          <a:xfrm>
            <a:off x="8173625" y="2202660"/>
            <a:ext cx="253200" cy="253903"/>
          </a:xfrm>
          <a:prstGeom prst="rect">
            <a:avLst/>
          </a:prstGeom>
          <a:noFill/>
          <a:ln>
            <a:noFill/>
          </a:ln>
        </p:spPr>
      </p:pic>
      <p:sp>
        <p:nvSpPr>
          <p:cNvPr id="3783" name="Google Shape;3783;p176"/>
          <p:cNvSpPr txBox="1"/>
          <p:nvPr/>
        </p:nvSpPr>
        <p:spPr>
          <a:xfrm>
            <a:off x="9057700" y="1748750"/>
            <a:ext cx="2829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New Code, Revisions, Errata,</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Vulnerability Data, Configuration Recommendations</a:t>
            </a:r>
            <a:endParaRPr>
              <a:latin typeface="Red Hat Display"/>
              <a:ea typeface="Red Hat Display"/>
              <a:cs typeface="Red Hat Display"/>
              <a:sym typeface="Red Hat Display"/>
            </a:endParaRPr>
          </a:p>
        </p:txBody>
      </p:sp>
      <p:sp>
        <p:nvSpPr>
          <p:cNvPr id="3784" name="Google Shape;3784;p176"/>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p>
            <a:pPr indent="0" lvl="0" marL="0" rtl="0" algn="l">
              <a:spcBef>
                <a:spcPts val="0"/>
              </a:spcBef>
              <a:spcAft>
                <a:spcPts val="0"/>
              </a:spcAft>
              <a:buClr>
                <a:schemeClr val="dk1"/>
              </a:buClr>
              <a:buSzPts val="1100"/>
              <a:buFont typeface="Arial"/>
              <a:buNone/>
            </a:pPr>
            <a:r>
              <a:rPr lang="en" sz="1000">
                <a:solidFill>
                  <a:schemeClr val="accent1"/>
                </a:solidFill>
                <a:latin typeface="Red Hat Display SemiBold"/>
                <a:ea typeface="Red Hat Display SemiBold"/>
                <a:cs typeface="Red Hat Display SemiBold"/>
                <a:sym typeface="Red Hat Display SemiBold"/>
              </a:rPr>
              <a:t>Red Hat Infrastructure Standard Adoption Model</a:t>
            </a:r>
            <a:endParaRPr/>
          </a:p>
        </p:txBody>
      </p:sp>
      <p:pic>
        <p:nvPicPr>
          <p:cNvPr id="3785" name="Google Shape;3785;p176"/>
          <p:cNvPicPr preferRelativeResize="0"/>
          <p:nvPr/>
        </p:nvPicPr>
        <p:blipFill>
          <a:blip r:embed="rId6">
            <a:alphaModFix/>
          </a:blip>
          <a:stretch>
            <a:fillRect/>
          </a:stretch>
        </p:blipFill>
        <p:spPr>
          <a:xfrm>
            <a:off x="5935950" y="6422638"/>
            <a:ext cx="238125" cy="238125"/>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9" name="Shape 3789"/>
        <p:cNvGrpSpPr/>
        <p:nvPr/>
      </p:nvGrpSpPr>
      <p:grpSpPr>
        <a:xfrm>
          <a:off x="0" y="0"/>
          <a:ext cx="0" cy="0"/>
          <a:chOff x="0" y="0"/>
          <a:chExt cx="0" cy="0"/>
        </a:xfrm>
      </p:grpSpPr>
      <p:sp>
        <p:nvSpPr>
          <p:cNvPr id="3790" name="Google Shape;3790;p177"/>
          <p:cNvSpPr txBox="1"/>
          <p:nvPr>
            <p:ph type="title"/>
          </p:nvPr>
        </p:nvSpPr>
        <p:spPr>
          <a:xfrm>
            <a:off x="1752600" y="946000"/>
            <a:ext cx="8686800" cy="967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Seeing it as a series of pipeline models</a:t>
            </a:r>
            <a:endParaRPr>
              <a:latin typeface="Red Hat Display Medium"/>
              <a:ea typeface="Red Hat Display Medium"/>
              <a:cs typeface="Red Hat Display Medium"/>
              <a:sym typeface="Red Hat Display Medium"/>
            </a:endParaRPr>
          </a:p>
        </p:txBody>
      </p:sp>
      <p:sp>
        <p:nvSpPr>
          <p:cNvPr id="3791" name="Google Shape;3791;p177"/>
          <p:cNvSpPr txBox="1"/>
          <p:nvPr/>
        </p:nvSpPr>
        <p:spPr>
          <a:xfrm>
            <a:off x="7477200" y="1911550"/>
            <a:ext cx="4421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We connect Lifecycle Environments into a path and we promote our artifacts along that path</a:t>
            </a:r>
            <a:endParaRPr>
              <a:latin typeface="Red Hat Display"/>
              <a:ea typeface="Red Hat Display"/>
              <a:cs typeface="Red Hat Display"/>
              <a:sym typeface="Red Hat Display"/>
            </a:endParaRPr>
          </a:p>
        </p:txBody>
      </p:sp>
      <p:grpSp>
        <p:nvGrpSpPr>
          <p:cNvPr id="3792" name="Google Shape;3792;p177"/>
          <p:cNvGrpSpPr/>
          <p:nvPr/>
        </p:nvGrpSpPr>
        <p:grpSpPr>
          <a:xfrm>
            <a:off x="466786" y="1604700"/>
            <a:ext cx="4608757" cy="2378480"/>
            <a:chOff x="1076400" y="1937729"/>
            <a:chExt cx="10160400" cy="4179371"/>
          </a:xfrm>
        </p:grpSpPr>
        <p:sp>
          <p:nvSpPr>
            <p:cNvPr id="3793" name="Google Shape;3793;p177"/>
            <p:cNvSpPr/>
            <p:nvPr/>
          </p:nvSpPr>
          <p:spPr>
            <a:xfrm>
              <a:off x="1076400" y="2561200"/>
              <a:ext cx="10160400" cy="35559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4" name="Google Shape;3794;p177"/>
            <p:cNvSpPr txBox="1"/>
            <p:nvPr/>
          </p:nvSpPr>
          <p:spPr>
            <a:xfrm>
              <a:off x="7597748" y="2855706"/>
              <a:ext cx="876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Mon</a:t>
              </a:r>
              <a:endParaRPr b="1" sz="800">
                <a:latin typeface="Red Hat Display"/>
                <a:ea typeface="Red Hat Display"/>
                <a:cs typeface="Red Hat Display"/>
                <a:sym typeface="Red Hat Display"/>
              </a:endParaRPr>
            </a:p>
          </p:txBody>
        </p:sp>
        <p:sp>
          <p:nvSpPr>
            <p:cNvPr id="3795" name="Google Shape;3795;p177"/>
            <p:cNvSpPr txBox="1"/>
            <p:nvPr/>
          </p:nvSpPr>
          <p:spPr>
            <a:xfrm>
              <a:off x="6334010" y="3951944"/>
              <a:ext cx="10860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Con</a:t>
              </a:r>
              <a:endParaRPr b="1" sz="800">
                <a:latin typeface="Red Hat Display"/>
                <a:ea typeface="Red Hat Display"/>
                <a:cs typeface="Red Hat Display"/>
                <a:sym typeface="Red Hat Display"/>
              </a:endParaRPr>
            </a:p>
          </p:txBody>
        </p:sp>
        <p:sp>
          <p:nvSpPr>
            <p:cNvPr id="3796" name="Google Shape;3796;p177"/>
            <p:cNvSpPr txBox="1"/>
            <p:nvPr/>
          </p:nvSpPr>
          <p:spPr>
            <a:xfrm>
              <a:off x="4746890" y="3951956"/>
              <a:ext cx="876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Dep</a:t>
              </a:r>
              <a:endParaRPr b="1" sz="800">
                <a:latin typeface="Red Hat Display"/>
                <a:ea typeface="Red Hat Display"/>
                <a:cs typeface="Red Hat Display"/>
                <a:sym typeface="Red Hat Display"/>
              </a:endParaRPr>
            </a:p>
          </p:txBody>
        </p:sp>
        <p:sp>
          <p:nvSpPr>
            <p:cNvPr id="3797" name="Google Shape;3797;p177"/>
            <p:cNvSpPr txBox="1"/>
            <p:nvPr/>
          </p:nvSpPr>
          <p:spPr>
            <a:xfrm>
              <a:off x="3645433" y="2855694"/>
              <a:ext cx="876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Rev</a:t>
              </a:r>
              <a:endParaRPr b="1" sz="800">
                <a:latin typeface="Red Hat Display"/>
                <a:ea typeface="Red Hat Display"/>
                <a:cs typeface="Red Hat Display"/>
                <a:sym typeface="Red Hat Display"/>
              </a:endParaRPr>
            </a:p>
          </p:txBody>
        </p:sp>
        <p:sp>
          <p:nvSpPr>
            <p:cNvPr id="3798" name="Google Shape;3798;p177"/>
            <p:cNvSpPr txBox="1"/>
            <p:nvPr/>
          </p:nvSpPr>
          <p:spPr>
            <a:xfrm>
              <a:off x="9717950" y="3951960"/>
              <a:ext cx="10860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Main</a:t>
              </a:r>
              <a:endParaRPr b="1" sz="800">
                <a:latin typeface="Red Hat Display"/>
                <a:ea typeface="Red Hat Display"/>
                <a:cs typeface="Red Hat Display"/>
                <a:sym typeface="Red Hat Display"/>
              </a:endParaRPr>
            </a:p>
          </p:txBody>
        </p:sp>
        <p:sp>
          <p:nvSpPr>
            <p:cNvPr id="3799" name="Google Shape;3799;p177"/>
            <p:cNvSpPr txBox="1"/>
            <p:nvPr/>
          </p:nvSpPr>
          <p:spPr>
            <a:xfrm>
              <a:off x="8130830" y="3951940"/>
              <a:ext cx="876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Man</a:t>
              </a:r>
              <a:endParaRPr b="1" sz="800">
                <a:latin typeface="Red Hat Display"/>
                <a:ea typeface="Red Hat Display"/>
                <a:cs typeface="Red Hat Display"/>
                <a:sym typeface="Red Hat Display"/>
              </a:endParaRPr>
            </a:p>
          </p:txBody>
        </p:sp>
        <p:sp>
          <p:nvSpPr>
            <p:cNvPr id="3800" name="Google Shape;3800;p177"/>
            <p:cNvSpPr txBox="1"/>
            <p:nvPr/>
          </p:nvSpPr>
          <p:spPr>
            <a:xfrm>
              <a:off x="3374738" y="3951950"/>
              <a:ext cx="7935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Del</a:t>
              </a:r>
              <a:endParaRPr b="1" sz="800">
                <a:latin typeface="Red Hat Display"/>
                <a:ea typeface="Red Hat Display"/>
                <a:cs typeface="Red Hat Display"/>
                <a:sym typeface="Red Hat Display"/>
              </a:endParaRPr>
            </a:p>
          </p:txBody>
        </p:sp>
        <p:sp>
          <p:nvSpPr>
            <p:cNvPr id="3801" name="Google Shape;3801;p177"/>
            <p:cNvSpPr txBox="1"/>
            <p:nvPr/>
          </p:nvSpPr>
          <p:spPr>
            <a:xfrm>
              <a:off x="1848950" y="3951940"/>
              <a:ext cx="876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Def</a:t>
              </a:r>
              <a:endParaRPr b="1" sz="800">
                <a:latin typeface="Red Hat Display"/>
                <a:ea typeface="Red Hat Display"/>
                <a:cs typeface="Red Hat Display"/>
                <a:sym typeface="Red Hat Display"/>
              </a:endParaRPr>
            </a:p>
          </p:txBody>
        </p:sp>
        <p:sp>
          <p:nvSpPr>
            <p:cNvPr id="3802" name="Google Shape;3802;p177"/>
            <p:cNvSpPr/>
            <p:nvPr/>
          </p:nvSpPr>
          <p:spPr>
            <a:xfrm rot="5400000">
              <a:off x="6949375" y="220250"/>
              <a:ext cx="253200" cy="7064400"/>
            </a:xfrm>
            <a:prstGeom prst="leftBrace">
              <a:avLst>
                <a:gd fmla="val 50000" name="adj1"/>
                <a:gd fmla="val 36255"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03" name="Google Shape;3803;p177"/>
            <p:cNvCxnSpPr>
              <a:endCxn id="3797" idx="3"/>
            </p:cNvCxnSpPr>
            <p:nvPr/>
          </p:nvCxnSpPr>
          <p:spPr>
            <a:xfrm rot="10800000">
              <a:off x="4521733" y="3055794"/>
              <a:ext cx="3066600" cy="0"/>
            </a:xfrm>
            <a:prstGeom prst="straightConnector1">
              <a:avLst/>
            </a:prstGeom>
            <a:noFill/>
            <a:ln cap="flat" cmpd="sng" w="19050">
              <a:solidFill>
                <a:schemeClr val="accent1"/>
              </a:solidFill>
              <a:prstDash val="solid"/>
              <a:round/>
              <a:headEnd len="med" w="med" type="none"/>
              <a:tailEnd len="med" w="med" type="triangle"/>
            </a:ln>
          </p:spPr>
        </p:cxnSp>
        <p:cxnSp>
          <p:nvCxnSpPr>
            <p:cNvPr id="3804" name="Google Shape;3804;p177"/>
            <p:cNvCxnSpPr>
              <a:stCxn id="3797" idx="1"/>
              <a:endCxn id="3801" idx="0"/>
            </p:cNvCxnSpPr>
            <p:nvPr/>
          </p:nvCxnSpPr>
          <p:spPr>
            <a:xfrm flipH="1">
              <a:off x="2287033" y="3055794"/>
              <a:ext cx="1358400" cy="896100"/>
            </a:xfrm>
            <a:prstGeom prst="curvedConnector2">
              <a:avLst/>
            </a:prstGeom>
            <a:noFill/>
            <a:ln cap="flat" cmpd="sng" w="19050">
              <a:solidFill>
                <a:schemeClr val="accent1"/>
              </a:solidFill>
              <a:prstDash val="solid"/>
              <a:round/>
              <a:headEnd len="med" w="med" type="none"/>
              <a:tailEnd len="med" w="med" type="triangle"/>
            </a:ln>
          </p:spPr>
        </p:cxnSp>
        <p:cxnSp>
          <p:nvCxnSpPr>
            <p:cNvPr id="3805" name="Google Shape;3805;p177"/>
            <p:cNvCxnSpPr>
              <a:stCxn id="3801" idx="3"/>
              <a:endCxn id="3800" idx="1"/>
            </p:cNvCxnSpPr>
            <p:nvPr/>
          </p:nvCxnSpPr>
          <p:spPr>
            <a:xfrm>
              <a:off x="2725250" y="4152040"/>
              <a:ext cx="649500" cy="0"/>
            </a:xfrm>
            <a:prstGeom prst="straightConnector1">
              <a:avLst/>
            </a:prstGeom>
            <a:noFill/>
            <a:ln cap="flat" cmpd="sng" w="19050">
              <a:solidFill>
                <a:schemeClr val="accent1"/>
              </a:solidFill>
              <a:prstDash val="solid"/>
              <a:round/>
              <a:headEnd len="med" w="med" type="none"/>
              <a:tailEnd len="med" w="med" type="triangle"/>
            </a:ln>
          </p:spPr>
        </p:cxnSp>
        <p:cxnSp>
          <p:nvCxnSpPr>
            <p:cNvPr id="3806" name="Google Shape;3806;p177"/>
            <p:cNvCxnSpPr>
              <a:stCxn id="3800" idx="3"/>
              <a:endCxn id="3796" idx="1"/>
            </p:cNvCxnSpPr>
            <p:nvPr/>
          </p:nvCxnSpPr>
          <p:spPr>
            <a:xfrm>
              <a:off x="4168238" y="4152050"/>
              <a:ext cx="578700" cy="0"/>
            </a:xfrm>
            <a:prstGeom prst="straightConnector1">
              <a:avLst/>
            </a:prstGeom>
            <a:noFill/>
            <a:ln cap="flat" cmpd="sng" w="19050">
              <a:solidFill>
                <a:schemeClr val="accent1"/>
              </a:solidFill>
              <a:prstDash val="solid"/>
              <a:round/>
              <a:headEnd len="med" w="med" type="none"/>
              <a:tailEnd len="med" w="med" type="triangle"/>
            </a:ln>
          </p:spPr>
        </p:cxnSp>
        <p:cxnSp>
          <p:nvCxnSpPr>
            <p:cNvPr id="3807" name="Google Shape;3807;p177"/>
            <p:cNvCxnSpPr>
              <a:stCxn id="3796" idx="3"/>
              <a:endCxn id="3795" idx="1"/>
            </p:cNvCxnSpPr>
            <p:nvPr/>
          </p:nvCxnSpPr>
          <p:spPr>
            <a:xfrm>
              <a:off x="5623190" y="4152056"/>
              <a:ext cx="710700" cy="0"/>
            </a:xfrm>
            <a:prstGeom prst="straightConnector1">
              <a:avLst/>
            </a:prstGeom>
            <a:noFill/>
            <a:ln cap="flat" cmpd="sng" w="19050">
              <a:solidFill>
                <a:schemeClr val="accent1"/>
              </a:solidFill>
              <a:prstDash val="solid"/>
              <a:round/>
              <a:headEnd len="med" w="med" type="none"/>
              <a:tailEnd len="med" w="med" type="triangle"/>
            </a:ln>
          </p:spPr>
        </p:cxnSp>
        <p:cxnSp>
          <p:nvCxnSpPr>
            <p:cNvPr id="3808" name="Google Shape;3808;p177"/>
            <p:cNvCxnSpPr>
              <a:stCxn id="3795" idx="3"/>
              <a:endCxn id="3799" idx="1"/>
            </p:cNvCxnSpPr>
            <p:nvPr/>
          </p:nvCxnSpPr>
          <p:spPr>
            <a:xfrm>
              <a:off x="7420010" y="4152044"/>
              <a:ext cx="710700" cy="0"/>
            </a:xfrm>
            <a:prstGeom prst="straightConnector1">
              <a:avLst/>
            </a:prstGeom>
            <a:noFill/>
            <a:ln cap="flat" cmpd="sng" w="19050">
              <a:solidFill>
                <a:schemeClr val="accent1"/>
              </a:solidFill>
              <a:prstDash val="solid"/>
              <a:round/>
              <a:headEnd len="med" w="med" type="none"/>
              <a:tailEnd len="med" w="med" type="triangle"/>
            </a:ln>
          </p:spPr>
        </p:cxnSp>
        <p:cxnSp>
          <p:nvCxnSpPr>
            <p:cNvPr id="3809" name="Google Shape;3809;p177"/>
            <p:cNvCxnSpPr>
              <a:stCxn id="3799" idx="3"/>
              <a:endCxn id="3798" idx="1"/>
            </p:cNvCxnSpPr>
            <p:nvPr/>
          </p:nvCxnSpPr>
          <p:spPr>
            <a:xfrm>
              <a:off x="9007130" y="4152040"/>
              <a:ext cx="710700" cy="0"/>
            </a:xfrm>
            <a:prstGeom prst="straightConnector1">
              <a:avLst/>
            </a:prstGeom>
            <a:noFill/>
            <a:ln cap="flat" cmpd="sng" w="19050">
              <a:solidFill>
                <a:schemeClr val="accent1"/>
              </a:solidFill>
              <a:prstDash val="solid"/>
              <a:round/>
              <a:headEnd len="med" w="med" type="none"/>
              <a:tailEnd len="med" w="med" type="triangle"/>
            </a:ln>
          </p:spPr>
        </p:cxnSp>
        <p:cxnSp>
          <p:nvCxnSpPr>
            <p:cNvPr id="3810" name="Google Shape;3810;p177"/>
            <p:cNvCxnSpPr>
              <a:stCxn id="3802" idx="1"/>
              <a:endCxn id="3794" idx="2"/>
            </p:cNvCxnSpPr>
            <p:nvPr/>
          </p:nvCxnSpPr>
          <p:spPr>
            <a:xfrm rot="10800000">
              <a:off x="8035877" y="3255950"/>
              <a:ext cx="11100" cy="369900"/>
            </a:xfrm>
            <a:prstGeom prst="straightConnector1">
              <a:avLst/>
            </a:prstGeom>
            <a:noFill/>
            <a:ln cap="flat" cmpd="sng" w="19050">
              <a:solidFill>
                <a:schemeClr val="accent1"/>
              </a:solidFill>
              <a:prstDash val="solid"/>
              <a:round/>
              <a:headEnd len="med" w="med" type="none"/>
              <a:tailEnd len="med" w="med" type="triangle"/>
            </a:ln>
          </p:spPr>
        </p:cxnSp>
        <p:sp>
          <p:nvSpPr>
            <p:cNvPr id="3811" name="Google Shape;3811;p177"/>
            <p:cNvSpPr txBox="1"/>
            <p:nvPr/>
          </p:nvSpPr>
          <p:spPr>
            <a:xfrm>
              <a:off x="7097951" y="1937729"/>
              <a:ext cx="18759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New Content</a:t>
              </a:r>
              <a:endParaRPr b="1" sz="800">
                <a:latin typeface="Red Hat Display"/>
                <a:ea typeface="Red Hat Display"/>
                <a:cs typeface="Red Hat Display"/>
                <a:sym typeface="Red Hat Display"/>
              </a:endParaRPr>
            </a:p>
          </p:txBody>
        </p:sp>
        <p:cxnSp>
          <p:nvCxnSpPr>
            <p:cNvPr id="3812" name="Google Shape;3812;p177"/>
            <p:cNvCxnSpPr>
              <a:stCxn id="3811" idx="2"/>
              <a:endCxn id="3794" idx="0"/>
            </p:cNvCxnSpPr>
            <p:nvPr/>
          </p:nvCxnSpPr>
          <p:spPr>
            <a:xfrm>
              <a:off x="8035901" y="2337929"/>
              <a:ext cx="0" cy="517800"/>
            </a:xfrm>
            <a:prstGeom prst="straightConnector1">
              <a:avLst/>
            </a:prstGeom>
            <a:noFill/>
            <a:ln cap="flat" cmpd="sng" w="19050">
              <a:solidFill>
                <a:schemeClr val="accent1"/>
              </a:solidFill>
              <a:prstDash val="solid"/>
              <a:round/>
              <a:headEnd len="med" w="med" type="none"/>
              <a:tailEnd len="med" w="med" type="triangle"/>
            </a:ln>
          </p:spPr>
        </p:cxnSp>
        <p:sp>
          <p:nvSpPr>
            <p:cNvPr id="3813" name="Google Shape;3813;p177"/>
            <p:cNvSpPr/>
            <p:nvPr/>
          </p:nvSpPr>
          <p:spPr>
            <a:xfrm>
              <a:off x="1504950" y="4829175"/>
              <a:ext cx="1550124" cy="1091448"/>
            </a:xfrm>
            <a:prstGeom prst="flowChartDocument">
              <a:avLst/>
            </a:prstGeom>
            <a:solidFill>
              <a:srgbClr val="FFD96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400">
                  <a:solidFill>
                    <a:schemeClr val="dk1"/>
                  </a:solidFill>
                </a:rPr>
                <a:t>Binary Content (rpms, etc..)</a:t>
              </a:r>
              <a:endParaRPr b="1" sz="400">
                <a:solidFill>
                  <a:schemeClr val="dk1"/>
                </a:solidFill>
              </a:endParaRPr>
            </a:p>
            <a:p>
              <a:pPr indent="0" lvl="0" marL="0" rtl="0" algn="l">
                <a:spcBef>
                  <a:spcPts val="0"/>
                </a:spcBef>
                <a:spcAft>
                  <a:spcPts val="0"/>
                </a:spcAft>
                <a:buClr>
                  <a:schemeClr val="dk1"/>
                </a:buClr>
                <a:buSzPts val="1100"/>
                <a:buFont typeface="Arial"/>
                <a:buNone/>
              </a:pPr>
              <a:r>
                <a:rPr b="1" lang="en" sz="400">
                  <a:solidFill>
                    <a:schemeClr val="dk1"/>
                  </a:solidFill>
                </a:rPr>
                <a:t>Configuration Code</a:t>
              </a:r>
              <a:endParaRPr b="1" sz="400">
                <a:solidFill>
                  <a:schemeClr val="dk1"/>
                </a:solidFill>
              </a:endParaRPr>
            </a:p>
            <a:p>
              <a:pPr indent="0" lvl="0" marL="0" rtl="0" algn="l">
                <a:spcBef>
                  <a:spcPts val="0"/>
                </a:spcBef>
                <a:spcAft>
                  <a:spcPts val="0"/>
                </a:spcAft>
                <a:buClr>
                  <a:schemeClr val="dk1"/>
                </a:buClr>
                <a:buSzPts val="1100"/>
                <a:buFont typeface="Arial"/>
                <a:buNone/>
              </a:pPr>
              <a:r>
                <a:rPr b="1" lang="en" sz="400">
                  <a:solidFill>
                    <a:schemeClr val="dk1"/>
                  </a:solidFill>
                </a:rPr>
                <a:t>Configuration Templates</a:t>
              </a:r>
              <a:endParaRPr b="1" sz="400">
                <a:solidFill>
                  <a:schemeClr val="dk1"/>
                </a:solidFill>
              </a:endParaRPr>
            </a:p>
            <a:p>
              <a:pPr indent="0" lvl="0" marL="0" rtl="0" algn="l">
                <a:spcBef>
                  <a:spcPts val="0"/>
                </a:spcBef>
                <a:spcAft>
                  <a:spcPts val="0"/>
                </a:spcAft>
                <a:buClr>
                  <a:schemeClr val="dk1"/>
                </a:buClr>
                <a:buSzPts val="1100"/>
                <a:buFont typeface="Arial"/>
                <a:buNone/>
              </a:pPr>
              <a:r>
                <a:rPr b="1" lang="en" sz="400">
                  <a:solidFill>
                    <a:schemeClr val="dk1"/>
                  </a:solidFill>
                </a:rPr>
                <a:t>Application Code / Containers</a:t>
              </a:r>
              <a:endParaRPr b="1" sz="400">
                <a:solidFill>
                  <a:schemeClr val="dk1"/>
                </a:solidFill>
              </a:endParaRPr>
            </a:p>
          </p:txBody>
        </p:sp>
        <p:cxnSp>
          <p:nvCxnSpPr>
            <p:cNvPr id="3814" name="Google Shape;3814;p177"/>
            <p:cNvCxnSpPr>
              <a:stCxn id="3813" idx="3"/>
            </p:cNvCxnSpPr>
            <p:nvPr/>
          </p:nvCxnSpPr>
          <p:spPr>
            <a:xfrm>
              <a:off x="3055074" y="5374899"/>
              <a:ext cx="507600" cy="10200"/>
            </a:xfrm>
            <a:prstGeom prst="straightConnector1">
              <a:avLst/>
            </a:prstGeom>
            <a:noFill/>
            <a:ln cap="flat" cmpd="sng" w="19050">
              <a:solidFill>
                <a:schemeClr val="accent1"/>
              </a:solidFill>
              <a:prstDash val="solid"/>
              <a:round/>
              <a:headEnd len="med" w="med" type="none"/>
              <a:tailEnd len="med" w="med" type="triangle"/>
            </a:ln>
          </p:spPr>
        </p:cxnSp>
        <p:sp>
          <p:nvSpPr>
            <p:cNvPr id="3815" name="Google Shape;3815;p177"/>
            <p:cNvSpPr txBox="1"/>
            <p:nvPr/>
          </p:nvSpPr>
          <p:spPr>
            <a:xfrm>
              <a:off x="8159475" y="4425050"/>
              <a:ext cx="876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Test</a:t>
              </a:r>
              <a:endParaRPr b="1" sz="800">
                <a:latin typeface="Red Hat Display"/>
                <a:ea typeface="Red Hat Display"/>
                <a:cs typeface="Red Hat Display"/>
                <a:sym typeface="Red Hat Display"/>
              </a:endParaRPr>
            </a:p>
          </p:txBody>
        </p:sp>
        <p:cxnSp>
          <p:nvCxnSpPr>
            <p:cNvPr id="3816" name="Google Shape;3816;p177"/>
            <p:cNvCxnSpPr>
              <a:stCxn id="3795" idx="3"/>
              <a:endCxn id="3815" idx="1"/>
            </p:cNvCxnSpPr>
            <p:nvPr/>
          </p:nvCxnSpPr>
          <p:spPr>
            <a:xfrm>
              <a:off x="7420010" y="4152044"/>
              <a:ext cx="739500" cy="473100"/>
            </a:xfrm>
            <a:prstGeom prst="curvedConnector3">
              <a:avLst>
                <a:gd fmla="val 49998" name="adj1"/>
              </a:avLst>
            </a:prstGeom>
            <a:noFill/>
            <a:ln cap="flat" cmpd="sng" w="19050">
              <a:solidFill>
                <a:schemeClr val="accent1"/>
              </a:solidFill>
              <a:prstDash val="solid"/>
              <a:round/>
              <a:headEnd len="med" w="med" type="none"/>
              <a:tailEnd len="med" w="med" type="triangle"/>
            </a:ln>
          </p:spPr>
        </p:cxnSp>
        <p:cxnSp>
          <p:nvCxnSpPr>
            <p:cNvPr id="3817" name="Google Shape;3817;p177"/>
            <p:cNvCxnSpPr>
              <a:stCxn id="3815" idx="3"/>
              <a:endCxn id="3818" idx="1"/>
            </p:cNvCxnSpPr>
            <p:nvPr/>
          </p:nvCxnSpPr>
          <p:spPr>
            <a:xfrm>
              <a:off x="9035775" y="4625150"/>
              <a:ext cx="682200" cy="900"/>
            </a:xfrm>
            <a:prstGeom prst="curvedConnector3">
              <a:avLst>
                <a:gd fmla="val 49998" name="adj1"/>
              </a:avLst>
            </a:prstGeom>
            <a:noFill/>
            <a:ln cap="flat" cmpd="sng" w="19050">
              <a:solidFill>
                <a:schemeClr val="accent1"/>
              </a:solidFill>
              <a:prstDash val="solid"/>
              <a:round/>
              <a:headEnd len="med" w="med" type="none"/>
              <a:tailEnd len="med" w="med" type="triangle"/>
            </a:ln>
          </p:spPr>
        </p:cxnSp>
        <p:sp>
          <p:nvSpPr>
            <p:cNvPr id="3818" name="Google Shape;3818;p177"/>
            <p:cNvSpPr txBox="1"/>
            <p:nvPr/>
          </p:nvSpPr>
          <p:spPr>
            <a:xfrm>
              <a:off x="9717950" y="4425050"/>
              <a:ext cx="981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Dest</a:t>
              </a:r>
              <a:endParaRPr b="1" sz="800">
                <a:latin typeface="Red Hat Display"/>
                <a:ea typeface="Red Hat Display"/>
                <a:cs typeface="Red Hat Display"/>
                <a:sym typeface="Red Hat Display"/>
              </a:endParaRPr>
            </a:p>
          </p:txBody>
        </p:sp>
      </p:grpSp>
      <p:sp>
        <p:nvSpPr>
          <p:cNvPr id="3819" name="Google Shape;3819;p177"/>
          <p:cNvSpPr/>
          <p:nvPr/>
        </p:nvSpPr>
        <p:spPr>
          <a:xfrm>
            <a:off x="4756199" y="4093125"/>
            <a:ext cx="3595800" cy="20238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0" name="Google Shape;3820;p177"/>
          <p:cNvSpPr txBox="1"/>
          <p:nvPr/>
        </p:nvSpPr>
        <p:spPr>
          <a:xfrm>
            <a:off x="6701470" y="4260721"/>
            <a:ext cx="3975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Mon</a:t>
            </a:r>
            <a:endParaRPr b="1" sz="800">
              <a:latin typeface="Red Hat Display"/>
              <a:ea typeface="Red Hat Display"/>
              <a:cs typeface="Red Hat Display"/>
              <a:sym typeface="Red Hat Display"/>
            </a:endParaRPr>
          </a:p>
        </p:txBody>
      </p:sp>
      <p:sp>
        <p:nvSpPr>
          <p:cNvPr id="3821" name="Google Shape;3821;p177"/>
          <p:cNvSpPr txBox="1"/>
          <p:nvPr/>
        </p:nvSpPr>
        <p:spPr>
          <a:xfrm>
            <a:off x="6128238" y="4884590"/>
            <a:ext cx="4926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Con</a:t>
            </a:r>
            <a:endParaRPr b="1" sz="800">
              <a:latin typeface="Red Hat Display"/>
              <a:ea typeface="Red Hat Display"/>
              <a:cs typeface="Red Hat Display"/>
              <a:sym typeface="Red Hat Display"/>
            </a:endParaRPr>
          </a:p>
        </p:txBody>
      </p:sp>
      <p:sp>
        <p:nvSpPr>
          <p:cNvPr id="3822" name="Google Shape;3822;p177"/>
          <p:cNvSpPr txBox="1"/>
          <p:nvPr/>
        </p:nvSpPr>
        <p:spPr>
          <a:xfrm>
            <a:off x="5179721" y="4884597"/>
            <a:ext cx="3975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Dep</a:t>
            </a:r>
            <a:endParaRPr b="1" sz="800">
              <a:latin typeface="Red Hat Display"/>
              <a:ea typeface="Red Hat Display"/>
              <a:cs typeface="Red Hat Display"/>
              <a:sym typeface="Red Hat Display"/>
            </a:endParaRPr>
          </a:p>
        </p:txBody>
      </p:sp>
      <p:sp>
        <p:nvSpPr>
          <p:cNvPr id="3823" name="Google Shape;3823;p177"/>
          <p:cNvSpPr txBox="1"/>
          <p:nvPr/>
        </p:nvSpPr>
        <p:spPr>
          <a:xfrm>
            <a:off x="5823100" y="4260714"/>
            <a:ext cx="3975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Rev</a:t>
            </a:r>
            <a:endParaRPr b="1" sz="800">
              <a:latin typeface="Red Hat Display"/>
              <a:ea typeface="Red Hat Display"/>
              <a:cs typeface="Red Hat Display"/>
              <a:sym typeface="Red Hat Display"/>
            </a:endParaRPr>
          </a:p>
        </p:txBody>
      </p:sp>
      <p:sp>
        <p:nvSpPr>
          <p:cNvPr id="3824" name="Google Shape;3824;p177"/>
          <p:cNvSpPr txBox="1"/>
          <p:nvPr/>
        </p:nvSpPr>
        <p:spPr>
          <a:xfrm>
            <a:off x="7663193" y="4884599"/>
            <a:ext cx="4926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Main</a:t>
            </a:r>
            <a:endParaRPr b="1" sz="800">
              <a:latin typeface="Red Hat Display"/>
              <a:ea typeface="Red Hat Display"/>
              <a:cs typeface="Red Hat Display"/>
              <a:sym typeface="Red Hat Display"/>
            </a:endParaRPr>
          </a:p>
        </p:txBody>
      </p:sp>
      <p:sp>
        <p:nvSpPr>
          <p:cNvPr id="3825" name="Google Shape;3825;p177"/>
          <p:cNvSpPr txBox="1"/>
          <p:nvPr/>
        </p:nvSpPr>
        <p:spPr>
          <a:xfrm>
            <a:off x="6943276" y="4884587"/>
            <a:ext cx="3975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Man</a:t>
            </a:r>
            <a:endParaRPr b="1" sz="800">
              <a:latin typeface="Red Hat Display"/>
              <a:ea typeface="Red Hat Display"/>
              <a:cs typeface="Red Hat Display"/>
              <a:sym typeface="Red Hat Display"/>
            </a:endParaRPr>
          </a:p>
        </p:txBody>
      </p:sp>
      <p:sp>
        <p:nvSpPr>
          <p:cNvPr id="3826" name="Google Shape;3826;p177"/>
          <p:cNvSpPr/>
          <p:nvPr/>
        </p:nvSpPr>
        <p:spPr>
          <a:xfrm rot="5400000">
            <a:off x="7034550" y="3743650"/>
            <a:ext cx="144000" cy="2054700"/>
          </a:xfrm>
          <a:prstGeom prst="leftBrace">
            <a:avLst>
              <a:gd fmla="val 50000" name="adj1"/>
              <a:gd fmla="val 59984"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27" name="Google Shape;3827;p177"/>
          <p:cNvCxnSpPr>
            <a:stCxn id="3820" idx="1"/>
            <a:endCxn id="3823" idx="3"/>
          </p:cNvCxnSpPr>
          <p:nvPr/>
        </p:nvCxnSpPr>
        <p:spPr>
          <a:xfrm rot="10800000">
            <a:off x="6220570" y="4374571"/>
            <a:ext cx="480900" cy="0"/>
          </a:xfrm>
          <a:prstGeom prst="straightConnector1">
            <a:avLst/>
          </a:prstGeom>
          <a:noFill/>
          <a:ln cap="flat" cmpd="sng" w="19050">
            <a:solidFill>
              <a:schemeClr val="accent1"/>
            </a:solidFill>
            <a:prstDash val="solid"/>
            <a:round/>
            <a:headEnd len="med" w="med" type="none"/>
            <a:tailEnd len="med" w="med" type="triangle"/>
          </a:ln>
        </p:spPr>
      </p:cxnSp>
      <p:cxnSp>
        <p:nvCxnSpPr>
          <p:cNvPr id="3828" name="Google Shape;3828;p177"/>
          <p:cNvCxnSpPr>
            <a:stCxn id="3823" idx="1"/>
            <a:endCxn id="3822" idx="0"/>
          </p:cNvCxnSpPr>
          <p:nvPr/>
        </p:nvCxnSpPr>
        <p:spPr>
          <a:xfrm flipH="1">
            <a:off x="5378500" y="4374564"/>
            <a:ext cx="444600" cy="510000"/>
          </a:xfrm>
          <a:prstGeom prst="curvedConnector2">
            <a:avLst/>
          </a:prstGeom>
          <a:noFill/>
          <a:ln cap="flat" cmpd="sng" w="19050">
            <a:solidFill>
              <a:schemeClr val="accent1"/>
            </a:solidFill>
            <a:prstDash val="solid"/>
            <a:round/>
            <a:headEnd len="med" w="med" type="none"/>
            <a:tailEnd len="med" w="med" type="triangle"/>
          </a:ln>
        </p:spPr>
      </p:cxnSp>
      <p:cxnSp>
        <p:nvCxnSpPr>
          <p:cNvPr id="3829" name="Google Shape;3829;p177"/>
          <p:cNvCxnSpPr>
            <a:stCxn id="3822" idx="3"/>
            <a:endCxn id="3821" idx="1"/>
          </p:cNvCxnSpPr>
          <p:nvPr/>
        </p:nvCxnSpPr>
        <p:spPr>
          <a:xfrm>
            <a:off x="5577221" y="4998447"/>
            <a:ext cx="551100" cy="0"/>
          </a:xfrm>
          <a:prstGeom prst="straightConnector1">
            <a:avLst/>
          </a:prstGeom>
          <a:noFill/>
          <a:ln cap="flat" cmpd="sng" w="19050">
            <a:solidFill>
              <a:schemeClr val="accent1"/>
            </a:solidFill>
            <a:prstDash val="solid"/>
            <a:round/>
            <a:headEnd len="med" w="med" type="none"/>
            <a:tailEnd len="med" w="med" type="triangle"/>
          </a:ln>
        </p:spPr>
      </p:cxnSp>
      <p:cxnSp>
        <p:nvCxnSpPr>
          <p:cNvPr id="3830" name="Google Shape;3830;p177"/>
          <p:cNvCxnSpPr>
            <a:stCxn id="3821" idx="3"/>
            <a:endCxn id="3825" idx="1"/>
          </p:cNvCxnSpPr>
          <p:nvPr/>
        </p:nvCxnSpPr>
        <p:spPr>
          <a:xfrm>
            <a:off x="6620838" y="4998440"/>
            <a:ext cx="322500" cy="0"/>
          </a:xfrm>
          <a:prstGeom prst="straightConnector1">
            <a:avLst/>
          </a:prstGeom>
          <a:noFill/>
          <a:ln cap="flat" cmpd="sng" w="19050">
            <a:solidFill>
              <a:schemeClr val="accent1"/>
            </a:solidFill>
            <a:prstDash val="solid"/>
            <a:round/>
            <a:headEnd len="med" w="med" type="none"/>
            <a:tailEnd len="med" w="med" type="triangle"/>
          </a:ln>
        </p:spPr>
      </p:cxnSp>
      <p:cxnSp>
        <p:nvCxnSpPr>
          <p:cNvPr id="3831" name="Google Shape;3831;p177"/>
          <p:cNvCxnSpPr>
            <a:stCxn id="3825" idx="3"/>
            <a:endCxn id="3824" idx="1"/>
          </p:cNvCxnSpPr>
          <p:nvPr/>
        </p:nvCxnSpPr>
        <p:spPr>
          <a:xfrm>
            <a:off x="7340776" y="4998437"/>
            <a:ext cx="322500" cy="0"/>
          </a:xfrm>
          <a:prstGeom prst="straightConnector1">
            <a:avLst/>
          </a:prstGeom>
          <a:noFill/>
          <a:ln cap="flat" cmpd="sng" w="19050">
            <a:solidFill>
              <a:schemeClr val="accent1"/>
            </a:solidFill>
            <a:prstDash val="solid"/>
            <a:round/>
            <a:headEnd len="med" w="med" type="none"/>
            <a:tailEnd len="med" w="med" type="triangle"/>
          </a:ln>
        </p:spPr>
      </p:cxnSp>
      <p:cxnSp>
        <p:nvCxnSpPr>
          <p:cNvPr id="3832" name="Google Shape;3832;p177"/>
          <p:cNvCxnSpPr>
            <a:stCxn id="3826" idx="1"/>
            <a:endCxn id="3820" idx="2"/>
          </p:cNvCxnSpPr>
          <p:nvPr/>
        </p:nvCxnSpPr>
        <p:spPr>
          <a:xfrm rot="10800000">
            <a:off x="6900209" y="4488400"/>
            <a:ext cx="1200" cy="210600"/>
          </a:xfrm>
          <a:prstGeom prst="straightConnector1">
            <a:avLst/>
          </a:prstGeom>
          <a:noFill/>
          <a:ln cap="flat" cmpd="sng" w="19050">
            <a:solidFill>
              <a:schemeClr val="accent1"/>
            </a:solidFill>
            <a:prstDash val="solid"/>
            <a:round/>
            <a:headEnd len="med" w="med" type="none"/>
            <a:tailEnd len="med" w="med" type="triangle"/>
          </a:ln>
        </p:spPr>
      </p:cxnSp>
      <p:sp>
        <p:nvSpPr>
          <p:cNvPr id="3833" name="Google Shape;3833;p177"/>
          <p:cNvSpPr txBox="1"/>
          <p:nvPr/>
        </p:nvSpPr>
        <p:spPr>
          <a:xfrm>
            <a:off x="6413011" y="3698475"/>
            <a:ext cx="9744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New Content</a:t>
            </a:r>
            <a:endParaRPr b="1" sz="800">
              <a:latin typeface="Red Hat Display"/>
              <a:ea typeface="Red Hat Display"/>
              <a:cs typeface="Red Hat Display"/>
              <a:sym typeface="Red Hat Display"/>
            </a:endParaRPr>
          </a:p>
        </p:txBody>
      </p:sp>
      <p:cxnSp>
        <p:nvCxnSpPr>
          <p:cNvPr id="3834" name="Google Shape;3834;p177"/>
          <p:cNvCxnSpPr>
            <a:stCxn id="3833" idx="2"/>
            <a:endCxn id="3820" idx="0"/>
          </p:cNvCxnSpPr>
          <p:nvPr/>
        </p:nvCxnSpPr>
        <p:spPr>
          <a:xfrm>
            <a:off x="6900211" y="3926175"/>
            <a:ext cx="0" cy="334500"/>
          </a:xfrm>
          <a:prstGeom prst="straightConnector1">
            <a:avLst/>
          </a:prstGeom>
          <a:noFill/>
          <a:ln cap="flat" cmpd="sng" w="19050">
            <a:solidFill>
              <a:schemeClr val="accent1"/>
            </a:solidFill>
            <a:prstDash val="solid"/>
            <a:round/>
            <a:headEnd len="med" w="med" type="none"/>
            <a:tailEnd len="med" w="med" type="triangle"/>
          </a:ln>
        </p:spPr>
      </p:cxnSp>
      <p:sp>
        <p:nvSpPr>
          <p:cNvPr id="3835" name="Google Shape;3835;p177"/>
          <p:cNvSpPr/>
          <p:nvPr/>
        </p:nvSpPr>
        <p:spPr>
          <a:xfrm>
            <a:off x="5080777" y="5307622"/>
            <a:ext cx="703134" cy="621162"/>
          </a:xfrm>
          <a:prstGeom prst="flowChartDocument">
            <a:avLst/>
          </a:prstGeom>
          <a:solidFill>
            <a:srgbClr val="FFD96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400">
                <a:solidFill>
                  <a:schemeClr val="dk1"/>
                </a:solidFill>
              </a:rPr>
              <a:t>Binary Content (rpms, etc..)</a:t>
            </a:r>
            <a:endParaRPr b="1" sz="400">
              <a:solidFill>
                <a:schemeClr val="dk1"/>
              </a:solidFill>
            </a:endParaRPr>
          </a:p>
          <a:p>
            <a:pPr indent="0" lvl="0" marL="0" rtl="0" algn="l">
              <a:spcBef>
                <a:spcPts val="0"/>
              </a:spcBef>
              <a:spcAft>
                <a:spcPts val="0"/>
              </a:spcAft>
              <a:buClr>
                <a:schemeClr val="dk1"/>
              </a:buClr>
              <a:buSzPts val="1100"/>
              <a:buFont typeface="Arial"/>
              <a:buNone/>
            </a:pPr>
            <a:r>
              <a:rPr b="1" lang="en" sz="400">
                <a:solidFill>
                  <a:schemeClr val="dk1"/>
                </a:solidFill>
              </a:rPr>
              <a:t>Configuration Code</a:t>
            </a:r>
            <a:endParaRPr b="1" sz="400">
              <a:solidFill>
                <a:schemeClr val="dk1"/>
              </a:solidFill>
            </a:endParaRPr>
          </a:p>
          <a:p>
            <a:pPr indent="0" lvl="0" marL="0" rtl="0" algn="l">
              <a:spcBef>
                <a:spcPts val="0"/>
              </a:spcBef>
              <a:spcAft>
                <a:spcPts val="0"/>
              </a:spcAft>
              <a:buClr>
                <a:schemeClr val="dk1"/>
              </a:buClr>
              <a:buSzPts val="1100"/>
              <a:buFont typeface="Arial"/>
              <a:buNone/>
            </a:pPr>
            <a:r>
              <a:rPr b="1" lang="en" sz="400">
                <a:solidFill>
                  <a:schemeClr val="dk1"/>
                </a:solidFill>
              </a:rPr>
              <a:t>Configuration Templates</a:t>
            </a:r>
            <a:endParaRPr b="1" sz="400">
              <a:solidFill>
                <a:schemeClr val="dk1"/>
              </a:solidFill>
            </a:endParaRPr>
          </a:p>
          <a:p>
            <a:pPr indent="0" lvl="0" marL="0" rtl="0" algn="l">
              <a:spcBef>
                <a:spcPts val="0"/>
              </a:spcBef>
              <a:spcAft>
                <a:spcPts val="0"/>
              </a:spcAft>
              <a:buClr>
                <a:schemeClr val="dk1"/>
              </a:buClr>
              <a:buSzPts val="1100"/>
              <a:buFont typeface="Arial"/>
              <a:buNone/>
            </a:pPr>
            <a:r>
              <a:rPr b="1" lang="en" sz="400">
                <a:solidFill>
                  <a:schemeClr val="dk1"/>
                </a:solidFill>
              </a:rPr>
              <a:t>Application Code / Containers</a:t>
            </a:r>
            <a:endParaRPr b="1" sz="400">
              <a:solidFill>
                <a:schemeClr val="dk1"/>
              </a:solidFill>
            </a:endParaRPr>
          </a:p>
        </p:txBody>
      </p:sp>
      <p:cxnSp>
        <p:nvCxnSpPr>
          <p:cNvPr id="3836" name="Google Shape;3836;p177"/>
          <p:cNvCxnSpPr/>
          <p:nvPr/>
        </p:nvCxnSpPr>
        <p:spPr>
          <a:xfrm>
            <a:off x="5783913" y="5618193"/>
            <a:ext cx="230100" cy="5700"/>
          </a:xfrm>
          <a:prstGeom prst="straightConnector1">
            <a:avLst/>
          </a:prstGeom>
          <a:noFill/>
          <a:ln cap="flat" cmpd="sng" w="19050">
            <a:solidFill>
              <a:schemeClr val="accent1"/>
            </a:solidFill>
            <a:prstDash val="solid"/>
            <a:round/>
            <a:headEnd len="med" w="med" type="none"/>
            <a:tailEnd len="med" w="med" type="triangle"/>
          </a:ln>
        </p:spPr>
      </p:cxnSp>
      <p:sp>
        <p:nvSpPr>
          <p:cNvPr id="3837" name="Google Shape;3837;p177"/>
          <p:cNvSpPr txBox="1"/>
          <p:nvPr/>
        </p:nvSpPr>
        <p:spPr>
          <a:xfrm>
            <a:off x="6956269" y="5153834"/>
            <a:ext cx="3975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Test</a:t>
            </a:r>
            <a:endParaRPr b="1" sz="800">
              <a:latin typeface="Red Hat Display"/>
              <a:ea typeface="Red Hat Display"/>
              <a:cs typeface="Red Hat Display"/>
              <a:sym typeface="Red Hat Display"/>
            </a:endParaRPr>
          </a:p>
        </p:txBody>
      </p:sp>
      <p:cxnSp>
        <p:nvCxnSpPr>
          <p:cNvPr id="3838" name="Google Shape;3838;p177"/>
          <p:cNvCxnSpPr>
            <a:stCxn id="3821" idx="3"/>
            <a:endCxn id="3837" idx="1"/>
          </p:cNvCxnSpPr>
          <p:nvPr/>
        </p:nvCxnSpPr>
        <p:spPr>
          <a:xfrm>
            <a:off x="6620838" y="4998440"/>
            <a:ext cx="335400" cy="269100"/>
          </a:xfrm>
          <a:prstGeom prst="curvedConnector3">
            <a:avLst>
              <a:gd fmla="val 49998" name="adj1"/>
            </a:avLst>
          </a:prstGeom>
          <a:noFill/>
          <a:ln cap="flat" cmpd="sng" w="19050">
            <a:solidFill>
              <a:schemeClr val="accent1"/>
            </a:solidFill>
            <a:prstDash val="solid"/>
            <a:round/>
            <a:headEnd len="med" w="med" type="none"/>
            <a:tailEnd len="med" w="med" type="triangle"/>
          </a:ln>
        </p:spPr>
      </p:cxnSp>
      <p:cxnSp>
        <p:nvCxnSpPr>
          <p:cNvPr id="3839" name="Google Shape;3839;p177"/>
          <p:cNvCxnSpPr>
            <a:stCxn id="3837" idx="3"/>
            <a:endCxn id="3840" idx="1"/>
          </p:cNvCxnSpPr>
          <p:nvPr/>
        </p:nvCxnSpPr>
        <p:spPr>
          <a:xfrm>
            <a:off x="7353769" y="5267684"/>
            <a:ext cx="309300" cy="600"/>
          </a:xfrm>
          <a:prstGeom prst="curvedConnector3">
            <a:avLst>
              <a:gd fmla="val 49998" name="adj1"/>
            </a:avLst>
          </a:prstGeom>
          <a:noFill/>
          <a:ln cap="flat" cmpd="sng" w="19050">
            <a:solidFill>
              <a:schemeClr val="accent1"/>
            </a:solidFill>
            <a:prstDash val="solid"/>
            <a:round/>
            <a:headEnd len="med" w="med" type="none"/>
            <a:tailEnd len="med" w="med" type="triangle"/>
          </a:ln>
        </p:spPr>
      </p:cxnSp>
      <p:sp>
        <p:nvSpPr>
          <p:cNvPr id="3840" name="Google Shape;3840;p177"/>
          <p:cNvSpPr txBox="1"/>
          <p:nvPr/>
        </p:nvSpPr>
        <p:spPr>
          <a:xfrm>
            <a:off x="7663193" y="5153834"/>
            <a:ext cx="4452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Dest</a:t>
            </a:r>
            <a:endParaRPr b="1" sz="800">
              <a:latin typeface="Red Hat Display"/>
              <a:ea typeface="Red Hat Display"/>
              <a:cs typeface="Red Hat Display"/>
              <a:sym typeface="Red Hat Display"/>
            </a:endParaRPr>
          </a:p>
        </p:txBody>
      </p:sp>
      <p:cxnSp>
        <p:nvCxnSpPr>
          <p:cNvPr id="3841" name="Google Shape;3841;p177"/>
          <p:cNvCxnSpPr>
            <a:stCxn id="3793" idx="3"/>
            <a:endCxn id="3833" idx="0"/>
          </p:cNvCxnSpPr>
          <p:nvPr/>
        </p:nvCxnSpPr>
        <p:spPr>
          <a:xfrm>
            <a:off x="5075544" y="2971349"/>
            <a:ext cx="1824600" cy="727200"/>
          </a:xfrm>
          <a:prstGeom prst="curvedConnector2">
            <a:avLst/>
          </a:prstGeom>
          <a:noFill/>
          <a:ln cap="flat" cmpd="sng" w="28575">
            <a:solidFill>
              <a:schemeClr val="accent1"/>
            </a:solidFill>
            <a:prstDash val="solid"/>
            <a:round/>
            <a:headEnd len="med" w="med" type="none"/>
            <a:tailEnd len="med" w="med" type="triangle"/>
          </a:ln>
        </p:spPr>
      </p:cxnSp>
      <p:cxnSp>
        <p:nvCxnSpPr>
          <p:cNvPr id="3842" name="Google Shape;3842;p177"/>
          <p:cNvCxnSpPr>
            <a:stCxn id="3819" idx="3"/>
            <a:endCxn id="3843" idx="0"/>
          </p:cNvCxnSpPr>
          <p:nvPr/>
        </p:nvCxnSpPr>
        <p:spPr>
          <a:xfrm>
            <a:off x="8351999" y="5105025"/>
            <a:ext cx="1990800" cy="905400"/>
          </a:xfrm>
          <a:prstGeom prst="curvedConnector2">
            <a:avLst/>
          </a:prstGeom>
          <a:noFill/>
          <a:ln cap="flat" cmpd="sng" w="28575">
            <a:solidFill>
              <a:schemeClr val="accent1"/>
            </a:solidFill>
            <a:prstDash val="solid"/>
            <a:round/>
            <a:headEnd len="med" w="med" type="none"/>
            <a:tailEnd len="med" w="med" type="triangle"/>
          </a:ln>
        </p:spPr>
      </p:cxnSp>
      <p:sp>
        <p:nvSpPr>
          <p:cNvPr id="3843" name="Google Shape;3843;p177"/>
          <p:cNvSpPr txBox="1"/>
          <p:nvPr/>
        </p:nvSpPr>
        <p:spPr>
          <a:xfrm>
            <a:off x="9855648" y="6010500"/>
            <a:ext cx="9744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New Content</a:t>
            </a:r>
            <a:endParaRPr b="1" sz="800">
              <a:latin typeface="Red Hat Display"/>
              <a:ea typeface="Red Hat Display"/>
              <a:cs typeface="Red Hat Display"/>
              <a:sym typeface="Red Hat Display"/>
            </a:endParaRPr>
          </a:p>
        </p:txBody>
      </p:sp>
      <p:cxnSp>
        <p:nvCxnSpPr>
          <p:cNvPr id="3844" name="Google Shape;3844;p177"/>
          <p:cNvCxnSpPr>
            <a:stCxn id="3843" idx="2"/>
            <a:endCxn id="3845" idx="0"/>
          </p:cNvCxnSpPr>
          <p:nvPr/>
        </p:nvCxnSpPr>
        <p:spPr>
          <a:xfrm>
            <a:off x="10342848" y="6238200"/>
            <a:ext cx="0" cy="175500"/>
          </a:xfrm>
          <a:prstGeom prst="straightConnector1">
            <a:avLst/>
          </a:prstGeom>
          <a:noFill/>
          <a:ln cap="flat" cmpd="sng" w="19050">
            <a:solidFill>
              <a:schemeClr val="accent1"/>
            </a:solidFill>
            <a:prstDash val="solid"/>
            <a:round/>
            <a:headEnd len="med" w="med" type="none"/>
            <a:tailEnd len="med" w="med" type="triangle"/>
          </a:ln>
        </p:spPr>
      </p:cxnSp>
      <p:sp>
        <p:nvSpPr>
          <p:cNvPr id="3846" name="Google Shape;3846;p177"/>
          <p:cNvSpPr txBox="1"/>
          <p:nvPr/>
        </p:nvSpPr>
        <p:spPr>
          <a:xfrm>
            <a:off x="5096550" y="1956812"/>
            <a:ext cx="178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Development</a:t>
            </a:r>
            <a:endParaRPr>
              <a:latin typeface="Red Hat Display"/>
              <a:ea typeface="Red Hat Display"/>
              <a:cs typeface="Red Hat Display"/>
              <a:sym typeface="Red Hat Display"/>
            </a:endParaRPr>
          </a:p>
        </p:txBody>
      </p:sp>
      <p:sp>
        <p:nvSpPr>
          <p:cNvPr id="3847" name="Google Shape;3847;p177"/>
          <p:cNvSpPr txBox="1"/>
          <p:nvPr/>
        </p:nvSpPr>
        <p:spPr>
          <a:xfrm>
            <a:off x="8353240" y="4090412"/>
            <a:ext cx="178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Qualification</a:t>
            </a:r>
            <a:endParaRPr>
              <a:latin typeface="Red Hat Display"/>
              <a:ea typeface="Red Hat Display"/>
              <a:cs typeface="Red Hat Display"/>
              <a:sym typeface="Red Hat Display"/>
            </a:endParaRPr>
          </a:p>
        </p:txBody>
      </p:sp>
      <p:sp>
        <p:nvSpPr>
          <p:cNvPr id="3848" name="Google Shape;3848;p177"/>
          <p:cNvSpPr txBox="1"/>
          <p:nvPr/>
        </p:nvSpPr>
        <p:spPr>
          <a:xfrm>
            <a:off x="10334440" y="5233412"/>
            <a:ext cx="178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next…</a:t>
            </a:r>
            <a:endParaRPr>
              <a:latin typeface="Red Hat Display"/>
              <a:ea typeface="Red Hat Display"/>
              <a:cs typeface="Red Hat Display"/>
              <a:sym typeface="Red Hat Display"/>
            </a:endParaRPr>
          </a:p>
        </p:txBody>
      </p:sp>
      <p:pic>
        <p:nvPicPr>
          <p:cNvPr id="3849" name="Google Shape;3849;p177"/>
          <p:cNvPicPr preferRelativeResize="0"/>
          <p:nvPr/>
        </p:nvPicPr>
        <p:blipFill>
          <a:blip r:embed="rId3">
            <a:alphaModFix/>
          </a:blip>
          <a:stretch>
            <a:fillRect/>
          </a:stretch>
        </p:blipFill>
        <p:spPr>
          <a:xfrm>
            <a:off x="6192425" y="2736043"/>
            <a:ext cx="399057" cy="400200"/>
          </a:xfrm>
          <a:prstGeom prst="rect">
            <a:avLst/>
          </a:prstGeom>
          <a:noFill/>
          <a:ln>
            <a:noFill/>
          </a:ln>
        </p:spPr>
      </p:pic>
      <p:pic>
        <p:nvPicPr>
          <p:cNvPr id="3850" name="Google Shape;3850;p177"/>
          <p:cNvPicPr preferRelativeResize="0"/>
          <p:nvPr/>
        </p:nvPicPr>
        <p:blipFill>
          <a:blip r:embed="rId3">
            <a:alphaModFix/>
          </a:blip>
          <a:stretch>
            <a:fillRect/>
          </a:stretch>
        </p:blipFill>
        <p:spPr>
          <a:xfrm>
            <a:off x="9392825" y="4869643"/>
            <a:ext cx="399057" cy="400200"/>
          </a:xfrm>
          <a:prstGeom prst="rect">
            <a:avLst/>
          </a:prstGeom>
          <a:noFill/>
          <a:ln>
            <a:noFill/>
          </a:ln>
        </p:spPr>
      </p:pic>
      <p:cxnSp>
        <p:nvCxnSpPr>
          <p:cNvPr id="3851" name="Google Shape;3851;p177"/>
          <p:cNvCxnSpPr>
            <a:stCxn id="3819" idx="1"/>
            <a:endCxn id="3793" idx="2"/>
          </p:cNvCxnSpPr>
          <p:nvPr/>
        </p:nvCxnSpPr>
        <p:spPr>
          <a:xfrm rot="10800000">
            <a:off x="2771099" y="3983325"/>
            <a:ext cx="1985100" cy="1121700"/>
          </a:xfrm>
          <a:prstGeom prst="curvedConnector2">
            <a:avLst/>
          </a:prstGeom>
          <a:noFill/>
          <a:ln cap="flat" cmpd="sng" w="28575">
            <a:solidFill>
              <a:schemeClr val="accent1"/>
            </a:solidFill>
            <a:prstDash val="solid"/>
            <a:round/>
            <a:headEnd len="med" w="med" type="none"/>
            <a:tailEnd len="med" w="med" type="triangle"/>
          </a:ln>
        </p:spPr>
      </p:cxnSp>
      <p:sp>
        <p:nvSpPr>
          <p:cNvPr id="3852" name="Google Shape;3852;p177"/>
          <p:cNvSpPr txBox="1"/>
          <p:nvPr/>
        </p:nvSpPr>
        <p:spPr>
          <a:xfrm>
            <a:off x="2034402" y="4415750"/>
            <a:ext cx="13818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Feedback</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Test Results</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Error Reports</a:t>
            </a:r>
            <a:endParaRPr>
              <a:latin typeface="Red Hat Display"/>
              <a:ea typeface="Red Hat Display"/>
              <a:cs typeface="Red Hat Display"/>
              <a:sym typeface="Red Hat Display"/>
            </a:endParaRPr>
          </a:p>
        </p:txBody>
      </p:sp>
      <p:sp>
        <p:nvSpPr>
          <p:cNvPr id="3853" name="Google Shape;3853;p177"/>
          <p:cNvSpPr txBox="1"/>
          <p:nvPr/>
        </p:nvSpPr>
        <p:spPr>
          <a:xfrm>
            <a:off x="6625275" y="2732799"/>
            <a:ext cx="178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Automated Delivery</a:t>
            </a:r>
            <a:endParaRPr>
              <a:latin typeface="Red Hat Display"/>
              <a:ea typeface="Red Hat Display"/>
              <a:cs typeface="Red Hat Display"/>
              <a:sym typeface="Red Hat Display"/>
            </a:endParaRPr>
          </a:p>
        </p:txBody>
      </p:sp>
      <p:sp>
        <p:nvSpPr>
          <p:cNvPr id="3854" name="Google Shape;3854;p177"/>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p>
            <a:pPr indent="0" lvl="0" marL="0" rtl="0" algn="l">
              <a:spcBef>
                <a:spcPts val="0"/>
              </a:spcBef>
              <a:spcAft>
                <a:spcPts val="0"/>
              </a:spcAft>
              <a:buNone/>
            </a:pPr>
            <a:r>
              <a:rPr lang="en"/>
              <a:t>Red Hat Infrastructure Standard Adoption Model</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8" name="Shape 3858"/>
        <p:cNvGrpSpPr/>
        <p:nvPr/>
      </p:nvGrpSpPr>
      <p:grpSpPr>
        <a:xfrm>
          <a:off x="0" y="0"/>
          <a:ext cx="0" cy="0"/>
          <a:chOff x="0" y="0"/>
          <a:chExt cx="0" cy="0"/>
        </a:xfrm>
      </p:grpSpPr>
      <p:cxnSp>
        <p:nvCxnSpPr>
          <p:cNvPr id="3859" name="Google Shape;3859;p178"/>
          <p:cNvCxnSpPr/>
          <p:nvPr/>
        </p:nvCxnSpPr>
        <p:spPr>
          <a:xfrm flipH="1" rot="10800000">
            <a:off x="4457700" y="790725"/>
            <a:ext cx="9600" cy="5581500"/>
          </a:xfrm>
          <a:prstGeom prst="straightConnector1">
            <a:avLst/>
          </a:prstGeom>
          <a:noFill/>
          <a:ln cap="flat" cmpd="sng" w="38100">
            <a:solidFill>
              <a:schemeClr val="accent1"/>
            </a:solidFill>
            <a:prstDash val="solid"/>
            <a:round/>
            <a:headEnd len="med" w="med" type="none"/>
            <a:tailEnd len="med" w="med" type="none"/>
          </a:ln>
        </p:spPr>
      </p:cxnSp>
      <p:cxnSp>
        <p:nvCxnSpPr>
          <p:cNvPr id="3860" name="Google Shape;3860;p178"/>
          <p:cNvCxnSpPr/>
          <p:nvPr/>
        </p:nvCxnSpPr>
        <p:spPr>
          <a:xfrm flipH="1" rot="10800000">
            <a:off x="7581900" y="790725"/>
            <a:ext cx="9600" cy="5581500"/>
          </a:xfrm>
          <a:prstGeom prst="straightConnector1">
            <a:avLst/>
          </a:prstGeom>
          <a:noFill/>
          <a:ln cap="flat" cmpd="sng" w="38100">
            <a:solidFill>
              <a:schemeClr val="accent1"/>
            </a:solidFill>
            <a:prstDash val="solid"/>
            <a:round/>
            <a:headEnd len="med" w="med" type="none"/>
            <a:tailEnd len="med" w="med" type="none"/>
          </a:ln>
        </p:spPr>
      </p:cxnSp>
      <p:sp>
        <p:nvSpPr>
          <p:cNvPr id="3861" name="Google Shape;3861;p178"/>
          <p:cNvSpPr txBox="1"/>
          <p:nvPr/>
        </p:nvSpPr>
        <p:spPr>
          <a:xfrm>
            <a:off x="1789402" y="3227475"/>
            <a:ext cx="15819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400">
                <a:latin typeface="Red Hat Text"/>
                <a:ea typeface="Red Hat Text"/>
                <a:cs typeface="Red Hat Text"/>
                <a:sym typeface="Red Hat Text"/>
              </a:rPr>
              <a:t>Define</a:t>
            </a:r>
            <a:endParaRPr sz="3400">
              <a:latin typeface="Red Hat Text"/>
              <a:ea typeface="Red Hat Text"/>
              <a:cs typeface="Red Hat Text"/>
              <a:sym typeface="Red Hat Text"/>
            </a:endParaRPr>
          </a:p>
        </p:txBody>
      </p:sp>
      <p:sp>
        <p:nvSpPr>
          <p:cNvPr id="3862" name="Google Shape;3862;p178"/>
          <p:cNvSpPr txBox="1"/>
          <p:nvPr/>
        </p:nvSpPr>
        <p:spPr>
          <a:xfrm>
            <a:off x="5233652" y="3227475"/>
            <a:ext cx="15819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400">
                <a:latin typeface="Red Hat Text"/>
                <a:ea typeface="Red Hat Text"/>
                <a:cs typeface="Red Hat Text"/>
                <a:sym typeface="Red Hat Text"/>
              </a:rPr>
              <a:t>Deliver</a:t>
            </a:r>
            <a:endParaRPr sz="3400">
              <a:latin typeface="Red Hat Text"/>
              <a:ea typeface="Red Hat Text"/>
              <a:cs typeface="Red Hat Text"/>
              <a:sym typeface="Red Hat Text"/>
            </a:endParaRPr>
          </a:p>
        </p:txBody>
      </p:sp>
      <p:sp>
        <p:nvSpPr>
          <p:cNvPr id="3863" name="Google Shape;3863;p178"/>
          <p:cNvSpPr txBox="1"/>
          <p:nvPr/>
        </p:nvSpPr>
        <p:spPr>
          <a:xfrm>
            <a:off x="8677902" y="3227475"/>
            <a:ext cx="15819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400">
                <a:latin typeface="Red Hat Text"/>
                <a:ea typeface="Red Hat Text"/>
                <a:cs typeface="Red Hat Text"/>
                <a:sym typeface="Red Hat Text"/>
              </a:rPr>
              <a:t>Deploy</a:t>
            </a:r>
            <a:endParaRPr sz="3400">
              <a:latin typeface="Red Hat Text"/>
              <a:ea typeface="Red Hat Text"/>
              <a:cs typeface="Red Hat Text"/>
              <a:sym typeface="Red Hat Text"/>
            </a:endParaRPr>
          </a:p>
        </p:txBody>
      </p:sp>
      <p:sp>
        <p:nvSpPr>
          <p:cNvPr id="3864" name="Google Shape;3864;p178"/>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p>
            <a:pPr indent="0" lvl="0" marL="0" rtl="0" algn="l">
              <a:spcBef>
                <a:spcPts val="0"/>
              </a:spcBef>
              <a:spcAft>
                <a:spcPts val="0"/>
              </a:spcAft>
              <a:buNone/>
            </a:pPr>
            <a:r>
              <a:rPr lang="en"/>
              <a:t>Red Hat Infrastructure Standard Adoption Model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61"/>
                                        </p:tgtEl>
                                        <p:attrNameLst>
                                          <p:attrName>style.visibility</p:attrName>
                                        </p:attrNameLst>
                                      </p:cBhvr>
                                      <p:to>
                                        <p:strVal val="visible"/>
                                      </p:to>
                                    </p:set>
                                    <p:animEffect filter="fade" transition="in">
                                      <p:cBhvr>
                                        <p:cTn dur="1000"/>
                                        <p:tgtEl>
                                          <p:spTgt spid="38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62"/>
                                        </p:tgtEl>
                                        <p:attrNameLst>
                                          <p:attrName>style.visibility</p:attrName>
                                        </p:attrNameLst>
                                      </p:cBhvr>
                                      <p:to>
                                        <p:strVal val="visible"/>
                                      </p:to>
                                    </p:set>
                                    <p:animEffect filter="fade" transition="in">
                                      <p:cBhvr>
                                        <p:cTn dur="1000"/>
                                        <p:tgtEl>
                                          <p:spTgt spid="38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63"/>
                                        </p:tgtEl>
                                        <p:attrNameLst>
                                          <p:attrName>style.visibility</p:attrName>
                                        </p:attrNameLst>
                                      </p:cBhvr>
                                      <p:to>
                                        <p:strVal val="visible"/>
                                      </p:to>
                                    </p:set>
                                    <p:animEffect filter="fade" transition="in">
                                      <p:cBhvr>
                                        <p:cTn dur="1000"/>
                                        <p:tgtEl>
                                          <p:spTgt spid="38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8" name="Shape 3868"/>
        <p:cNvGrpSpPr/>
        <p:nvPr/>
      </p:nvGrpSpPr>
      <p:grpSpPr>
        <a:xfrm>
          <a:off x="0" y="0"/>
          <a:ext cx="0" cy="0"/>
          <a:chOff x="0" y="0"/>
          <a:chExt cx="0" cy="0"/>
        </a:xfrm>
      </p:grpSpPr>
      <p:sp>
        <p:nvSpPr>
          <p:cNvPr id="3869" name="Google Shape;3869;p179"/>
          <p:cNvSpPr/>
          <p:nvPr/>
        </p:nvSpPr>
        <p:spPr>
          <a:xfrm>
            <a:off x="5067738" y="4886325"/>
            <a:ext cx="1995900" cy="11811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0" name="Google Shape;3870;p179"/>
          <p:cNvSpPr/>
          <p:nvPr/>
        </p:nvSpPr>
        <p:spPr>
          <a:xfrm>
            <a:off x="5076413" y="3333750"/>
            <a:ext cx="1995900" cy="1181100"/>
          </a:xfrm>
          <a:prstGeom prst="rect">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1" name="Google Shape;3871;p179"/>
          <p:cNvSpPr/>
          <p:nvPr/>
        </p:nvSpPr>
        <p:spPr>
          <a:xfrm>
            <a:off x="5070750" y="1781175"/>
            <a:ext cx="1995900" cy="118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72" name="Google Shape;3872;p179"/>
          <p:cNvCxnSpPr/>
          <p:nvPr/>
        </p:nvCxnSpPr>
        <p:spPr>
          <a:xfrm rot="10800000">
            <a:off x="628996" y="2928263"/>
            <a:ext cx="1829700" cy="0"/>
          </a:xfrm>
          <a:prstGeom prst="straightConnector1">
            <a:avLst/>
          </a:prstGeom>
          <a:noFill/>
          <a:ln cap="flat" cmpd="sng" w="9525">
            <a:solidFill>
              <a:schemeClr val="lt1"/>
            </a:solidFill>
            <a:prstDash val="solid"/>
            <a:round/>
            <a:headEnd len="med" w="med" type="none"/>
            <a:tailEnd len="med" w="med" type="triangle"/>
          </a:ln>
        </p:spPr>
      </p:cxnSp>
      <p:grpSp>
        <p:nvGrpSpPr>
          <p:cNvPr id="3873" name="Google Shape;3873;p179"/>
          <p:cNvGrpSpPr/>
          <p:nvPr/>
        </p:nvGrpSpPr>
        <p:grpSpPr>
          <a:xfrm>
            <a:off x="804290" y="2333645"/>
            <a:ext cx="1353015" cy="1352039"/>
            <a:chOff x="1890725" y="3600450"/>
            <a:chExt cx="1011600" cy="962100"/>
          </a:xfrm>
        </p:grpSpPr>
        <p:pic>
          <p:nvPicPr>
            <p:cNvPr id="3874" name="Google Shape;3874;p179"/>
            <p:cNvPicPr preferRelativeResize="0"/>
            <p:nvPr/>
          </p:nvPicPr>
          <p:blipFill>
            <a:blip r:embed="rId3">
              <a:alphaModFix/>
            </a:blip>
            <a:stretch>
              <a:fillRect/>
            </a:stretch>
          </p:blipFill>
          <p:spPr>
            <a:xfrm>
              <a:off x="2227125" y="3707800"/>
              <a:ext cx="363825" cy="363825"/>
            </a:xfrm>
            <a:prstGeom prst="rect">
              <a:avLst/>
            </a:prstGeom>
            <a:noFill/>
            <a:ln>
              <a:noFill/>
            </a:ln>
          </p:spPr>
        </p:pic>
        <p:sp>
          <p:nvSpPr>
            <p:cNvPr id="3875" name="Google Shape;3875;p179"/>
            <p:cNvSpPr/>
            <p:nvPr/>
          </p:nvSpPr>
          <p:spPr>
            <a:xfrm>
              <a:off x="2207500" y="3708622"/>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876" name="Google Shape;3876;p179"/>
            <p:cNvPicPr preferRelativeResize="0"/>
            <p:nvPr/>
          </p:nvPicPr>
          <p:blipFill>
            <a:blip r:embed="rId3">
              <a:alphaModFix/>
            </a:blip>
            <a:stretch>
              <a:fillRect/>
            </a:stretch>
          </p:blipFill>
          <p:spPr>
            <a:xfrm>
              <a:off x="1998525" y="4098325"/>
              <a:ext cx="363825" cy="363825"/>
            </a:xfrm>
            <a:prstGeom prst="rect">
              <a:avLst/>
            </a:prstGeom>
            <a:noFill/>
            <a:ln>
              <a:noFill/>
            </a:ln>
          </p:spPr>
        </p:pic>
        <p:sp>
          <p:nvSpPr>
            <p:cNvPr id="3877" name="Google Shape;3877;p179"/>
            <p:cNvSpPr/>
            <p:nvPr/>
          </p:nvSpPr>
          <p:spPr>
            <a:xfrm>
              <a:off x="1988425" y="4099147"/>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878" name="Google Shape;3878;p179"/>
            <p:cNvPicPr preferRelativeResize="0"/>
            <p:nvPr/>
          </p:nvPicPr>
          <p:blipFill>
            <a:blip r:embed="rId3">
              <a:alphaModFix/>
            </a:blip>
            <a:stretch>
              <a:fillRect/>
            </a:stretch>
          </p:blipFill>
          <p:spPr>
            <a:xfrm>
              <a:off x="2436675" y="4098325"/>
              <a:ext cx="363825" cy="363825"/>
            </a:xfrm>
            <a:prstGeom prst="rect">
              <a:avLst/>
            </a:prstGeom>
            <a:noFill/>
            <a:ln>
              <a:noFill/>
            </a:ln>
          </p:spPr>
        </p:pic>
        <p:sp>
          <p:nvSpPr>
            <p:cNvPr id="3879" name="Google Shape;3879;p179"/>
            <p:cNvSpPr/>
            <p:nvPr/>
          </p:nvSpPr>
          <p:spPr>
            <a:xfrm>
              <a:off x="2417050" y="4099147"/>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0" name="Google Shape;3880;p179"/>
            <p:cNvSpPr/>
            <p:nvPr/>
          </p:nvSpPr>
          <p:spPr>
            <a:xfrm>
              <a:off x="25384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1" name="Google Shape;3881;p179"/>
            <p:cNvSpPr/>
            <p:nvPr/>
          </p:nvSpPr>
          <p:spPr>
            <a:xfrm rot="10800000">
              <a:off x="18907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882" name="Google Shape;3882;p179"/>
          <p:cNvCxnSpPr/>
          <p:nvPr/>
        </p:nvCxnSpPr>
        <p:spPr>
          <a:xfrm flipH="1" rot="10800000">
            <a:off x="4457700" y="790725"/>
            <a:ext cx="9600" cy="5581500"/>
          </a:xfrm>
          <a:prstGeom prst="straightConnector1">
            <a:avLst/>
          </a:prstGeom>
          <a:noFill/>
          <a:ln cap="flat" cmpd="sng" w="38100">
            <a:solidFill>
              <a:schemeClr val="accent1"/>
            </a:solidFill>
            <a:prstDash val="solid"/>
            <a:round/>
            <a:headEnd len="med" w="med" type="none"/>
            <a:tailEnd len="med" w="med" type="none"/>
          </a:ln>
        </p:spPr>
      </p:cxnSp>
      <p:cxnSp>
        <p:nvCxnSpPr>
          <p:cNvPr id="3883" name="Google Shape;3883;p179"/>
          <p:cNvCxnSpPr/>
          <p:nvPr/>
        </p:nvCxnSpPr>
        <p:spPr>
          <a:xfrm flipH="1" rot="10800000">
            <a:off x="7581900" y="790725"/>
            <a:ext cx="9600" cy="5581500"/>
          </a:xfrm>
          <a:prstGeom prst="straightConnector1">
            <a:avLst/>
          </a:prstGeom>
          <a:noFill/>
          <a:ln cap="flat" cmpd="sng" w="38100">
            <a:solidFill>
              <a:schemeClr val="accent1"/>
            </a:solidFill>
            <a:prstDash val="solid"/>
            <a:round/>
            <a:headEnd len="med" w="med" type="none"/>
            <a:tailEnd len="med" w="med" type="none"/>
          </a:ln>
        </p:spPr>
      </p:cxnSp>
      <p:sp>
        <p:nvSpPr>
          <p:cNvPr id="3884" name="Google Shape;3884;p179"/>
          <p:cNvSpPr txBox="1"/>
          <p:nvPr/>
        </p:nvSpPr>
        <p:spPr>
          <a:xfrm>
            <a:off x="600075" y="857250"/>
            <a:ext cx="2181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Content Management</a:t>
            </a:r>
            <a:endParaRPr sz="1600">
              <a:latin typeface="Red Hat Text"/>
              <a:ea typeface="Red Hat Text"/>
              <a:cs typeface="Red Hat Text"/>
              <a:sym typeface="Red Hat Text"/>
            </a:endParaRPr>
          </a:p>
        </p:txBody>
      </p:sp>
      <p:sp>
        <p:nvSpPr>
          <p:cNvPr id="3885" name="Google Shape;3885;p179"/>
          <p:cNvSpPr txBox="1"/>
          <p:nvPr/>
        </p:nvSpPr>
        <p:spPr>
          <a:xfrm>
            <a:off x="4943475" y="857250"/>
            <a:ext cx="246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Lifecycle Management</a:t>
            </a:r>
            <a:endParaRPr sz="1600">
              <a:latin typeface="Red Hat Text"/>
              <a:ea typeface="Red Hat Text"/>
              <a:cs typeface="Red Hat Text"/>
              <a:sym typeface="Red Hat Text"/>
            </a:endParaRPr>
          </a:p>
        </p:txBody>
      </p:sp>
      <p:sp>
        <p:nvSpPr>
          <p:cNvPr id="3886" name="Google Shape;3886;p179"/>
          <p:cNvSpPr txBox="1"/>
          <p:nvPr/>
        </p:nvSpPr>
        <p:spPr>
          <a:xfrm>
            <a:off x="8039100" y="857250"/>
            <a:ext cx="2874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Host Content  Management</a:t>
            </a:r>
            <a:endParaRPr sz="1600">
              <a:latin typeface="Red Hat Text"/>
              <a:ea typeface="Red Hat Text"/>
              <a:cs typeface="Red Hat Text"/>
              <a:sym typeface="Red Hat Text"/>
            </a:endParaRPr>
          </a:p>
        </p:txBody>
      </p:sp>
      <p:sp>
        <p:nvSpPr>
          <p:cNvPr id="3887" name="Google Shape;3887;p179"/>
          <p:cNvSpPr txBox="1"/>
          <p:nvPr/>
        </p:nvSpPr>
        <p:spPr>
          <a:xfrm>
            <a:off x="390134" y="1465040"/>
            <a:ext cx="21813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latin typeface="Red Hat Text"/>
                <a:ea typeface="Red Hat Text"/>
                <a:cs typeface="Red Hat Text"/>
                <a:sym typeface="Red Hat Text"/>
              </a:rPr>
              <a:t>Secure Content Distribution</a:t>
            </a:r>
            <a:endParaRPr sz="1600">
              <a:latin typeface="Red Hat Text"/>
              <a:ea typeface="Red Hat Text"/>
              <a:cs typeface="Red Hat Text"/>
              <a:sym typeface="Red Hat Text"/>
            </a:endParaRPr>
          </a:p>
        </p:txBody>
      </p:sp>
      <p:grpSp>
        <p:nvGrpSpPr>
          <p:cNvPr id="3888" name="Google Shape;3888;p179"/>
          <p:cNvGrpSpPr/>
          <p:nvPr/>
        </p:nvGrpSpPr>
        <p:grpSpPr>
          <a:xfrm>
            <a:off x="914400" y="5545246"/>
            <a:ext cx="1023528" cy="647688"/>
            <a:chOff x="914400" y="5545246"/>
            <a:chExt cx="1023528" cy="647688"/>
          </a:xfrm>
        </p:grpSpPr>
        <p:sp>
          <p:nvSpPr>
            <p:cNvPr id="3889" name="Google Shape;3889;p179"/>
            <p:cNvSpPr/>
            <p:nvPr/>
          </p:nvSpPr>
          <p:spPr>
            <a:xfrm>
              <a:off x="914400" y="5545246"/>
              <a:ext cx="871128" cy="495288"/>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Standard Image Defn</a:t>
              </a:r>
              <a:endParaRPr b="1" sz="800"/>
            </a:p>
          </p:txBody>
        </p:sp>
        <p:sp>
          <p:nvSpPr>
            <p:cNvPr id="3890" name="Google Shape;3890;p179"/>
            <p:cNvSpPr/>
            <p:nvPr/>
          </p:nvSpPr>
          <p:spPr>
            <a:xfrm>
              <a:off x="990600" y="5621446"/>
              <a:ext cx="871128" cy="495288"/>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Standard Image Defn</a:t>
              </a:r>
              <a:endParaRPr b="1" sz="800"/>
            </a:p>
          </p:txBody>
        </p:sp>
        <p:sp>
          <p:nvSpPr>
            <p:cNvPr id="3891" name="Google Shape;3891;p179"/>
            <p:cNvSpPr/>
            <p:nvPr/>
          </p:nvSpPr>
          <p:spPr>
            <a:xfrm>
              <a:off x="1066800" y="5697646"/>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Standard Image Defn</a:t>
              </a:r>
              <a:endParaRPr b="1" sz="800"/>
            </a:p>
          </p:txBody>
        </p:sp>
      </p:grpSp>
      <p:sp>
        <p:nvSpPr>
          <p:cNvPr id="3892" name="Google Shape;3892;p179"/>
          <p:cNvSpPr/>
          <p:nvPr/>
        </p:nvSpPr>
        <p:spPr>
          <a:xfrm>
            <a:off x="1295400" y="4797300"/>
            <a:ext cx="400200" cy="374700"/>
          </a:xfrm>
          <a:prstGeom prst="downArrow">
            <a:avLst>
              <a:gd fmla="val 50000" name="adj1"/>
              <a:gd fmla="val 50000" name="adj2"/>
            </a:avLst>
          </a:prstGeom>
          <a:solidFill>
            <a:srgbClr val="93C47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3" name="Google Shape;3893;p179"/>
          <p:cNvSpPr/>
          <p:nvPr/>
        </p:nvSpPr>
        <p:spPr>
          <a:xfrm>
            <a:off x="3333750" y="513397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Version 1</a:t>
            </a:r>
            <a:endParaRPr b="1" sz="800"/>
          </a:p>
        </p:txBody>
      </p:sp>
      <p:cxnSp>
        <p:nvCxnSpPr>
          <p:cNvPr id="3894" name="Google Shape;3894;p179"/>
          <p:cNvCxnSpPr>
            <a:stCxn id="3891" idx="3"/>
            <a:endCxn id="3893" idx="1"/>
          </p:cNvCxnSpPr>
          <p:nvPr/>
        </p:nvCxnSpPr>
        <p:spPr>
          <a:xfrm flipH="1" rot="10800000">
            <a:off x="1937928" y="5381590"/>
            <a:ext cx="1395900" cy="563700"/>
          </a:xfrm>
          <a:prstGeom prst="bentConnector3">
            <a:avLst>
              <a:gd fmla="val 49997" name="adj1"/>
            </a:avLst>
          </a:prstGeom>
          <a:noFill/>
          <a:ln cap="flat" cmpd="sng" w="28575">
            <a:solidFill>
              <a:schemeClr val="dk1"/>
            </a:solidFill>
            <a:prstDash val="solid"/>
            <a:round/>
            <a:headEnd len="med" w="med" type="none"/>
            <a:tailEnd len="med" w="med" type="triangle"/>
          </a:ln>
        </p:spPr>
      </p:cxnSp>
      <p:grpSp>
        <p:nvGrpSpPr>
          <p:cNvPr id="3895" name="Google Shape;3895;p179"/>
          <p:cNvGrpSpPr/>
          <p:nvPr/>
        </p:nvGrpSpPr>
        <p:grpSpPr>
          <a:xfrm>
            <a:off x="7926525" y="1781175"/>
            <a:ext cx="3303600" cy="1181100"/>
            <a:chOff x="6286500" y="1209675"/>
            <a:chExt cx="3303600" cy="1181100"/>
          </a:xfrm>
        </p:grpSpPr>
        <p:sp>
          <p:nvSpPr>
            <p:cNvPr id="3896" name="Google Shape;3896;p179"/>
            <p:cNvSpPr/>
            <p:nvPr/>
          </p:nvSpPr>
          <p:spPr>
            <a:xfrm>
              <a:off x="6286500" y="1209675"/>
              <a:ext cx="3303600" cy="118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897" name="Google Shape;3897;p179"/>
            <p:cNvPicPr preferRelativeResize="0"/>
            <p:nvPr/>
          </p:nvPicPr>
          <p:blipFill>
            <a:blip r:embed="rId4">
              <a:alphaModFix/>
            </a:blip>
            <a:stretch>
              <a:fillRect/>
            </a:stretch>
          </p:blipFill>
          <p:spPr>
            <a:xfrm>
              <a:off x="6343650" y="1272412"/>
              <a:ext cx="1055625" cy="1055625"/>
            </a:xfrm>
            <a:prstGeom prst="rect">
              <a:avLst/>
            </a:prstGeom>
            <a:noFill/>
            <a:ln>
              <a:noFill/>
            </a:ln>
          </p:spPr>
        </p:pic>
        <p:pic>
          <p:nvPicPr>
            <p:cNvPr id="3898" name="Google Shape;3898;p179"/>
            <p:cNvPicPr preferRelativeResize="0"/>
            <p:nvPr/>
          </p:nvPicPr>
          <p:blipFill>
            <a:blip r:embed="rId4">
              <a:alphaModFix/>
            </a:blip>
            <a:stretch>
              <a:fillRect/>
            </a:stretch>
          </p:blipFill>
          <p:spPr>
            <a:xfrm>
              <a:off x="7410450" y="1272412"/>
              <a:ext cx="1055625" cy="1055625"/>
            </a:xfrm>
            <a:prstGeom prst="rect">
              <a:avLst/>
            </a:prstGeom>
            <a:noFill/>
            <a:ln>
              <a:noFill/>
            </a:ln>
          </p:spPr>
        </p:pic>
        <p:pic>
          <p:nvPicPr>
            <p:cNvPr id="3899" name="Google Shape;3899;p179"/>
            <p:cNvPicPr preferRelativeResize="0"/>
            <p:nvPr/>
          </p:nvPicPr>
          <p:blipFill>
            <a:blip r:embed="rId4">
              <a:alphaModFix/>
            </a:blip>
            <a:stretch>
              <a:fillRect/>
            </a:stretch>
          </p:blipFill>
          <p:spPr>
            <a:xfrm>
              <a:off x="8477250" y="1272412"/>
              <a:ext cx="1055625" cy="1055625"/>
            </a:xfrm>
            <a:prstGeom prst="rect">
              <a:avLst/>
            </a:prstGeom>
            <a:noFill/>
            <a:ln>
              <a:noFill/>
            </a:ln>
          </p:spPr>
        </p:pic>
      </p:grpSp>
      <p:grpSp>
        <p:nvGrpSpPr>
          <p:cNvPr id="3900" name="Google Shape;3900;p179"/>
          <p:cNvGrpSpPr/>
          <p:nvPr/>
        </p:nvGrpSpPr>
        <p:grpSpPr>
          <a:xfrm>
            <a:off x="7926525" y="3343275"/>
            <a:ext cx="3303600" cy="1181100"/>
            <a:chOff x="6229350" y="2828925"/>
            <a:chExt cx="3303600" cy="1181100"/>
          </a:xfrm>
        </p:grpSpPr>
        <p:sp>
          <p:nvSpPr>
            <p:cNvPr id="3901" name="Google Shape;3901;p179"/>
            <p:cNvSpPr/>
            <p:nvPr/>
          </p:nvSpPr>
          <p:spPr>
            <a:xfrm>
              <a:off x="6229350" y="2828925"/>
              <a:ext cx="3303600" cy="1181100"/>
            </a:xfrm>
            <a:prstGeom prst="rect">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02" name="Google Shape;3902;p179"/>
            <p:cNvPicPr preferRelativeResize="0"/>
            <p:nvPr/>
          </p:nvPicPr>
          <p:blipFill>
            <a:blip r:embed="rId5">
              <a:alphaModFix/>
            </a:blip>
            <a:stretch>
              <a:fillRect/>
            </a:stretch>
          </p:blipFill>
          <p:spPr>
            <a:xfrm>
              <a:off x="6296025" y="2901175"/>
              <a:ext cx="1055625" cy="1055625"/>
            </a:xfrm>
            <a:prstGeom prst="rect">
              <a:avLst/>
            </a:prstGeom>
            <a:noFill/>
            <a:ln>
              <a:noFill/>
            </a:ln>
          </p:spPr>
        </p:pic>
        <p:pic>
          <p:nvPicPr>
            <p:cNvPr id="3903" name="Google Shape;3903;p179"/>
            <p:cNvPicPr preferRelativeResize="0"/>
            <p:nvPr/>
          </p:nvPicPr>
          <p:blipFill>
            <a:blip r:embed="rId5">
              <a:alphaModFix/>
            </a:blip>
            <a:stretch>
              <a:fillRect/>
            </a:stretch>
          </p:blipFill>
          <p:spPr>
            <a:xfrm>
              <a:off x="7391400" y="2901175"/>
              <a:ext cx="1055625" cy="1055625"/>
            </a:xfrm>
            <a:prstGeom prst="rect">
              <a:avLst/>
            </a:prstGeom>
            <a:noFill/>
            <a:ln>
              <a:noFill/>
            </a:ln>
          </p:spPr>
        </p:pic>
      </p:grpSp>
      <p:grpSp>
        <p:nvGrpSpPr>
          <p:cNvPr id="3904" name="Google Shape;3904;p179"/>
          <p:cNvGrpSpPr/>
          <p:nvPr/>
        </p:nvGrpSpPr>
        <p:grpSpPr>
          <a:xfrm>
            <a:off x="7926525" y="4867275"/>
            <a:ext cx="3303600" cy="1181100"/>
            <a:chOff x="6229350" y="4314825"/>
            <a:chExt cx="3303600" cy="1181100"/>
          </a:xfrm>
        </p:grpSpPr>
        <p:sp>
          <p:nvSpPr>
            <p:cNvPr id="3905" name="Google Shape;3905;p179"/>
            <p:cNvSpPr/>
            <p:nvPr/>
          </p:nvSpPr>
          <p:spPr>
            <a:xfrm>
              <a:off x="6229350" y="4314825"/>
              <a:ext cx="3303600" cy="11811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06" name="Google Shape;3906;p179"/>
            <p:cNvPicPr preferRelativeResize="0"/>
            <p:nvPr/>
          </p:nvPicPr>
          <p:blipFill>
            <a:blip r:embed="rId6">
              <a:alphaModFix/>
            </a:blip>
            <a:stretch>
              <a:fillRect/>
            </a:stretch>
          </p:blipFill>
          <p:spPr>
            <a:xfrm>
              <a:off x="6305550" y="4381500"/>
              <a:ext cx="1055625" cy="1055625"/>
            </a:xfrm>
            <a:prstGeom prst="rect">
              <a:avLst/>
            </a:prstGeom>
            <a:noFill/>
            <a:ln>
              <a:noFill/>
            </a:ln>
          </p:spPr>
        </p:pic>
        <p:pic>
          <p:nvPicPr>
            <p:cNvPr id="3907" name="Google Shape;3907;p179"/>
            <p:cNvPicPr preferRelativeResize="0"/>
            <p:nvPr/>
          </p:nvPicPr>
          <p:blipFill>
            <a:blip r:embed="rId6">
              <a:alphaModFix/>
            </a:blip>
            <a:stretch>
              <a:fillRect/>
            </a:stretch>
          </p:blipFill>
          <p:spPr>
            <a:xfrm>
              <a:off x="7410450" y="4381500"/>
              <a:ext cx="1055625" cy="1055625"/>
            </a:xfrm>
            <a:prstGeom prst="rect">
              <a:avLst/>
            </a:prstGeom>
            <a:noFill/>
            <a:ln>
              <a:noFill/>
            </a:ln>
          </p:spPr>
        </p:pic>
      </p:grpSp>
      <p:sp>
        <p:nvSpPr>
          <p:cNvPr id="3908" name="Google Shape;3908;p179"/>
          <p:cNvSpPr txBox="1"/>
          <p:nvPr/>
        </p:nvSpPr>
        <p:spPr>
          <a:xfrm>
            <a:off x="7934325" y="14668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Production Servers</a:t>
            </a:r>
            <a:endParaRPr b="1" sz="800">
              <a:latin typeface="Red Hat Text"/>
              <a:ea typeface="Red Hat Text"/>
              <a:cs typeface="Red Hat Text"/>
              <a:sym typeface="Red Hat Text"/>
            </a:endParaRPr>
          </a:p>
        </p:txBody>
      </p:sp>
      <p:sp>
        <p:nvSpPr>
          <p:cNvPr id="3909" name="Google Shape;3909;p179"/>
          <p:cNvSpPr txBox="1"/>
          <p:nvPr/>
        </p:nvSpPr>
        <p:spPr>
          <a:xfrm>
            <a:off x="7943850" y="30670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QA Servers</a:t>
            </a:r>
            <a:endParaRPr b="1" sz="800">
              <a:latin typeface="Red Hat Text"/>
              <a:ea typeface="Red Hat Text"/>
              <a:cs typeface="Red Hat Text"/>
              <a:sym typeface="Red Hat Text"/>
            </a:endParaRPr>
          </a:p>
        </p:txBody>
      </p:sp>
      <p:sp>
        <p:nvSpPr>
          <p:cNvPr id="3910" name="Google Shape;3910;p179"/>
          <p:cNvSpPr txBox="1"/>
          <p:nvPr/>
        </p:nvSpPr>
        <p:spPr>
          <a:xfrm>
            <a:off x="7926525" y="4580025"/>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Development Servers</a:t>
            </a:r>
            <a:endParaRPr b="1" sz="800">
              <a:latin typeface="Red Hat Text"/>
              <a:ea typeface="Red Hat Text"/>
              <a:cs typeface="Red Hat Text"/>
              <a:sym typeface="Red Hat Text"/>
            </a:endParaRPr>
          </a:p>
        </p:txBody>
      </p:sp>
      <p:sp>
        <p:nvSpPr>
          <p:cNvPr id="3911" name="Google Shape;3911;p179"/>
          <p:cNvSpPr/>
          <p:nvPr/>
        </p:nvSpPr>
        <p:spPr>
          <a:xfrm>
            <a:off x="6076950" y="545812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Version 1</a:t>
            </a:r>
            <a:endParaRPr b="1" sz="800"/>
          </a:p>
        </p:txBody>
      </p:sp>
      <p:sp>
        <p:nvSpPr>
          <p:cNvPr id="3912" name="Google Shape;3912;p179"/>
          <p:cNvSpPr txBox="1"/>
          <p:nvPr/>
        </p:nvSpPr>
        <p:spPr>
          <a:xfrm>
            <a:off x="5076825" y="14668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Production Lifecycle</a:t>
            </a:r>
            <a:endParaRPr b="1" sz="800">
              <a:latin typeface="Red Hat Text"/>
              <a:ea typeface="Red Hat Text"/>
              <a:cs typeface="Red Hat Text"/>
              <a:sym typeface="Red Hat Text"/>
            </a:endParaRPr>
          </a:p>
        </p:txBody>
      </p:sp>
      <p:sp>
        <p:nvSpPr>
          <p:cNvPr id="3913" name="Google Shape;3913;p179"/>
          <p:cNvSpPr/>
          <p:nvPr/>
        </p:nvSpPr>
        <p:spPr>
          <a:xfrm>
            <a:off x="5162550" y="5010150"/>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Other Dev Content </a:t>
            </a:r>
            <a:endParaRPr b="1" sz="800"/>
          </a:p>
          <a:p>
            <a:pPr indent="0" lvl="0" marL="0" rtl="0" algn="l">
              <a:spcBef>
                <a:spcPts val="0"/>
              </a:spcBef>
              <a:spcAft>
                <a:spcPts val="0"/>
              </a:spcAft>
              <a:buNone/>
            </a:pPr>
            <a:r>
              <a:t/>
            </a:r>
            <a:endParaRPr b="1" sz="800"/>
          </a:p>
        </p:txBody>
      </p:sp>
      <p:sp>
        <p:nvSpPr>
          <p:cNvPr id="3914" name="Google Shape;3914;p179"/>
          <p:cNvSpPr/>
          <p:nvPr/>
        </p:nvSpPr>
        <p:spPr>
          <a:xfrm>
            <a:off x="1295400" y="4340100"/>
            <a:ext cx="400200" cy="374700"/>
          </a:xfrm>
          <a:prstGeom prst="downArrow">
            <a:avLst>
              <a:gd fmla="val 50000" name="adj1"/>
              <a:gd fmla="val 50000" name="adj2"/>
            </a:avLst>
          </a:prstGeom>
          <a:solidFill>
            <a:srgbClr val="93C47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5" name="Google Shape;3915;p179"/>
          <p:cNvSpPr/>
          <p:nvPr/>
        </p:nvSpPr>
        <p:spPr>
          <a:xfrm>
            <a:off x="1273576" y="3882900"/>
            <a:ext cx="422100" cy="374700"/>
          </a:xfrm>
          <a:prstGeom prst="downArrow">
            <a:avLst>
              <a:gd fmla="val 50000" name="adj1"/>
              <a:gd fmla="val 50000" name="adj2"/>
            </a:avLst>
          </a:prstGeom>
          <a:solidFill>
            <a:srgbClr val="93C47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6" name="Google Shape;3916;p179"/>
          <p:cNvSpPr/>
          <p:nvPr/>
        </p:nvSpPr>
        <p:spPr>
          <a:xfrm>
            <a:off x="1295400" y="5254500"/>
            <a:ext cx="400200" cy="374700"/>
          </a:xfrm>
          <a:prstGeom prst="downArrow">
            <a:avLst>
              <a:gd fmla="val 50000" name="adj1"/>
              <a:gd fmla="val 50000" name="adj2"/>
            </a:avLst>
          </a:prstGeom>
          <a:solidFill>
            <a:srgbClr val="CC412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7" name="Google Shape;3917;p179"/>
          <p:cNvSpPr txBox="1"/>
          <p:nvPr/>
        </p:nvSpPr>
        <p:spPr>
          <a:xfrm>
            <a:off x="76204" y="4284450"/>
            <a:ext cx="11997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latin typeface="Red Hat Text"/>
                <a:ea typeface="Red Hat Text"/>
                <a:cs typeface="Red Hat Text"/>
                <a:sym typeface="Red Hat Text"/>
              </a:rPr>
              <a:t>Content</a:t>
            </a:r>
            <a:endParaRPr sz="1600">
              <a:latin typeface="Red Hat Text"/>
              <a:ea typeface="Red Hat Text"/>
              <a:cs typeface="Red Hat Text"/>
              <a:sym typeface="Red Hat Text"/>
            </a:endParaRPr>
          </a:p>
          <a:p>
            <a:pPr indent="0" lvl="0" marL="0" rtl="0" algn="ctr">
              <a:spcBef>
                <a:spcPts val="0"/>
              </a:spcBef>
              <a:spcAft>
                <a:spcPts val="0"/>
              </a:spcAft>
              <a:buNone/>
            </a:pPr>
            <a:r>
              <a:rPr lang="en" sz="1600">
                <a:latin typeface="Red Hat Text"/>
                <a:ea typeface="Red Hat Text"/>
                <a:cs typeface="Red Hat Text"/>
                <a:sym typeface="Red Hat Text"/>
              </a:rPr>
              <a:t>Filtering</a:t>
            </a:r>
            <a:endParaRPr sz="1600">
              <a:latin typeface="Red Hat Text"/>
              <a:ea typeface="Red Hat Text"/>
              <a:cs typeface="Red Hat Text"/>
              <a:sym typeface="Red Hat Text"/>
            </a:endParaRPr>
          </a:p>
        </p:txBody>
      </p:sp>
      <p:sp>
        <p:nvSpPr>
          <p:cNvPr id="3918" name="Google Shape;3918;p179"/>
          <p:cNvSpPr txBox="1"/>
          <p:nvPr/>
        </p:nvSpPr>
        <p:spPr>
          <a:xfrm>
            <a:off x="1852137" y="6150075"/>
            <a:ext cx="1829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Content Baseline</a:t>
            </a:r>
            <a:endParaRPr sz="1600">
              <a:latin typeface="Red Hat Text"/>
              <a:ea typeface="Red Hat Text"/>
              <a:cs typeface="Red Hat Text"/>
              <a:sym typeface="Red Hat Text"/>
            </a:endParaRPr>
          </a:p>
        </p:txBody>
      </p:sp>
      <p:sp>
        <p:nvSpPr>
          <p:cNvPr id="3919" name="Google Shape;3919;p179"/>
          <p:cNvSpPr txBox="1"/>
          <p:nvPr/>
        </p:nvSpPr>
        <p:spPr>
          <a:xfrm>
            <a:off x="5076825" y="30670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Qualification Lifecycle</a:t>
            </a:r>
            <a:endParaRPr b="1" sz="800">
              <a:latin typeface="Red Hat Text"/>
              <a:ea typeface="Red Hat Text"/>
              <a:cs typeface="Red Hat Text"/>
              <a:sym typeface="Red Hat Text"/>
            </a:endParaRPr>
          </a:p>
        </p:txBody>
      </p:sp>
      <p:sp>
        <p:nvSpPr>
          <p:cNvPr id="3920" name="Google Shape;3920;p179"/>
          <p:cNvSpPr txBox="1"/>
          <p:nvPr/>
        </p:nvSpPr>
        <p:spPr>
          <a:xfrm>
            <a:off x="5076825" y="4629672"/>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Development  Lifecycle</a:t>
            </a:r>
            <a:endParaRPr b="1" sz="800">
              <a:latin typeface="Red Hat Text"/>
              <a:ea typeface="Red Hat Text"/>
              <a:cs typeface="Red Hat Text"/>
              <a:sym typeface="Red Hat Text"/>
            </a:endParaRPr>
          </a:p>
        </p:txBody>
      </p:sp>
      <p:cxnSp>
        <p:nvCxnSpPr>
          <p:cNvPr id="3921" name="Google Shape;3921;p179"/>
          <p:cNvCxnSpPr>
            <a:stCxn id="3893" idx="3"/>
            <a:endCxn id="3911" idx="1"/>
          </p:cNvCxnSpPr>
          <p:nvPr/>
        </p:nvCxnSpPr>
        <p:spPr>
          <a:xfrm>
            <a:off x="4204878" y="5381619"/>
            <a:ext cx="1872000" cy="324300"/>
          </a:xfrm>
          <a:prstGeom prst="curvedConnector3">
            <a:avLst>
              <a:gd fmla="val 50002" name="adj1"/>
            </a:avLst>
          </a:prstGeom>
          <a:noFill/>
          <a:ln cap="flat" cmpd="sng" w="28575">
            <a:solidFill>
              <a:schemeClr val="dk1"/>
            </a:solidFill>
            <a:prstDash val="solid"/>
            <a:round/>
            <a:headEnd len="med" w="med" type="none"/>
            <a:tailEnd len="med" w="med" type="triangle"/>
          </a:ln>
        </p:spPr>
      </p:cxnSp>
      <p:cxnSp>
        <p:nvCxnSpPr>
          <p:cNvPr id="3922" name="Google Shape;3922;p179"/>
          <p:cNvCxnSpPr>
            <a:stCxn id="3911" idx="3"/>
            <a:endCxn id="3905" idx="1"/>
          </p:cNvCxnSpPr>
          <p:nvPr/>
        </p:nvCxnSpPr>
        <p:spPr>
          <a:xfrm flipH="1" rot="10800000">
            <a:off x="6948078" y="5457969"/>
            <a:ext cx="978300" cy="247800"/>
          </a:xfrm>
          <a:prstGeom prst="curvedConnector3">
            <a:avLst>
              <a:gd fmla="val 50008" name="adj1"/>
            </a:avLst>
          </a:prstGeom>
          <a:noFill/>
          <a:ln cap="flat" cmpd="sng" w="28575">
            <a:solidFill>
              <a:schemeClr val="dk1"/>
            </a:solidFill>
            <a:prstDash val="solid"/>
            <a:round/>
            <a:headEnd len="med" w="med" type="none"/>
            <a:tailEnd len="med" w="med" type="triangle"/>
          </a:ln>
        </p:spPr>
      </p:cxnSp>
      <p:sp>
        <p:nvSpPr>
          <p:cNvPr id="3923" name="Google Shape;3923;p179"/>
          <p:cNvSpPr txBox="1"/>
          <p:nvPr/>
        </p:nvSpPr>
        <p:spPr>
          <a:xfrm>
            <a:off x="5081617" y="6150065"/>
            <a:ext cx="2181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Content Access</a:t>
            </a:r>
            <a:endParaRPr sz="1600">
              <a:latin typeface="Red Hat Text"/>
              <a:ea typeface="Red Hat Text"/>
              <a:cs typeface="Red Hat Text"/>
              <a:sym typeface="Red Hat Text"/>
            </a:endParaRPr>
          </a:p>
        </p:txBody>
      </p:sp>
      <p:sp>
        <p:nvSpPr>
          <p:cNvPr id="3924" name="Google Shape;3924;p179"/>
          <p:cNvSpPr txBox="1"/>
          <p:nvPr/>
        </p:nvSpPr>
        <p:spPr>
          <a:xfrm>
            <a:off x="7925025" y="6150065"/>
            <a:ext cx="2181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Content Delivery</a:t>
            </a:r>
            <a:endParaRPr sz="1600">
              <a:latin typeface="Red Hat Text"/>
              <a:ea typeface="Red Hat Text"/>
              <a:cs typeface="Red Hat Text"/>
              <a:sym typeface="Red Hat Text"/>
            </a:endParaRPr>
          </a:p>
        </p:txBody>
      </p:sp>
      <p:sp>
        <p:nvSpPr>
          <p:cNvPr id="3925" name="Google Shape;3925;p179"/>
          <p:cNvSpPr txBox="1"/>
          <p:nvPr/>
        </p:nvSpPr>
        <p:spPr>
          <a:xfrm>
            <a:off x="5076825" y="12382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Retirement Lifecycle</a:t>
            </a:r>
            <a:endParaRPr b="1" sz="800">
              <a:latin typeface="Red Hat Text"/>
              <a:ea typeface="Red Hat Text"/>
              <a:cs typeface="Red Hat Text"/>
              <a:sym typeface="Red Hat Text"/>
            </a:endParaRPr>
          </a:p>
        </p:txBody>
      </p:sp>
      <p:sp>
        <p:nvSpPr>
          <p:cNvPr id="3926" name="Google Shape;3926;p179"/>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p>
            <a:pPr indent="0" lvl="0" marL="0" rtl="0" algn="l">
              <a:spcBef>
                <a:spcPts val="0"/>
              </a:spcBef>
              <a:spcAft>
                <a:spcPts val="0"/>
              </a:spcAft>
              <a:buNone/>
            </a:pPr>
            <a:r>
              <a:rPr lang="en"/>
              <a:t>Red Hat Infrastructure Standard Adoption Model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5"/>
                                        </p:tgtEl>
                                        <p:attrNameLst>
                                          <p:attrName>style.visibility</p:attrName>
                                        </p:attrNameLst>
                                      </p:cBhvr>
                                      <p:to>
                                        <p:strVal val="visible"/>
                                      </p:to>
                                    </p:set>
                                    <p:animEffect filter="fade" transition="in">
                                      <p:cBhvr>
                                        <p:cTn dur="1000"/>
                                        <p:tgtEl>
                                          <p:spTgt spid="391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914"/>
                                        </p:tgtEl>
                                        <p:attrNameLst>
                                          <p:attrName>style.visibility</p:attrName>
                                        </p:attrNameLst>
                                      </p:cBhvr>
                                      <p:to>
                                        <p:strVal val="visible"/>
                                      </p:to>
                                    </p:set>
                                    <p:animEffect filter="fade" transition="in">
                                      <p:cBhvr>
                                        <p:cTn dur="1000"/>
                                        <p:tgtEl>
                                          <p:spTgt spid="391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892"/>
                                        </p:tgtEl>
                                        <p:attrNameLst>
                                          <p:attrName>style.visibility</p:attrName>
                                        </p:attrNameLst>
                                      </p:cBhvr>
                                      <p:to>
                                        <p:strVal val="visible"/>
                                      </p:to>
                                    </p:set>
                                    <p:animEffect filter="fade" transition="in">
                                      <p:cBhvr>
                                        <p:cTn dur="1000"/>
                                        <p:tgtEl>
                                          <p:spTgt spid="3892"/>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916"/>
                                        </p:tgtEl>
                                        <p:attrNameLst>
                                          <p:attrName>style.visibility</p:attrName>
                                        </p:attrNameLst>
                                      </p:cBhvr>
                                      <p:to>
                                        <p:strVal val="visible"/>
                                      </p:to>
                                    </p:set>
                                    <p:animEffect filter="fade" transition="in">
                                      <p:cBhvr>
                                        <p:cTn dur="1000"/>
                                        <p:tgtEl>
                                          <p:spTgt spid="3916"/>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888"/>
                                        </p:tgtEl>
                                        <p:attrNameLst>
                                          <p:attrName>style.visibility</p:attrName>
                                        </p:attrNameLst>
                                      </p:cBhvr>
                                      <p:to>
                                        <p:strVal val="visible"/>
                                      </p:to>
                                    </p:set>
                                    <p:animEffect filter="fade" transition="in">
                                      <p:cBhvr>
                                        <p:cTn dur="1000"/>
                                        <p:tgtEl>
                                          <p:spTgt spid="38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94"/>
                                        </p:tgtEl>
                                        <p:attrNameLst>
                                          <p:attrName>style.visibility</p:attrName>
                                        </p:attrNameLst>
                                      </p:cBhvr>
                                      <p:to>
                                        <p:strVal val="visible"/>
                                      </p:to>
                                    </p:set>
                                    <p:animEffect filter="fade" transition="in">
                                      <p:cBhvr>
                                        <p:cTn dur="1000"/>
                                        <p:tgtEl>
                                          <p:spTgt spid="389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893"/>
                                        </p:tgtEl>
                                        <p:attrNameLst>
                                          <p:attrName>style.visibility</p:attrName>
                                        </p:attrNameLst>
                                      </p:cBhvr>
                                      <p:to>
                                        <p:strVal val="visible"/>
                                      </p:to>
                                    </p:set>
                                    <p:animEffect filter="fade" transition="in">
                                      <p:cBhvr>
                                        <p:cTn dur="1000"/>
                                        <p:tgtEl>
                                          <p:spTgt spid="389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921"/>
                                        </p:tgtEl>
                                        <p:attrNameLst>
                                          <p:attrName>style.visibility</p:attrName>
                                        </p:attrNameLst>
                                      </p:cBhvr>
                                      <p:to>
                                        <p:strVal val="visible"/>
                                      </p:to>
                                    </p:set>
                                    <p:animEffect filter="fade" transition="in">
                                      <p:cBhvr>
                                        <p:cTn dur="1000"/>
                                        <p:tgtEl>
                                          <p:spTgt spid="3921"/>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911"/>
                                        </p:tgtEl>
                                        <p:attrNameLst>
                                          <p:attrName>style.visibility</p:attrName>
                                        </p:attrNameLst>
                                      </p:cBhvr>
                                      <p:to>
                                        <p:strVal val="visible"/>
                                      </p:to>
                                    </p:set>
                                    <p:animEffect filter="fade" transition="in">
                                      <p:cBhvr>
                                        <p:cTn dur="1000"/>
                                        <p:tgtEl>
                                          <p:spTgt spid="3911"/>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913"/>
                                        </p:tgtEl>
                                        <p:attrNameLst>
                                          <p:attrName>style.visibility</p:attrName>
                                        </p:attrNameLst>
                                      </p:cBhvr>
                                      <p:to>
                                        <p:strVal val="visible"/>
                                      </p:to>
                                    </p:set>
                                    <p:animEffect filter="fade" transition="in">
                                      <p:cBhvr>
                                        <p:cTn dur="1000"/>
                                        <p:tgtEl>
                                          <p:spTgt spid="3913"/>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3922"/>
                                        </p:tgtEl>
                                        <p:attrNameLst>
                                          <p:attrName>style.visibility</p:attrName>
                                        </p:attrNameLst>
                                      </p:cBhvr>
                                      <p:to>
                                        <p:strVal val="visible"/>
                                      </p:to>
                                    </p:set>
                                    <p:animEffect filter="fade" transition="in">
                                      <p:cBhvr>
                                        <p:cTn dur="1000"/>
                                        <p:tgtEl>
                                          <p:spTgt spid="39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0" name="Shape 3930"/>
        <p:cNvGrpSpPr/>
        <p:nvPr/>
      </p:nvGrpSpPr>
      <p:grpSpPr>
        <a:xfrm>
          <a:off x="0" y="0"/>
          <a:ext cx="0" cy="0"/>
          <a:chOff x="0" y="0"/>
          <a:chExt cx="0" cy="0"/>
        </a:xfrm>
      </p:grpSpPr>
      <p:sp>
        <p:nvSpPr>
          <p:cNvPr id="3931" name="Google Shape;3931;p180"/>
          <p:cNvSpPr/>
          <p:nvPr/>
        </p:nvSpPr>
        <p:spPr>
          <a:xfrm>
            <a:off x="914400" y="5545246"/>
            <a:ext cx="871128" cy="495288"/>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Standard Image Defn</a:t>
            </a:r>
            <a:endParaRPr b="1" sz="800"/>
          </a:p>
        </p:txBody>
      </p:sp>
      <p:sp>
        <p:nvSpPr>
          <p:cNvPr id="3932" name="Google Shape;3932;p180"/>
          <p:cNvSpPr/>
          <p:nvPr/>
        </p:nvSpPr>
        <p:spPr>
          <a:xfrm>
            <a:off x="990600" y="5621446"/>
            <a:ext cx="871128" cy="495288"/>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Standard Image Defn</a:t>
            </a:r>
            <a:endParaRPr b="1" sz="800"/>
          </a:p>
        </p:txBody>
      </p:sp>
      <p:sp>
        <p:nvSpPr>
          <p:cNvPr id="3933" name="Google Shape;3933;p180"/>
          <p:cNvSpPr/>
          <p:nvPr/>
        </p:nvSpPr>
        <p:spPr>
          <a:xfrm>
            <a:off x="5067738" y="4886325"/>
            <a:ext cx="1995900" cy="11811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4" name="Google Shape;3934;p180"/>
          <p:cNvSpPr/>
          <p:nvPr/>
        </p:nvSpPr>
        <p:spPr>
          <a:xfrm>
            <a:off x="5076413" y="3333750"/>
            <a:ext cx="1995900" cy="1181100"/>
          </a:xfrm>
          <a:prstGeom prst="rect">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5" name="Google Shape;3935;p180"/>
          <p:cNvSpPr/>
          <p:nvPr/>
        </p:nvSpPr>
        <p:spPr>
          <a:xfrm>
            <a:off x="5070750" y="1781175"/>
            <a:ext cx="1995900" cy="118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36" name="Google Shape;3936;p180"/>
          <p:cNvCxnSpPr/>
          <p:nvPr/>
        </p:nvCxnSpPr>
        <p:spPr>
          <a:xfrm rot="10800000">
            <a:off x="628996" y="2928263"/>
            <a:ext cx="1829700" cy="0"/>
          </a:xfrm>
          <a:prstGeom prst="straightConnector1">
            <a:avLst/>
          </a:prstGeom>
          <a:noFill/>
          <a:ln cap="flat" cmpd="sng" w="9525">
            <a:solidFill>
              <a:schemeClr val="lt1"/>
            </a:solidFill>
            <a:prstDash val="solid"/>
            <a:round/>
            <a:headEnd len="med" w="med" type="none"/>
            <a:tailEnd len="med" w="med" type="triangle"/>
          </a:ln>
        </p:spPr>
      </p:cxnSp>
      <p:grpSp>
        <p:nvGrpSpPr>
          <p:cNvPr id="3937" name="Google Shape;3937;p180"/>
          <p:cNvGrpSpPr/>
          <p:nvPr/>
        </p:nvGrpSpPr>
        <p:grpSpPr>
          <a:xfrm>
            <a:off x="804290" y="2333645"/>
            <a:ext cx="1353015" cy="1352039"/>
            <a:chOff x="1890725" y="3600450"/>
            <a:chExt cx="1011600" cy="962100"/>
          </a:xfrm>
        </p:grpSpPr>
        <p:pic>
          <p:nvPicPr>
            <p:cNvPr id="3938" name="Google Shape;3938;p180"/>
            <p:cNvPicPr preferRelativeResize="0"/>
            <p:nvPr/>
          </p:nvPicPr>
          <p:blipFill>
            <a:blip r:embed="rId3">
              <a:alphaModFix/>
            </a:blip>
            <a:stretch>
              <a:fillRect/>
            </a:stretch>
          </p:blipFill>
          <p:spPr>
            <a:xfrm>
              <a:off x="2227125" y="3707800"/>
              <a:ext cx="363825" cy="363825"/>
            </a:xfrm>
            <a:prstGeom prst="rect">
              <a:avLst/>
            </a:prstGeom>
            <a:noFill/>
            <a:ln>
              <a:noFill/>
            </a:ln>
          </p:spPr>
        </p:pic>
        <p:sp>
          <p:nvSpPr>
            <p:cNvPr id="3939" name="Google Shape;3939;p180"/>
            <p:cNvSpPr/>
            <p:nvPr/>
          </p:nvSpPr>
          <p:spPr>
            <a:xfrm>
              <a:off x="2207500" y="3708622"/>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40" name="Google Shape;3940;p180"/>
            <p:cNvPicPr preferRelativeResize="0"/>
            <p:nvPr/>
          </p:nvPicPr>
          <p:blipFill>
            <a:blip r:embed="rId3">
              <a:alphaModFix/>
            </a:blip>
            <a:stretch>
              <a:fillRect/>
            </a:stretch>
          </p:blipFill>
          <p:spPr>
            <a:xfrm>
              <a:off x="1998525" y="4098325"/>
              <a:ext cx="363825" cy="363825"/>
            </a:xfrm>
            <a:prstGeom prst="rect">
              <a:avLst/>
            </a:prstGeom>
            <a:noFill/>
            <a:ln>
              <a:noFill/>
            </a:ln>
          </p:spPr>
        </p:pic>
        <p:sp>
          <p:nvSpPr>
            <p:cNvPr id="3941" name="Google Shape;3941;p180"/>
            <p:cNvSpPr/>
            <p:nvPr/>
          </p:nvSpPr>
          <p:spPr>
            <a:xfrm>
              <a:off x="1988425" y="4099147"/>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42" name="Google Shape;3942;p180"/>
            <p:cNvPicPr preferRelativeResize="0"/>
            <p:nvPr/>
          </p:nvPicPr>
          <p:blipFill>
            <a:blip r:embed="rId3">
              <a:alphaModFix/>
            </a:blip>
            <a:stretch>
              <a:fillRect/>
            </a:stretch>
          </p:blipFill>
          <p:spPr>
            <a:xfrm>
              <a:off x="2436675" y="4098325"/>
              <a:ext cx="363825" cy="363825"/>
            </a:xfrm>
            <a:prstGeom prst="rect">
              <a:avLst/>
            </a:prstGeom>
            <a:noFill/>
            <a:ln>
              <a:noFill/>
            </a:ln>
          </p:spPr>
        </p:pic>
        <p:sp>
          <p:nvSpPr>
            <p:cNvPr id="3943" name="Google Shape;3943;p180"/>
            <p:cNvSpPr/>
            <p:nvPr/>
          </p:nvSpPr>
          <p:spPr>
            <a:xfrm>
              <a:off x="2417050" y="4099147"/>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4" name="Google Shape;3944;p180"/>
            <p:cNvSpPr/>
            <p:nvPr/>
          </p:nvSpPr>
          <p:spPr>
            <a:xfrm>
              <a:off x="25384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5" name="Google Shape;3945;p180"/>
            <p:cNvSpPr/>
            <p:nvPr/>
          </p:nvSpPr>
          <p:spPr>
            <a:xfrm rot="10800000">
              <a:off x="18907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946" name="Google Shape;3946;p180"/>
          <p:cNvCxnSpPr/>
          <p:nvPr/>
        </p:nvCxnSpPr>
        <p:spPr>
          <a:xfrm flipH="1" rot="10800000">
            <a:off x="4457700" y="790725"/>
            <a:ext cx="9600" cy="5581500"/>
          </a:xfrm>
          <a:prstGeom prst="straightConnector1">
            <a:avLst/>
          </a:prstGeom>
          <a:noFill/>
          <a:ln cap="flat" cmpd="sng" w="38100">
            <a:solidFill>
              <a:schemeClr val="accent1"/>
            </a:solidFill>
            <a:prstDash val="solid"/>
            <a:round/>
            <a:headEnd len="med" w="med" type="none"/>
            <a:tailEnd len="med" w="med" type="none"/>
          </a:ln>
        </p:spPr>
      </p:cxnSp>
      <p:cxnSp>
        <p:nvCxnSpPr>
          <p:cNvPr id="3947" name="Google Shape;3947;p180"/>
          <p:cNvCxnSpPr/>
          <p:nvPr/>
        </p:nvCxnSpPr>
        <p:spPr>
          <a:xfrm flipH="1" rot="10800000">
            <a:off x="7581900" y="790725"/>
            <a:ext cx="9600" cy="5581500"/>
          </a:xfrm>
          <a:prstGeom prst="straightConnector1">
            <a:avLst/>
          </a:prstGeom>
          <a:noFill/>
          <a:ln cap="flat" cmpd="sng" w="38100">
            <a:solidFill>
              <a:schemeClr val="accent1"/>
            </a:solidFill>
            <a:prstDash val="solid"/>
            <a:round/>
            <a:headEnd len="med" w="med" type="none"/>
            <a:tailEnd len="med" w="med" type="none"/>
          </a:ln>
        </p:spPr>
      </p:cxnSp>
      <p:sp>
        <p:nvSpPr>
          <p:cNvPr id="3948" name="Google Shape;3948;p180"/>
          <p:cNvSpPr txBox="1"/>
          <p:nvPr/>
        </p:nvSpPr>
        <p:spPr>
          <a:xfrm>
            <a:off x="600075" y="857250"/>
            <a:ext cx="2181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Content Management</a:t>
            </a:r>
            <a:endParaRPr sz="1600">
              <a:latin typeface="Red Hat Text"/>
              <a:ea typeface="Red Hat Text"/>
              <a:cs typeface="Red Hat Text"/>
              <a:sym typeface="Red Hat Text"/>
            </a:endParaRPr>
          </a:p>
        </p:txBody>
      </p:sp>
      <p:sp>
        <p:nvSpPr>
          <p:cNvPr id="3949" name="Google Shape;3949;p180"/>
          <p:cNvSpPr txBox="1"/>
          <p:nvPr/>
        </p:nvSpPr>
        <p:spPr>
          <a:xfrm>
            <a:off x="4943475" y="857250"/>
            <a:ext cx="246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Lifecycle Management</a:t>
            </a:r>
            <a:endParaRPr sz="1600">
              <a:latin typeface="Red Hat Text"/>
              <a:ea typeface="Red Hat Text"/>
              <a:cs typeface="Red Hat Text"/>
              <a:sym typeface="Red Hat Text"/>
            </a:endParaRPr>
          </a:p>
        </p:txBody>
      </p:sp>
      <p:sp>
        <p:nvSpPr>
          <p:cNvPr id="3950" name="Google Shape;3950;p180"/>
          <p:cNvSpPr txBox="1"/>
          <p:nvPr/>
        </p:nvSpPr>
        <p:spPr>
          <a:xfrm>
            <a:off x="8039100" y="857250"/>
            <a:ext cx="2874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Host Content  Management</a:t>
            </a:r>
            <a:endParaRPr sz="1600">
              <a:latin typeface="Red Hat Text"/>
              <a:ea typeface="Red Hat Text"/>
              <a:cs typeface="Red Hat Text"/>
              <a:sym typeface="Red Hat Text"/>
            </a:endParaRPr>
          </a:p>
        </p:txBody>
      </p:sp>
      <p:sp>
        <p:nvSpPr>
          <p:cNvPr id="3951" name="Google Shape;3951;p180"/>
          <p:cNvSpPr txBox="1"/>
          <p:nvPr/>
        </p:nvSpPr>
        <p:spPr>
          <a:xfrm>
            <a:off x="390134" y="1465040"/>
            <a:ext cx="21813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latin typeface="Red Hat Text"/>
                <a:ea typeface="Red Hat Text"/>
                <a:cs typeface="Red Hat Text"/>
                <a:sym typeface="Red Hat Text"/>
              </a:rPr>
              <a:t>Secure Content Distribution</a:t>
            </a:r>
            <a:endParaRPr sz="1600">
              <a:latin typeface="Red Hat Text"/>
              <a:ea typeface="Red Hat Text"/>
              <a:cs typeface="Red Hat Text"/>
              <a:sym typeface="Red Hat Text"/>
            </a:endParaRPr>
          </a:p>
        </p:txBody>
      </p:sp>
      <p:sp>
        <p:nvSpPr>
          <p:cNvPr id="3952" name="Google Shape;3952;p180"/>
          <p:cNvSpPr/>
          <p:nvPr/>
        </p:nvSpPr>
        <p:spPr>
          <a:xfrm>
            <a:off x="1066800" y="5697646"/>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Standard Image Defn</a:t>
            </a:r>
            <a:endParaRPr b="1" sz="800"/>
          </a:p>
        </p:txBody>
      </p:sp>
      <p:sp>
        <p:nvSpPr>
          <p:cNvPr id="3953" name="Google Shape;3953;p180"/>
          <p:cNvSpPr/>
          <p:nvPr/>
        </p:nvSpPr>
        <p:spPr>
          <a:xfrm>
            <a:off x="1295400" y="4797300"/>
            <a:ext cx="400200" cy="374700"/>
          </a:xfrm>
          <a:prstGeom prst="downArrow">
            <a:avLst>
              <a:gd fmla="val 50000" name="adj1"/>
              <a:gd fmla="val 50000" name="adj2"/>
            </a:avLst>
          </a:prstGeom>
          <a:solidFill>
            <a:srgbClr val="93C47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4" name="Google Shape;3954;p180"/>
          <p:cNvSpPr/>
          <p:nvPr/>
        </p:nvSpPr>
        <p:spPr>
          <a:xfrm>
            <a:off x="3333750" y="330517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800">
                <a:solidFill>
                  <a:schemeClr val="dk1"/>
                </a:solidFill>
              </a:rPr>
              <a:t>Version 1</a:t>
            </a:r>
            <a:endParaRPr b="1" sz="800"/>
          </a:p>
        </p:txBody>
      </p:sp>
      <p:sp>
        <p:nvSpPr>
          <p:cNvPr id="3955" name="Google Shape;3955;p180"/>
          <p:cNvSpPr/>
          <p:nvPr/>
        </p:nvSpPr>
        <p:spPr>
          <a:xfrm>
            <a:off x="3333750" y="4219575"/>
            <a:ext cx="871128" cy="495288"/>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800">
                <a:solidFill>
                  <a:schemeClr val="dk1"/>
                </a:solidFill>
              </a:rPr>
              <a:t>Version 2</a:t>
            </a:r>
            <a:endParaRPr b="1" sz="800"/>
          </a:p>
        </p:txBody>
      </p:sp>
      <p:sp>
        <p:nvSpPr>
          <p:cNvPr id="3956" name="Google Shape;3956;p180"/>
          <p:cNvSpPr/>
          <p:nvPr/>
        </p:nvSpPr>
        <p:spPr>
          <a:xfrm>
            <a:off x="3333750" y="513397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Version 3</a:t>
            </a:r>
            <a:endParaRPr b="1" sz="800"/>
          </a:p>
        </p:txBody>
      </p:sp>
      <p:cxnSp>
        <p:nvCxnSpPr>
          <p:cNvPr id="3957" name="Google Shape;3957;p180"/>
          <p:cNvCxnSpPr>
            <a:stCxn id="3952" idx="3"/>
            <a:endCxn id="3954" idx="1"/>
          </p:cNvCxnSpPr>
          <p:nvPr/>
        </p:nvCxnSpPr>
        <p:spPr>
          <a:xfrm flipH="1" rot="10800000">
            <a:off x="1937928" y="3552790"/>
            <a:ext cx="1395900" cy="2392500"/>
          </a:xfrm>
          <a:prstGeom prst="bentConnector3">
            <a:avLst>
              <a:gd fmla="val 49997" name="adj1"/>
            </a:avLst>
          </a:prstGeom>
          <a:noFill/>
          <a:ln cap="flat" cmpd="sng" w="28575">
            <a:solidFill>
              <a:schemeClr val="dk1"/>
            </a:solidFill>
            <a:prstDash val="solid"/>
            <a:round/>
            <a:headEnd len="med" w="med" type="none"/>
            <a:tailEnd len="med" w="med" type="triangle"/>
          </a:ln>
        </p:spPr>
      </p:cxnSp>
      <p:cxnSp>
        <p:nvCxnSpPr>
          <p:cNvPr id="3958" name="Google Shape;3958;p180"/>
          <p:cNvCxnSpPr>
            <a:stCxn id="3952" idx="3"/>
            <a:endCxn id="3955" idx="1"/>
          </p:cNvCxnSpPr>
          <p:nvPr/>
        </p:nvCxnSpPr>
        <p:spPr>
          <a:xfrm flipH="1" rot="10800000">
            <a:off x="1937928" y="4467190"/>
            <a:ext cx="1395900" cy="1478100"/>
          </a:xfrm>
          <a:prstGeom prst="bentConnector3">
            <a:avLst>
              <a:gd fmla="val 49997" name="adj1"/>
            </a:avLst>
          </a:prstGeom>
          <a:noFill/>
          <a:ln cap="flat" cmpd="sng" w="28575">
            <a:solidFill>
              <a:schemeClr val="dk1"/>
            </a:solidFill>
            <a:prstDash val="solid"/>
            <a:round/>
            <a:headEnd len="med" w="med" type="none"/>
            <a:tailEnd len="med" w="med" type="triangle"/>
          </a:ln>
        </p:spPr>
      </p:cxnSp>
      <p:cxnSp>
        <p:nvCxnSpPr>
          <p:cNvPr id="3959" name="Google Shape;3959;p180"/>
          <p:cNvCxnSpPr>
            <a:stCxn id="3952" idx="3"/>
            <a:endCxn id="3956" idx="1"/>
          </p:cNvCxnSpPr>
          <p:nvPr/>
        </p:nvCxnSpPr>
        <p:spPr>
          <a:xfrm flipH="1" rot="10800000">
            <a:off x="1937928" y="5381590"/>
            <a:ext cx="1395900" cy="563700"/>
          </a:xfrm>
          <a:prstGeom prst="bentConnector3">
            <a:avLst>
              <a:gd fmla="val 49997" name="adj1"/>
            </a:avLst>
          </a:prstGeom>
          <a:noFill/>
          <a:ln cap="flat" cmpd="sng" w="28575">
            <a:solidFill>
              <a:schemeClr val="dk1"/>
            </a:solidFill>
            <a:prstDash val="solid"/>
            <a:round/>
            <a:headEnd len="med" w="med" type="none"/>
            <a:tailEnd len="med" w="med" type="triangle"/>
          </a:ln>
        </p:spPr>
      </p:cxnSp>
      <p:grpSp>
        <p:nvGrpSpPr>
          <p:cNvPr id="3960" name="Google Shape;3960;p180"/>
          <p:cNvGrpSpPr/>
          <p:nvPr/>
        </p:nvGrpSpPr>
        <p:grpSpPr>
          <a:xfrm>
            <a:off x="7926525" y="1781175"/>
            <a:ext cx="3303600" cy="1181100"/>
            <a:chOff x="6286500" y="1209675"/>
            <a:chExt cx="3303600" cy="1181100"/>
          </a:xfrm>
        </p:grpSpPr>
        <p:sp>
          <p:nvSpPr>
            <p:cNvPr id="3961" name="Google Shape;3961;p180"/>
            <p:cNvSpPr/>
            <p:nvPr/>
          </p:nvSpPr>
          <p:spPr>
            <a:xfrm>
              <a:off x="6286500" y="1209675"/>
              <a:ext cx="3303600" cy="118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62" name="Google Shape;3962;p180"/>
            <p:cNvPicPr preferRelativeResize="0"/>
            <p:nvPr/>
          </p:nvPicPr>
          <p:blipFill>
            <a:blip r:embed="rId4">
              <a:alphaModFix/>
            </a:blip>
            <a:stretch>
              <a:fillRect/>
            </a:stretch>
          </p:blipFill>
          <p:spPr>
            <a:xfrm>
              <a:off x="6343650" y="1272412"/>
              <a:ext cx="1055625" cy="1055625"/>
            </a:xfrm>
            <a:prstGeom prst="rect">
              <a:avLst/>
            </a:prstGeom>
            <a:noFill/>
            <a:ln>
              <a:noFill/>
            </a:ln>
          </p:spPr>
        </p:pic>
        <p:pic>
          <p:nvPicPr>
            <p:cNvPr id="3963" name="Google Shape;3963;p180"/>
            <p:cNvPicPr preferRelativeResize="0"/>
            <p:nvPr/>
          </p:nvPicPr>
          <p:blipFill>
            <a:blip r:embed="rId4">
              <a:alphaModFix/>
            </a:blip>
            <a:stretch>
              <a:fillRect/>
            </a:stretch>
          </p:blipFill>
          <p:spPr>
            <a:xfrm>
              <a:off x="7410450" y="1272412"/>
              <a:ext cx="1055625" cy="1055625"/>
            </a:xfrm>
            <a:prstGeom prst="rect">
              <a:avLst/>
            </a:prstGeom>
            <a:noFill/>
            <a:ln>
              <a:noFill/>
            </a:ln>
          </p:spPr>
        </p:pic>
        <p:pic>
          <p:nvPicPr>
            <p:cNvPr id="3964" name="Google Shape;3964;p180"/>
            <p:cNvPicPr preferRelativeResize="0"/>
            <p:nvPr/>
          </p:nvPicPr>
          <p:blipFill>
            <a:blip r:embed="rId4">
              <a:alphaModFix/>
            </a:blip>
            <a:stretch>
              <a:fillRect/>
            </a:stretch>
          </p:blipFill>
          <p:spPr>
            <a:xfrm>
              <a:off x="8477250" y="1272412"/>
              <a:ext cx="1055625" cy="1055625"/>
            </a:xfrm>
            <a:prstGeom prst="rect">
              <a:avLst/>
            </a:prstGeom>
            <a:noFill/>
            <a:ln>
              <a:noFill/>
            </a:ln>
          </p:spPr>
        </p:pic>
      </p:grpSp>
      <p:grpSp>
        <p:nvGrpSpPr>
          <p:cNvPr id="3965" name="Google Shape;3965;p180"/>
          <p:cNvGrpSpPr/>
          <p:nvPr/>
        </p:nvGrpSpPr>
        <p:grpSpPr>
          <a:xfrm>
            <a:off x="7926525" y="3343275"/>
            <a:ext cx="3303600" cy="1181100"/>
            <a:chOff x="6229350" y="2828925"/>
            <a:chExt cx="3303600" cy="1181100"/>
          </a:xfrm>
        </p:grpSpPr>
        <p:sp>
          <p:nvSpPr>
            <p:cNvPr id="3966" name="Google Shape;3966;p180"/>
            <p:cNvSpPr/>
            <p:nvPr/>
          </p:nvSpPr>
          <p:spPr>
            <a:xfrm>
              <a:off x="6229350" y="2828925"/>
              <a:ext cx="3303600" cy="1181100"/>
            </a:xfrm>
            <a:prstGeom prst="rect">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67" name="Google Shape;3967;p180"/>
            <p:cNvPicPr preferRelativeResize="0"/>
            <p:nvPr/>
          </p:nvPicPr>
          <p:blipFill>
            <a:blip r:embed="rId5">
              <a:alphaModFix/>
            </a:blip>
            <a:stretch>
              <a:fillRect/>
            </a:stretch>
          </p:blipFill>
          <p:spPr>
            <a:xfrm>
              <a:off x="6296025" y="2901175"/>
              <a:ext cx="1055625" cy="1055625"/>
            </a:xfrm>
            <a:prstGeom prst="rect">
              <a:avLst/>
            </a:prstGeom>
            <a:noFill/>
            <a:ln>
              <a:noFill/>
            </a:ln>
          </p:spPr>
        </p:pic>
        <p:pic>
          <p:nvPicPr>
            <p:cNvPr id="3968" name="Google Shape;3968;p180"/>
            <p:cNvPicPr preferRelativeResize="0"/>
            <p:nvPr/>
          </p:nvPicPr>
          <p:blipFill>
            <a:blip r:embed="rId5">
              <a:alphaModFix/>
            </a:blip>
            <a:stretch>
              <a:fillRect/>
            </a:stretch>
          </p:blipFill>
          <p:spPr>
            <a:xfrm>
              <a:off x="7391400" y="2901175"/>
              <a:ext cx="1055625" cy="1055625"/>
            </a:xfrm>
            <a:prstGeom prst="rect">
              <a:avLst/>
            </a:prstGeom>
            <a:noFill/>
            <a:ln>
              <a:noFill/>
            </a:ln>
          </p:spPr>
        </p:pic>
      </p:grpSp>
      <p:grpSp>
        <p:nvGrpSpPr>
          <p:cNvPr id="3969" name="Google Shape;3969;p180"/>
          <p:cNvGrpSpPr/>
          <p:nvPr/>
        </p:nvGrpSpPr>
        <p:grpSpPr>
          <a:xfrm>
            <a:off x="7926525" y="4867275"/>
            <a:ext cx="3303600" cy="1181100"/>
            <a:chOff x="6229350" y="4314825"/>
            <a:chExt cx="3303600" cy="1181100"/>
          </a:xfrm>
        </p:grpSpPr>
        <p:sp>
          <p:nvSpPr>
            <p:cNvPr id="3970" name="Google Shape;3970;p180"/>
            <p:cNvSpPr/>
            <p:nvPr/>
          </p:nvSpPr>
          <p:spPr>
            <a:xfrm>
              <a:off x="6229350" y="4314825"/>
              <a:ext cx="3303600" cy="11811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71" name="Google Shape;3971;p180"/>
            <p:cNvPicPr preferRelativeResize="0"/>
            <p:nvPr/>
          </p:nvPicPr>
          <p:blipFill>
            <a:blip r:embed="rId6">
              <a:alphaModFix/>
            </a:blip>
            <a:stretch>
              <a:fillRect/>
            </a:stretch>
          </p:blipFill>
          <p:spPr>
            <a:xfrm>
              <a:off x="6305550" y="4381500"/>
              <a:ext cx="1055625" cy="1055625"/>
            </a:xfrm>
            <a:prstGeom prst="rect">
              <a:avLst/>
            </a:prstGeom>
            <a:noFill/>
            <a:ln>
              <a:noFill/>
            </a:ln>
          </p:spPr>
        </p:pic>
        <p:pic>
          <p:nvPicPr>
            <p:cNvPr id="3972" name="Google Shape;3972;p180"/>
            <p:cNvPicPr preferRelativeResize="0"/>
            <p:nvPr/>
          </p:nvPicPr>
          <p:blipFill>
            <a:blip r:embed="rId6">
              <a:alphaModFix/>
            </a:blip>
            <a:stretch>
              <a:fillRect/>
            </a:stretch>
          </p:blipFill>
          <p:spPr>
            <a:xfrm>
              <a:off x="7410450" y="4381500"/>
              <a:ext cx="1055625" cy="1055625"/>
            </a:xfrm>
            <a:prstGeom prst="rect">
              <a:avLst/>
            </a:prstGeom>
            <a:noFill/>
            <a:ln>
              <a:noFill/>
            </a:ln>
          </p:spPr>
        </p:pic>
      </p:grpSp>
      <p:sp>
        <p:nvSpPr>
          <p:cNvPr id="3973" name="Google Shape;3973;p180"/>
          <p:cNvSpPr txBox="1"/>
          <p:nvPr/>
        </p:nvSpPr>
        <p:spPr>
          <a:xfrm>
            <a:off x="7934325" y="14668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Production Servers</a:t>
            </a:r>
            <a:endParaRPr b="1" sz="800">
              <a:latin typeface="Red Hat Text"/>
              <a:ea typeface="Red Hat Text"/>
              <a:cs typeface="Red Hat Text"/>
              <a:sym typeface="Red Hat Text"/>
            </a:endParaRPr>
          </a:p>
        </p:txBody>
      </p:sp>
      <p:sp>
        <p:nvSpPr>
          <p:cNvPr id="3974" name="Google Shape;3974;p180"/>
          <p:cNvSpPr txBox="1"/>
          <p:nvPr/>
        </p:nvSpPr>
        <p:spPr>
          <a:xfrm>
            <a:off x="7943850" y="30670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QA Servers</a:t>
            </a:r>
            <a:endParaRPr b="1" sz="800">
              <a:latin typeface="Red Hat Text"/>
              <a:ea typeface="Red Hat Text"/>
              <a:cs typeface="Red Hat Text"/>
              <a:sym typeface="Red Hat Text"/>
            </a:endParaRPr>
          </a:p>
        </p:txBody>
      </p:sp>
      <p:sp>
        <p:nvSpPr>
          <p:cNvPr id="3975" name="Google Shape;3975;p180"/>
          <p:cNvSpPr txBox="1"/>
          <p:nvPr/>
        </p:nvSpPr>
        <p:spPr>
          <a:xfrm>
            <a:off x="7926525" y="4580025"/>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Development Servers</a:t>
            </a:r>
            <a:endParaRPr b="1" sz="800">
              <a:latin typeface="Red Hat Text"/>
              <a:ea typeface="Red Hat Text"/>
              <a:cs typeface="Red Hat Text"/>
              <a:sym typeface="Red Hat Text"/>
            </a:endParaRPr>
          </a:p>
        </p:txBody>
      </p:sp>
      <p:sp>
        <p:nvSpPr>
          <p:cNvPr id="3976" name="Google Shape;3976;p180"/>
          <p:cNvSpPr/>
          <p:nvPr/>
        </p:nvSpPr>
        <p:spPr>
          <a:xfrm>
            <a:off x="6076950" y="545812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Version 3</a:t>
            </a:r>
            <a:endParaRPr b="1" sz="800"/>
          </a:p>
        </p:txBody>
      </p:sp>
      <p:sp>
        <p:nvSpPr>
          <p:cNvPr id="3977" name="Google Shape;3977;p180"/>
          <p:cNvSpPr/>
          <p:nvPr/>
        </p:nvSpPr>
        <p:spPr>
          <a:xfrm>
            <a:off x="6076950" y="3924450"/>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Version 1</a:t>
            </a:r>
            <a:endParaRPr b="1" sz="800"/>
          </a:p>
        </p:txBody>
      </p:sp>
      <p:sp>
        <p:nvSpPr>
          <p:cNvPr id="3978" name="Google Shape;3978;p180"/>
          <p:cNvSpPr/>
          <p:nvPr/>
        </p:nvSpPr>
        <p:spPr>
          <a:xfrm>
            <a:off x="6076950" y="239077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Version 1</a:t>
            </a:r>
            <a:endParaRPr b="1" sz="800"/>
          </a:p>
        </p:txBody>
      </p:sp>
      <p:sp>
        <p:nvSpPr>
          <p:cNvPr id="3979" name="Google Shape;3979;p180"/>
          <p:cNvSpPr txBox="1"/>
          <p:nvPr/>
        </p:nvSpPr>
        <p:spPr>
          <a:xfrm>
            <a:off x="5076825" y="14668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Production Lifecycle</a:t>
            </a:r>
            <a:endParaRPr b="1" sz="800">
              <a:latin typeface="Red Hat Text"/>
              <a:ea typeface="Red Hat Text"/>
              <a:cs typeface="Red Hat Text"/>
              <a:sym typeface="Red Hat Text"/>
            </a:endParaRPr>
          </a:p>
        </p:txBody>
      </p:sp>
      <p:sp>
        <p:nvSpPr>
          <p:cNvPr id="3980" name="Google Shape;3980;p180"/>
          <p:cNvSpPr/>
          <p:nvPr/>
        </p:nvSpPr>
        <p:spPr>
          <a:xfrm>
            <a:off x="5162550" y="3409950"/>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Other QA Content</a:t>
            </a:r>
            <a:endParaRPr b="1" sz="800"/>
          </a:p>
          <a:p>
            <a:pPr indent="0" lvl="0" marL="0" rtl="0" algn="l">
              <a:spcBef>
                <a:spcPts val="0"/>
              </a:spcBef>
              <a:spcAft>
                <a:spcPts val="0"/>
              </a:spcAft>
              <a:buNone/>
            </a:pPr>
            <a:r>
              <a:t/>
            </a:r>
            <a:endParaRPr b="1" sz="800"/>
          </a:p>
        </p:txBody>
      </p:sp>
      <p:sp>
        <p:nvSpPr>
          <p:cNvPr id="3981" name="Google Shape;3981;p180"/>
          <p:cNvSpPr/>
          <p:nvPr/>
        </p:nvSpPr>
        <p:spPr>
          <a:xfrm>
            <a:off x="5162550" y="5010150"/>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Other Dev Content </a:t>
            </a:r>
            <a:endParaRPr b="1" sz="800"/>
          </a:p>
          <a:p>
            <a:pPr indent="0" lvl="0" marL="0" rtl="0" algn="l">
              <a:spcBef>
                <a:spcPts val="0"/>
              </a:spcBef>
              <a:spcAft>
                <a:spcPts val="0"/>
              </a:spcAft>
              <a:buNone/>
            </a:pPr>
            <a:r>
              <a:t/>
            </a:r>
            <a:endParaRPr b="1" sz="800"/>
          </a:p>
        </p:txBody>
      </p:sp>
      <p:sp>
        <p:nvSpPr>
          <p:cNvPr id="3982" name="Google Shape;3982;p180"/>
          <p:cNvSpPr/>
          <p:nvPr/>
        </p:nvSpPr>
        <p:spPr>
          <a:xfrm>
            <a:off x="1295400" y="4340100"/>
            <a:ext cx="400200" cy="374700"/>
          </a:xfrm>
          <a:prstGeom prst="downArrow">
            <a:avLst>
              <a:gd fmla="val 50000" name="adj1"/>
              <a:gd fmla="val 50000" name="adj2"/>
            </a:avLst>
          </a:prstGeom>
          <a:solidFill>
            <a:srgbClr val="93C47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3" name="Google Shape;3983;p180"/>
          <p:cNvSpPr/>
          <p:nvPr/>
        </p:nvSpPr>
        <p:spPr>
          <a:xfrm>
            <a:off x="1273576" y="3882900"/>
            <a:ext cx="422100" cy="374700"/>
          </a:xfrm>
          <a:prstGeom prst="downArrow">
            <a:avLst>
              <a:gd fmla="val 50000" name="adj1"/>
              <a:gd fmla="val 50000" name="adj2"/>
            </a:avLst>
          </a:prstGeom>
          <a:solidFill>
            <a:srgbClr val="93C47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4" name="Google Shape;3984;p180"/>
          <p:cNvSpPr/>
          <p:nvPr/>
        </p:nvSpPr>
        <p:spPr>
          <a:xfrm>
            <a:off x="1295400" y="5254500"/>
            <a:ext cx="400200" cy="374700"/>
          </a:xfrm>
          <a:prstGeom prst="downArrow">
            <a:avLst>
              <a:gd fmla="val 50000" name="adj1"/>
              <a:gd fmla="val 50000" name="adj2"/>
            </a:avLst>
          </a:prstGeom>
          <a:solidFill>
            <a:srgbClr val="CC412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5" name="Google Shape;3985;p180"/>
          <p:cNvSpPr txBox="1"/>
          <p:nvPr/>
        </p:nvSpPr>
        <p:spPr>
          <a:xfrm>
            <a:off x="76204" y="4284450"/>
            <a:ext cx="11997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latin typeface="Red Hat Text"/>
                <a:ea typeface="Red Hat Text"/>
                <a:cs typeface="Red Hat Text"/>
                <a:sym typeface="Red Hat Text"/>
              </a:rPr>
              <a:t>Content</a:t>
            </a:r>
            <a:endParaRPr sz="1600">
              <a:latin typeface="Red Hat Text"/>
              <a:ea typeface="Red Hat Text"/>
              <a:cs typeface="Red Hat Text"/>
              <a:sym typeface="Red Hat Text"/>
            </a:endParaRPr>
          </a:p>
          <a:p>
            <a:pPr indent="0" lvl="0" marL="0" rtl="0" algn="ctr">
              <a:spcBef>
                <a:spcPts val="0"/>
              </a:spcBef>
              <a:spcAft>
                <a:spcPts val="0"/>
              </a:spcAft>
              <a:buNone/>
            </a:pPr>
            <a:r>
              <a:rPr lang="en" sz="1600">
                <a:latin typeface="Red Hat Text"/>
                <a:ea typeface="Red Hat Text"/>
                <a:cs typeface="Red Hat Text"/>
                <a:sym typeface="Red Hat Text"/>
              </a:rPr>
              <a:t>Filtering</a:t>
            </a:r>
            <a:endParaRPr sz="1600">
              <a:latin typeface="Red Hat Text"/>
              <a:ea typeface="Red Hat Text"/>
              <a:cs typeface="Red Hat Text"/>
              <a:sym typeface="Red Hat Text"/>
            </a:endParaRPr>
          </a:p>
        </p:txBody>
      </p:sp>
      <p:sp>
        <p:nvSpPr>
          <p:cNvPr id="3986" name="Google Shape;3986;p180"/>
          <p:cNvSpPr txBox="1"/>
          <p:nvPr/>
        </p:nvSpPr>
        <p:spPr>
          <a:xfrm>
            <a:off x="1852137" y="6150075"/>
            <a:ext cx="1829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Content Baseline</a:t>
            </a:r>
            <a:endParaRPr sz="1600">
              <a:latin typeface="Red Hat Text"/>
              <a:ea typeface="Red Hat Text"/>
              <a:cs typeface="Red Hat Text"/>
              <a:sym typeface="Red Hat Text"/>
            </a:endParaRPr>
          </a:p>
        </p:txBody>
      </p:sp>
      <p:sp>
        <p:nvSpPr>
          <p:cNvPr id="3987" name="Google Shape;3987;p180"/>
          <p:cNvSpPr txBox="1"/>
          <p:nvPr/>
        </p:nvSpPr>
        <p:spPr>
          <a:xfrm>
            <a:off x="5076825" y="30670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Qualification Lifecycle</a:t>
            </a:r>
            <a:endParaRPr b="1" sz="800">
              <a:latin typeface="Red Hat Text"/>
              <a:ea typeface="Red Hat Text"/>
              <a:cs typeface="Red Hat Text"/>
              <a:sym typeface="Red Hat Text"/>
            </a:endParaRPr>
          </a:p>
        </p:txBody>
      </p:sp>
      <p:sp>
        <p:nvSpPr>
          <p:cNvPr id="3988" name="Google Shape;3988;p180"/>
          <p:cNvSpPr txBox="1"/>
          <p:nvPr/>
        </p:nvSpPr>
        <p:spPr>
          <a:xfrm>
            <a:off x="5076825" y="4629672"/>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Development  Lifecycle</a:t>
            </a:r>
            <a:endParaRPr b="1" sz="800">
              <a:latin typeface="Red Hat Text"/>
              <a:ea typeface="Red Hat Text"/>
              <a:cs typeface="Red Hat Text"/>
              <a:sym typeface="Red Hat Text"/>
            </a:endParaRPr>
          </a:p>
        </p:txBody>
      </p:sp>
      <p:cxnSp>
        <p:nvCxnSpPr>
          <p:cNvPr id="3989" name="Google Shape;3989;p180"/>
          <p:cNvCxnSpPr>
            <a:stCxn id="3956" idx="3"/>
            <a:endCxn id="3976" idx="1"/>
          </p:cNvCxnSpPr>
          <p:nvPr/>
        </p:nvCxnSpPr>
        <p:spPr>
          <a:xfrm>
            <a:off x="4204878" y="5381619"/>
            <a:ext cx="1872000" cy="324300"/>
          </a:xfrm>
          <a:prstGeom prst="curvedConnector3">
            <a:avLst>
              <a:gd fmla="val 50002" name="adj1"/>
            </a:avLst>
          </a:prstGeom>
          <a:noFill/>
          <a:ln cap="flat" cmpd="sng" w="28575">
            <a:solidFill>
              <a:schemeClr val="dk1"/>
            </a:solidFill>
            <a:prstDash val="solid"/>
            <a:round/>
            <a:headEnd len="med" w="med" type="none"/>
            <a:tailEnd len="med" w="med" type="triangle"/>
          </a:ln>
        </p:spPr>
      </p:cxnSp>
      <p:cxnSp>
        <p:nvCxnSpPr>
          <p:cNvPr id="3990" name="Google Shape;3990;p180"/>
          <p:cNvCxnSpPr>
            <a:stCxn id="3976" idx="3"/>
            <a:endCxn id="3970" idx="1"/>
          </p:cNvCxnSpPr>
          <p:nvPr/>
        </p:nvCxnSpPr>
        <p:spPr>
          <a:xfrm flipH="1" rot="10800000">
            <a:off x="6948078" y="5457969"/>
            <a:ext cx="978300" cy="247800"/>
          </a:xfrm>
          <a:prstGeom prst="curvedConnector3">
            <a:avLst>
              <a:gd fmla="val 50008" name="adj1"/>
            </a:avLst>
          </a:prstGeom>
          <a:noFill/>
          <a:ln cap="flat" cmpd="sng" w="28575">
            <a:solidFill>
              <a:schemeClr val="dk1"/>
            </a:solidFill>
            <a:prstDash val="solid"/>
            <a:round/>
            <a:headEnd len="med" w="med" type="none"/>
            <a:tailEnd len="med" w="med" type="triangle"/>
          </a:ln>
        </p:spPr>
      </p:cxnSp>
      <p:cxnSp>
        <p:nvCxnSpPr>
          <p:cNvPr id="3991" name="Google Shape;3991;p180"/>
          <p:cNvCxnSpPr>
            <a:stCxn id="3954" idx="3"/>
            <a:endCxn id="3977" idx="1"/>
          </p:cNvCxnSpPr>
          <p:nvPr/>
        </p:nvCxnSpPr>
        <p:spPr>
          <a:xfrm>
            <a:off x="4204878" y="3552819"/>
            <a:ext cx="1872000" cy="619200"/>
          </a:xfrm>
          <a:prstGeom prst="curvedConnector3">
            <a:avLst>
              <a:gd fmla="val 39351" name="adj1"/>
            </a:avLst>
          </a:prstGeom>
          <a:noFill/>
          <a:ln cap="flat" cmpd="sng" w="28575">
            <a:solidFill>
              <a:schemeClr val="dk1"/>
            </a:solidFill>
            <a:prstDash val="solid"/>
            <a:round/>
            <a:headEnd len="med" w="med" type="none"/>
            <a:tailEnd len="med" w="med" type="triangle"/>
          </a:ln>
        </p:spPr>
      </p:cxnSp>
      <p:cxnSp>
        <p:nvCxnSpPr>
          <p:cNvPr id="3992" name="Google Shape;3992;p180"/>
          <p:cNvCxnSpPr>
            <a:stCxn id="3977" idx="3"/>
            <a:endCxn id="3966" idx="1"/>
          </p:cNvCxnSpPr>
          <p:nvPr/>
        </p:nvCxnSpPr>
        <p:spPr>
          <a:xfrm flipH="1" rot="10800000">
            <a:off x="6948078" y="3933894"/>
            <a:ext cx="978300" cy="238200"/>
          </a:xfrm>
          <a:prstGeom prst="curvedConnector3">
            <a:avLst>
              <a:gd fmla="val 50008" name="adj1"/>
            </a:avLst>
          </a:prstGeom>
          <a:noFill/>
          <a:ln cap="flat" cmpd="sng" w="28575">
            <a:solidFill>
              <a:schemeClr val="dk1"/>
            </a:solidFill>
            <a:prstDash val="solid"/>
            <a:round/>
            <a:headEnd len="med" w="med" type="none"/>
            <a:tailEnd len="med" w="med" type="triangle"/>
          </a:ln>
        </p:spPr>
      </p:cxnSp>
      <p:cxnSp>
        <p:nvCxnSpPr>
          <p:cNvPr id="3993" name="Google Shape;3993;p180"/>
          <p:cNvCxnSpPr>
            <a:stCxn id="3954" idx="3"/>
            <a:endCxn id="3978" idx="1"/>
          </p:cNvCxnSpPr>
          <p:nvPr/>
        </p:nvCxnSpPr>
        <p:spPr>
          <a:xfrm flipH="1" rot="10800000">
            <a:off x="4204878" y="2638419"/>
            <a:ext cx="1872000" cy="914400"/>
          </a:xfrm>
          <a:prstGeom prst="curvedConnector3">
            <a:avLst>
              <a:gd fmla="val 50002" name="adj1"/>
            </a:avLst>
          </a:prstGeom>
          <a:noFill/>
          <a:ln cap="flat" cmpd="sng" w="28575">
            <a:solidFill>
              <a:schemeClr val="dk1"/>
            </a:solidFill>
            <a:prstDash val="solid"/>
            <a:round/>
            <a:headEnd len="med" w="med" type="none"/>
            <a:tailEnd len="med" w="med" type="triangle"/>
          </a:ln>
        </p:spPr>
      </p:cxnSp>
      <p:cxnSp>
        <p:nvCxnSpPr>
          <p:cNvPr id="3994" name="Google Shape;3994;p180"/>
          <p:cNvCxnSpPr>
            <a:stCxn id="3978" idx="3"/>
            <a:endCxn id="3962" idx="1"/>
          </p:cNvCxnSpPr>
          <p:nvPr/>
        </p:nvCxnSpPr>
        <p:spPr>
          <a:xfrm flipH="1" rot="10800000">
            <a:off x="6948078" y="2371719"/>
            <a:ext cx="1035600" cy="266700"/>
          </a:xfrm>
          <a:prstGeom prst="curvedConnector3">
            <a:avLst>
              <a:gd fmla="val 50000" name="adj1"/>
            </a:avLst>
          </a:prstGeom>
          <a:noFill/>
          <a:ln cap="flat" cmpd="sng" w="28575">
            <a:solidFill>
              <a:schemeClr val="dk1"/>
            </a:solidFill>
            <a:prstDash val="solid"/>
            <a:round/>
            <a:headEnd len="med" w="med" type="none"/>
            <a:tailEnd len="med" w="med" type="triangle"/>
          </a:ln>
        </p:spPr>
      </p:cxnSp>
      <p:sp>
        <p:nvSpPr>
          <p:cNvPr id="3995" name="Google Shape;3995;p180"/>
          <p:cNvSpPr txBox="1"/>
          <p:nvPr/>
        </p:nvSpPr>
        <p:spPr>
          <a:xfrm>
            <a:off x="5081617" y="6150065"/>
            <a:ext cx="2181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Content Access</a:t>
            </a:r>
            <a:endParaRPr sz="1600">
              <a:latin typeface="Red Hat Text"/>
              <a:ea typeface="Red Hat Text"/>
              <a:cs typeface="Red Hat Text"/>
              <a:sym typeface="Red Hat Text"/>
            </a:endParaRPr>
          </a:p>
        </p:txBody>
      </p:sp>
      <p:sp>
        <p:nvSpPr>
          <p:cNvPr id="3996" name="Google Shape;3996;p180"/>
          <p:cNvSpPr txBox="1"/>
          <p:nvPr/>
        </p:nvSpPr>
        <p:spPr>
          <a:xfrm>
            <a:off x="7925025" y="6150065"/>
            <a:ext cx="2181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Content Delivery</a:t>
            </a:r>
            <a:endParaRPr sz="1600">
              <a:latin typeface="Red Hat Text"/>
              <a:ea typeface="Red Hat Text"/>
              <a:cs typeface="Red Hat Text"/>
              <a:sym typeface="Red Hat Text"/>
            </a:endParaRPr>
          </a:p>
        </p:txBody>
      </p:sp>
      <p:sp>
        <p:nvSpPr>
          <p:cNvPr id="3997" name="Google Shape;3997;p180"/>
          <p:cNvSpPr txBox="1"/>
          <p:nvPr/>
        </p:nvSpPr>
        <p:spPr>
          <a:xfrm>
            <a:off x="5076825" y="12382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Retirement Lifecycle</a:t>
            </a:r>
            <a:endParaRPr b="1" sz="800">
              <a:latin typeface="Red Hat Text"/>
              <a:ea typeface="Red Hat Text"/>
              <a:cs typeface="Red Hat Text"/>
              <a:sym typeface="Red Hat Text"/>
            </a:endParaRPr>
          </a:p>
        </p:txBody>
      </p:sp>
      <p:sp>
        <p:nvSpPr>
          <p:cNvPr id="3998" name="Google Shape;3998;p180"/>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p>
            <a:pPr indent="0" lvl="0" marL="0" rtl="0" algn="l">
              <a:spcBef>
                <a:spcPts val="0"/>
              </a:spcBef>
              <a:spcAft>
                <a:spcPts val="0"/>
              </a:spcAft>
              <a:buNone/>
            </a:pPr>
            <a:r>
              <a:rPr lang="en"/>
              <a:t>Red Hat Infrastructure Standard Adoption Model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57"/>
                                        </p:tgtEl>
                                        <p:attrNameLst>
                                          <p:attrName>style.visibility</p:attrName>
                                        </p:attrNameLst>
                                      </p:cBhvr>
                                      <p:to>
                                        <p:strVal val="visible"/>
                                      </p:to>
                                    </p:set>
                                    <p:animEffect filter="fade" transition="in">
                                      <p:cBhvr>
                                        <p:cTn dur="1000"/>
                                        <p:tgtEl>
                                          <p:spTgt spid="395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954"/>
                                        </p:tgtEl>
                                        <p:attrNameLst>
                                          <p:attrName>style.visibility</p:attrName>
                                        </p:attrNameLst>
                                      </p:cBhvr>
                                      <p:to>
                                        <p:strVal val="visible"/>
                                      </p:to>
                                    </p:set>
                                    <p:animEffect filter="fade" transition="in">
                                      <p:cBhvr>
                                        <p:cTn dur="1000"/>
                                        <p:tgtEl>
                                          <p:spTgt spid="39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77"/>
                                        </p:tgtEl>
                                        <p:attrNameLst>
                                          <p:attrName>style.visibility</p:attrName>
                                        </p:attrNameLst>
                                      </p:cBhvr>
                                      <p:to>
                                        <p:strVal val="visible"/>
                                      </p:to>
                                    </p:set>
                                    <p:animEffect filter="fade" transition="in">
                                      <p:cBhvr>
                                        <p:cTn dur="1000"/>
                                        <p:tgtEl>
                                          <p:spTgt spid="3977"/>
                                        </p:tgtEl>
                                      </p:cBhvr>
                                    </p:animEffect>
                                  </p:childTnLst>
                                </p:cTn>
                              </p:par>
                              <p:par>
                                <p:cTn fill="hold" nodeType="withEffect" presetClass="entr" presetID="10" presetSubtype="0">
                                  <p:stCondLst>
                                    <p:cond delay="0"/>
                                  </p:stCondLst>
                                  <p:childTnLst>
                                    <p:set>
                                      <p:cBhvr>
                                        <p:cTn dur="1" fill="hold">
                                          <p:stCondLst>
                                            <p:cond delay="0"/>
                                          </p:stCondLst>
                                        </p:cTn>
                                        <p:tgtEl>
                                          <p:spTgt spid="3991"/>
                                        </p:tgtEl>
                                        <p:attrNameLst>
                                          <p:attrName>style.visibility</p:attrName>
                                        </p:attrNameLst>
                                      </p:cBhvr>
                                      <p:to>
                                        <p:strVal val="visible"/>
                                      </p:to>
                                    </p:set>
                                    <p:animEffect filter="fade" transition="in">
                                      <p:cBhvr>
                                        <p:cTn dur="1000"/>
                                        <p:tgtEl>
                                          <p:spTgt spid="399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992"/>
                                        </p:tgtEl>
                                        <p:attrNameLst>
                                          <p:attrName>style.visibility</p:attrName>
                                        </p:attrNameLst>
                                      </p:cBhvr>
                                      <p:to>
                                        <p:strVal val="visible"/>
                                      </p:to>
                                    </p:set>
                                    <p:animEffect filter="fade" transition="in">
                                      <p:cBhvr>
                                        <p:cTn dur="1000"/>
                                        <p:tgtEl>
                                          <p:spTgt spid="399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980"/>
                                        </p:tgtEl>
                                        <p:attrNameLst>
                                          <p:attrName>style.visibility</p:attrName>
                                        </p:attrNameLst>
                                      </p:cBhvr>
                                      <p:to>
                                        <p:strVal val="visible"/>
                                      </p:to>
                                    </p:set>
                                    <p:animEffect filter="fade" transition="in">
                                      <p:cBhvr>
                                        <p:cTn dur="1000"/>
                                        <p:tgtEl>
                                          <p:spTgt spid="39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3"/>
                                        </p:tgtEl>
                                        <p:attrNameLst>
                                          <p:attrName>style.visibility</p:attrName>
                                        </p:attrNameLst>
                                      </p:cBhvr>
                                      <p:to>
                                        <p:strVal val="visible"/>
                                      </p:to>
                                    </p:set>
                                    <p:animEffect filter="fade" transition="in">
                                      <p:cBhvr>
                                        <p:cTn dur="1000"/>
                                        <p:tgtEl>
                                          <p:spTgt spid="399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978"/>
                                        </p:tgtEl>
                                        <p:attrNameLst>
                                          <p:attrName>style.visibility</p:attrName>
                                        </p:attrNameLst>
                                      </p:cBhvr>
                                      <p:to>
                                        <p:strVal val="visible"/>
                                      </p:to>
                                    </p:set>
                                    <p:animEffect filter="fade" transition="in">
                                      <p:cBhvr>
                                        <p:cTn dur="1000"/>
                                        <p:tgtEl>
                                          <p:spTgt spid="397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994"/>
                                        </p:tgtEl>
                                        <p:attrNameLst>
                                          <p:attrName>style.visibility</p:attrName>
                                        </p:attrNameLst>
                                      </p:cBhvr>
                                      <p:to>
                                        <p:strVal val="visible"/>
                                      </p:to>
                                    </p:set>
                                    <p:animEffect filter="fade" transition="in">
                                      <p:cBhvr>
                                        <p:cTn dur="1000"/>
                                        <p:tgtEl>
                                          <p:spTgt spid="39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59"/>
                                        </p:tgtEl>
                                        <p:attrNameLst>
                                          <p:attrName>style.visibility</p:attrName>
                                        </p:attrNameLst>
                                      </p:cBhvr>
                                      <p:to>
                                        <p:strVal val="visible"/>
                                      </p:to>
                                    </p:set>
                                    <p:animEffect filter="fade" transition="in">
                                      <p:cBhvr>
                                        <p:cTn dur="1000"/>
                                        <p:tgtEl>
                                          <p:spTgt spid="3959"/>
                                        </p:tgtEl>
                                      </p:cBhvr>
                                    </p:animEffect>
                                  </p:childTnLst>
                                </p:cTn>
                              </p:par>
                              <p:par>
                                <p:cTn fill="hold" nodeType="withEffect" presetClass="entr" presetID="10" presetSubtype="0">
                                  <p:stCondLst>
                                    <p:cond delay="0"/>
                                  </p:stCondLst>
                                  <p:childTnLst>
                                    <p:set>
                                      <p:cBhvr>
                                        <p:cTn dur="1" fill="hold">
                                          <p:stCondLst>
                                            <p:cond delay="0"/>
                                          </p:stCondLst>
                                        </p:cTn>
                                        <p:tgtEl>
                                          <p:spTgt spid="3956"/>
                                        </p:tgtEl>
                                        <p:attrNameLst>
                                          <p:attrName>style.visibility</p:attrName>
                                        </p:attrNameLst>
                                      </p:cBhvr>
                                      <p:to>
                                        <p:strVal val="visible"/>
                                      </p:to>
                                    </p:set>
                                    <p:animEffect filter="fade" transition="in">
                                      <p:cBhvr>
                                        <p:cTn dur="1000"/>
                                        <p:tgtEl>
                                          <p:spTgt spid="395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989"/>
                                        </p:tgtEl>
                                        <p:attrNameLst>
                                          <p:attrName>style.visibility</p:attrName>
                                        </p:attrNameLst>
                                      </p:cBhvr>
                                      <p:to>
                                        <p:strVal val="visible"/>
                                      </p:to>
                                    </p:set>
                                    <p:animEffect filter="fade" transition="in">
                                      <p:cBhvr>
                                        <p:cTn dur="1000"/>
                                        <p:tgtEl>
                                          <p:spTgt spid="398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976"/>
                                        </p:tgtEl>
                                        <p:attrNameLst>
                                          <p:attrName>style.visibility</p:attrName>
                                        </p:attrNameLst>
                                      </p:cBhvr>
                                      <p:to>
                                        <p:strVal val="visible"/>
                                      </p:to>
                                    </p:set>
                                    <p:animEffect filter="fade" transition="in">
                                      <p:cBhvr>
                                        <p:cTn dur="1000"/>
                                        <p:tgtEl>
                                          <p:spTgt spid="3976"/>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990"/>
                                        </p:tgtEl>
                                        <p:attrNameLst>
                                          <p:attrName>style.visibility</p:attrName>
                                        </p:attrNameLst>
                                      </p:cBhvr>
                                      <p:to>
                                        <p:strVal val="visible"/>
                                      </p:to>
                                    </p:set>
                                    <p:animEffect filter="fade" transition="in">
                                      <p:cBhvr>
                                        <p:cTn dur="1000"/>
                                        <p:tgtEl>
                                          <p:spTgt spid="3990"/>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981"/>
                                        </p:tgtEl>
                                        <p:attrNameLst>
                                          <p:attrName>style.visibility</p:attrName>
                                        </p:attrNameLst>
                                      </p:cBhvr>
                                      <p:to>
                                        <p:strVal val="visible"/>
                                      </p:to>
                                    </p:set>
                                    <p:animEffect filter="fade" transition="in">
                                      <p:cBhvr>
                                        <p:cTn dur="1000"/>
                                        <p:tgtEl>
                                          <p:spTgt spid="39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58"/>
                                        </p:tgtEl>
                                        <p:attrNameLst>
                                          <p:attrName>style.visibility</p:attrName>
                                        </p:attrNameLst>
                                      </p:cBhvr>
                                      <p:to>
                                        <p:strVal val="visible"/>
                                      </p:to>
                                    </p:set>
                                    <p:animEffect filter="fade" transition="in">
                                      <p:cBhvr>
                                        <p:cTn dur="1000"/>
                                        <p:tgtEl>
                                          <p:spTgt spid="3958"/>
                                        </p:tgtEl>
                                      </p:cBhvr>
                                    </p:animEffect>
                                  </p:childTnLst>
                                </p:cTn>
                              </p:par>
                              <p:par>
                                <p:cTn fill="hold" nodeType="withEffect" presetClass="entr" presetID="10" presetSubtype="0">
                                  <p:stCondLst>
                                    <p:cond delay="0"/>
                                  </p:stCondLst>
                                  <p:childTnLst>
                                    <p:set>
                                      <p:cBhvr>
                                        <p:cTn dur="1" fill="hold">
                                          <p:stCondLst>
                                            <p:cond delay="0"/>
                                          </p:stCondLst>
                                        </p:cTn>
                                        <p:tgtEl>
                                          <p:spTgt spid="3955"/>
                                        </p:tgtEl>
                                        <p:attrNameLst>
                                          <p:attrName>style.visibility</p:attrName>
                                        </p:attrNameLst>
                                      </p:cBhvr>
                                      <p:to>
                                        <p:strVal val="visible"/>
                                      </p:to>
                                    </p:set>
                                    <p:animEffect filter="fade" transition="in">
                                      <p:cBhvr>
                                        <p:cTn dur="1000"/>
                                        <p:tgtEl>
                                          <p:spTgt spid="39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2" name="Shape 4002"/>
        <p:cNvGrpSpPr/>
        <p:nvPr/>
      </p:nvGrpSpPr>
      <p:grpSpPr>
        <a:xfrm>
          <a:off x="0" y="0"/>
          <a:ext cx="0" cy="0"/>
          <a:chOff x="0" y="0"/>
          <a:chExt cx="0" cy="0"/>
        </a:xfrm>
      </p:grpSpPr>
      <p:sp>
        <p:nvSpPr>
          <p:cNvPr id="4003" name="Google Shape;4003;p181"/>
          <p:cNvSpPr/>
          <p:nvPr/>
        </p:nvSpPr>
        <p:spPr>
          <a:xfrm>
            <a:off x="914400" y="5545246"/>
            <a:ext cx="871128" cy="495288"/>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Standard Image Defn</a:t>
            </a:r>
            <a:endParaRPr b="1" sz="800"/>
          </a:p>
        </p:txBody>
      </p:sp>
      <p:sp>
        <p:nvSpPr>
          <p:cNvPr id="4004" name="Google Shape;4004;p181"/>
          <p:cNvSpPr/>
          <p:nvPr/>
        </p:nvSpPr>
        <p:spPr>
          <a:xfrm>
            <a:off x="990600" y="5621446"/>
            <a:ext cx="871128" cy="495288"/>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Standard Image Defn</a:t>
            </a:r>
            <a:endParaRPr b="1" sz="800"/>
          </a:p>
        </p:txBody>
      </p:sp>
      <p:sp>
        <p:nvSpPr>
          <p:cNvPr id="4005" name="Google Shape;4005;p181"/>
          <p:cNvSpPr/>
          <p:nvPr/>
        </p:nvSpPr>
        <p:spPr>
          <a:xfrm>
            <a:off x="5067738" y="4886325"/>
            <a:ext cx="1995900" cy="11811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6" name="Google Shape;4006;p181"/>
          <p:cNvSpPr/>
          <p:nvPr/>
        </p:nvSpPr>
        <p:spPr>
          <a:xfrm>
            <a:off x="5076413" y="3333750"/>
            <a:ext cx="1995900" cy="1181100"/>
          </a:xfrm>
          <a:prstGeom prst="rect">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7" name="Google Shape;4007;p181"/>
          <p:cNvSpPr/>
          <p:nvPr/>
        </p:nvSpPr>
        <p:spPr>
          <a:xfrm>
            <a:off x="5070750" y="1781175"/>
            <a:ext cx="1995900" cy="118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08" name="Google Shape;4008;p181"/>
          <p:cNvCxnSpPr/>
          <p:nvPr/>
        </p:nvCxnSpPr>
        <p:spPr>
          <a:xfrm rot="10800000">
            <a:off x="628996" y="2928263"/>
            <a:ext cx="1829700" cy="0"/>
          </a:xfrm>
          <a:prstGeom prst="straightConnector1">
            <a:avLst/>
          </a:prstGeom>
          <a:noFill/>
          <a:ln cap="flat" cmpd="sng" w="9525">
            <a:solidFill>
              <a:schemeClr val="lt1"/>
            </a:solidFill>
            <a:prstDash val="solid"/>
            <a:round/>
            <a:headEnd len="med" w="med" type="none"/>
            <a:tailEnd len="med" w="med" type="triangle"/>
          </a:ln>
        </p:spPr>
      </p:cxnSp>
      <p:grpSp>
        <p:nvGrpSpPr>
          <p:cNvPr id="4009" name="Google Shape;4009;p181"/>
          <p:cNvGrpSpPr/>
          <p:nvPr/>
        </p:nvGrpSpPr>
        <p:grpSpPr>
          <a:xfrm>
            <a:off x="804290" y="2333645"/>
            <a:ext cx="1353015" cy="1352039"/>
            <a:chOff x="1890725" y="3600450"/>
            <a:chExt cx="1011600" cy="962100"/>
          </a:xfrm>
        </p:grpSpPr>
        <p:pic>
          <p:nvPicPr>
            <p:cNvPr id="4010" name="Google Shape;4010;p181"/>
            <p:cNvPicPr preferRelativeResize="0"/>
            <p:nvPr/>
          </p:nvPicPr>
          <p:blipFill>
            <a:blip r:embed="rId3">
              <a:alphaModFix/>
            </a:blip>
            <a:stretch>
              <a:fillRect/>
            </a:stretch>
          </p:blipFill>
          <p:spPr>
            <a:xfrm>
              <a:off x="2227125" y="3707800"/>
              <a:ext cx="363825" cy="363825"/>
            </a:xfrm>
            <a:prstGeom prst="rect">
              <a:avLst/>
            </a:prstGeom>
            <a:noFill/>
            <a:ln>
              <a:noFill/>
            </a:ln>
          </p:spPr>
        </p:pic>
        <p:sp>
          <p:nvSpPr>
            <p:cNvPr id="4011" name="Google Shape;4011;p181"/>
            <p:cNvSpPr/>
            <p:nvPr/>
          </p:nvSpPr>
          <p:spPr>
            <a:xfrm>
              <a:off x="2207500" y="3708622"/>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12" name="Google Shape;4012;p181"/>
            <p:cNvPicPr preferRelativeResize="0"/>
            <p:nvPr/>
          </p:nvPicPr>
          <p:blipFill>
            <a:blip r:embed="rId3">
              <a:alphaModFix/>
            </a:blip>
            <a:stretch>
              <a:fillRect/>
            </a:stretch>
          </p:blipFill>
          <p:spPr>
            <a:xfrm>
              <a:off x="1998525" y="4098325"/>
              <a:ext cx="363825" cy="363825"/>
            </a:xfrm>
            <a:prstGeom prst="rect">
              <a:avLst/>
            </a:prstGeom>
            <a:noFill/>
            <a:ln>
              <a:noFill/>
            </a:ln>
          </p:spPr>
        </p:pic>
        <p:sp>
          <p:nvSpPr>
            <p:cNvPr id="4013" name="Google Shape;4013;p181"/>
            <p:cNvSpPr/>
            <p:nvPr/>
          </p:nvSpPr>
          <p:spPr>
            <a:xfrm>
              <a:off x="1988425" y="4099147"/>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14" name="Google Shape;4014;p181"/>
            <p:cNvPicPr preferRelativeResize="0"/>
            <p:nvPr/>
          </p:nvPicPr>
          <p:blipFill>
            <a:blip r:embed="rId3">
              <a:alphaModFix/>
            </a:blip>
            <a:stretch>
              <a:fillRect/>
            </a:stretch>
          </p:blipFill>
          <p:spPr>
            <a:xfrm>
              <a:off x="2436675" y="4098325"/>
              <a:ext cx="363825" cy="363825"/>
            </a:xfrm>
            <a:prstGeom prst="rect">
              <a:avLst/>
            </a:prstGeom>
            <a:noFill/>
            <a:ln>
              <a:noFill/>
            </a:ln>
          </p:spPr>
        </p:pic>
        <p:sp>
          <p:nvSpPr>
            <p:cNvPr id="4015" name="Google Shape;4015;p181"/>
            <p:cNvSpPr/>
            <p:nvPr/>
          </p:nvSpPr>
          <p:spPr>
            <a:xfrm>
              <a:off x="2417050" y="4099147"/>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6" name="Google Shape;4016;p181"/>
            <p:cNvSpPr/>
            <p:nvPr/>
          </p:nvSpPr>
          <p:spPr>
            <a:xfrm>
              <a:off x="25384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7" name="Google Shape;4017;p181"/>
            <p:cNvSpPr/>
            <p:nvPr/>
          </p:nvSpPr>
          <p:spPr>
            <a:xfrm rot="10800000">
              <a:off x="18907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018" name="Google Shape;4018;p181"/>
          <p:cNvCxnSpPr/>
          <p:nvPr/>
        </p:nvCxnSpPr>
        <p:spPr>
          <a:xfrm flipH="1" rot="10800000">
            <a:off x="4457700" y="790725"/>
            <a:ext cx="9600" cy="5581500"/>
          </a:xfrm>
          <a:prstGeom prst="straightConnector1">
            <a:avLst/>
          </a:prstGeom>
          <a:noFill/>
          <a:ln cap="flat" cmpd="sng" w="38100">
            <a:solidFill>
              <a:schemeClr val="accent1"/>
            </a:solidFill>
            <a:prstDash val="solid"/>
            <a:round/>
            <a:headEnd len="med" w="med" type="none"/>
            <a:tailEnd len="med" w="med" type="none"/>
          </a:ln>
        </p:spPr>
      </p:cxnSp>
      <p:cxnSp>
        <p:nvCxnSpPr>
          <p:cNvPr id="4019" name="Google Shape;4019;p181"/>
          <p:cNvCxnSpPr/>
          <p:nvPr/>
        </p:nvCxnSpPr>
        <p:spPr>
          <a:xfrm flipH="1" rot="10800000">
            <a:off x="7581900" y="790725"/>
            <a:ext cx="9600" cy="5581500"/>
          </a:xfrm>
          <a:prstGeom prst="straightConnector1">
            <a:avLst/>
          </a:prstGeom>
          <a:noFill/>
          <a:ln cap="flat" cmpd="sng" w="38100">
            <a:solidFill>
              <a:schemeClr val="accent1"/>
            </a:solidFill>
            <a:prstDash val="solid"/>
            <a:round/>
            <a:headEnd len="med" w="med" type="none"/>
            <a:tailEnd len="med" w="med" type="none"/>
          </a:ln>
        </p:spPr>
      </p:cxnSp>
      <p:sp>
        <p:nvSpPr>
          <p:cNvPr id="4020" name="Google Shape;4020;p181"/>
          <p:cNvSpPr txBox="1"/>
          <p:nvPr/>
        </p:nvSpPr>
        <p:spPr>
          <a:xfrm>
            <a:off x="600075" y="857250"/>
            <a:ext cx="2181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Content Management</a:t>
            </a:r>
            <a:endParaRPr sz="1600">
              <a:latin typeface="Red Hat Text"/>
              <a:ea typeface="Red Hat Text"/>
              <a:cs typeface="Red Hat Text"/>
              <a:sym typeface="Red Hat Text"/>
            </a:endParaRPr>
          </a:p>
        </p:txBody>
      </p:sp>
      <p:sp>
        <p:nvSpPr>
          <p:cNvPr id="4021" name="Google Shape;4021;p181"/>
          <p:cNvSpPr txBox="1"/>
          <p:nvPr/>
        </p:nvSpPr>
        <p:spPr>
          <a:xfrm>
            <a:off x="4943475" y="857250"/>
            <a:ext cx="246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Lifecycle Management</a:t>
            </a:r>
            <a:endParaRPr sz="1600">
              <a:latin typeface="Red Hat Text"/>
              <a:ea typeface="Red Hat Text"/>
              <a:cs typeface="Red Hat Text"/>
              <a:sym typeface="Red Hat Text"/>
            </a:endParaRPr>
          </a:p>
        </p:txBody>
      </p:sp>
      <p:sp>
        <p:nvSpPr>
          <p:cNvPr id="4022" name="Google Shape;4022;p181"/>
          <p:cNvSpPr txBox="1"/>
          <p:nvPr/>
        </p:nvSpPr>
        <p:spPr>
          <a:xfrm>
            <a:off x="8039100" y="857250"/>
            <a:ext cx="2874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Host Content  Management</a:t>
            </a:r>
            <a:endParaRPr sz="1600">
              <a:latin typeface="Red Hat Text"/>
              <a:ea typeface="Red Hat Text"/>
              <a:cs typeface="Red Hat Text"/>
              <a:sym typeface="Red Hat Text"/>
            </a:endParaRPr>
          </a:p>
        </p:txBody>
      </p:sp>
      <p:sp>
        <p:nvSpPr>
          <p:cNvPr id="4023" name="Google Shape;4023;p181"/>
          <p:cNvSpPr txBox="1"/>
          <p:nvPr/>
        </p:nvSpPr>
        <p:spPr>
          <a:xfrm>
            <a:off x="390134" y="1465040"/>
            <a:ext cx="21813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latin typeface="Red Hat Text"/>
                <a:ea typeface="Red Hat Text"/>
                <a:cs typeface="Red Hat Text"/>
                <a:sym typeface="Red Hat Text"/>
              </a:rPr>
              <a:t>Secure Content Distribution</a:t>
            </a:r>
            <a:endParaRPr sz="1600">
              <a:latin typeface="Red Hat Text"/>
              <a:ea typeface="Red Hat Text"/>
              <a:cs typeface="Red Hat Text"/>
              <a:sym typeface="Red Hat Text"/>
            </a:endParaRPr>
          </a:p>
        </p:txBody>
      </p:sp>
      <p:sp>
        <p:nvSpPr>
          <p:cNvPr id="4024" name="Google Shape;4024;p181"/>
          <p:cNvSpPr/>
          <p:nvPr/>
        </p:nvSpPr>
        <p:spPr>
          <a:xfrm>
            <a:off x="1066800" y="5697646"/>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Standard Image Defn</a:t>
            </a:r>
            <a:endParaRPr b="1" sz="800"/>
          </a:p>
        </p:txBody>
      </p:sp>
      <p:sp>
        <p:nvSpPr>
          <p:cNvPr id="4025" name="Google Shape;4025;p181"/>
          <p:cNvSpPr/>
          <p:nvPr/>
        </p:nvSpPr>
        <p:spPr>
          <a:xfrm>
            <a:off x="1295400" y="4797300"/>
            <a:ext cx="400200" cy="374700"/>
          </a:xfrm>
          <a:prstGeom prst="downArrow">
            <a:avLst>
              <a:gd fmla="val 50000" name="adj1"/>
              <a:gd fmla="val 50000" name="adj2"/>
            </a:avLst>
          </a:prstGeom>
          <a:solidFill>
            <a:srgbClr val="93C47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6" name="Google Shape;4026;p181"/>
          <p:cNvSpPr/>
          <p:nvPr/>
        </p:nvSpPr>
        <p:spPr>
          <a:xfrm>
            <a:off x="3333750" y="1552575"/>
            <a:ext cx="871128" cy="495288"/>
          </a:xfrm>
          <a:prstGeom prst="flowChartDocument">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800">
                <a:solidFill>
                  <a:schemeClr val="dk1"/>
                </a:solidFill>
              </a:rPr>
              <a:t>Version 1</a:t>
            </a:r>
            <a:endParaRPr b="1" sz="800"/>
          </a:p>
        </p:txBody>
      </p:sp>
      <p:sp>
        <p:nvSpPr>
          <p:cNvPr id="4027" name="Google Shape;4027;p181"/>
          <p:cNvSpPr/>
          <p:nvPr/>
        </p:nvSpPr>
        <p:spPr>
          <a:xfrm>
            <a:off x="3333750" y="2390775"/>
            <a:ext cx="871128" cy="495288"/>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800">
                <a:solidFill>
                  <a:schemeClr val="dk1"/>
                </a:solidFill>
              </a:rPr>
              <a:t>Version 2</a:t>
            </a:r>
            <a:endParaRPr b="1" sz="800"/>
          </a:p>
        </p:txBody>
      </p:sp>
      <p:sp>
        <p:nvSpPr>
          <p:cNvPr id="4028" name="Google Shape;4028;p181"/>
          <p:cNvSpPr/>
          <p:nvPr/>
        </p:nvSpPr>
        <p:spPr>
          <a:xfrm>
            <a:off x="3333750" y="330517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800">
                <a:solidFill>
                  <a:schemeClr val="dk1"/>
                </a:solidFill>
              </a:rPr>
              <a:t>Version 3</a:t>
            </a:r>
            <a:endParaRPr b="1" sz="800"/>
          </a:p>
        </p:txBody>
      </p:sp>
      <p:sp>
        <p:nvSpPr>
          <p:cNvPr id="4029" name="Google Shape;4029;p181"/>
          <p:cNvSpPr/>
          <p:nvPr/>
        </p:nvSpPr>
        <p:spPr>
          <a:xfrm>
            <a:off x="3333750" y="4219575"/>
            <a:ext cx="871128" cy="495288"/>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800">
                <a:solidFill>
                  <a:schemeClr val="dk1"/>
                </a:solidFill>
              </a:rPr>
              <a:t>Version 4</a:t>
            </a:r>
            <a:endParaRPr b="1" sz="800"/>
          </a:p>
        </p:txBody>
      </p:sp>
      <p:sp>
        <p:nvSpPr>
          <p:cNvPr id="4030" name="Google Shape;4030;p181"/>
          <p:cNvSpPr/>
          <p:nvPr/>
        </p:nvSpPr>
        <p:spPr>
          <a:xfrm>
            <a:off x="3333750" y="513397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Version 5</a:t>
            </a:r>
            <a:endParaRPr b="1" sz="800"/>
          </a:p>
        </p:txBody>
      </p:sp>
      <p:cxnSp>
        <p:nvCxnSpPr>
          <p:cNvPr id="4031" name="Google Shape;4031;p181"/>
          <p:cNvCxnSpPr>
            <a:stCxn id="4024" idx="3"/>
            <a:endCxn id="4026" idx="1"/>
          </p:cNvCxnSpPr>
          <p:nvPr/>
        </p:nvCxnSpPr>
        <p:spPr>
          <a:xfrm flipH="1" rot="10800000">
            <a:off x="1937928" y="1800190"/>
            <a:ext cx="1395900" cy="4145100"/>
          </a:xfrm>
          <a:prstGeom prst="bentConnector3">
            <a:avLst>
              <a:gd fmla="val 49997" name="adj1"/>
            </a:avLst>
          </a:prstGeom>
          <a:noFill/>
          <a:ln cap="flat" cmpd="sng" w="28575">
            <a:solidFill>
              <a:schemeClr val="dk1"/>
            </a:solidFill>
            <a:prstDash val="solid"/>
            <a:round/>
            <a:headEnd len="med" w="med" type="none"/>
            <a:tailEnd len="med" w="med" type="triangle"/>
          </a:ln>
        </p:spPr>
      </p:cxnSp>
      <p:cxnSp>
        <p:nvCxnSpPr>
          <p:cNvPr id="4032" name="Google Shape;4032;p181"/>
          <p:cNvCxnSpPr>
            <a:stCxn id="4024" idx="3"/>
            <a:endCxn id="4027" idx="1"/>
          </p:cNvCxnSpPr>
          <p:nvPr/>
        </p:nvCxnSpPr>
        <p:spPr>
          <a:xfrm flipH="1" rot="10800000">
            <a:off x="1937928" y="2638390"/>
            <a:ext cx="1395900" cy="3306900"/>
          </a:xfrm>
          <a:prstGeom prst="bentConnector3">
            <a:avLst>
              <a:gd fmla="val 49997" name="adj1"/>
            </a:avLst>
          </a:prstGeom>
          <a:noFill/>
          <a:ln cap="flat" cmpd="sng" w="28575">
            <a:solidFill>
              <a:schemeClr val="dk1"/>
            </a:solidFill>
            <a:prstDash val="solid"/>
            <a:round/>
            <a:headEnd len="med" w="med" type="none"/>
            <a:tailEnd len="med" w="med" type="triangle"/>
          </a:ln>
        </p:spPr>
      </p:cxnSp>
      <p:cxnSp>
        <p:nvCxnSpPr>
          <p:cNvPr id="4033" name="Google Shape;4033;p181"/>
          <p:cNvCxnSpPr>
            <a:stCxn id="4024" idx="3"/>
            <a:endCxn id="4028" idx="1"/>
          </p:cNvCxnSpPr>
          <p:nvPr/>
        </p:nvCxnSpPr>
        <p:spPr>
          <a:xfrm flipH="1" rot="10800000">
            <a:off x="1937928" y="3552790"/>
            <a:ext cx="1395900" cy="2392500"/>
          </a:xfrm>
          <a:prstGeom prst="bentConnector3">
            <a:avLst>
              <a:gd fmla="val 49997" name="adj1"/>
            </a:avLst>
          </a:prstGeom>
          <a:noFill/>
          <a:ln cap="flat" cmpd="sng" w="28575">
            <a:solidFill>
              <a:schemeClr val="dk1"/>
            </a:solidFill>
            <a:prstDash val="solid"/>
            <a:round/>
            <a:headEnd len="med" w="med" type="none"/>
            <a:tailEnd len="med" w="med" type="triangle"/>
          </a:ln>
        </p:spPr>
      </p:cxnSp>
      <p:cxnSp>
        <p:nvCxnSpPr>
          <p:cNvPr id="4034" name="Google Shape;4034;p181"/>
          <p:cNvCxnSpPr>
            <a:stCxn id="4024" idx="3"/>
            <a:endCxn id="4029" idx="1"/>
          </p:cNvCxnSpPr>
          <p:nvPr/>
        </p:nvCxnSpPr>
        <p:spPr>
          <a:xfrm flipH="1" rot="10800000">
            <a:off x="1937928" y="4467190"/>
            <a:ext cx="1395900" cy="1478100"/>
          </a:xfrm>
          <a:prstGeom prst="bentConnector3">
            <a:avLst>
              <a:gd fmla="val 49997" name="adj1"/>
            </a:avLst>
          </a:prstGeom>
          <a:noFill/>
          <a:ln cap="flat" cmpd="sng" w="28575">
            <a:solidFill>
              <a:schemeClr val="dk1"/>
            </a:solidFill>
            <a:prstDash val="solid"/>
            <a:round/>
            <a:headEnd len="med" w="med" type="none"/>
            <a:tailEnd len="med" w="med" type="triangle"/>
          </a:ln>
        </p:spPr>
      </p:cxnSp>
      <p:cxnSp>
        <p:nvCxnSpPr>
          <p:cNvPr id="4035" name="Google Shape;4035;p181"/>
          <p:cNvCxnSpPr>
            <a:stCxn id="4024" idx="3"/>
            <a:endCxn id="4030" idx="1"/>
          </p:cNvCxnSpPr>
          <p:nvPr/>
        </p:nvCxnSpPr>
        <p:spPr>
          <a:xfrm flipH="1" rot="10800000">
            <a:off x="1937928" y="5381590"/>
            <a:ext cx="1395900" cy="563700"/>
          </a:xfrm>
          <a:prstGeom prst="bentConnector3">
            <a:avLst>
              <a:gd fmla="val 49997" name="adj1"/>
            </a:avLst>
          </a:prstGeom>
          <a:noFill/>
          <a:ln cap="flat" cmpd="sng" w="28575">
            <a:solidFill>
              <a:schemeClr val="dk1"/>
            </a:solidFill>
            <a:prstDash val="solid"/>
            <a:round/>
            <a:headEnd len="med" w="med" type="none"/>
            <a:tailEnd len="med" w="med" type="triangle"/>
          </a:ln>
        </p:spPr>
      </p:cxnSp>
      <p:grpSp>
        <p:nvGrpSpPr>
          <p:cNvPr id="4036" name="Google Shape;4036;p181"/>
          <p:cNvGrpSpPr/>
          <p:nvPr/>
        </p:nvGrpSpPr>
        <p:grpSpPr>
          <a:xfrm>
            <a:off x="7926525" y="1781175"/>
            <a:ext cx="3303600" cy="1181100"/>
            <a:chOff x="6286500" y="1209675"/>
            <a:chExt cx="3303600" cy="1181100"/>
          </a:xfrm>
        </p:grpSpPr>
        <p:sp>
          <p:nvSpPr>
            <p:cNvPr id="4037" name="Google Shape;4037;p181"/>
            <p:cNvSpPr/>
            <p:nvPr/>
          </p:nvSpPr>
          <p:spPr>
            <a:xfrm>
              <a:off x="6286500" y="1209675"/>
              <a:ext cx="3303600" cy="118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38" name="Google Shape;4038;p181"/>
            <p:cNvPicPr preferRelativeResize="0"/>
            <p:nvPr/>
          </p:nvPicPr>
          <p:blipFill>
            <a:blip r:embed="rId4">
              <a:alphaModFix/>
            </a:blip>
            <a:stretch>
              <a:fillRect/>
            </a:stretch>
          </p:blipFill>
          <p:spPr>
            <a:xfrm>
              <a:off x="6343650" y="1272412"/>
              <a:ext cx="1055625" cy="1055625"/>
            </a:xfrm>
            <a:prstGeom prst="rect">
              <a:avLst/>
            </a:prstGeom>
            <a:noFill/>
            <a:ln>
              <a:noFill/>
            </a:ln>
          </p:spPr>
        </p:pic>
        <p:pic>
          <p:nvPicPr>
            <p:cNvPr id="4039" name="Google Shape;4039;p181"/>
            <p:cNvPicPr preferRelativeResize="0"/>
            <p:nvPr/>
          </p:nvPicPr>
          <p:blipFill>
            <a:blip r:embed="rId4">
              <a:alphaModFix/>
            </a:blip>
            <a:stretch>
              <a:fillRect/>
            </a:stretch>
          </p:blipFill>
          <p:spPr>
            <a:xfrm>
              <a:off x="7410450" y="1272412"/>
              <a:ext cx="1055625" cy="1055625"/>
            </a:xfrm>
            <a:prstGeom prst="rect">
              <a:avLst/>
            </a:prstGeom>
            <a:noFill/>
            <a:ln>
              <a:noFill/>
            </a:ln>
          </p:spPr>
        </p:pic>
        <p:pic>
          <p:nvPicPr>
            <p:cNvPr id="4040" name="Google Shape;4040;p181"/>
            <p:cNvPicPr preferRelativeResize="0"/>
            <p:nvPr/>
          </p:nvPicPr>
          <p:blipFill>
            <a:blip r:embed="rId4">
              <a:alphaModFix/>
            </a:blip>
            <a:stretch>
              <a:fillRect/>
            </a:stretch>
          </p:blipFill>
          <p:spPr>
            <a:xfrm>
              <a:off x="8477250" y="1272412"/>
              <a:ext cx="1055625" cy="1055625"/>
            </a:xfrm>
            <a:prstGeom prst="rect">
              <a:avLst/>
            </a:prstGeom>
            <a:noFill/>
            <a:ln>
              <a:noFill/>
            </a:ln>
          </p:spPr>
        </p:pic>
      </p:grpSp>
      <p:grpSp>
        <p:nvGrpSpPr>
          <p:cNvPr id="4041" name="Google Shape;4041;p181"/>
          <p:cNvGrpSpPr/>
          <p:nvPr/>
        </p:nvGrpSpPr>
        <p:grpSpPr>
          <a:xfrm>
            <a:off x="7926525" y="3343275"/>
            <a:ext cx="3303600" cy="1181100"/>
            <a:chOff x="6229350" y="2828925"/>
            <a:chExt cx="3303600" cy="1181100"/>
          </a:xfrm>
        </p:grpSpPr>
        <p:sp>
          <p:nvSpPr>
            <p:cNvPr id="4042" name="Google Shape;4042;p181"/>
            <p:cNvSpPr/>
            <p:nvPr/>
          </p:nvSpPr>
          <p:spPr>
            <a:xfrm>
              <a:off x="6229350" y="2828925"/>
              <a:ext cx="3303600" cy="1181100"/>
            </a:xfrm>
            <a:prstGeom prst="rect">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43" name="Google Shape;4043;p181"/>
            <p:cNvPicPr preferRelativeResize="0"/>
            <p:nvPr/>
          </p:nvPicPr>
          <p:blipFill>
            <a:blip r:embed="rId5">
              <a:alphaModFix/>
            </a:blip>
            <a:stretch>
              <a:fillRect/>
            </a:stretch>
          </p:blipFill>
          <p:spPr>
            <a:xfrm>
              <a:off x="6296025" y="2901175"/>
              <a:ext cx="1055625" cy="1055625"/>
            </a:xfrm>
            <a:prstGeom prst="rect">
              <a:avLst/>
            </a:prstGeom>
            <a:noFill/>
            <a:ln>
              <a:noFill/>
            </a:ln>
          </p:spPr>
        </p:pic>
        <p:pic>
          <p:nvPicPr>
            <p:cNvPr id="4044" name="Google Shape;4044;p181"/>
            <p:cNvPicPr preferRelativeResize="0"/>
            <p:nvPr/>
          </p:nvPicPr>
          <p:blipFill>
            <a:blip r:embed="rId5">
              <a:alphaModFix/>
            </a:blip>
            <a:stretch>
              <a:fillRect/>
            </a:stretch>
          </p:blipFill>
          <p:spPr>
            <a:xfrm>
              <a:off x="7391400" y="2901175"/>
              <a:ext cx="1055625" cy="1055625"/>
            </a:xfrm>
            <a:prstGeom prst="rect">
              <a:avLst/>
            </a:prstGeom>
            <a:noFill/>
            <a:ln>
              <a:noFill/>
            </a:ln>
          </p:spPr>
        </p:pic>
      </p:grpSp>
      <p:grpSp>
        <p:nvGrpSpPr>
          <p:cNvPr id="4045" name="Google Shape;4045;p181"/>
          <p:cNvGrpSpPr/>
          <p:nvPr/>
        </p:nvGrpSpPr>
        <p:grpSpPr>
          <a:xfrm>
            <a:off x="7926525" y="4867275"/>
            <a:ext cx="3303600" cy="1181100"/>
            <a:chOff x="6229350" y="4314825"/>
            <a:chExt cx="3303600" cy="1181100"/>
          </a:xfrm>
        </p:grpSpPr>
        <p:sp>
          <p:nvSpPr>
            <p:cNvPr id="4046" name="Google Shape;4046;p181"/>
            <p:cNvSpPr/>
            <p:nvPr/>
          </p:nvSpPr>
          <p:spPr>
            <a:xfrm>
              <a:off x="6229350" y="4314825"/>
              <a:ext cx="3303600" cy="11811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47" name="Google Shape;4047;p181"/>
            <p:cNvPicPr preferRelativeResize="0"/>
            <p:nvPr/>
          </p:nvPicPr>
          <p:blipFill>
            <a:blip r:embed="rId6">
              <a:alphaModFix/>
            </a:blip>
            <a:stretch>
              <a:fillRect/>
            </a:stretch>
          </p:blipFill>
          <p:spPr>
            <a:xfrm>
              <a:off x="6305550" y="4381500"/>
              <a:ext cx="1055625" cy="1055625"/>
            </a:xfrm>
            <a:prstGeom prst="rect">
              <a:avLst/>
            </a:prstGeom>
            <a:noFill/>
            <a:ln>
              <a:noFill/>
            </a:ln>
          </p:spPr>
        </p:pic>
        <p:pic>
          <p:nvPicPr>
            <p:cNvPr id="4048" name="Google Shape;4048;p181"/>
            <p:cNvPicPr preferRelativeResize="0"/>
            <p:nvPr/>
          </p:nvPicPr>
          <p:blipFill>
            <a:blip r:embed="rId6">
              <a:alphaModFix/>
            </a:blip>
            <a:stretch>
              <a:fillRect/>
            </a:stretch>
          </p:blipFill>
          <p:spPr>
            <a:xfrm>
              <a:off x="7410450" y="4381500"/>
              <a:ext cx="1055625" cy="1055625"/>
            </a:xfrm>
            <a:prstGeom prst="rect">
              <a:avLst/>
            </a:prstGeom>
            <a:noFill/>
            <a:ln>
              <a:noFill/>
            </a:ln>
          </p:spPr>
        </p:pic>
      </p:grpSp>
      <p:sp>
        <p:nvSpPr>
          <p:cNvPr id="4049" name="Google Shape;4049;p181"/>
          <p:cNvSpPr txBox="1"/>
          <p:nvPr/>
        </p:nvSpPr>
        <p:spPr>
          <a:xfrm>
            <a:off x="7934325" y="14668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Production Servers</a:t>
            </a:r>
            <a:endParaRPr b="1" sz="800">
              <a:latin typeface="Red Hat Text"/>
              <a:ea typeface="Red Hat Text"/>
              <a:cs typeface="Red Hat Text"/>
              <a:sym typeface="Red Hat Text"/>
            </a:endParaRPr>
          </a:p>
        </p:txBody>
      </p:sp>
      <p:sp>
        <p:nvSpPr>
          <p:cNvPr id="4050" name="Google Shape;4050;p181"/>
          <p:cNvSpPr txBox="1"/>
          <p:nvPr/>
        </p:nvSpPr>
        <p:spPr>
          <a:xfrm>
            <a:off x="7943850" y="30670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QA Servers</a:t>
            </a:r>
            <a:endParaRPr b="1" sz="800">
              <a:latin typeface="Red Hat Text"/>
              <a:ea typeface="Red Hat Text"/>
              <a:cs typeface="Red Hat Text"/>
              <a:sym typeface="Red Hat Text"/>
            </a:endParaRPr>
          </a:p>
        </p:txBody>
      </p:sp>
      <p:sp>
        <p:nvSpPr>
          <p:cNvPr id="4051" name="Google Shape;4051;p181"/>
          <p:cNvSpPr txBox="1"/>
          <p:nvPr/>
        </p:nvSpPr>
        <p:spPr>
          <a:xfrm>
            <a:off x="7926525" y="4580025"/>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Development Servers</a:t>
            </a:r>
            <a:endParaRPr b="1" sz="800">
              <a:latin typeface="Red Hat Text"/>
              <a:ea typeface="Red Hat Text"/>
              <a:cs typeface="Red Hat Text"/>
              <a:sym typeface="Red Hat Text"/>
            </a:endParaRPr>
          </a:p>
        </p:txBody>
      </p:sp>
      <p:sp>
        <p:nvSpPr>
          <p:cNvPr id="4052" name="Google Shape;4052;p181"/>
          <p:cNvSpPr/>
          <p:nvPr/>
        </p:nvSpPr>
        <p:spPr>
          <a:xfrm>
            <a:off x="6076950" y="545812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Version 5</a:t>
            </a:r>
            <a:endParaRPr b="1" sz="800"/>
          </a:p>
        </p:txBody>
      </p:sp>
      <p:sp>
        <p:nvSpPr>
          <p:cNvPr id="4053" name="Google Shape;4053;p181"/>
          <p:cNvSpPr/>
          <p:nvPr/>
        </p:nvSpPr>
        <p:spPr>
          <a:xfrm>
            <a:off x="6076950" y="3924450"/>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Version 3</a:t>
            </a:r>
            <a:endParaRPr b="1" sz="800"/>
          </a:p>
        </p:txBody>
      </p:sp>
      <p:sp>
        <p:nvSpPr>
          <p:cNvPr id="4054" name="Google Shape;4054;p181"/>
          <p:cNvSpPr/>
          <p:nvPr/>
        </p:nvSpPr>
        <p:spPr>
          <a:xfrm>
            <a:off x="6076950" y="239077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Version 3</a:t>
            </a:r>
            <a:endParaRPr b="1" sz="800"/>
          </a:p>
        </p:txBody>
      </p:sp>
      <p:sp>
        <p:nvSpPr>
          <p:cNvPr id="4055" name="Google Shape;4055;p181"/>
          <p:cNvSpPr txBox="1"/>
          <p:nvPr/>
        </p:nvSpPr>
        <p:spPr>
          <a:xfrm>
            <a:off x="5076825" y="14668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Production Lifecycle</a:t>
            </a:r>
            <a:endParaRPr b="1" sz="800">
              <a:latin typeface="Red Hat Text"/>
              <a:ea typeface="Red Hat Text"/>
              <a:cs typeface="Red Hat Text"/>
              <a:sym typeface="Red Hat Text"/>
            </a:endParaRPr>
          </a:p>
        </p:txBody>
      </p:sp>
      <p:sp>
        <p:nvSpPr>
          <p:cNvPr id="4056" name="Google Shape;4056;p181"/>
          <p:cNvSpPr/>
          <p:nvPr/>
        </p:nvSpPr>
        <p:spPr>
          <a:xfrm>
            <a:off x="5162550" y="185737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Other Prod</a:t>
            </a:r>
            <a:endParaRPr b="1" sz="800"/>
          </a:p>
          <a:p>
            <a:pPr indent="0" lvl="0" marL="0" rtl="0" algn="l">
              <a:spcBef>
                <a:spcPts val="0"/>
              </a:spcBef>
              <a:spcAft>
                <a:spcPts val="0"/>
              </a:spcAft>
              <a:buNone/>
            </a:pPr>
            <a:r>
              <a:rPr b="1" lang="en" sz="800"/>
              <a:t>Content</a:t>
            </a:r>
            <a:endParaRPr b="1" sz="800"/>
          </a:p>
          <a:p>
            <a:pPr indent="0" lvl="0" marL="0" rtl="0" algn="l">
              <a:spcBef>
                <a:spcPts val="0"/>
              </a:spcBef>
              <a:spcAft>
                <a:spcPts val="0"/>
              </a:spcAft>
              <a:buNone/>
            </a:pPr>
            <a:r>
              <a:t/>
            </a:r>
            <a:endParaRPr b="1" sz="800"/>
          </a:p>
        </p:txBody>
      </p:sp>
      <p:sp>
        <p:nvSpPr>
          <p:cNvPr id="4057" name="Google Shape;4057;p181"/>
          <p:cNvSpPr/>
          <p:nvPr/>
        </p:nvSpPr>
        <p:spPr>
          <a:xfrm>
            <a:off x="5162550" y="3409950"/>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Other QA Content</a:t>
            </a:r>
            <a:endParaRPr b="1" sz="800"/>
          </a:p>
          <a:p>
            <a:pPr indent="0" lvl="0" marL="0" rtl="0" algn="l">
              <a:spcBef>
                <a:spcPts val="0"/>
              </a:spcBef>
              <a:spcAft>
                <a:spcPts val="0"/>
              </a:spcAft>
              <a:buNone/>
            </a:pPr>
            <a:r>
              <a:t/>
            </a:r>
            <a:endParaRPr b="1" sz="800"/>
          </a:p>
        </p:txBody>
      </p:sp>
      <p:sp>
        <p:nvSpPr>
          <p:cNvPr id="4058" name="Google Shape;4058;p181"/>
          <p:cNvSpPr/>
          <p:nvPr/>
        </p:nvSpPr>
        <p:spPr>
          <a:xfrm>
            <a:off x="5162550" y="5010150"/>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Other Dev Content </a:t>
            </a:r>
            <a:endParaRPr b="1" sz="800"/>
          </a:p>
          <a:p>
            <a:pPr indent="0" lvl="0" marL="0" rtl="0" algn="l">
              <a:spcBef>
                <a:spcPts val="0"/>
              </a:spcBef>
              <a:spcAft>
                <a:spcPts val="0"/>
              </a:spcAft>
              <a:buNone/>
            </a:pPr>
            <a:r>
              <a:t/>
            </a:r>
            <a:endParaRPr b="1" sz="800"/>
          </a:p>
        </p:txBody>
      </p:sp>
      <p:sp>
        <p:nvSpPr>
          <p:cNvPr id="4059" name="Google Shape;4059;p181"/>
          <p:cNvSpPr/>
          <p:nvPr/>
        </p:nvSpPr>
        <p:spPr>
          <a:xfrm>
            <a:off x="1295400" y="4340100"/>
            <a:ext cx="400200" cy="374700"/>
          </a:xfrm>
          <a:prstGeom prst="downArrow">
            <a:avLst>
              <a:gd fmla="val 50000" name="adj1"/>
              <a:gd fmla="val 50000" name="adj2"/>
            </a:avLst>
          </a:prstGeom>
          <a:solidFill>
            <a:srgbClr val="93C47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0" name="Google Shape;4060;p181"/>
          <p:cNvSpPr/>
          <p:nvPr/>
        </p:nvSpPr>
        <p:spPr>
          <a:xfrm>
            <a:off x="1273576" y="3882900"/>
            <a:ext cx="422100" cy="374700"/>
          </a:xfrm>
          <a:prstGeom prst="downArrow">
            <a:avLst>
              <a:gd fmla="val 50000" name="adj1"/>
              <a:gd fmla="val 50000" name="adj2"/>
            </a:avLst>
          </a:prstGeom>
          <a:solidFill>
            <a:srgbClr val="93C47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1" name="Google Shape;4061;p181"/>
          <p:cNvSpPr/>
          <p:nvPr/>
        </p:nvSpPr>
        <p:spPr>
          <a:xfrm>
            <a:off x="1295400" y="5254500"/>
            <a:ext cx="400200" cy="374700"/>
          </a:xfrm>
          <a:prstGeom prst="downArrow">
            <a:avLst>
              <a:gd fmla="val 50000" name="adj1"/>
              <a:gd fmla="val 50000" name="adj2"/>
            </a:avLst>
          </a:prstGeom>
          <a:solidFill>
            <a:srgbClr val="CC412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2" name="Google Shape;4062;p181"/>
          <p:cNvSpPr txBox="1"/>
          <p:nvPr/>
        </p:nvSpPr>
        <p:spPr>
          <a:xfrm>
            <a:off x="76204" y="4284450"/>
            <a:ext cx="11997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latin typeface="Red Hat Text"/>
                <a:ea typeface="Red Hat Text"/>
                <a:cs typeface="Red Hat Text"/>
                <a:sym typeface="Red Hat Text"/>
              </a:rPr>
              <a:t>Content</a:t>
            </a:r>
            <a:endParaRPr sz="1600">
              <a:latin typeface="Red Hat Text"/>
              <a:ea typeface="Red Hat Text"/>
              <a:cs typeface="Red Hat Text"/>
              <a:sym typeface="Red Hat Text"/>
            </a:endParaRPr>
          </a:p>
          <a:p>
            <a:pPr indent="0" lvl="0" marL="0" rtl="0" algn="ctr">
              <a:spcBef>
                <a:spcPts val="0"/>
              </a:spcBef>
              <a:spcAft>
                <a:spcPts val="0"/>
              </a:spcAft>
              <a:buNone/>
            </a:pPr>
            <a:r>
              <a:rPr lang="en" sz="1600">
                <a:latin typeface="Red Hat Text"/>
                <a:ea typeface="Red Hat Text"/>
                <a:cs typeface="Red Hat Text"/>
                <a:sym typeface="Red Hat Text"/>
              </a:rPr>
              <a:t>Filtering</a:t>
            </a:r>
            <a:endParaRPr sz="1600">
              <a:latin typeface="Red Hat Text"/>
              <a:ea typeface="Red Hat Text"/>
              <a:cs typeface="Red Hat Text"/>
              <a:sym typeface="Red Hat Text"/>
            </a:endParaRPr>
          </a:p>
        </p:txBody>
      </p:sp>
      <p:sp>
        <p:nvSpPr>
          <p:cNvPr id="4063" name="Google Shape;4063;p181"/>
          <p:cNvSpPr txBox="1"/>
          <p:nvPr/>
        </p:nvSpPr>
        <p:spPr>
          <a:xfrm>
            <a:off x="1852137" y="6150075"/>
            <a:ext cx="1829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Content Baseline</a:t>
            </a:r>
            <a:endParaRPr sz="1600">
              <a:latin typeface="Red Hat Text"/>
              <a:ea typeface="Red Hat Text"/>
              <a:cs typeface="Red Hat Text"/>
              <a:sym typeface="Red Hat Text"/>
            </a:endParaRPr>
          </a:p>
        </p:txBody>
      </p:sp>
      <p:sp>
        <p:nvSpPr>
          <p:cNvPr id="4064" name="Google Shape;4064;p181"/>
          <p:cNvSpPr txBox="1"/>
          <p:nvPr/>
        </p:nvSpPr>
        <p:spPr>
          <a:xfrm>
            <a:off x="5076825" y="30670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Qualification Lifecycle</a:t>
            </a:r>
            <a:endParaRPr b="1" sz="800">
              <a:latin typeface="Red Hat Text"/>
              <a:ea typeface="Red Hat Text"/>
              <a:cs typeface="Red Hat Text"/>
              <a:sym typeface="Red Hat Text"/>
            </a:endParaRPr>
          </a:p>
        </p:txBody>
      </p:sp>
      <p:sp>
        <p:nvSpPr>
          <p:cNvPr id="4065" name="Google Shape;4065;p181"/>
          <p:cNvSpPr txBox="1"/>
          <p:nvPr/>
        </p:nvSpPr>
        <p:spPr>
          <a:xfrm>
            <a:off x="5076825" y="4629672"/>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Development  Lifecycle</a:t>
            </a:r>
            <a:endParaRPr b="1" sz="800">
              <a:latin typeface="Red Hat Text"/>
              <a:ea typeface="Red Hat Text"/>
              <a:cs typeface="Red Hat Text"/>
              <a:sym typeface="Red Hat Text"/>
            </a:endParaRPr>
          </a:p>
        </p:txBody>
      </p:sp>
      <p:cxnSp>
        <p:nvCxnSpPr>
          <p:cNvPr id="4066" name="Google Shape;4066;p181"/>
          <p:cNvCxnSpPr>
            <a:stCxn id="4030" idx="3"/>
            <a:endCxn id="4052" idx="1"/>
          </p:cNvCxnSpPr>
          <p:nvPr/>
        </p:nvCxnSpPr>
        <p:spPr>
          <a:xfrm>
            <a:off x="4204878" y="5381619"/>
            <a:ext cx="1872000" cy="324300"/>
          </a:xfrm>
          <a:prstGeom prst="curvedConnector3">
            <a:avLst>
              <a:gd fmla="val 50002" name="adj1"/>
            </a:avLst>
          </a:prstGeom>
          <a:noFill/>
          <a:ln cap="flat" cmpd="sng" w="28575">
            <a:solidFill>
              <a:schemeClr val="dk1"/>
            </a:solidFill>
            <a:prstDash val="solid"/>
            <a:round/>
            <a:headEnd len="med" w="med" type="none"/>
            <a:tailEnd len="med" w="med" type="triangle"/>
          </a:ln>
        </p:spPr>
      </p:cxnSp>
      <p:cxnSp>
        <p:nvCxnSpPr>
          <p:cNvPr id="4067" name="Google Shape;4067;p181"/>
          <p:cNvCxnSpPr>
            <a:stCxn id="4052" idx="3"/>
            <a:endCxn id="4046" idx="1"/>
          </p:cNvCxnSpPr>
          <p:nvPr/>
        </p:nvCxnSpPr>
        <p:spPr>
          <a:xfrm flipH="1" rot="10800000">
            <a:off x="6948078" y="5457969"/>
            <a:ext cx="978300" cy="247800"/>
          </a:xfrm>
          <a:prstGeom prst="curvedConnector3">
            <a:avLst>
              <a:gd fmla="val 50008" name="adj1"/>
            </a:avLst>
          </a:prstGeom>
          <a:noFill/>
          <a:ln cap="flat" cmpd="sng" w="28575">
            <a:solidFill>
              <a:schemeClr val="dk1"/>
            </a:solidFill>
            <a:prstDash val="solid"/>
            <a:round/>
            <a:headEnd len="med" w="med" type="none"/>
            <a:tailEnd len="med" w="med" type="triangle"/>
          </a:ln>
        </p:spPr>
      </p:cxnSp>
      <p:cxnSp>
        <p:nvCxnSpPr>
          <p:cNvPr id="4068" name="Google Shape;4068;p181"/>
          <p:cNvCxnSpPr>
            <a:stCxn id="4028" idx="3"/>
            <a:endCxn id="4053" idx="1"/>
          </p:cNvCxnSpPr>
          <p:nvPr/>
        </p:nvCxnSpPr>
        <p:spPr>
          <a:xfrm>
            <a:off x="4204878" y="3552819"/>
            <a:ext cx="1872000" cy="619200"/>
          </a:xfrm>
          <a:prstGeom prst="curvedConnector3">
            <a:avLst>
              <a:gd fmla="val 39351" name="adj1"/>
            </a:avLst>
          </a:prstGeom>
          <a:noFill/>
          <a:ln cap="flat" cmpd="sng" w="28575">
            <a:solidFill>
              <a:schemeClr val="dk1"/>
            </a:solidFill>
            <a:prstDash val="solid"/>
            <a:round/>
            <a:headEnd len="med" w="med" type="none"/>
            <a:tailEnd len="med" w="med" type="triangle"/>
          </a:ln>
        </p:spPr>
      </p:cxnSp>
      <p:cxnSp>
        <p:nvCxnSpPr>
          <p:cNvPr id="4069" name="Google Shape;4069;p181"/>
          <p:cNvCxnSpPr>
            <a:stCxn id="4053" idx="3"/>
            <a:endCxn id="4042" idx="1"/>
          </p:cNvCxnSpPr>
          <p:nvPr/>
        </p:nvCxnSpPr>
        <p:spPr>
          <a:xfrm flipH="1" rot="10800000">
            <a:off x="6948078" y="3933894"/>
            <a:ext cx="978300" cy="238200"/>
          </a:xfrm>
          <a:prstGeom prst="curvedConnector3">
            <a:avLst>
              <a:gd fmla="val 50008" name="adj1"/>
            </a:avLst>
          </a:prstGeom>
          <a:noFill/>
          <a:ln cap="flat" cmpd="sng" w="28575">
            <a:solidFill>
              <a:schemeClr val="dk1"/>
            </a:solidFill>
            <a:prstDash val="solid"/>
            <a:round/>
            <a:headEnd len="med" w="med" type="none"/>
            <a:tailEnd len="med" w="med" type="triangle"/>
          </a:ln>
        </p:spPr>
      </p:cxnSp>
      <p:cxnSp>
        <p:nvCxnSpPr>
          <p:cNvPr id="4070" name="Google Shape;4070;p181"/>
          <p:cNvCxnSpPr>
            <a:stCxn id="4028" idx="3"/>
            <a:endCxn id="4054" idx="1"/>
          </p:cNvCxnSpPr>
          <p:nvPr/>
        </p:nvCxnSpPr>
        <p:spPr>
          <a:xfrm flipH="1" rot="10800000">
            <a:off x="4204878" y="2638419"/>
            <a:ext cx="1872000" cy="914400"/>
          </a:xfrm>
          <a:prstGeom prst="curvedConnector3">
            <a:avLst>
              <a:gd fmla="val 50002" name="adj1"/>
            </a:avLst>
          </a:prstGeom>
          <a:noFill/>
          <a:ln cap="flat" cmpd="sng" w="28575">
            <a:solidFill>
              <a:schemeClr val="dk1"/>
            </a:solidFill>
            <a:prstDash val="solid"/>
            <a:round/>
            <a:headEnd len="med" w="med" type="none"/>
            <a:tailEnd len="med" w="med" type="triangle"/>
          </a:ln>
        </p:spPr>
      </p:cxnSp>
      <p:cxnSp>
        <p:nvCxnSpPr>
          <p:cNvPr id="4071" name="Google Shape;4071;p181"/>
          <p:cNvCxnSpPr>
            <a:stCxn id="4054" idx="3"/>
            <a:endCxn id="4038" idx="1"/>
          </p:cNvCxnSpPr>
          <p:nvPr/>
        </p:nvCxnSpPr>
        <p:spPr>
          <a:xfrm flipH="1" rot="10800000">
            <a:off x="6948078" y="2371719"/>
            <a:ext cx="1035600" cy="266700"/>
          </a:xfrm>
          <a:prstGeom prst="curvedConnector3">
            <a:avLst>
              <a:gd fmla="val 50000" name="adj1"/>
            </a:avLst>
          </a:prstGeom>
          <a:noFill/>
          <a:ln cap="flat" cmpd="sng" w="28575">
            <a:solidFill>
              <a:schemeClr val="dk1"/>
            </a:solidFill>
            <a:prstDash val="solid"/>
            <a:round/>
            <a:headEnd len="med" w="med" type="none"/>
            <a:tailEnd len="med" w="med" type="triangle"/>
          </a:ln>
        </p:spPr>
      </p:cxnSp>
      <p:sp>
        <p:nvSpPr>
          <p:cNvPr id="4072" name="Google Shape;4072;p181"/>
          <p:cNvSpPr txBox="1"/>
          <p:nvPr/>
        </p:nvSpPr>
        <p:spPr>
          <a:xfrm>
            <a:off x="5081617" y="6150065"/>
            <a:ext cx="2181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Content Access</a:t>
            </a:r>
            <a:endParaRPr sz="1600">
              <a:latin typeface="Red Hat Text"/>
              <a:ea typeface="Red Hat Text"/>
              <a:cs typeface="Red Hat Text"/>
              <a:sym typeface="Red Hat Text"/>
            </a:endParaRPr>
          </a:p>
        </p:txBody>
      </p:sp>
      <p:sp>
        <p:nvSpPr>
          <p:cNvPr id="4073" name="Google Shape;4073;p181"/>
          <p:cNvSpPr txBox="1"/>
          <p:nvPr/>
        </p:nvSpPr>
        <p:spPr>
          <a:xfrm>
            <a:off x="7925025" y="6150065"/>
            <a:ext cx="2181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Content Delivery</a:t>
            </a:r>
            <a:endParaRPr sz="1600">
              <a:latin typeface="Red Hat Text"/>
              <a:ea typeface="Red Hat Text"/>
              <a:cs typeface="Red Hat Text"/>
              <a:sym typeface="Red Hat Text"/>
            </a:endParaRPr>
          </a:p>
        </p:txBody>
      </p:sp>
      <p:sp>
        <p:nvSpPr>
          <p:cNvPr id="4074" name="Google Shape;4074;p181"/>
          <p:cNvSpPr txBox="1"/>
          <p:nvPr/>
        </p:nvSpPr>
        <p:spPr>
          <a:xfrm>
            <a:off x="5076825" y="12382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Retirement Lifecycle</a:t>
            </a:r>
            <a:endParaRPr b="1" sz="800">
              <a:latin typeface="Red Hat Text"/>
              <a:ea typeface="Red Hat Text"/>
              <a:cs typeface="Red Hat Text"/>
              <a:sym typeface="Red Hat Text"/>
            </a:endParaRPr>
          </a:p>
        </p:txBody>
      </p:sp>
      <p:cxnSp>
        <p:nvCxnSpPr>
          <p:cNvPr id="4075" name="Google Shape;4075;p181"/>
          <p:cNvCxnSpPr>
            <a:stCxn id="4026" idx="3"/>
            <a:endCxn id="4074" idx="1"/>
          </p:cNvCxnSpPr>
          <p:nvPr/>
        </p:nvCxnSpPr>
        <p:spPr>
          <a:xfrm flipH="1" rot="10800000">
            <a:off x="4204878" y="1392219"/>
            <a:ext cx="871800" cy="408000"/>
          </a:xfrm>
          <a:prstGeom prst="curvedConnector3">
            <a:avLst>
              <a:gd fmla="val 50008" name="adj1"/>
            </a:avLst>
          </a:prstGeom>
          <a:noFill/>
          <a:ln cap="flat" cmpd="sng" w="28575">
            <a:solidFill>
              <a:schemeClr val="dk1"/>
            </a:solidFill>
            <a:prstDash val="solid"/>
            <a:round/>
            <a:headEnd len="med" w="med" type="none"/>
            <a:tailEnd len="med" w="med" type="triangle"/>
          </a:ln>
        </p:spPr>
      </p:cxnSp>
      <p:sp>
        <p:nvSpPr>
          <p:cNvPr id="4076" name="Google Shape;4076;p181"/>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p>
            <a:pPr indent="0" lvl="0" marL="0" rtl="0" algn="l">
              <a:spcBef>
                <a:spcPts val="0"/>
              </a:spcBef>
              <a:spcAft>
                <a:spcPts val="0"/>
              </a:spcAft>
              <a:buNone/>
            </a:pPr>
            <a:r>
              <a:rPr lang="en"/>
              <a:t>Red Hat Infrastructure Standard Adoption Model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31"/>
                                        </p:tgtEl>
                                        <p:attrNameLst>
                                          <p:attrName>style.visibility</p:attrName>
                                        </p:attrNameLst>
                                      </p:cBhvr>
                                      <p:to>
                                        <p:strVal val="visible"/>
                                      </p:to>
                                    </p:set>
                                    <p:animEffect filter="fade" transition="in">
                                      <p:cBhvr>
                                        <p:cTn dur="1000"/>
                                        <p:tgtEl>
                                          <p:spTgt spid="40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26"/>
                                        </p:tgtEl>
                                        <p:attrNameLst>
                                          <p:attrName>style.visibility</p:attrName>
                                        </p:attrNameLst>
                                      </p:cBhvr>
                                      <p:to>
                                        <p:strVal val="visible"/>
                                      </p:to>
                                    </p:set>
                                    <p:animEffect filter="fade" transition="in">
                                      <p:cBhvr>
                                        <p:cTn dur="1000"/>
                                        <p:tgtEl>
                                          <p:spTgt spid="402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075"/>
                                        </p:tgtEl>
                                        <p:attrNameLst>
                                          <p:attrName>style.visibility</p:attrName>
                                        </p:attrNameLst>
                                      </p:cBhvr>
                                      <p:to>
                                        <p:strVal val="visible"/>
                                      </p:to>
                                    </p:set>
                                    <p:animEffect filter="fade" transition="in">
                                      <p:cBhvr>
                                        <p:cTn dur="1000"/>
                                        <p:tgtEl>
                                          <p:spTgt spid="40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28"/>
                                        </p:tgtEl>
                                        <p:attrNameLst>
                                          <p:attrName>style.visibility</p:attrName>
                                        </p:attrNameLst>
                                      </p:cBhvr>
                                      <p:to>
                                        <p:strVal val="visible"/>
                                      </p:to>
                                    </p:set>
                                    <p:animEffect filter="fade" transition="in">
                                      <p:cBhvr>
                                        <p:cTn dur="1000"/>
                                        <p:tgtEl>
                                          <p:spTgt spid="4028"/>
                                        </p:tgtEl>
                                      </p:cBhvr>
                                    </p:animEffect>
                                  </p:childTnLst>
                                </p:cTn>
                              </p:par>
                              <p:par>
                                <p:cTn fill="hold" nodeType="withEffect" presetClass="entr" presetID="10" presetSubtype="0">
                                  <p:stCondLst>
                                    <p:cond delay="0"/>
                                  </p:stCondLst>
                                  <p:childTnLst>
                                    <p:set>
                                      <p:cBhvr>
                                        <p:cTn dur="1" fill="hold">
                                          <p:stCondLst>
                                            <p:cond delay="0"/>
                                          </p:stCondLst>
                                        </p:cTn>
                                        <p:tgtEl>
                                          <p:spTgt spid="4033"/>
                                        </p:tgtEl>
                                        <p:attrNameLst>
                                          <p:attrName>style.visibility</p:attrName>
                                        </p:attrNameLst>
                                      </p:cBhvr>
                                      <p:to>
                                        <p:strVal val="visible"/>
                                      </p:to>
                                    </p:set>
                                    <p:animEffect filter="fade" transition="in">
                                      <p:cBhvr>
                                        <p:cTn dur="1000"/>
                                        <p:tgtEl>
                                          <p:spTgt spid="4033"/>
                                        </p:tgtEl>
                                      </p:cBhvr>
                                    </p:animEffect>
                                  </p:childTnLst>
                                </p:cTn>
                              </p:par>
                              <p:par>
                                <p:cTn fill="hold" nodeType="withEffect" presetClass="entr" presetID="10" presetSubtype="0">
                                  <p:stCondLst>
                                    <p:cond delay="0"/>
                                  </p:stCondLst>
                                  <p:childTnLst>
                                    <p:set>
                                      <p:cBhvr>
                                        <p:cTn dur="1" fill="hold">
                                          <p:stCondLst>
                                            <p:cond delay="0"/>
                                          </p:stCondLst>
                                        </p:cTn>
                                        <p:tgtEl>
                                          <p:spTgt spid="4053"/>
                                        </p:tgtEl>
                                        <p:attrNameLst>
                                          <p:attrName>style.visibility</p:attrName>
                                        </p:attrNameLst>
                                      </p:cBhvr>
                                      <p:to>
                                        <p:strVal val="visible"/>
                                      </p:to>
                                    </p:set>
                                    <p:animEffect filter="fade" transition="in">
                                      <p:cBhvr>
                                        <p:cTn dur="1000"/>
                                        <p:tgtEl>
                                          <p:spTgt spid="4053"/>
                                        </p:tgtEl>
                                      </p:cBhvr>
                                    </p:animEffect>
                                  </p:childTnLst>
                                </p:cTn>
                              </p:par>
                              <p:par>
                                <p:cTn fill="hold" nodeType="withEffect" presetClass="entr" presetID="10" presetSubtype="0">
                                  <p:stCondLst>
                                    <p:cond delay="0"/>
                                  </p:stCondLst>
                                  <p:childTnLst>
                                    <p:set>
                                      <p:cBhvr>
                                        <p:cTn dur="1" fill="hold">
                                          <p:stCondLst>
                                            <p:cond delay="0"/>
                                          </p:stCondLst>
                                        </p:cTn>
                                        <p:tgtEl>
                                          <p:spTgt spid="4068"/>
                                        </p:tgtEl>
                                        <p:attrNameLst>
                                          <p:attrName>style.visibility</p:attrName>
                                        </p:attrNameLst>
                                      </p:cBhvr>
                                      <p:to>
                                        <p:strVal val="visible"/>
                                      </p:to>
                                    </p:set>
                                    <p:animEffect filter="fade" transition="in">
                                      <p:cBhvr>
                                        <p:cTn dur="1000"/>
                                        <p:tgtEl>
                                          <p:spTgt spid="4068"/>
                                        </p:tgtEl>
                                      </p:cBhvr>
                                    </p:animEffect>
                                  </p:childTnLst>
                                </p:cTn>
                              </p:par>
                              <p:par>
                                <p:cTn fill="hold" nodeType="withEffect" presetClass="entr" presetID="10" presetSubtype="0">
                                  <p:stCondLst>
                                    <p:cond delay="0"/>
                                  </p:stCondLst>
                                  <p:childTnLst>
                                    <p:set>
                                      <p:cBhvr>
                                        <p:cTn dur="1" fill="hold">
                                          <p:stCondLst>
                                            <p:cond delay="0"/>
                                          </p:stCondLst>
                                        </p:cTn>
                                        <p:tgtEl>
                                          <p:spTgt spid="4069"/>
                                        </p:tgtEl>
                                        <p:attrNameLst>
                                          <p:attrName>style.visibility</p:attrName>
                                        </p:attrNameLst>
                                      </p:cBhvr>
                                      <p:to>
                                        <p:strVal val="visible"/>
                                      </p:to>
                                    </p:set>
                                    <p:animEffect filter="fade" transition="in">
                                      <p:cBhvr>
                                        <p:cTn dur="1000"/>
                                        <p:tgtEl>
                                          <p:spTgt spid="4069"/>
                                        </p:tgtEl>
                                      </p:cBhvr>
                                    </p:animEffect>
                                  </p:childTnLst>
                                </p:cTn>
                              </p:par>
                              <p:par>
                                <p:cTn fill="hold" nodeType="withEffect" presetClass="entr" presetID="10" presetSubtype="0">
                                  <p:stCondLst>
                                    <p:cond delay="0"/>
                                  </p:stCondLst>
                                  <p:childTnLst>
                                    <p:set>
                                      <p:cBhvr>
                                        <p:cTn dur="1" fill="hold">
                                          <p:stCondLst>
                                            <p:cond delay="0"/>
                                          </p:stCondLst>
                                        </p:cTn>
                                        <p:tgtEl>
                                          <p:spTgt spid="4057"/>
                                        </p:tgtEl>
                                        <p:attrNameLst>
                                          <p:attrName>style.visibility</p:attrName>
                                        </p:attrNameLst>
                                      </p:cBhvr>
                                      <p:to>
                                        <p:strVal val="visible"/>
                                      </p:to>
                                    </p:set>
                                    <p:animEffect filter="fade" transition="in">
                                      <p:cBhvr>
                                        <p:cTn dur="1000"/>
                                        <p:tgtEl>
                                          <p:spTgt spid="40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54"/>
                                        </p:tgtEl>
                                        <p:attrNameLst>
                                          <p:attrName>style.visibility</p:attrName>
                                        </p:attrNameLst>
                                      </p:cBhvr>
                                      <p:to>
                                        <p:strVal val="visible"/>
                                      </p:to>
                                    </p:set>
                                    <p:animEffect filter="fade" transition="in">
                                      <p:cBhvr>
                                        <p:cTn dur="1000"/>
                                        <p:tgtEl>
                                          <p:spTgt spid="4054"/>
                                        </p:tgtEl>
                                      </p:cBhvr>
                                    </p:animEffect>
                                  </p:childTnLst>
                                </p:cTn>
                              </p:par>
                              <p:par>
                                <p:cTn fill="hold" nodeType="withEffect" presetClass="entr" presetID="10" presetSubtype="0">
                                  <p:stCondLst>
                                    <p:cond delay="0"/>
                                  </p:stCondLst>
                                  <p:childTnLst>
                                    <p:set>
                                      <p:cBhvr>
                                        <p:cTn dur="1" fill="hold">
                                          <p:stCondLst>
                                            <p:cond delay="0"/>
                                          </p:stCondLst>
                                        </p:cTn>
                                        <p:tgtEl>
                                          <p:spTgt spid="4070"/>
                                        </p:tgtEl>
                                        <p:attrNameLst>
                                          <p:attrName>style.visibility</p:attrName>
                                        </p:attrNameLst>
                                      </p:cBhvr>
                                      <p:to>
                                        <p:strVal val="visible"/>
                                      </p:to>
                                    </p:set>
                                    <p:animEffect filter="fade" transition="in">
                                      <p:cBhvr>
                                        <p:cTn dur="1000"/>
                                        <p:tgtEl>
                                          <p:spTgt spid="4070"/>
                                        </p:tgtEl>
                                      </p:cBhvr>
                                    </p:animEffect>
                                  </p:childTnLst>
                                </p:cTn>
                              </p:par>
                              <p:par>
                                <p:cTn fill="hold" nodeType="withEffect" presetClass="entr" presetID="10" presetSubtype="0">
                                  <p:stCondLst>
                                    <p:cond delay="0"/>
                                  </p:stCondLst>
                                  <p:childTnLst>
                                    <p:set>
                                      <p:cBhvr>
                                        <p:cTn dur="1" fill="hold">
                                          <p:stCondLst>
                                            <p:cond delay="0"/>
                                          </p:stCondLst>
                                        </p:cTn>
                                        <p:tgtEl>
                                          <p:spTgt spid="4071"/>
                                        </p:tgtEl>
                                        <p:attrNameLst>
                                          <p:attrName>style.visibility</p:attrName>
                                        </p:attrNameLst>
                                      </p:cBhvr>
                                      <p:to>
                                        <p:strVal val="visible"/>
                                      </p:to>
                                    </p:set>
                                    <p:animEffect filter="fade" transition="in">
                                      <p:cBhvr>
                                        <p:cTn dur="1000"/>
                                        <p:tgtEl>
                                          <p:spTgt spid="407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056"/>
                                        </p:tgtEl>
                                        <p:attrNameLst>
                                          <p:attrName>style.visibility</p:attrName>
                                        </p:attrNameLst>
                                      </p:cBhvr>
                                      <p:to>
                                        <p:strVal val="visible"/>
                                      </p:to>
                                    </p:set>
                                    <p:animEffect filter="fade" transition="in">
                                      <p:cBhvr>
                                        <p:cTn dur="1000"/>
                                        <p:tgtEl>
                                          <p:spTgt spid="40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30"/>
                                        </p:tgtEl>
                                        <p:attrNameLst>
                                          <p:attrName>style.visibility</p:attrName>
                                        </p:attrNameLst>
                                      </p:cBhvr>
                                      <p:to>
                                        <p:strVal val="visible"/>
                                      </p:to>
                                    </p:set>
                                    <p:animEffect filter="fade" transition="in">
                                      <p:cBhvr>
                                        <p:cTn dur="1000"/>
                                        <p:tgtEl>
                                          <p:spTgt spid="4030"/>
                                        </p:tgtEl>
                                      </p:cBhvr>
                                    </p:animEffect>
                                  </p:childTnLst>
                                </p:cTn>
                              </p:par>
                              <p:par>
                                <p:cTn fill="hold" nodeType="withEffect" presetClass="entr" presetID="10" presetSubtype="0">
                                  <p:stCondLst>
                                    <p:cond delay="0"/>
                                  </p:stCondLst>
                                  <p:childTnLst>
                                    <p:set>
                                      <p:cBhvr>
                                        <p:cTn dur="1" fill="hold">
                                          <p:stCondLst>
                                            <p:cond delay="0"/>
                                          </p:stCondLst>
                                        </p:cTn>
                                        <p:tgtEl>
                                          <p:spTgt spid="4035"/>
                                        </p:tgtEl>
                                        <p:attrNameLst>
                                          <p:attrName>style.visibility</p:attrName>
                                        </p:attrNameLst>
                                      </p:cBhvr>
                                      <p:to>
                                        <p:strVal val="visible"/>
                                      </p:to>
                                    </p:set>
                                    <p:animEffect filter="fade" transition="in">
                                      <p:cBhvr>
                                        <p:cTn dur="1000"/>
                                        <p:tgtEl>
                                          <p:spTgt spid="4035"/>
                                        </p:tgtEl>
                                      </p:cBhvr>
                                    </p:animEffect>
                                  </p:childTnLst>
                                </p:cTn>
                              </p:par>
                              <p:par>
                                <p:cTn fill="hold" nodeType="withEffect" presetClass="entr" presetID="10" presetSubtype="0">
                                  <p:stCondLst>
                                    <p:cond delay="0"/>
                                  </p:stCondLst>
                                  <p:childTnLst>
                                    <p:set>
                                      <p:cBhvr>
                                        <p:cTn dur="1" fill="hold">
                                          <p:stCondLst>
                                            <p:cond delay="0"/>
                                          </p:stCondLst>
                                        </p:cTn>
                                        <p:tgtEl>
                                          <p:spTgt spid="4052"/>
                                        </p:tgtEl>
                                        <p:attrNameLst>
                                          <p:attrName>style.visibility</p:attrName>
                                        </p:attrNameLst>
                                      </p:cBhvr>
                                      <p:to>
                                        <p:strVal val="visible"/>
                                      </p:to>
                                    </p:set>
                                    <p:animEffect filter="fade" transition="in">
                                      <p:cBhvr>
                                        <p:cTn dur="1000"/>
                                        <p:tgtEl>
                                          <p:spTgt spid="4052"/>
                                        </p:tgtEl>
                                      </p:cBhvr>
                                    </p:animEffect>
                                  </p:childTnLst>
                                </p:cTn>
                              </p:par>
                              <p:par>
                                <p:cTn fill="hold" nodeType="withEffect" presetClass="entr" presetID="10" presetSubtype="0">
                                  <p:stCondLst>
                                    <p:cond delay="0"/>
                                  </p:stCondLst>
                                  <p:childTnLst>
                                    <p:set>
                                      <p:cBhvr>
                                        <p:cTn dur="1" fill="hold">
                                          <p:stCondLst>
                                            <p:cond delay="0"/>
                                          </p:stCondLst>
                                        </p:cTn>
                                        <p:tgtEl>
                                          <p:spTgt spid="4066"/>
                                        </p:tgtEl>
                                        <p:attrNameLst>
                                          <p:attrName>style.visibility</p:attrName>
                                        </p:attrNameLst>
                                      </p:cBhvr>
                                      <p:to>
                                        <p:strVal val="visible"/>
                                      </p:to>
                                    </p:set>
                                    <p:animEffect filter="fade" transition="in">
                                      <p:cBhvr>
                                        <p:cTn dur="1000"/>
                                        <p:tgtEl>
                                          <p:spTgt spid="4066"/>
                                        </p:tgtEl>
                                      </p:cBhvr>
                                    </p:animEffect>
                                  </p:childTnLst>
                                </p:cTn>
                              </p:par>
                              <p:par>
                                <p:cTn fill="hold" nodeType="withEffect" presetClass="entr" presetID="10" presetSubtype="0">
                                  <p:stCondLst>
                                    <p:cond delay="0"/>
                                  </p:stCondLst>
                                  <p:childTnLst>
                                    <p:set>
                                      <p:cBhvr>
                                        <p:cTn dur="1" fill="hold">
                                          <p:stCondLst>
                                            <p:cond delay="0"/>
                                          </p:stCondLst>
                                        </p:cTn>
                                        <p:tgtEl>
                                          <p:spTgt spid="4067"/>
                                        </p:tgtEl>
                                        <p:attrNameLst>
                                          <p:attrName>style.visibility</p:attrName>
                                        </p:attrNameLst>
                                      </p:cBhvr>
                                      <p:to>
                                        <p:strVal val="visible"/>
                                      </p:to>
                                    </p:set>
                                    <p:animEffect filter="fade" transition="in">
                                      <p:cBhvr>
                                        <p:cTn dur="1000"/>
                                        <p:tgtEl>
                                          <p:spTgt spid="4067"/>
                                        </p:tgtEl>
                                      </p:cBhvr>
                                    </p:animEffect>
                                  </p:childTnLst>
                                </p:cTn>
                              </p:par>
                              <p:par>
                                <p:cTn fill="hold" nodeType="withEffect" presetClass="entr" presetID="10" presetSubtype="0">
                                  <p:stCondLst>
                                    <p:cond delay="0"/>
                                  </p:stCondLst>
                                  <p:childTnLst>
                                    <p:set>
                                      <p:cBhvr>
                                        <p:cTn dur="1" fill="hold">
                                          <p:stCondLst>
                                            <p:cond delay="0"/>
                                          </p:stCondLst>
                                        </p:cTn>
                                        <p:tgtEl>
                                          <p:spTgt spid="4058"/>
                                        </p:tgtEl>
                                        <p:attrNameLst>
                                          <p:attrName>style.visibility</p:attrName>
                                        </p:attrNameLst>
                                      </p:cBhvr>
                                      <p:to>
                                        <p:strVal val="visible"/>
                                      </p:to>
                                    </p:set>
                                    <p:animEffect filter="fade" transition="in">
                                      <p:cBhvr>
                                        <p:cTn dur="1000"/>
                                        <p:tgtEl>
                                          <p:spTgt spid="40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29"/>
                                        </p:tgtEl>
                                        <p:attrNameLst>
                                          <p:attrName>style.visibility</p:attrName>
                                        </p:attrNameLst>
                                      </p:cBhvr>
                                      <p:to>
                                        <p:strVal val="visible"/>
                                      </p:to>
                                    </p:set>
                                    <p:animEffect filter="fade" transition="in">
                                      <p:cBhvr>
                                        <p:cTn dur="1000"/>
                                        <p:tgtEl>
                                          <p:spTgt spid="4029"/>
                                        </p:tgtEl>
                                      </p:cBhvr>
                                    </p:animEffect>
                                  </p:childTnLst>
                                </p:cTn>
                              </p:par>
                              <p:par>
                                <p:cTn fill="hold" nodeType="withEffect" presetClass="entr" presetID="10" presetSubtype="0">
                                  <p:stCondLst>
                                    <p:cond delay="0"/>
                                  </p:stCondLst>
                                  <p:childTnLst>
                                    <p:set>
                                      <p:cBhvr>
                                        <p:cTn dur="1" fill="hold">
                                          <p:stCondLst>
                                            <p:cond delay="0"/>
                                          </p:stCondLst>
                                        </p:cTn>
                                        <p:tgtEl>
                                          <p:spTgt spid="4032"/>
                                        </p:tgtEl>
                                        <p:attrNameLst>
                                          <p:attrName>style.visibility</p:attrName>
                                        </p:attrNameLst>
                                      </p:cBhvr>
                                      <p:to>
                                        <p:strVal val="visible"/>
                                      </p:to>
                                    </p:set>
                                    <p:animEffect filter="fade" transition="in">
                                      <p:cBhvr>
                                        <p:cTn dur="1000"/>
                                        <p:tgtEl>
                                          <p:spTgt spid="4032"/>
                                        </p:tgtEl>
                                      </p:cBhvr>
                                    </p:animEffect>
                                  </p:childTnLst>
                                </p:cTn>
                              </p:par>
                              <p:par>
                                <p:cTn fill="hold" nodeType="withEffect" presetClass="entr" presetID="10" presetSubtype="0">
                                  <p:stCondLst>
                                    <p:cond delay="0"/>
                                  </p:stCondLst>
                                  <p:childTnLst>
                                    <p:set>
                                      <p:cBhvr>
                                        <p:cTn dur="1" fill="hold">
                                          <p:stCondLst>
                                            <p:cond delay="0"/>
                                          </p:stCondLst>
                                        </p:cTn>
                                        <p:tgtEl>
                                          <p:spTgt spid="4034"/>
                                        </p:tgtEl>
                                        <p:attrNameLst>
                                          <p:attrName>style.visibility</p:attrName>
                                        </p:attrNameLst>
                                      </p:cBhvr>
                                      <p:to>
                                        <p:strVal val="visible"/>
                                      </p:to>
                                    </p:set>
                                    <p:animEffect filter="fade" transition="in">
                                      <p:cBhvr>
                                        <p:cTn dur="1000"/>
                                        <p:tgtEl>
                                          <p:spTgt spid="4034"/>
                                        </p:tgtEl>
                                      </p:cBhvr>
                                    </p:animEffect>
                                  </p:childTnLst>
                                </p:cTn>
                              </p:par>
                              <p:par>
                                <p:cTn fill="hold" nodeType="withEffect" presetClass="entr" presetID="10" presetSubtype="0">
                                  <p:stCondLst>
                                    <p:cond delay="0"/>
                                  </p:stCondLst>
                                  <p:childTnLst>
                                    <p:set>
                                      <p:cBhvr>
                                        <p:cTn dur="1" fill="hold">
                                          <p:stCondLst>
                                            <p:cond delay="0"/>
                                          </p:stCondLst>
                                        </p:cTn>
                                        <p:tgtEl>
                                          <p:spTgt spid="4027"/>
                                        </p:tgtEl>
                                        <p:attrNameLst>
                                          <p:attrName>style.visibility</p:attrName>
                                        </p:attrNameLst>
                                      </p:cBhvr>
                                      <p:to>
                                        <p:strVal val="visible"/>
                                      </p:to>
                                    </p:set>
                                    <p:animEffect filter="fade" transition="in">
                                      <p:cBhvr>
                                        <p:cTn dur="1000"/>
                                        <p:tgtEl>
                                          <p:spTgt spid="40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0" name="Shape 4080"/>
        <p:cNvGrpSpPr/>
        <p:nvPr/>
      </p:nvGrpSpPr>
      <p:grpSpPr>
        <a:xfrm>
          <a:off x="0" y="0"/>
          <a:ext cx="0" cy="0"/>
          <a:chOff x="0" y="0"/>
          <a:chExt cx="0" cy="0"/>
        </a:xfrm>
      </p:grpSpPr>
      <p:sp>
        <p:nvSpPr>
          <p:cNvPr id="4081" name="Google Shape;4081;p182"/>
          <p:cNvSpPr/>
          <p:nvPr/>
        </p:nvSpPr>
        <p:spPr>
          <a:xfrm>
            <a:off x="5067738" y="4886325"/>
            <a:ext cx="1995900" cy="11811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2" name="Google Shape;4082;p182"/>
          <p:cNvSpPr/>
          <p:nvPr/>
        </p:nvSpPr>
        <p:spPr>
          <a:xfrm>
            <a:off x="5076413" y="3333750"/>
            <a:ext cx="1995900" cy="1181100"/>
          </a:xfrm>
          <a:prstGeom prst="rect">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3" name="Google Shape;4083;p182"/>
          <p:cNvSpPr/>
          <p:nvPr/>
        </p:nvSpPr>
        <p:spPr>
          <a:xfrm>
            <a:off x="5070750" y="1781175"/>
            <a:ext cx="1995900" cy="118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4" name="Google Shape;4084;p18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1"/>
                </a:solidFill>
              </a:rPr>
              <a:t>Red Hat Infrastructure Standard Adoption Model</a:t>
            </a:r>
            <a:endParaRPr/>
          </a:p>
        </p:txBody>
      </p:sp>
      <p:sp>
        <p:nvSpPr>
          <p:cNvPr id="4085" name="Google Shape;4085;p18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cxnSp>
        <p:nvCxnSpPr>
          <p:cNvPr id="4086" name="Google Shape;4086;p182"/>
          <p:cNvCxnSpPr/>
          <p:nvPr/>
        </p:nvCxnSpPr>
        <p:spPr>
          <a:xfrm rot="10800000">
            <a:off x="628996" y="2928263"/>
            <a:ext cx="1829700" cy="0"/>
          </a:xfrm>
          <a:prstGeom prst="straightConnector1">
            <a:avLst/>
          </a:prstGeom>
          <a:noFill/>
          <a:ln cap="flat" cmpd="sng" w="9525">
            <a:solidFill>
              <a:schemeClr val="lt1"/>
            </a:solidFill>
            <a:prstDash val="solid"/>
            <a:round/>
            <a:headEnd len="med" w="med" type="none"/>
            <a:tailEnd len="med" w="med" type="triangle"/>
          </a:ln>
        </p:spPr>
      </p:cxnSp>
      <p:grpSp>
        <p:nvGrpSpPr>
          <p:cNvPr id="4087" name="Google Shape;4087;p182"/>
          <p:cNvGrpSpPr/>
          <p:nvPr/>
        </p:nvGrpSpPr>
        <p:grpSpPr>
          <a:xfrm>
            <a:off x="559552" y="1419165"/>
            <a:ext cx="614446" cy="552534"/>
            <a:chOff x="1890725" y="3600450"/>
            <a:chExt cx="1011600" cy="962100"/>
          </a:xfrm>
        </p:grpSpPr>
        <p:pic>
          <p:nvPicPr>
            <p:cNvPr id="4088" name="Google Shape;4088;p182"/>
            <p:cNvPicPr preferRelativeResize="0"/>
            <p:nvPr/>
          </p:nvPicPr>
          <p:blipFill>
            <a:blip r:embed="rId3">
              <a:alphaModFix/>
            </a:blip>
            <a:stretch>
              <a:fillRect/>
            </a:stretch>
          </p:blipFill>
          <p:spPr>
            <a:xfrm>
              <a:off x="2227125" y="3707800"/>
              <a:ext cx="363825" cy="363825"/>
            </a:xfrm>
            <a:prstGeom prst="rect">
              <a:avLst/>
            </a:prstGeom>
            <a:noFill/>
            <a:ln>
              <a:noFill/>
            </a:ln>
          </p:spPr>
        </p:pic>
        <p:sp>
          <p:nvSpPr>
            <p:cNvPr id="4089" name="Google Shape;4089;p182"/>
            <p:cNvSpPr/>
            <p:nvPr/>
          </p:nvSpPr>
          <p:spPr>
            <a:xfrm>
              <a:off x="2207500" y="3708622"/>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90" name="Google Shape;4090;p182"/>
            <p:cNvPicPr preferRelativeResize="0"/>
            <p:nvPr/>
          </p:nvPicPr>
          <p:blipFill>
            <a:blip r:embed="rId3">
              <a:alphaModFix/>
            </a:blip>
            <a:stretch>
              <a:fillRect/>
            </a:stretch>
          </p:blipFill>
          <p:spPr>
            <a:xfrm>
              <a:off x="1998525" y="4098325"/>
              <a:ext cx="363825" cy="363825"/>
            </a:xfrm>
            <a:prstGeom prst="rect">
              <a:avLst/>
            </a:prstGeom>
            <a:noFill/>
            <a:ln>
              <a:noFill/>
            </a:ln>
          </p:spPr>
        </p:pic>
        <p:sp>
          <p:nvSpPr>
            <p:cNvPr id="4091" name="Google Shape;4091;p182"/>
            <p:cNvSpPr/>
            <p:nvPr/>
          </p:nvSpPr>
          <p:spPr>
            <a:xfrm>
              <a:off x="1988425" y="4099147"/>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92" name="Google Shape;4092;p182"/>
            <p:cNvPicPr preferRelativeResize="0"/>
            <p:nvPr/>
          </p:nvPicPr>
          <p:blipFill>
            <a:blip r:embed="rId3">
              <a:alphaModFix/>
            </a:blip>
            <a:stretch>
              <a:fillRect/>
            </a:stretch>
          </p:blipFill>
          <p:spPr>
            <a:xfrm>
              <a:off x="2436675" y="4098325"/>
              <a:ext cx="363825" cy="363825"/>
            </a:xfrm>
            <a:prstGeom prst="rect">
              <a:avLst/>
            </a:prstGeom>
            <a:noFill/>
            <a:ln>
              <a:noFill/>
            </a:ln>
          </p:spPr>
        </p:pic>
        <p:sp>
          <p:nvSpPr>
            <p:cNvPr id="4093" name="Google Shape;4093;p182"/>
            <p:cNvSpPr/>
            <p:nvPr/>
          </p:nvSpPr>
          <p:spPr>
            <a:xfrm>
              <a:off x="2417050" y="4099147"/>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4" name="Google Shape;4094;p182"/>
            <p:cNvSpPr/>
            <p:nvPr/>
          </p:nvSpPr>
          <p:spPr>
            <a:xfrm>
              <a:off x="25384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5" name="Google Shape;4095;p182"/>
            <p:cNvSpPr/>
            <p:nvPr/>
          </p:nvSpPr>
          <p:spPr>
            <a:xfrm rot="10800000">
              <a:off x="18907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96" name="Google Shape;4096;p182"/>
          <p:cNvGrpSpPr/>
          <p:nvPr/>
        </p:nvGrpSpPr>
        <p:grpSpPr>
          <a:xfrm>
            <a:off x="1388227" y="1419165"/>
            <a:ext cx="614446" cy="552534"/>
            <a:chOff x="1890725" y="3600450"/>
            <a:chExt cx="1011600" cy="962100"/>
          </a:xfrm>
        </p:grpSpPr>
        <p:pic>
          <p:nvPicPr>
            <p:cNvPr id="4097" name="Google Shape;4097;p182"/>
            <p:cNvPicPr preferRelativeResize="0"/>
            <p:nvPr/>
          </p:nvPicPr>
          <p:blipFill>
            <a:blip r:embed="rId3">
              <a:alphaModFix/>
            </a:blip>
            <a:stretch>
              <a:fillRect/>
            </a:stretch>
          </p:blipFill>
          <p:spPr>
            <a:xfrm>
              <a:off x="2227125" y="3707800"/>
              <a:ext cx="363825" cy="363825"/>
            </a:xfrm>
            <a:prstGeom prst="rect">
              <a:avLst/>
            </a:prstGeom>
            <a:noFill/>
            <a:ln>
              <a:noFill/>
            </a:ln>
          </p:spPr>
        </p:pic>
        <p:sp>
          <p:nvSpPr>
            <p:cNvPr id="4098" name="Google Shape;4098;p182"/>
            <p:cNvSpPr/>
            <p:nvPr/>
          </p:nvSpPr>
          <p:spPr>
            <a:xfrm>
              <a:off x="2207500" y="3708622"/>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99" name="Google Shape;4099;p182"/>
            <p:cNvPicPr preferRelativeResize="0"/>
            <p:nvPr/>
          </p:nvPicPr>
          <p:blipFill>
            <a:blip r:embed="rId3">
              <a:alphaModFix/>
            </a:blip>
            <a:stretch>
              <a:fillRect/>
            </a:stretch>
          </p:blipFill>
          <p:spPr>
            <a:xfrm>
              <a:off x="1998525" y="4098325"/>
              <a:ext cx="363825" cy="363825"/>
            </a:xfrm>
            <a:prstGeom prst="rect">
              <a:avLst/>
            </a:prstGeom>
            <a:noFill/>
            <a:ln>
              <a:noFill/>
            </a:ln>
          </p:spPr>
        </p:pic>
        <p:sp>
          <p:nvSpPr>
            <p:cNvPr id="4100" name="Google Shape;4100;p182"/>
            <p:cNvSpPr/>
            <p:nvPr/>
          </p:nvSpPr>
          <p:spPr>
            <a:xfrm>
              <a:off x="1988425" y="4099147"/>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01" name="Google Shape;4101;p182"/>
            <p:cNvPicPr preferRelativeResize="0"/>
            <p:nvPr/>
          </p:nvPicPr>
          <p:blipFill>
            <a:blip r:embed="rId3">
              <a:alphaModFix/>
            </a:blip>
            <a:stretch>
              <a:fillRect/>
            </a:stretch>
          </p:blipFill>
          <p:spPr>
            <a:xfrm>
              <a:off x="2436675" y="4098325"/>
              <a:ext cx="363825" cy="363825"/>
            </a:xfrm>
            <a:prstGeom prst="rect">
              <a:avLst/>
            </a:prstGeom>
            <a:noFill/>
            <a:ln>
              <a:noFill/>
            </a:ln>
          </p:spPr>
        </p:pic>
        <p:sp>
          <p:nvSpPr>
            <p:cNvPr id="4102" name="Google Shape;4102;p182"/>
            <p:cNvSpPr/>
            <p:nvPr/>
          </p:nvSpPr>
          <p:spPr>
            <a:xfrm>
              <a:off x="2417050" y="4099147"/>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3" name="Google Shape;4103;p182"/>
            <p:cNvSpPr/>
            <p:nvPr/>
          </p:nvSpPr>
          <p:spPr>
            <a:xfrm>
              <a:off x="25384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4" name="Google Shape;4104;p182"/>
            <p:cNvSpPr/>
            <p:nvPr/>
          </p:nvSpPr>
          <p:spPr>
            <a:xfrm rot="10800000">
              <a:off x="18907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05" name="Google Shape;4105;p182"/>
          <p:cNvGrpSpPr/>
          <p:nvPr/>
        </p:nvGrpSpPr>
        <p:grpSpPr>
          <a:xfrm>
            <a:off x="2226427" y="1419165"/>
            <a:ext cx="614446" cy="552534"/>
            <a:chOff x="1890725" y="3600450"/>
            <a:chExt cx="1011600" cy="962100"/>
          </a:xfrm>
        </p:grpSpPr>
        <p:pic>
          <p:nvPicPr>
            <p:cNvPr id="4106" name="Google Shape;4106;p182"/>
            <p:cNvPicPr preferRelativeResize="0"/>
            <p:nvPr/>
          </p:nvPicPr>
          <p:blipFill>
            <a:blip r:embed="rId3">
              <a:alphaModFix/>
            </a:blip>
            <a:stretch>
              <a:fillRect/>
            </a:stretch>
          </p:blipFill>
          <p:spPr>
            <a:xfrm>
              <a:off x="2227125" y="3707800"/>
              <a:ext cx="363825" cy="363825"/>
            </a:xfrm>
            <a:prstGeom prst="rect">
              <a:avLst/>
            </a:prstGeom>
            <a:noFill/>
            <a:ln>
              <a:noFill/>
            </a:ln>
          </p:spPr>
        </p:pic>
        <p:sp>
          <p:nvSpPr>
            <p:cNvPr id="4107" name="Google Shape;4107;p182"/>
            <p:cNvSpPr/>
            <p:nvPr/>
          </p:nvSpPr>
          <p:spPr>
            <a:xfrm>
              <a:off x="2207500" y="3708622"/>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08" name="Google Shape;4108;p182"/>
            <p:cNvPicPr preferRelativeResize="0"/>
            <p:nvPr/>
          </p:nvPicPr>
          <p:blipFill>
            <a:blip r:embed="rId3">
              <a:alphaModFix/>
            </a:blip>
            <a:stretch>
              <a:fillRect/>
            </a:stretch>
          </p:blipFill>
          <p:spPr>
            <a:xfrm>
              <a:off x="1998525" y="4098325"/>
              <a:ext cx="363825" cy="363825"/>
            </a:xfrm>
            <a:prstGeom prst="rect">
              <a:avLst/>
            </a:prstGeom>
            <a:noFill/>
            <a:ln>
              <a:noFill/>
            </a:ln>
          </p:spPr>
        </p:pic>
        <p:sp>
          <p:nvSpPr>
            <p:cNvPr id="4109" name="Google Shape;4109;p182"/>
            <p:cNvSpPr/>
            <p:nvPr/>
          </p:nvSpPr>
          <p:spPr>
            <a:xfrm>
              <a:off x="1988425" y="4099147"/>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10" name="Google Shape;4110;p182"/>
            <p:cNvPicPr preferRelativeResize="0"/>
            <p:nvPr/>
          </p:nvPicPr>
          <p:blipFill>
            <a:blip r:embed="rId3">
              <a:alphaModFix/>
            </a:blip>
            <a:stretch>
              <a:fillRect/>
            </a:stretch>
          </p:blipFill>
          <p:spPr>
            <a:xfrm>
              <a:off x="2436675" y="4098325"/>
              <a:ext cx="363825" cy="363825"/>
            </a:xfrm>
            <a:prstGeom prst="rect">
              <a:avLst/>
            </a:prstGeom>
            <a:noFill/>
            <a:ln>
              <a:noFill/>
            </a:ln>
          </p:spPr>
        </p:pic>
        <p:sp>
          <p:nvSpPr>
            <p:cNvPr id="4111" name="Google Shape;4111;p182"/>
            <p:cNvSpPr/>
            <p:nvPr/>
          </p:nvSpPr>
          <p:spPr>
            <a:xfrm>
              <a:off x="2417050" y="4099147"/>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2" name="Google Shape;4112;p182"/>
            <p:cNvSpPr/>
            <p:nvPr/>
          </p:nvSpPr>
          <p:spPr>
            <a:xfrm>
              <a:off x="25384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3" name="Google Shape;4113;p182"/>
            <p:cNvSpPr/>
            <p:nvPr/>
          </p:nvSpPr>
          <p:spPr>
            <a:xfrm rot="10800000">
              <a:off x="18907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14" name="Google Shape;4114;p182"/>
          <p:cNvGrpSpPr/>
          <p:nvPr/>
        </p:nvGrpSpPr>
        <p:grpSpPr>
          <a:xfrm>
            <a:off x="547665" y="2181165"/>
            <a:ext cx="614446" cy="552534"/>
            <a:chOff x="1890725" y="3600450"/>
            <a:chExt cx="1011600" cy="962100"/>
          </a:xfrm>
        </p:grpSpPr>
        <p:pic>
          <p:nvPicPr>
            <p:cNvPr id="4115" name="Google Shape;4115;p182"/>
            <p:cNvPicPr preferRelativeResize="0"/>
            <p:nvPr/>
          </p:nvPicPr>
          <p:blipFill>
            <a:blip r:embed="rId3">
              <a:alphaModFix/>
            </a:blip>
            <a:stretch>
              <a:fillRect/>
            </a:stretch>
          </p:blipFill>
          <p:spPr>
            <a:xfrm>
              <a:off x="2227125" y="3707800"/>
              <a:ext cx="363825" cy="363825"/>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pic>
        <p:sp>
          <p:nvSpPr>
            <p:cNvPr id="4116" name="Google Shape;4116;p182"/>
            <p:cNvSpPr/>
            <p:nvPr/>
          </p:nvSpPr>
          <p:spPr>
            <a:xfrm>
              <a:off x="2207500" y="3708622"/>
              <a:ext cx="383400" cy="363900"/>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17" name="Google Shape;4117;p182"/>
            <p:cNvPicPr preferRelativeResize="0"/>
            <p:nvPr/>
          </p:nvPicPr>
          <p:blipFill>
            <a:blip r:embed="rId3">
              <a:alphaModFix/>
            </a:blip>
            <a:stretch>
              <a:fillRect/>
            </a:stretch>
          </p:blipFill>
          <p:spPr>
            <a:xfrm>
              <a:off x="1998525" y="4098325"/>
              <a:ext cx="363825" cy="363825"/>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pic>
        <p:sp>
          <p:nvSpPr>
            <p:cNvPr id="4118" name="Google Shape;4118;p182"/>
            <p:cNvSpPr/>
            <p:nvPr/>
          </p:nvSpPr>
          <p:spPr>
            <a:xfrm>
              <a:off x="1988425" y="4099147"/>
              <a:ext cx="383400" cy="363900"/>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19" name="Google Shape;4119;p182"/>
            <p:cNvPicPr preferRelativeResize="0"/>
            <p:nvPr/>
          </p:nvPicPr>
          <p:blipFill>
            <a:blip r:embed="rId3">
              <a:alphaModFix/>
            </a:blip>
            <a:stretch>
              <a:fillRect/>
            </a:stretch>
          </p:blipFill>
          <p:spPr>
            <a:xfrm>
              <a:off x="2436675" y="4098325"/>
              <a:ext cx="363825" cy="363825"/>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pic>
        <p:sp>
          <p:nvSpPr>
            <p:cNvPr id="4120" name="Google Shape;4120;p182"/>
            <p:cNvSpPr/>
            <p:nvPr/>
          </p:nvSpPr>
          <p:spPr>
            <a:xfrm>
              <a:off x="2417050" y="4099147"/>
              <a:ext cx="383400" cy="363900"/>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1" name="Google Shape;4121;p182"/>
            <p:cNvSpPr/>
            <p:nvPr/>
          </p:nvSpPr>
          <p:spPr>
            <a:xfrm>
              <a:off x="2538425" y="3600450"/>
              <a:ext cx="363900" cy="962100"/>
            </a:xfrm>
            <a:prstGeom prst="rightBracket">
              <a:avLst>
                <a:gd fmla="val 8333" name="adj"/>
              </a:avLst>
            </a:prstGeom>
            <a:noFill/>
            <a:ln cap="flat" cmpd="sng" w="19050">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2" name="Google Shape;4122;p182"/>
            <p:cNvSpPr/>
            <p:nvPr/>
          </p:nvSpPr>
          <p:spPr>
            <a:xfrm rot="10800000">
              <a:off x="1890725" y="3600450"/>
              <a:ext cx="363900" cy="962100"/>
            </a:xfrm>
            <a:prstGeom prst="rightBracket">
              <a:avLst>
                <a:gd fmla="val 8333" name="adj"/>
              </a:avLst>
            </a:prstGeom>
            <a:noFill/>
            <a:ln cap="flat" cmpd="sng" w="19050">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3" name="Google Shape;4123;p182"/>
          <p:cNvGrpSpPr/>
          <p:nvPr/>
        </p:nvGrpSpPr>
        <p:grpSpPr>
          <a:xfrm>
            <a:off x="1385865" y="2181165"/>
            <a:ext cx="614446" cy="552534"/>
            <a:chOff x="1890725" y="3600450"/>
            <a:chExt cx="1011600" cy="962100"/>
          </a:xfrm>
        </p:grpSpPr>
        <p:pic>
          <p:nvPicPr>
            <p:cNvPr id="4124" name="Google Shape;4124;p182"/>
            <p:cNvPicPr preferRelativeResize="0"/>
            <p:nvPr/>
          </p:nvPicPr>
          <p:blipFill>
            <a:blip r:embed="rId3">
              <a:alphaModFix/>
            </a:blip>
            <a:stretch>
              <a:fillRect/>
            </a:stretch>
          </p:blipFill>
          <p:spPr>
            <a:xfrm>
              <a:off x="2227125" y="3707800"/>
              <a:ext cx="363825" cy="363825"/>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pic>
        <p:sp>
          <p:nvSpPr>
            <p:cNvPr id="4125" name="Google Shape;4125;p182"/>
            <p:cNvSpPr/>
            <p:nvPr/>
          </p:nvSpPr>
          <p:spPr>
            <a:xfrm>
              <a:off x="2207500" y="3708622"/>
              <a:ext cx="383400" cy="363900"/>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26" name="Google Shape;4126;p182"/>
            <p:cNvPicPr preferRelativeResize="0"/>
            <p:nvPr/>
          </p:nvPicPr>
          <p:blipFill>
            <a:blip r:embed="rId3">
              <a:alphaModFix/>
            </a:blip>
            <a:stretch>
              <a:fillRect/>
            </a:stretch>
          </p:blipFill>
          <p:spPr>
            <a:xfrm>
              <a:off x="1998525" y="4098325"/>
              <a:ext cx="363825" cy="363825"/>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pic>
        <p:sp>
          <p:nvSpPr>
            <p:cNvPr id="4127" name="Google Shape;4127;p182"/>
            <p:cNvSpPr/>
            <p:nvPr/>
          </p:nvSpPr>
          <p:spPr>
            <a:xfrm>
              <a:off x="1988425" y="4099147"/>
              <a:ext cx="383400" cy="363900"/>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28" name="Google Shape;4128;p182"/>
            <p:cNvPicPr preferRelativeResize="0"/>
            <p:nvPr/>
          </p:nvPicPr>
          <p:blipFill>
            <a:blip r:embed="rId3">
              <a:alphaModFix/>
            </a:blip>
            <a:stretch>
              <a:fillRect/>
            </a:stretch>
          </p:blipFill>
          <p:spPr>
            <a:xfrm>
              <a:off x="2436675" y="4098325"/>
              <a:ext cx="363825" cy="363825"/>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pic>
        <p:sp>
          <p:nvSpPr>
            <p:cNvPr id="4129" name="Google Shape;4129;p182"/>
            <p:cNvSpPr/>
            <p:nvPr/>
          </p:nvSpPr>
          <p:spPr>
            <a:xfrm>
              <a:off x="2417050" y="4099147"/>
              <a:ext cx="383400" cy="363900"/>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0" name="Google Shape;4130;p182"/>
            <p:cNvSpPr/>
            <p:nvPr/>
          </p:nvSpPr>
          <p:spPr>
            <a:xfrm>
              <a:off x="2538425" y="3600450"/>
              <a:ext cx="363900" cy="962100"/>
            </a:xfrm>
            <a:prstGeom prst="rightBracket">
              <a:avLst>
                <a:gd fmla="val 8333" name="adj"/>
              </a:avLst>
            </a:prstGeom>
            <a:noFill/>
            <a:ln cap="flat" cmpd="sng" w="19050">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1" name="Google Shape;4131;p182"/>
            <p:cNvSpPr/>
            <p:nvPr/>
          </p:nvSpPr>
          <p:spPr>
            <a:xfrm rot="10800000">
              <a:off x="1890725" y="3600450"/>
              <a:ext cx="363900" cy="962100"/>
            </a:xfrm>
            <a:prstGeom prst="rightBracket">
              <a:avLst>
                <a:gd fmla="val 8333" name="adj"/>
              </a:avLst>
            </a:prstGeom>
            <a:noFill/>
            <a:ln cap="flat" cmpd="sng" w="19050">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32" name="Google Shape;4132;p182"/>
          <p:cNvGrpSpPr/>
          <p:nvPr/>
        </p:nvGrpSpPr>
        <p:grpSpPr>
          <a:xfrm>
            <a:off x="2224065" y="2181165"/>
            <a:ext cx="614446" cy="552534"/>
            <a:chOff x="1890725" y="3600450"/>
            <a:chExt cx="1011600" cy="962100"/>
          </a:xfrm>
        </p:grpSpPr>
        <p:pic>
          <p:nvPicPr>
            <p:cNvPr id="4133" name="Google Shape;4133;p182"/>
            <p:cNvPicPr preferRelativeResize="0"/>
            <p:nvPr/>
          </p:nvPicPr>
          <p:blipFill>
            <a:blip r:embed="rId3">
              <a:alphaModFix/>
            </a:blip>
            <a:stretch>
              <a:fillRect/>
            </a:stretch>
          </p:blipFill>
          <p:spPr>
            <a:xfrm>
              <a:off x="2227125" y="3707800"/>
              <a:ext cx="363825" cy="363825"/>
            </a:xfrm>
            <a:prstGeom prst="rect">
              <a:avLst/>
            </a:prstGeom>
            <a:noFill/>
            <a:ln cap="flat" cmpd="sng" w="9525">
              <a:solidFill>
                <a:schemeClr val="dk1"/>
              </a:solidFill>
              <a:prstDash val="solid"/>
              <a:round/>
              <a:headEnd len="sm" w="sm" type="none"/>
              <a:tailEnd len="sm" w="sm" type="none"/>
            </a:ln>
          </p:spPr>
        </p:pic>
        <p:sp>
          <p:nvSpPr>
            <p:cNvPr id="4134" name="Google Shape;4134;p182"/>
            <p:cNvSpPr/>
            <p:nvPr/>
          </p:nvSpPr>
          <p:spPr>
            <a:xfrm>
              <a:off x="2207500" y="3708622"/>
              <a:ext cx="383400" cy="363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35" name="Google Shape;4135;p182"/>
            <p:cNvPicPr preferRelativeResize="0"/>
            <p:nvPr/>
          </p:nvPicPr>
          <p:blipFill>
            <a:blip r:embed="rId3">
              <a:alphaModFix/>
            </a:blip>
            <a:stretch>
              <a:fillRect/>
            </a:stretch>
          </p:blipFill>
          <p:spPr>
            <a:xfrm>
              <a:off x="1998525" y="4098325"/>
              <a:ext cx="363825" cy="363825"/>
            </a:xfrm>
            <a:prstGeom prst="rect">
              <a:avLst/>
            </a:prstGeom>
            <a:noFill/>
            <a:ln cap="flat" cmpd="sng" w="9525">
              <a:solidFill>
                <a:schemeClr val="dk1"/>
              </a:solidFill>
              <a:prstDash val="solid"/>
              <a:round/>
              <a:headEnd len="sm" w="sm" type="none"/>
              <a:tailEnd len="sm" w="sm" type="none"/>
            </a:ln>
          </p:spPr>
        </p:pic>
        <p:sp>
          <p:nvSpPr>
            <p:cNvPr id="4136" name="Google Shape;4136;p182"/>
            <p:cNvSpPr/>
            <p:nvPr/>
          </p:nvSpPr>
          <p:spPr>
            <a:xfrm>
              <a:off x="1988425" y="4099147"/>
              <a:ext cx="383400" cy="363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37" name="Google Shape;4137;p182"/>
            <p:cNvPicPr preferRelativeResize="0"/>
            <p:nvPr/>
          </p:nvPicPr>
          <p:blipFill>
            <a:blip r:embed="rId3">
              <a:alphaModFix/>
            </a:blip>
            <a:stretch>
              <a:fillRect/>
            </a:stretch>
          </p:blipFill>
          <p:spPr>
            <a:xfrm>
              <a:off x="2436675" y="4098325"/>
              <a:ext cx="363825" cy="363825"/>
            </a:xfrm>
            <a:prstGeom prst="rect">
              <a:avLst/>
            </a:prstGeom>
            <a:noFill/>
            <a:ln cap="flat" cmpd="sng" w="9525">
              <a:solidFill>
                <a:schemeClr val="dk1"/>
              </a:solidFill>
              <a:prstDash val="solid"/>
              <a:round/>
              <a:headEnd len="sm" w="sm" type="none"/>
              <a:tailEnd len="sm" w="sm" type="none"/>
            </a:ln>
          </p:spPr>
        </p:pic>
        <p:sp>
          <p:nvSpPr>
            <p:cNvPr id="4138" name="Google Shape;4138;p182"/>
            <p:cNvSpPr/>
            <p:nvPr/>
          </p:nvSpPr>
          <p:spPr>
            <a:xfrm>
              <a:off x="2417050" y="4099147"/>
              <a:ext cx="383400" cy="363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9" name="Google Shape;4139;p182"/>
            <p:cNvSpPr/>
            <p:nvPr/>
          </p:nvSpPr>
          <p:spPr>
            <a:xfrm>
              <a:off x="2538425" y="3600450"/>
              <a:ext cx="363900" cy="962100"/>
            </a:xfrm>
            <a:prstGeom prst="rightBracket">
              <a:avLst>
                <a:gd fmla="val 8333"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0" name="Google Shape;4140;p182"/>
            <p:cNvSpPr/>
            <p:nvPr/>
          </p:nvSpPr>
          <p:spPr>
            <a:xfrm rot="10800000">
              <a:off x="1890725" y="3600450"/>
              <a:ext cx="363900" cy="962100"/>
            </a:xfrm>
            <a:prstGeom prst="rightBracket">
              <a:avLst>
                <a:gd fmla="val 8333"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41" name="Google Shape;4141;p182"/>
          <p:cNvGrpSpPr/>
          <p:nvPr/>
        </p:nvGrpSpPr>
        <p:grpSpPr>
          <a:xfrm>
            <a:off x="547665" y="2943165"/>
            <a:ext cx="614446" cy="552534"/>
            <a:chOff x="1890725" y="3600450"/>
            <a:chExt cx="1011600" cy="962100"/>
          </a:xfrm>
        </p:grpSpPr>
        <p:pic>
          <p:nvPicPr>
            <p:cNvPr id="4142" name="Google Shape;4142;p182"/>
            <p:cNvPicPr preferRelativeResize="0"/>
            <p:nvPr/>
          </p:nvPicPr>
          <p:blipFill>
            <a:blip r:embed="rId3">
              <a:alphaModFix/>
            </a:blip>
            <a:stretch>
              <a:fillRect/>
            </a:stretch>
          </p:blipFill>
          <p:spPr>
            <a:xfrm>
              <a:off x="2227125" y="3707800"/>
              <a:ext cx="363825" cy="363825"/>
            </a:xfrm>
            <a:prstGeom prst="rect">
              <a:avLst/>
            </a:prstGeom>
            <a:noFill/>
            <a:ln>
              <a:noFill/>
            </a:ln>
          </p:spPr>
        </p:pic>
        <p:sp>
          <p:nvSpPr>
            <p:cNvPr id="4143" name="Google Shape;4143;p182"/>
            <p:cNvSpPr/>
            <p:nvPr/>
          </p:nvSpPr>
          <p:spPr>
            <a:xfrm>
              <a:off x="2207500" y="3708622"/>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44" name="Google Shape;4144;p182"/>
            <p:cNvPicPr preferRelativeResize="0"/>
            <p:nvPr/>
          </p:nvPicPr>
          <p:blipFill>
            <a:blip r:embed="rId3">
              <a:alphaModFix/>
            </a:blip>
            <a:stretch>
              <a:fillRect/>
            </a:stretch>
          </p:blipFill>
          <p:spPr>
            <a:xfrm>
              <a:off x="1998525" y="4098325"/>
              <a:ext cx="363825" cy="363825"/>
            </a:xfrm>
            <a:prstGeom prst="rect">
              <a:avLst/>
            </a:prstGeom>
            <a:noFill/>
            <a:ln>
              <a:noFill/>
            </a:ln>
          </p:spPr>
        </p:pic>
        <p:sp>
          <p:nvSpPr>
            <p:cNvPr id="4145" name="Google Shape;4145;p182"/>
            <p:cNvSpPr/>
            <p:nvPr/>
          </p:nvSpPr>
          <p:spPr>
            <a:xfrm>
              <a:off x="1988425" y="4099147"/>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46" name="Google Shape;4146;p182"/>
            <p:cNvPicPr preferRelativeResize="0"/>
            <p:nvPr/>
          </p:nvPicPr>
          <p:blipFill>
            <a:blip r:embed="rId3">
              <a:alphaModFix/>
            </a:blip>
            <a:stretch>
              <a:fillRect/>
            </a:stretch>
          </p:blipFill>
          <p:spPr>
            <a:xfrm>
              <a:off x="2436675" y="4098325"/>
              <a:ext cx="363825" cy="363825"/>
            </a:xfrm>
            <a:prstGeom prst="rect">
              <a:avLst/>
            </a:prstGeom>
            <a:noFill/>
            <a:ln>
              <a:noFill/>
            </a:ln>
          </p:spPr>
        </p:pic>
        <p:sp>
          <p:nvSpPr>
            <p:cNvPr id="4147" name="Google Shape;4147;p182"/>
            <p:cNvSpPr/>
            <p:nvPr/>
          </p:nvSpPr>
          <p:spPr>
            <a:xfrm>
              <a:off x="2417050" y="4099147"/>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8" name="Google Shape;4148;p182"/>
            <p:cNvSpPr/>
            <p:nvPr/>
          </p:nvSpPr>
          <p:spPr>
            <a:xfrm>
              <a:off x="25384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9" name="Google Shape;4149;p182"/>
            <p:cNvSpPr/>
            <p:nvPr/>
          </p:nvSpPr>
          <p:spPr>
            <a:xfrm rot="10800000">
              <a:off x="18907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50" name="Google Shape;4150;p182"/>
          <p:cNvGrpSpPr/>
          <p:nvPr/>
        </p:nvGrpSpPr>
        <p:grpSpPr>
          <a:xfrm>
            <a:off x="1385865" y="2943165"/>
            <a:ext cx="614446" cy="552534"/>
            <a:chOff x="1890725" y="3600450"/>
            <a:chExt cx="1011600" cy="962100"/>
          </a:xfrm>
        </p:grpSpPr>
        <p:pic>
          <p:nvPicPr>
            <p:cNvPr id="4151" name="Google Shape;4151;p182"/>
            <p:cNvPicPr preferRelativeResize="0"/>
            <p:nvPr/>
          </p:nvPicPr>
          <p:blipFill>
            <a:blip r:embed="rId3">
              <a:alphaModFix/>
            </a:blip>
            <a:stretch>
              <a:fillRect/>
            </a:stretch>
          </p:blipFill>
          <p:spPr>
            <a:xfrm>
              <a:off x="2227125" y="3707800"/>
              <a:ext cx="363825" cy="363825"/>
            </a:xfrm>
            <a:prstGeom prst="rect">
              <a:avLst/>
            </a:prstGeom>
            <a:noFill/>
            <a:ln>
              <a:noFill/>
            </a:ln>
          </p:spPr>
        </p:pic>
        <p:sp>
          <p:nvSpPr>
            <p:cNvPr id="4152" name="Google Shape;4152;p182"/>
            <p:cNvSpPr/>
            <p:nvPr/>
          </p:nvSpPr>
          <p:spPr>
            <a:xfrm>
              <a:off x="2207500" y="3708622"/>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53" name="Google Shape;4153;p182"/>
            <p:cNvPicPr preferRelativeResize="0"/>
            <p:nvPr/>
          </p:nvPicPr>
          <p:blipFill>
            <a:blip r:embed="rId3">
              <a:alphaModFix/>
            </a:blip>
            <a:stretch>
              <a:fillRect/>
            </a:stretch>
          </p:blipFill>
          <p:spPr>
            <a:xfrm>
              <a:off x="1998525" y="4098325"/>
              <a:ext cx="363825" cy="363825"/>
            </a:xfrm>
            <a:prstGeom prst="rect">
              <a:avLst/>
            </a:prstGeom>
            <a:noFill/>
            <a:ln>
              <a:noFill/>
            </a:ln>
          </p:spPr>
        </p:pic>
        <p:sp>
          <p:nvSpPr>
            <p:cNvPr id="4154" name="Google Shape;4154;p182"/>
            <p:cNvSpPr/>
            <p:nvPr/>
          </p:nvSpPr>
          <p:spPr>
            <a:xfrm>
              <a:off x="1988425" y="4099147"/>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55" name="Google Shape;4155;p182"/>
            <p:cNvPicPr preferRelativeResize="0"/>
            <p:nvPr/>
          </p:nvPicPr>
          <p:blipFill>
            <a:blip r:embed="rId3">
              <a:alphaModFix/>
            </a:blip>
            <a:stretch>
              <a:fillRect/>
            </a:stretch>
          </p:blipFill>
          <p:spPr>
            <a:xfrm>
              <a:off x="2436675" y="4098325"/>
              <a:ext cx="363825" cy="363825"/>
            </a:xfrm>
            <a:prstGeom prst="rect">
              <a:avLst/>
            </a:prstGeom>
            <a:noFill/>
            <a:ln>
              <a:noFill/>
            </a:ln>
          </p:spPr>
        </p:pic>
        <p:sp>
          <p:nvSpPr>
            <p:cNvPr id="4156" name="Google Shape;4156;p182"/>
            <p:cNvSpPr/>
            <p:nvPr/>
          </p:nvSpPr>
          <p:spPr>
            <a:xfrm>
              <a:off x="2417050" y="4099147"/>
              <a:ext cx="383400" cy="3639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7" name="Google Shape;4157;p182"/>
            <p:cNvSpPr/>
            <p:nvPr/>
          </p:nvSpPr>
          <p:spPr>
            <a:xfrm>
              <a:off x="25384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8" name="Google Shape;4158;p182"/>
            <p:cNvSpPr/>
            <p:nvPr/>
          </p:nvSpPr>
          <p:spPr>
            <a:xfrm rot="10800000">
              <a:off x="18907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59" name="Google Shape;4159;p182"/>
          <p:cNvGrpSpPr/>
          <p:nvPr/>
        </p:nvGrpSpPr>
        <p:grpSpPr>
          <a:xfrm>
            <a:off x="2224065" y="2943165"/>
            <a:ext cx="614446" cy="552534"/>
            <a:chOff x="1890725" y="3600450"/>
            <a:chExt cx="1011600" cy="962100"/>
          </a:xfrm>
        </p:grpSpPr>
        <p:pic>
          <p:nvPicPr>
            <p:cNvPr id="4160" name="Google Shape;4160;p182"/>
            <p:cNvPicPr preferRelativeResize="0"/>
            <p:nvPr/>
          </p:nvPicPr>
          <p:blipFill>
            <a:blip r:embed="rId3">
              <a:alphaModFix/>
            </a:blip>
            <a:stretch>
              <a:fillRect/>
            </a:stretch>
          </p:blipFill>
          <p:spPr>
            <a:xfrm>
              <a:off x="2227125" y="3707800"/>
              <a:ext cx="363825" cy="363825"/>
            </a:xfrm>
            <a:prstGeom prst="rect">
              <a:avLst/>
            </a:prstGeom>
            <a:noFill/>
            <a:ln cap="flat" cmpd="sng" w="9525">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pic>
        <p:sp>
          <p:nvSpPr>
            <p:cNvPr id="4161" name="Google Shape;4161;p182"/>
            <p:cNvSpPr/>
            <p:nvPr/>
          </p:nvSpPr>
          <p:spPr>
            <a:xfrm>
              <a:off x="2207500" y="3708622"/>
              <a:ext cx="383400" cy="363900"/>
            </a:xfrm>
            <a:prstGeom prst="rect">
              <a:avLst/>
            </a:prstGeom>
            <a:noFill/>
            <a:ln cap="flat" cmpd="sng" w="9525">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62" name="Google Shape;4162;p182"/>
            <p:cNvPicPr preferRelativeResize="0"/>
            <p:nvPr/>
          </p:nvPicPr>
          <p:blipFill>
            <a:blip r:embed="rId3">
              <a:alphaModFix/>
            </a:blip>
            <a:stretch>
              <a:fillRect/>
            </a:stretch>
          </p:blipFill>
          <p:spPr>
            <a:xfrm>
              <a:off x="1998525" y="4098325"/>
              <a:ext cx="363825" cy="363825"/>
            </a:xfrm>
            <a:prstGeom prst="rect">
              <a:avLst/>
            </a:prstGeom>
            <a:noFill/>
            <a:ln cap="flat" cmpd="sng" w="9525">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pic>
        <p:sp>
          <p:nvSpPr>
            <p:cNvPr id="4163" name="Google Shape;4163;p182"/>
            <p:cNvSpPr/>
            <p:nvPr/>
          </p:nvSpPr>
          <p:spPr>
            <a:xfrm>
              <a:off x="1988425" y="4099147"/>
              <a:ext cx="383400" cy="363900"/>
            </a:xfrm>
            <a:prstGeom prst="rect">
              <a:avLst/>
            </a:prstGeom>
            <a:noFill/>
            <a:ln cap="flat" cmpd="sng" w="9525">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64" name="Google Shape;4164;p182"/>
            <p:cNvPicPr preferRelativeResize="0"/>
            <p:nvPr/>
          </p:nvPicPr>
          <p:blipFill>
            <a:blip r:embed="rId3">
              <a:alphaModFix/>
            </a:blip>
            <a:stretch>
              <a:fillRect/>
            </a:stretch>
          </p:blipFill>
          <p:spPr>
            <a:xfrm>
              <a:off x="2436675" y="4098325"/>
              <a:ext cx="363825" cy="363825"/>
            </a:xfrm>
            <a:prstGeom prst="rect">
              <a:avLst/>
            </a:prstGeom>
            <a:noFill/>
            <a:ln cap="flat" cmpd="sng" w="9525">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pic>
        <p:sp>
          <p:nvSpPr>
            <p:cNvPr id="4165" name="Google Shape;4165;p182"/>
            <p:cNvSpPr/>
            <p:nvPr/>
          </p:nvSpPr>
          <p:spPr>
            <a:xfrm>
              <a:off x="2417050" y="4099147"/>
              <a:ext cx="383400" cy="363900"/>
            </a:xfrm>
            <a:prstGeom prst="rect">
              <a:avLst/>
            </a:prstGeom>
            <a:noFill/>
            <a:ln cap="flat" cmpd="sng" w="9525">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6" name="Google Shape;4166;p182"/>
            <p:cNvSpPr/>
            <p:nvPr/>
          </p:nvSpPr>
          <p:spPr>
            <a:xfrm>
              <a:off x="25384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7" name="Google Shape;4167;p182"/>
            <p:cNvSpPr/>
            <p:nvPr/>
          </p:nvSpPr>
          <p:spPr>
            <a:xfrm rot="10800000">
              <a:off x="1890725" y="3600450"/>
              <a:ext cx="363900" cy="962100"/>
            </a:xfrm>
            <a:prstGeom prst="rightBracket">
              <a:avLst>
                <a:gd fmla="val 8333" name="adj"/>
              </a:avLst>
            </a:prstGeom>
            <a:noFill/>
            <a:ln cap="flat" cmpd="sng" w="19050">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68" name="Google Shape;4168;p182"/>
          <p:cNvSpPr txBox="1"/>
          <p:nvPr/>
        </p:nvSpPr>
        <p:spPr>
          <a:xfrm flipH="1" rot="-5400000">
            <a:off x="-142875" y="2181225"/>
            <a:ext cx="847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Red Hat Text"/>
                <a:ea typeface="Red Hat Text"/>
                <a:cs typeface="Red Hat Text"/>
                <a:sym typeface="Red Hat Text"/>
              </a:rPr>
              <a:t>Library</a:t>
            </a:r>
            <a:endParaRPr b="1">
              <a:latin typeface="Red Hat Text"/>
              <a:ea typeface="Red Hat Text"/>
              <a:cs typeface="Red Hat Text"/>
              <a:sym typeface="Red Hat Text"/>
            </a:endParaRPr>
          </a:p>
        </p:txBody>
      </p:sp>
      <p:cxnSp>
        <p:nvCxnSpPr>
          <p:cNvPr id="4169" name="Google Shape;4169;p182"/>
          <p:cNvCxnSpPr/>
          <p:nvPr/>
        </p:nvCxnSpPr>
        <p:spPr>
          <a:xfrm flipH="1" rot="10800000">
            <a:off x="4457700" y="790725"/>
            <a:ext cx="9600" cy="5581500"/>
          </a:xfrm>
          <a:prstGeom prst="straightConnector1">
            <a:avLst/>
          </a:prstGeom>
          <a:noFill/>
          <a:ln cap="flat" cmpd="sng" w="38100">
            <a:solidFill>
              <a:schemeClr val="accent1"/>
            </a:solidFill>
            <a:prstDash val="solid"/>
            <a:round/>
            <a:headEnd len="med" w="med" type="none"/>
            <a:tailEnd len="med" w="med" type="none"/>
          </a:ln>
        </p:spPr>
      </p:cxnSp>
      <p:cxnSp>
        <p:nvCxnSpPr>
          <p:cNvPr id="4170" name="Google Shape;4170;p182"/>
          <p:cNvCxnSpPr/>
          <p:nvPr/>
        </p:nvCxnSpPr>
        <p:spPr>
          <a:xfrm flipH="1" rot="10800000">
            <a:off x="7581900" y="790725"/>
            <a:ext cx="9600" cy="5581500"/>
          </a:xfrm>
          <a:prstGeom prst="straightConnector1">
            <a:avLst/>
          </a:prstGeom>
          <a:noFill/>
          <a:ln cap="flat" cmpd="sng" w="38100">
            <a:solidFill>
              <a:schemeClr val="accent1"/>
            </a:solidFill>
            <a:prstDash val="solid"/>
            <a:round/>
            <a:headEnd len="med" w="med" type="none"/>
            <a:tailEnd len="med" w="med" type="none"/>
          </a:ln>
        </p:spPr>
      </p:cxnSp>
      <p:sp>
        <p:nvSpPr>
          <p:cNvPr id="4171" name="Google Shape;4171;p182"/>
          <p:cNvSpPr txBox="1"/>
          <p:nvPr/>
        </p:nvSpPr>
        <p:spPr>
          <a:xfrm>
            <a:off x="600075" y="857250"/>
            <a:ext cx="2181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Content Management</a:t>
            </a:r>
            <a:endParaRPr sz="1600">
              <a:latin typeface="Red Hat Text"/>
              <a:ea typeface="Red Hat Text"/>
              <a:cs typeface="Red Hat Text"/>
              <a:sym typeface="Red Hat Text"/>
            </a:endParaRPr>
          </a:p>
        </p:txBody>
      </p:sp>
      <p:sp>
        <p:nvSpPr>
          <p:cNvPr id="4172" name="Google Shape;4172;p182"/>
          <p:cNvSpPr txBox="1"/>
          <p:nvPr/>
        </p:nvSpPr>
        <p:spPr>
          <a:xfrm>
            <a:off x="4943475" y="857250"/>
            <a:ext cx="237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Lifecycle Management</a:t>
            </a:r>
            <a:endParaRPr sz="1600">
              <a:latin typeface="Red Hat Text"/>
              <a:ea typeface="Red Hat Text"/>
              <a:cs typeface="Red Hat Text"/>
              <a:sym typeface="Red Hat Text"/>
            </a:endParaRPr>
          </a:p>
        </p:txBody>
      </p:sp>
      <p:sp>
        <p:nvSpPr>
          <p:cNvPr id="4173" name="Google Shape;4173;p182"/>
          <p:cNvSpPr txBox="1"/>
          <p:nvPr/>
        </p:nvSpPr>
        <p:spPr>
          <a:xfrm>
            <a:off x="8039100" y="857250"/>
            <a:ext cx="2874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Host Content  Management</a:t>
            </a:r>
            <a:endParaRPr sz="1600">
              <a:latin typeface="Red Hat Text"/>
              <a:ea typeface="Red Hat Text"/>
              <a:cs typeface="Red Hat Text"/>
              <a:sym typeface="Red Hat Text"/>
            </a:endParaRPr>
          </a:p>
        </p:txBody>
      </p:sp>
      <p:sp>
        <p:nvSpPr>
          <p:cNvPr id="4174" name="Google Shape;4174;p182"/>
          <p:cNvSpPr txBox="1"/>
          <p:nvPr/>
        </p:nvSpPr>
        <p:spPr>
          <a:xfrm>
            <a:off x="371475" y="1905000"/>
            <a:ext cx="9906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Red Hat Text"/>
                <a:ea typeface="Red Hat Text"/>
                <a:cs typeface="Red Hat Text"/>
                <a:sym typeface="Red Hat Text"/>
              </a:rPr>
              <a:t>RHEL 9 BaseOS</a:t>
            </a:r>
            <a:endParaRPr sz="700">
              <a:latin typeface="Red Hat Text"/>
              <a:ea typeface="Red Hat Text"/>
              <a:cs typeface="Red Hat Text"/>
              <a:sym typeface="Red Hat Text"/>
            </a:endParaRPr>
          </a:p>
        </p:txBody>
      </p:sp>
      <p:sp>
        <p:nvSpPr>
          <p:cNvPr id="4175" name="Google Shape;4175;p182"/>
          <p:cNvSpPr txBox="1"/>
          <p:nvPr/>
        </p:nvSpPr>
        <p:spPr>
          <a:xfrm>
            <a:off x="1200150" y="1905000"/>
            <a:ext cx="9906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Red Hat Text"/>
                <a:ea typeface="Red Hat Text"/>
                <a:cs typeface="Red Hat Text"/>
                <a:sym typeface="Red Hat Text"/>
              </a:rPr>
              <a:t>RHEL 9 AppStream</a:t>
            </a:r>
            <a:endParaRPr sz="700">
              <a:latin typeface="Red Hat Text"/>
              <a:ea typeface="Red Hat Text"/>
              <a:cs typeface="Red Hat Text"/>
              <a:sym typeface="Red Hat Text"/>
            </a:endParaRPr>
          </a:p>
        </p:txBody>
      </p:sp>
      <p:sp>
        <p:nvSpPr>
          <p:cNvPr id="4176" name="Google Shape;4176;p182"/>
          <p:cNvSpPr txBox="1"/>
          <p:nvPr/>
        </p:nvSpPr>
        <p:spPr>
          <a:xfrm>
            <a:off x="2038350" y="1905000"/>
            <a:ext cx="9906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Red Hat Text"/>
                <a:ea typeface="Red Hat Text"/>
                <a:cs typeface="Red Hat Text"/>
                <a:sym typeface="Red Hat Text"/>
              </a:rPr>
              <a:t>Custom Repo</a:t>
            </a:r>
            <a:endParaRPr sz="700">
              <a:latin typeface="Red Hat Text"/>
              <a:ea typeface="Red Hat Text"/>
              <a:cs typeface="Red Hat Text"/>
              <a:sym typeface="Red Hat Text"/>
            </a:endParaRPr>
          </a:p>
        </p:txBody>
      </p:sp>
      <p:sp>
        <p:nvSpPr>
          <p:cNvPr id="4177" name="Google Shape;4177;p182"/>
          <p:cNvSpPr txBox="1"/>
          <p:nvPr/>
        </p:nvSpPr>
        <p:spPr>
          <a:xfrm>
            <a:off x="371475" y="2686050"/>
            <a:ext cx="9906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Red Hat Text"/>
                <a:ea typeface="Red Hat Text"/>
                <a:cs typeface="Red Hat Text"/>
                <a:sym typeface="Red Hat Text"/>
              </a:rPr>
              <a:t>RHEL 8 BaseOS</a:t>
            </a:r>
            <a:endParaRPr sz="700">
              <a:latin typeface="Red Hat Text"/>
              <a:ea typeface="Red Hat Text"/>
              <a:cs typeface="Red Hat Text"/>
              <a:sym typeface="Red Hat Text"/>
            </a:endParaRPr>
          </a:p>
        </p:txBody>
      </p:sp>
      <p:sp>
        <p:nvSpPr>
          <p:cNvPr id="4178" name="Google Shape;4178;p182"/>
          <p:cNvSpPr txBox="1"/>
          <p:nvPr/>
        </p:nvSpPr>
        <p:spPr>
          <a:xfrm>
            <a:off x="1200150" y="2686050"/>
            <a:ext cx="9906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Red Hat Text"/>
                <a:ea typeface="Red Hat Text"/>
                <a:cs typeface="Red Hat Text"/>
                <a:sym typeface="Red Hat Text"/>
              </a:rPr>
              <a:t>RHEL 8 AppStream</a:t>
            </a:r>
            <a:endParaRPr sz="700">
              <a:latin typeface="Red Hat Text"/>
              <a:ea typeface="Red Hat Text"/>
              <a:cs typeface="Red Hat Text"/>
              <a:sym typeface="Red Hat Text"/>
            </a:endParaRPr>
          </a:p>
        </p:txBody>
      </p:sp>
      <p:sp>
        <p:nvSpPr>
          <p:cNvPr id="4179" name="Google Shape;4179;p182"/>
          <p:cNvSpPr txBox="1"/>
          <p:nvPr/>
        </p:nvSpPr>
        <p:spPr>
          <a:xfrm>
            <a:off x="2038350" y="2686050"/>
            <a:ext cx="990600" cy="2925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Red Hat Text"/>
                <a:ea typeface="Red Hat Text"/>
                <a:cs typeface="Red Hat Text"/>
                <a:sym typeface="Red Hat Text"/>
              </a:rPr>
              <a:t>Satellite Tools</a:t>
            </a:r>
            <a:endParaRPr sz="700">
              <a:latin typeface="Red Hat Text"/>
              <a:ea typeface="Red Hat Text"/>
              <a:cs typeface="Red Hat Text"/>
              <a:sym typeface="Red Hat Text"/>
            </a:endParaRPr>
          </a:p>
        </p:txBody>
      </p:sp>
      <p:sp>
        <p:nvSpPr>
          <p:cNvPr id="4180" name="Google Shape;4180;p182"/>
          <p:cNvSpPr txBox="1"/>
          <p:nvPr/>
        </p:nvSpPr>
        <p:spPr>
          <a:xfrm>
            <a:off x="342900" y="3448050"/>
            <a:ext cx="9906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Red Hat Text"/>
                <a:ea typeface="Red Hat Text"/>
                <a:cs typeface="Red Hat Text"/>
                <a:sym typeface="Red Hat Text"/>
              </a:rPr>
              <a:t>EPEL</a:t>
            </a:r>
            <a:endParaRPr sz="700">
              <a:latin typeface="Red Hat Text"/>
              <a:ea typeface="Red Hat Text"/>
              <a:cs typeface="Red Hat Text"/>
              <a:sym typeface="Red Hat Text"/>
            </a:endParaRPr>
          </a:p>
        </p:txBody>
      </p:sp>
      <p:sp>
        <p:nvSpPr>
          <p:cNvPr id="4181" name="Google Shape;4181;p182"/>
          <p:cNvSpPr txBox="1"/>
          <p:nvPr/>
        </p:nvSpPr>
        <p:spPr>
          <a:xfrm>
            <a:off x="1171575" y="3448050"/>
            <a:ext cx="9906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Red Hat Text"/>
                <a:ea typeface="Red Hat Text"/>
                <a:cs typeface="Red Hat Text"/>
                <a:sym typeface="Red Hat Text"/>
              </a:rPr>
              <a:t>RHEL 8 Extras</a:t>
            </a:r>
            <a:endParaRPr sz="700">
              <a:latin typeface="Red Hat Text"/>
              <a:ea typeface="Red Hat Text"/>
              <a:cs typeface="Red Hat Text"/>
              <a:sym typeface="Red Hat Text"/>
            </a:endParaRPr>
          </a:p>
        </p:txBody>
      </p:sp>
      <p:sp>
        <p:nvSpPr>
          <p:cNvPr id="4182" name="Google Shape;4182;p182"/>
          <p:cNvSpPr txBox="1"/>
          <p:nvPr/>
        </p:nvSpPr>
        <p:spPr>
          <a:xfrm>
            <a:off x="2009775" y="3448050"/>
            <a:ext cx="990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Red Hat Text"/>
                <a:ea typeface="Red Hat Text"/>
                <a:cs typeface="Red Hat Text"/>
                <a:sym typeface="Red Hat Text"/>
              </a:rPr>
              <a:t>MS SQL Server 2019</a:t>
            </a:r>
            <a:endParaRPr sz="700">
              <a:latin typeface="Red Hat Text"/>
              <a:ea typeface="Red Hat Text"/>
              <a:cs typeface="Red Hat Text"/>
              <a:sym typeface="Red Hat Text"/>
            </a:endParaRPr>
          </a:p>
        </p:txBody>
      </p:sp>
      <p:sp>
        <p:nvSpPr>
          <p:cNvPr id="4183" name="Google Shape;4183;p182"/>
          <p:cNvSpPr/>
          <p:nvPr/>
        </p:nvSpPr>
        <p:spPr>
          <a:xfrm>
            <a:off x="1066800" y="581977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SOE_RHEL8</a:t>
            </a:r>
            <a:endParaRPr b="1" sz="800"/>
          </a:p>
        </p:txBody>
      </p:sp>
      <p:grpSp>
        <p:nvGrpSpPr>
          <p:cNvPr id="4184" name="Google Shape;4184;p182"/>
          <p:cNvGrpSpPr/>
          <p:nvPr/>
        </p:nvGrpSpPr>
        <p:grpSpPr>
          <a:xfrm>
            <a:off x="299700" y="4781550"/>
            <a:ext cx="1395900" cy="390450"/>
            <a:chOff x="299700" y="4781550"/>
            <a:chExt cx="1395900" cy="390450"/>
          </a:xfrm>
        </p:grpSpPr>
        <p:sp>
          <p:nvSpPr>
            <p:cNvPr id="4185" name="Google Shape;4185;p182"/>
            <p:cNvSpPr/>
            <p:nvPr/>
          </p:nvSpPr>
          <p:spPr>
            <a:xfrm>
              <a:off x="1295400" y="4797300"/>
              <a:ext cx="400200" cy="374700"/>
            </a:xfrm>
            <a:prstGeom prst="downArrow">
              <a:avLst>
                <a:gd fmla="val 50000" name="adj1"/>
                <a:gd fmla="val 50000" name="adj2"/>
              </a:avLst>
            </a:prstGeom>
            <a:solidFill>
              <a:srgbClr val="93C47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6" name="Google Shape;4186;p182"/>
            <p:cNvSpPr/>
            <p:nvPr/>
          </p:nvSpPr>
          <p:spPr>
            <a:xfrm>
              <a:off x="299700" y="4781550"/>
              <a:ext cx="943375" cy="374850"/>
            </a:xfrm>
            <a:prstGeom prst="flowChartPredefined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t>All Errata by</a:t>
              </a:r>
              <a:endParaRPr b="1" sz="700"/>
            </a:p>
            <a:p>
              <a:pPr indent="0" lvl="0" marL="0" rtl="0" algn="ctr">
                <a:spcBef>
                  <a:spcPts val="0"/>
                </a:spcBef>
                <a:spcAft>
                  <a:spcPts val="0"/>
                </a:spcAft>
                <a:buNone/>
              </a:pPr>
              <a:r>
                <a:rPr b="1" lang="en" sz="700"/>
                <a:t>Date</a:t>
              </a:r>
              <a:endParaRPr b="1" sz="700"/>
            </a:p>
          </p:txBody>
        </p:sp>
      </p:grpSp>
      <p:sp>
        <p:nvSpPr>
          <p:cNvPr id="4187" name="Google Shape;4187;p182"/>
          <p:cNvSpPr/>
          <p:nvPr/>
        </p:nvSpPr>
        <p:spPr>
          <a:xfrm>
            <a:off x="3333750" y="1552575"/>
            <a:ext cx="871128" cy="495288"/>
          </a:xfrm>
          <a:prstGeom prst="flowChartDocument">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SOE_RHEL8</a:t>
            </a:r>
            <a:endParaRPr b="1" sz="800"/>
          </a:p>
          <a:p>
            <a:pPr indent="0" lvl="0" marL="0" rtl="0" algn="l">
              <a:spcBef>
                <a:spcPts val="0"/>
              </a:spcBef>
              <a:spcAft>
                <a:spcPts val="0"/>
              </a:spcAft>
              <a:buNone/>
            </a:pPr>
            <a:r>
              <a:rPr b="1" lang="en" sz="800"/>
              <a:t>v21.0</a:t>
            </a:r>
            <a:endParaRPr b="1" sz="800"/>
          </a:p>
          <a:p>
            <a:pPr indent="0" lvl="0" marL="0" rtl="0" algn="l">
              <a:spcBef>
                <a:spcPts val="0"/>
              </a:spcBef>
              <a:spcAft>
                <a:spcPts val="0"/>
              </a:spcAft>
              <a:buNone/>
            </a:pPr>
            <a:r>
              <a:rPr b="1" lang="en" sz="800"/>
              <a:t>2022-05</a:t>
            </a:r>
            <a:endParaRPr b="1" sz="800"/>
          </a:p>
        </p:txBody>
      </p:sp>
      <p:sp>
        <p:nvSpPr>
          <p:cNvPr id="4188" name="Google Shape;4188;p182"/>
          <p:cNvSpPr/>
          <p:nvPr/>
        </p:nvSpPr>
        <p:spPr>
          <a:xfrm>
            <a:off x="3333750" y="2390775"/>
            <a:ext cx="871128" cy="495288"/>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SOE_RHEL8</a:t>
            </a:r>
            <a:endParaRPr b="1" sz="800"/>
          </a:p>
          <a:p>
            <a:pPr indent="0" lvl="0" marL="0" rtl="0" algn="l">
              <a:spcBef>
                <a:spcPts val="0"/>
              </a:spcBef>
              <a:spcAft>
                <a:spcPts val="0"/>
              </a:spcAft>
              <a:buNone/>
            </a:pPr>
            <a:r>
              <a:rPr b="1" lang="en" sz="800"/>
              <a:t>v22.0</a:t>
            </a:r>
            <a:endParaRPr b="1" sz="800"/>
          </a:p>
          <a:p>
            <a:pPr indent="0" lvl="0" marL="0" rtl="0" algn="l">
              <a:spcBef>
                <a:spcPts val="0"/>
              </a:spcBef>
              <a:spcAft>
                <a:spcPts val="0"/>
              </a:spcAft>
              <a:buNone/>
            </a:pPr>
            <a:r>
              <a:rPr b="1" lang="en" sz="800"/>
              <a:t>2022-06</a:t>
            </a:r>
            <a:endParaRPr b="1" sz="800"/>
          </a:p>
        </p:txBody>
      </p:sp>
      <p:sp>
        <p:nvSpPr>
          <p:cNvPr id="4189" name="Google Shape;4189;p182"/>
          <p:cNvSpPr/>
          <p:nvPr/>
        </p:nvSpPr>
        <p:spPr>
          <a:xfrm>
            <a:off x="3333750" y="330517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SOE_RHEL8</a:t>
            </a:r>
            <a:endParaRPr b="1" sz="800"/>
          </a:p>
          <a:p>
            <a:pPr indent="0" lvl="0" marL="0" rtl="0" algn="l">
              <a:spcBef>
                <a:spcPts val="0"/>
              </a:spcBef>
              <a:spcAft>
                <a:spcPts val="0"/>
              </a:spcAft>
              <a:buNone/>
            </a:pPr>
            <a:r>
              <a:rPr b="1" lang="en" sz="800"/>
              <a:t>v23.0</a:t>
            </a:r>
            <a:endParaRPr b="1" sz="800"/>
          </a:p>
          <a:p>
            <a:pPr indent="0" lvl="0" marL="0" rtl="0" algn="l">
              <a:spcBef>
                <a:spcPts val="0"/>
              </a:spcBef>
              <a:spcAft>
                <a:spcPts val="0"/>
              </a:spcAft>
              <a:buNone/>
            </a:pPr>
            <a:r>
              <a:rPr b="1" lang="en" sz="800"/>
              <a:t>2022-07</a:t>
            </a:r>
            <a:endParaRPr b="1" sz="800"/>
          </a:p>
        </p:txBody>
      </p:sp>
      <p:sp>
        <p:nvSpPr>
          <p:cNvPr id="4190" name="Google Shape;4190;p182"/>
          <p:cNvSpPr/>
          <p:nvPr/>
        </p:nvSpPr>
        <p:spPr>
          <a:xfrm>
            <a:off x="3333750" y="421957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SOE_RHEL8</a:t>
            </a:r>
            <a:endParaRPr b="1" sz="800"/>
          </a:p>
          <a:p>
            <a:pPr indent="0" lvl="0" marL="0" rtl="0" algn="l">
              <a:spcBef>
                <a:spcPts val="0"/>
              </a:spcBef>
              <a:spcAft>
                <a:spcPts val="0"/>
              </a:spcAft>
              <a:buNone/>
            </a:pPr>
            <a:r>
              <a:rPr b="1" lang="en" sz="800"/>
              <a:t>v24.0</a:t>
            </a:r>
            <a:endParaRPr b="1" sz="800"/>
          </a:p>
          <a:p>
            <a:pPr indent="0" lvl="0" marL="0" rtl="0" algn="l">
              <a:spcBef>
                <a:spcPts val="0"/>
              </a:spcBef>
              <a:spcAft>
                <a:spcPts val="0"/>
              </a:spcAft>
              <a:buNone/>
            </a:pPr>
            <a:r>
              <a:rPr b="1" lang="en" sz="800"/>
              <a:t>2022-08</a:t>
            </a:r>
            <a:endParaRPr b="1" sz="800"/>
          </a:p>
        </p:txBody>
      </p:sp>
      <p:sp>
        <p:nvSpPr>
          <p:cNvPr id="4191" name="Google Shape;4191;p182"/>
          <p:cNvSpPr/>
          <p:nvPr/>
        </p:nvSpPr>
        <p:spPr>
          <a:xfrm>
            <a:off x="3333750" y="513397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SOE_RHEL8</a:t>
            </a:r>
            <a:endParaRPr b="1" sz="800"/>
          </a:p>
          <a:p>
            <a:pPr indent="0" lvl="0" marL="0" rtl="0" algn="l">
              <a:spcBef>
                <a:spcPts val="0"/>
              </a:spcBef>
              <a:spcAft>
                <a:spcPts val="0"/>
              </a:spcAft>
              <a:buNone/>
            </a:pPr>
            <a:r>
              <a:rPr b="1" lang="en" sz="800"/>
              <a:t>v25.0</a:t>
            </a:r>
            <a:endParaRPr b="1" sz="800"/>
          </a:p>
          <a:p>
            <a:pPr indent="0" lvl="0" marL="0" rtl="0" algn="l">
              <a:spcBef>
                <a:spcPts val="0"/>
              </a:spcBef>
              <a:spcAft>
                <a:spcPts val="0"/>
              </a:spcAft>
              <a:buNone/>
            </a:pPr>
            <a:r>
              <a:rPr b="1" lang="en" sz="800"/>
              <a:t>2022-09</a:t>
            </a:r>
            <a:endParaRPr b="1" sz="800"/>
          </a:p>
        </p:txBody>
      </p:sp>
      <p:cxnSp>
        <p:nvCxnSpPr>
          <p:cNvPr id="4192" name="Google Shape;4192;p182"/>
          <p:cNvCxnSpPr>
            <a:stCxn id="4183" idx="3"/>
            <a:endCxn id="4187" idx="1"/>
          </p:cNvCxnSpPr>
          <p:nvPr/>
        </p:nvCxnSpPr>
        <p:spPr>
          <a:xfrm flipH="1" rot="10800000">
            <a:off x="1937928" y="1800219"/>
            <a:ext cx="1395900" cy="4267200"/>
          </a:xfrm>
          <a:prstGeom prst="bentConnector3">
            <a:avLst>
              <a:gd fmla="val 78841" name="adj1"/>
            </a:avLst>
          </a:prstGeom>
          <a:noFill/>
          <a:ln cap="flat" cmpd="sng" w="28575">
            <a:solidFill>
              <a:schemeClr val="dk1"/>
            </a:solidFill>
            <a:prstDash val="solid"/>
            <a:round/>
            <a:headEnd len="med" w="med" type="none"/>
            <a:tailEnd len="med" w="med" type="triangle"/>
          </a:ln>
        </p:spPr>
      </p:cxnSp>
      <p:cxnSp>
        <p:nvCxnSpPr>
          <p:cNvPr id="4193" name="Google Shape;4193;p182"/>
          <p:cNvCxnSpPr>
            <a:stCxn id="4183" idx="3"/>
            <a:endCxn id="4188" idx="1"/>
          </p:cNvCxnSpPr>
          <p:nvPr/>
        </p:nvCxnSpPr>
        <p:spPr>
          <a:xfrm flipH="1" rot="10800000">
            <a:off x="1937928" y="2638419"/>
            <a:ext cx="1395900" cy="3429000"/>
          </a:xfrm>
          <a:prstGeom prst="bentConnector3">
            <a:avLst>
              <a:gd fmla="val 78841" name="adj1"/>
            </a:avLst>
          </a:prstGeom>
          <a:noFill/>
          <a:ln cap="flat" cmpd="sng" w="28575">
            <a:solidFill>
              <a:schemeClr val="dk1"/>
            </a:solidFill>
            <a:prstDash val="solid"/>
            <a:round/>
            <a:headEnd len="med" w="med" type="none"/>
            <a:tailEnd len="med" w="med" type="triangle"/>
          </a:ln>
        </p:spPr>
      </p:cxnSp>
      <p:cxnSp>
        <p:nvCxnSpPr>
          <p:cNvPr id="4194" name="Google Shape;4194;p182"/>
          <p:cNvCxnSpPr>
            <a:stCxn id="4183" idx="3"/>
            <a:endCxn id="4189" idx="1"/>
          </p:cNvCxnSpPr>
          <p:nvPr/>
        </p:nvCxnSpPr>
        <p:spPr>
          <a:xfrm flipH="1" rot="10800000">
            <a:off x="1937928" y="3552819"/>
            <a:ext cx="1395900" cy="2514600"/>
          </a:xfrm>
          <a:prstGeom prst="bentConnector3">
            <a:avLst>
              <a:gd fmla="val 78159" name="adj1"/>
            </a:avLst>
          </a:prstGeom>
          <a:noFill/>
          <a:ln cap="flat" cmpd="sng" w="28575">
            <a:solidFill>
              <a:schemeClr val="dk1"/>
            </a:solidFill>
            <a:prstDash val="solid"/>
            <a:round/>
            <a:headEnd len="med" w="med" type="none"/>
            <a:tailEnd len="med" w="med" type="triangle"/>
          </a:ln>
        </p:spPr>
      </p:cxnSp>
      <p:cxnSp>
        <p:nvCxnSpPr>
          <p:cNvPr id="4195" name="Google Shape;4195;p182"/>
          <p:cNvCxnSpPr>
            <a:stCxn id="4183" idx="3"/>
            <a:endCxn id="4190" idx="1"/>
          </p:cNvCxnSpPr>
          <p:nvPr/>
        </p:nvCxnSpPr>
        <p:spPr>
          <a:xfrm flipH="1" rot="10800000">
            <a:off x="1937928" y="4467219"/>
            <a:ext cx="1395900" cy="1600200"/>
          </a:xfrm>
          <a:prstGeom prst="bentConnector3">
            <a:avLst>
              <a:gd fmla="val 78841" name="adj1"/>
            </a:avLst>
          </a:prstGeom>
          <a:noFill/>
          <a:ln cap="flat" cmpd="sng" w="28575">
            <a:solidFill>
              <a:schemeClr val="dk1"/>
            </a:solidFill>
            <a:prstDash val="solid"/>
            <a:round/>
            <a:headEnd len="med" w="med" type="none"/>
            <a:tailEnd len="med" w="med" type="triangle"/>
          </a:ln>
        </p:spPr>
      </p:cxnSp>
      <p:cxnSp>
        <p:nvCxnSpPr>
          <p:cNvPr id="4196" name="Google Shape;4196;p182"/>
          <p:cNvCxnSpPr>
            <a:stCxn id="4183" idx="3"/>
            <a:endCxn id="4191" idx="1"/>
          </p:cNvCxnSpPr>
          <p:nvPr/>
        </p:nvCxnSpPr>
        <p:spPr>
          <a:xfrm flipH="1" rot="10800000">
            <a:off x="1937928" y="5381619"/>
            <a:ext cx="1395900" cy="685800"/>
          </a:xfrm>
          <a:prstGeom prst="bentConnector3">
            <a:avLst>
              <a:gd fmla="val 78841" name="adj1"/>
            </a:avLst>
          </a:prstGeom>
          <a:noFill/>
          <a:ln cap="flat" cmpd="sng" w="28575">
            <a:solidFill>
              <a:schemeClr val="dk1"/>
            </a:solidFill>
            <a:prstDash val="solid"/>
            <a:round/>
            <a:headEnd len="med" w="med" type="none"/>
            <a:tailEnd len="med" w="med" type="triangle"/>
          </a:ln>
        </p:spPr>
      </p:cxnSp>
      <p:grpSp>
        <p:nvGrpSpPr>
          <p:cNvPr id="4197" name="Google Shape;4197;p182"/>
          <p:cNvGrpSpPr/>
          <p:nvPr/>
        </p:nvGrpSpPr>
        <p:grpSpPr>
          <a:xfrm>
            <a:off x="7926525" y="1781175"/>
            <a:ext cx="3303600" cy="1181100"/>
            <a:chOff x="6286500" y="1209675"/>
            <a:chExt cx="3303600" cy="1181100"/>
          </a:xfrm>
        </p:grpSpPr>
        <p:sp>
          <p:nvSpPr>
            <p:cNvPr id="4198" name="Google Shape;4198;p182"/>
            <p:cNvSpPr/>
            <p:nvPr/>
          </p:nvSpPr>
          <p:spPr>
            <a:xfrm>
              <a:off x="6286500" y="1209675"/>
              <a:ext cx="3303600" cy="118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99" name="Google Shape;4199;p182"/>
            <p:cNvPicPr preferRelativeResize="0"/>
            <p:nvPr/>
          </p:nvPicPr>
          <p:blipFill>
            <a:blip r:embed="rId4">
              <a:alphaModFix/>
            </a:blip>
            <a:stretch>
              <a:fillRect/>
            </a:stretch>
          </p:blipFill>
          <p:spPr>
            <a:xfrm>
              <a:off x="6343650" y="1272412"/>
              <a:ext cx="1055625" cy="1055625"/>
            </a:xfrm>
            <a:prstGeom prst="rect">
              <a:avLst/>
            </a:prstGeom>
            <a:noFill/>
            <a:ln>
              <a:noFill/>
            </a:ln>
          </p:spPr>
        </p:pic>
        <p:pic>
          <p:nvPicPr>
            <p:cNvPr id="4200" name="Google Shape;4200;p182"/>
            <p:cNvPicPr preferRelativeResize="0"/>
            <p:nvPr/>
          </p:nvPicPr>
          <p:blipFill>
            <a:blip r:embed="rId4">
              <a:alphaModFix/>
            </a:blip>
            <a:stretch>
              <a:fillRect/>
            </a:stretch>
          </p:blipFill>
          <p:spPr>
            <a:xfrm>
              <a:off x="7410450" y="1272412"/>
              <a:ext cx="1055625" cy="1055625"/>
            </a:xfrm>
            <a:prstGeom prst="rect">
              <a:avLst/>
            </a:prstGeom>
            <a:noFill/>
            <a:ln>
              <a:noFill/>
            </a:ln>
          </p:spPr>
        </p:pic>
        <p:pic>
          <p:nvPicPr>
            <p:cNvPr id="4201" name="Google Shape;4201;p182"/>
            <p:cNvPicPr preferRelativeResize="0"/>
            <p:nvPr/>
          </p:nvPicPr>
          <p:blipFill>
            <a:blip r:embed="rId4">
              <a:alphaModFix/>
            </a:blip>
            <a:stretch>
              <a:fillRect/>
            </a:stretch>
          </p:blipFill>
          <p:spPr>
            <a:xfrm>
              <a:off x="8477250" y="1272412"/>
              <a:ext cx="1055625" cy="1055625"/>
            </a:xfrm>
            <a:prstGeom prst="rect">
              <a:avLst/>
            </a:prstGeom>
            <a:noFill/>
            <a:ln>
              <a:noFill/>
            </a:ln>
          </p:spPr>
        </p:pic>
      </p:grpSp>
      <p:grpSp>
        <p:nvGrpSpPr>
          <p:cNvPr id="4202" name="Google Shape;4202;p182"/>
          <p:cNvGrpSpPr/>
          <p:nvPr/>
        </p:nvGrpSpPr>
        <p:grpSpPr>
          <a:xfrm>
            <a:off x="7926525" y="3343275"/>
            <a:ext cx="3303600" cy="1181100"/>
            <a:chOff x="6229350" y="2828925"/>
            <a:chExt cx="3303600" cy="1181100"/>
          </a:xfrm>
        </p:grpSpPr>
        <p:sp>
          <p:nvSpPr>
            <p:cNvPr id="4203" name="Google Shape;4203;p182"/>
            <p:cNvSpPr/>
            <p:nvPr/>
          </p:nvSpPr>
          <p:spPr>
            <a:xfrm>
              <a:off x="6229350" y="2828925"/>
              <a:ext cx="3303600" cy="1181100"/>
            </a:xfrm>
            <a:prstGeom prst="rect">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04" name="Google Shape;4204;p182"/>
            <p:cNvPicPr preferRelativeResize="0"/>
            <p:nvPr/>
          </p:nvPicPr>
          <p:blipFill>
            <a:blip r:embed="rId5">
              <a:alphaModFix/>
            </a:blip>
            <a:stretch>
              <a:fillRect/>
            </a:stretch>
          </p:blipFill>
          <p:spPr>
            <a:xfrm>
              <a:off x="6296025" y="2901175"/>
              <a:ext cx="1055625" cy="1055625"/>
            </a:xfrm>
            <a:prstGeom prst="rect">
              <a:avLst/>
            </a:prstGeom>
            <a:noFill/>
            <a:ln>
              <a:noFill/>
            </a:ln>
          </p:spPr>
        </p:pic>
        <p:pic>
          <p:nvPicPr>
            <p:cNvPr id="4205" name="Google Shape;4205;p182"/>
            <p:cNvPicPr preferRelativeResize="0"/>
            <p:nvPr/>
          </p:nvPicPr>
          <p:blipFill>
            <a:blip r:embed="rId5">
              <a:alphaModFix/>
            </a:blip>
            <a:stretch>
              <a:fillRect/>
            </a:stretch>
          </p:blipFill>
          <p:spPr>
            <a:xfrm>
              <a:off x="7391400" y="2901175"/>
              <a:ext cx="1055625" cy="1055625"/>
            </a:xfrm>
            <a:prstGeom prst="rect">
              <a:avLst/>
            </a:prstGeom>
            <a:noFill/>
            <a:ln>
              <a:noFill/>
            </a:ln>
          </p:spPr>
        </p:pic>
      </p:grpSp>
      <p:grpSp>
        <p:nvGrpSpPr>
          <p:cNvPr id="4206" name="Google Shape;4206;p182"/>
          <p:cNvGrpSpPr/>
          <p:nvPr/>
        </p:nvGrpSpPr>
        <p:grpSpPr>
          <a:xfrm>
            <a:off x="7926525" y="4867275"/>
            <a:ext cx="3303600" cy="1181100"/>
            <a:chOff x="6229350" y="4314825"/>
            <a:chExt cx="3303600" cy="1181100"/>
          </a:xfrm>
        </p:grpSpPr>
        <p:sp>
          <p:nvSpPr>
            <p:cNvPr id="4207" name="Google Shape;4207;p182"/>
            <p:cNvSpPr/>
            <p:nvPr/>
          </p:nvSpPr>
          <p:spPr>
            <a:xfrm>
              <a:off x="6229350" y="4314825"/>
              <a:ext cx="3303600" cy="11811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08" name="Google Shape;4208;p182"/>
            <p:cNvPicPr preferRelativeResize="0"/>
            <p:nvPr/>
          </p:nvPicPr>
          <p:blipFill>
            <a:blip r:embed="rId6">
              <a:alphaModFix/>
            </a:blip>
            <a:stretch>
              <a:fillRect/>
            </a:stretch>
          </p:blipFill>
          <p:spPr>
            <a:xfrm>
              <a:off x="6305550" y="4381500"/>
              <a:ext cx="1055625" cy="1055625"/>
            </a:xfrm>
            <a:prstGeom prst="rect">
              <a:avLst/>
            </a:prstGeom>
            <a:noFill/>
            <a:ln>
              <a:noFill/>
            </a:ln>
          </p:spPr>
        </p:pic>
        <p:pic>
          <p:nvPicPr>
            <p:cNvPr id="4209" name="Google Shape;4209;p182"/>
            <p:cNvPicPr preferRelativeResize="0"/>
            <p:nvPr/>
          </p:nvPicPr>
          <p:blipFill>
            <a:blip r:embed="rId6">
              <a:alphaModFix/>
            </a:blip>
            <a:stretch>
              <a:fillRect/>
            </a:stretch>
          </p:blipFill>
          <p:spPr>
            <a:xfrm>
              <a:off x="7410450" y="4381500"/>
              <a:ext cx="1055625" cy="1055625"/>
            </a:xfrm>
            <a:prstGeom prst="rect">
              <a:avLst/>
            </a:prstGeom>
            <a:noFill/>
            <a:ln>
              <a:noFill/>
            </a:ln>
          </p:spPr>
        </p:pic>
      </p:grpSp>
      <p:sp>
        <p:nvSpPr>
          <p:cNvPr id="4210" name="Google Shape;4210;p182"/>
          <p:cNvSpPr txBox="1"/>
          <p:nvPr/>
        </p:nvSpPr>
        <p:spPr>
          <a:xfrm>
            <a:off x="7934325" y="14668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Production Servers</a:t>
            </a:r>
            <a:endParaRPr b="1" sz="800">
              <a:latin typeface="Red Hat Text"/>
              <a:ea typeface="Red Hat Text"/>
              <a:cs typeface="Red Hat Text"/>
              <a:sym typeface="Red Hat Text"/>
            </a:endParaRPr>
          </a:p>
        </p:txBody>
      </p:sp>
      <p:sp>
        <p:nvSpPr>
          <p:cNvPr id="4211" name="Google Shape;4211;p182"/>
          <p:cNvSpPr txBox="1"/>
          <p:nvPr/>
        </p:nvSpPr>
        <p:spPr>
          <a:xfrm>
            <a:off x="7943850" y="30670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QA Servers</a:t>
            </a:r>
            <a:endParaRPr b="1" sz="800">
              <a:latin typeface="Red Hat Text"/>
              <a:ea typeface="Red Hat Text"/>
              <a:cs typeface="Red Hat Text"/>
              <a:sym typeface="Red Hat Text"/>
            </a:endParaRPr>
          </a:p>
        </p:txBody>
      </p:sp>
      <p:sp>
        <p:nvSpPr>
          <p:cNvPr id="4212" name="Google Shape;4212;p182"/>
          <p:cNvSpPr txBox="1"/>
          <p:nvPr/>
        </p:nvSpPr>
        <p:spPr>
          <a:xfrm>
            <a:off x="7926525" y="4580025"/>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Development Servers</a:t>
            </a:r>
            <a:endParaRPr b="1" sz="800">
              <a:latin typeface="Red Hat Text"/>
              <a:ea typeface="Red Hat Text"/>
              <a:cs typeface="Red Hat Text"/>
              <a:sym typeface="Red Hat Text"/>
            </a:endParaRPr>
          </a:p>
        </p:txBody>
      </p:sp>
      <p:sp>
        <p:nvSpPr>
          <p:cNvPr id="4213" name="Google Shape;4213;p182"/>
          <p:cNvSpPr/>
          <p:nvPr/>
        </p:nvSpPr>
        <p:spPr>
          <a:xfrm>
            <a:off x="6076950" y="545812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SOE_RHEL8</a:t>
            </a:r>
            <a:endParaRPr b="1" sz="800"/>
          </a:p>
          <a:p>
            <a:pPr indent="0" lvl="0" marL="0" rtl="0" algn="l">
              <a:spcBef>
                <a:spcPts val="0"/>
              </a:spcBef>
              <a:spcAft>
                <a:spcPts val="0"/>
              </a:spcAft>
              <a:buNone/>
            </a:pPr>
            <a:r>
              <a:rPr b="1" lang="en" sz="800"/>
              <a:t>v25.0</a:t>
            </a:r>
            <a:endParaRPr b="1" sz="800"/>
          </a:p>
          <a:p>
            <a:pPr indent="0" lvl="0" marL="0" rtl="0" algn="l">
              <a:spcBef>
                <a:spcPts val="0"/>
              </a:spcBef>
              <a:spcAft>
                <a:spcPts val="0"/>
              </a:spcAft>
              <a:buNone/>
            </a:pPr>
            <a:r>
              <a:rPr b="1" lang="en" sz="800"/>
              <a:t>2022-08</a:t>
            </a:r>
            <a:endParaRPr b="1" sz="800"/>
          </a:p>
        </p:txBody>
      </p:sp>
      <p:sp>
        <p:nvSpPr>
          <p:cNvPr id="4214" name="Google Shape;4214;p182"/>
          <p:cNvSpPr/>
          <p:nvPr/>
        </p:nvSpPr>
        <p:spPr>
          <a:xfrm>
            <a:off x="6076950" y="3924450"/>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SOE_RHEL8</a:t>
            </a:r>
            <a:endParaRPr b="1" sz="800"/>
          </a:p>
          <a:p>
            <a:pPr indent="0" lvl="0" marL="0" rtl="0" algn="l">
              <a:spcBef>
                <a:spcPts val="0"/>
              </a:spcBef>
              <a:spcAft>
                <a:spcPts val="0"/>
              </a:spcAft>
              <a:buNone/>
            </a:pPr>
            <a:r>
              <a:rPr b="1" lang="en" sz="800"/>
              <a:t>v24.0</a:t>
            </a:r>
            <a:endParaRPr b="1" sz="800"/>
          </a:p>
          <a:p>
            <a:pPr indent="0" lvl="0" marL="0" rtl="0" algn="l">
              <a:spcBef>
                <a:spcPts val="0"/>
              </a:spcBef>
              <a:spcAft>
                <a:spcPts val="0"/>
              </a:spcAft>
              <a:buNone/>
            </a:pPr>
            <a:r>
              <a:rPr b="1" lang="en" sz="800"/>
              <a:t>2022-07</a:t>
            </a:r>
            <a:endParaRPr b="1" sz="800"/>
          </a:p>
        </p:txBody>
      </p:sp>
      <p:sp>
        <p:nvSpPr>
          <p:cNvPr id="4215" name="Google Shape;4215;p182"/>
          <p:cNvSpPr/>
          <p:nvPr/>
        </p:nvSpPr>
        <p:spPr>
          <a:xfrm>
            <a:off x="6076950" y="239077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SOE_RHEL8</a:t>
            </a:r>
            <a:endParaRPr b="1" sz="800"/>
          </a:p>
          <a:p>
            <a:pPr indent="0" lvl="0" marL="0" rtl="0" algn="l">
              <a:spcBef>
                <a:spcPts val="0"/>
              </a:spcBef>
              <a:spcAft>
                <a:spcPts val="0"/>
              </a:spcAft>
              <a:buNone/>
            </a:pPr>
            <a:r>
              <a:rPr b="1" lang="en" sz="800"/>
              <a:t>v22.0</a:t>
            </a:r>
            <a:endParaRPr b="1" sz="800"/>
          </a:p>
          <a:p>
            <a:pPr indent="0" lvl="0" marL="0" rtl="0" algn="l">
              <a:spcBef>
                <a:spcPts val="0"/>
              </a:spcBef>
              <a:spcAft>
                <a:spcPts val="0"/>
              </a:spcAft>
              <a:buNone/>
            </a:pPr>
            <a:r>
              <a:rPr b="1" lang="en" sz="800"/>
              <a:t>2022-06</a:t>
            </a:r>
            <a:endParaRPr b="1" sz="800"/>
          </a:p>
        </p:txBody>
      </p:sp>
      <p:sp>
        <p:nvSpPr>
          <p:cNvPr id="4216" name="Google Shape;4216;p182"/>
          <p:cNvSpPr txBox="1"/>
          <p:nvPr/>
        </p:nvSpPr>
        <p:spPr>
          <a:xfrm>
            <a:off x="5076825" y="14668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Production Lifecycle</a:t>
            </a:r>
            <a:endParaRPr b="1" sz="800">
              <a:latin typeface="Red Hat Text"/>
              <a:ea typeface="Red Hat Text"/>
              <a:cs typeface="Red Hat Text"/>
              <a:sym typeface="Red Hat Text"/>
            </a:endParaRPr>
          </a:p>
        </p:txBody>
      </p:sp>
      <p:sp>
        <p:nvSpPr>
          <p:cNvPr id="4217" name="Google Shape;4217;p182"/>
          <p:cNvSpPr/>
          <p:nvPr/>
        </p:nvSpPr>
        <p:spPr>
          <a:xfrm>
            <a:off x="5162550" y="185737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Other Content Views</a:t>
            </a:r>
            <a:endParaRPr b="1" sz="800"/>
          </a:p>
        </p:txBody>
      </p:sp>
      <p:sp>
        <p:nvSpPr>
          <p:cNvPr id="4218" name="Google Shape;4218;p182"/>
          <p:cNvSpPr/>
          <p:nvPr/>
        </p:nvSpPr>
        <p:spPr>
          <a:xfrm>
            <a:off x="5162550" y="3409950"/>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Other Content Views</a:t>
            </a:r>
            <a:endParaRPr b="1" sz="800"/>
          </a:p>
        </p:txBody>
      </p:sp>
      <p:sp>
        <p:nvSpPr>
          <p:cNvPr id="4219" name="Google Shape;4219;p182"/>
          <p:cNvSpPr/>
          <p:nvPr/>
        </p:nvSpPr>
        <p:spPr>
          <a:xfrm>
            <a:off x="5162550" y="5010150"/>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Other Content Views</a:t>
            </a:r>
            <a:endParaRPr b="1" sz="800"/>
          </a:p>
        </p:txBody>
      </p:sp>
      <p:sp>
        <p:nvSpPr>
          <p:cNvPr id="4220" name="Google Shape;4220;p182"/>
          <p:cNvSpPr txBox="1"/>
          <p:nvPr/>
        </p:nvSpPr>
        <p:spPr>
          <a:xfrm>
            <a:off x="3257550" y="2819400"/>
            <a:ext cx="1054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37242 Packages</a:t>
            </a:r>
            <a:endParaRPr b="1" sz="800">
              <a:latin typeface="Red Hat Text"/>
              <a:ea typeface="Red Hat Text"/>
              <a:cs typeface="Red Hat Text"/>
              <a:sym typeface="Red Hat Text"/>
            </a:endParaRPr>
          </a:p>
          <a:p>
            <a:pPr indent="0" lvl="0" marL="0" rtl="0" algn="l">
              <a:spcBef>
                <a:spcPts val="0"/>
              </a:spcBef>
              <a:spcAft>
                <a:spcPts val="0"/>
              </a:spcAft>
              <a:buNone/>
            </a:pPr>
            <a:r>
              <a:rPr b="1" lang="en" sz="800">
                <a:latin typeface="Red Hat Text"/>
                <a:ea typeface="Red Hat Text"/>
                <a:cs typeface="Red Hat Text"/>
                <a:sym typeface="Red Hat Text"/>
              </a:rPr>
              <a:t>  3326 Errata</a:t>
            </a:r>
            <a:endParaRPr b="1" sz="800">
              <a:latin typeface="Red Hat Text"/>
              <a:ea typeface="Red Hat Text"/>
              <a:cs typeface="Red Hat Text"/>
              <a:sym typeface="Red Hat Text"/>
            </a:endParaRPr>
          </a:p>
        </p:txBody>
      </p:sp>
      <p:sp>
        <p:nvSpPr>
          <p:cNvPr id="4221" name="Google Shape;4221;p182"/>
          <p:cNvSpPr txBox="1"/>
          <p:nvPr/>
        </p:nvSpPr>
        <p:spPr>
          <a:xfrm>
            <a:off x="3257550" y="5562600"/>
            <a:ext cx="1054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37617 Packages</a:t>
            </a:r>
            <a:endParaRPr b="1" sz="800">
              <a:latin typeface="Red Hat Text"/>
              <a:ea typeface="Red Hat Text"/>
              <a:cs typeface="Red Hat Text"/>
              <a:sym typeface="Red Hat Text"/>
            </a:endParaRPr>
          </a:p>
          <a:p>
            <a:pPr indent="0" lvl="0" marL="0" rtl="0" algn="l">
              <a:spcBef>
                <a:spcPts val="0"/>
              </a:spcBef>
              <a:spcAft>
                <a:spcPts val="0"/>
              </a:spcAft>
              <a:buNone/>
            </a:pPr>
            <a:r>
              <a:rPr b="1" lang="en" sz="800">
                <a:latin typeface="Red Hat Text"/>
                <a:ea typeface="Red Hat Text"/>
                <a:cs typeface="Red Hat Text"/>
                <a:sym typeface="Red Hat Text"/>
              </a:rPr>
              <a:t>  3371 Errata</a:t>
            </a:r>
            <a:endParaRPr b="1" sz="800">
              <a:latin typeface="Red Hat Text"/>
              <a:ea typeface="Red Hat Text"/>
              <a:cs typeface="Red Hat Text"/>
              <a:sym typeface="Red Hat Text"/>
            </a:endParaRPr>
          </a:p>
        </p:txBody>
      </p:sp>
      <p:sp>
        <p:nvSpPr>
          <p:cNvPr id="4222" name="Google Shape;4222;p182"/>
          <p:cNvSpPr txBox="1"/>
          <p:nvPr/>
        </p:nvSpPr>
        <p:spPr>
          <a:xfrm>
            <a:off x="3257550" y="4648200"/>
            <a:ext cx="1054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37331 Packages</a:t>
            </a:r>
            <a:endParaRPr b="1" sz="800">
              <a:latin typeface="Red Hat Text"/>
              <a:ea typeface="Red Hat Text"/>
              <a:cs typeface="Red Hat Text"/>
              <a:sym typeface="Red Hat Text"/>
            </a:endParaRPr>
          </a:p>
          <a:p>
            <a:pPr indent="0" lvl="0" marL="0" rtl="0" algn="l">
              <a:spcBef>
                <a:spcPts val="0"/>
              </a:spcBef>
              <a:spcAft>
                <a:spcPts val="0"/>
              </a:spcAft>
              <a:buNone/>
            </a:pPr>
            <a:r>
              <a:rPr b="1" lang="en" sz="800">
                <a:latin typeface="Red Hat Text"/>
                <a:ea typeface="Red Hat Text"/>
                <a:cs typeface="Red Hat Text"/>
                <a:sym typeface="Red Hat Text"/>
              </a:rPr>
              <a:t>  3337 Errata</a:t>
            </a:r>
            <a:endParaRPr b="1" sz="800">
              <a:latin typeface="Red Hat Text"/>
              <a:ea typeface="Red Hat Text"/>
              <a:cs typeface="Red Hat Text"/>
              <a:sym typeface="Red Hat Text"/>
            </a:endParaRPr>
          </a:p>
        </p:txBody>
      </p:sp>
      <p:grpSp>
        <p:nvGrpSpPr>
          <p:cNvPr id="4223" name="Google Shape;4223;p182"/>
          <p:cNvGrpSpPr/>
          <p:nvPr/>
        </p:nvGrpSpPr>
        <p:grpSpPr>
          <a:xfrm>
            <a:off x="299700" y="4324350"/>
            <a:ext cx="1395900" cy="390450"/>
            <a:chOff x="299700" y="4781550"/>
            <a:chExt cx="1395900" cy="390450"/>
          </a:xfrm>
        </p:grpSpPr>
        <p:sp>
          <p:nvSpPr>
            <p:cNvPr id="4224" name="Google Shape;4224;p182"/>
            <p:cNvSpPr/>
            <p:nvPr/>
          </p:nvSpPr>
          <p:spPr>
            <a:xfrm>
              <a:off x="1295400" y="4797300"/>
              <a:ext cx="400200" cy="374700"/>
            </a:xfrm>
            <a:prstGeom prst="downArrow">
              <a:avLst>
                <a:gd fmla="val 50000" name="adj1"/>
                <a:gd fmla="val 50000" name="adj2"/>
              </a:avLst>
            </a:prstGeom>
            <a:solidFill>
              <a:srgbClr val="93C47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5" name="Google Shape;4225;p182"/>
            <p:cNvSpPr/>
            <p:nvPr/>
          </p:nvSpPr>
          <p:spPr>
            <a:xfrm>
              <a:off x="299700" y="4781550"/>
              <a:ext cx="943375" cy="374850"/>
            </a:xfrm>
            <a:prstGeom prst="flowChartPredefined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t>All Streams</a:t>
              </a:r>
              <a:endParaRPr b="1" sz="700"/>
            </a:p>
            <a:p>
              <a:pPr indent="0" lvl="0" marL="0" rtl="0" algn="ctr">
                <a:spcBef>
                  <a:spcPts val="0"/>
                </a:spcBef>
                <a:spcAft>
                  <a:spcPts val="0"/>
                </a:spcAft>
                <a:buNone/>
              </a:pPr>
              <a:r>
                <a:rPr b="1" lang="en" sz="700"/>
                <a:t>No Errata</a:t>
              </a:r>
              <a:endParaRPr b="1" sz="700"/>
            </a:p>
          </p:txBody>
        </p:sp>
      </p:grpSp>
      <p:grpSp>
        <p:nvGrpSpPr>
          <p:cNvPr id="4226" name="Google Shape;4226;p182"/>
          <p:cNvGrpSpPr/>
          <p:nvPr/>
        </p:nvGrpSpPr>
        <p:grpSpPr>
          <a:xfrm>
            <a:off x="299706" y="3867150"/>
            <a:ext cx="1395921" cy="390450"/>
            <a:chOff x="371950" y="4781550"/>
            <a:chExt cx="1323650" cy="390450"/>
          </a:xfrm>
        </p:grpSpPr>
        <p:sp>
          <p:nvSpPr>
            <p:cNvPr id="4227" name="Google Shape;4227;p182"/>
            <p:cNvSpPr/>
            <p:nvPr/>
          </p:nvSpPr>
          <p:spPr>
            <a:xfrm>
              <a:off x="1295400" y="4797300"/>
              <a:ext cx="400200" cy="374700"/>
            </a:xfrm>
            <a:prstGeom prst="downArrow">
              <a:avLst>
                <a:gd fmla="val 50000" name="adj1"/>
                <a:gd fmla="val 50000" name="adj2"/>
              </a:avLst>
            </a:prstGeom>
            <a:solidFill>
              <a:srgbClr val="93C47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8" name="Google Shape;4228;p182"/>
            <p:cNvSpPr/>
            <p:nvPr/>
          </p:nvSpPr>
          <p:spPr>
            <a:xfrm>
              <a:off x="371950" y="4781550"/>
              <a:ext cx="871125" cy="374850"/>
            </a:xfrm>
            <a:prstGeom prst="flowChartPredefined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t>All RPMs NO Errata</a:t>
              </a:r>
              <a:endParaRPr b="1" sz="700"/>
            </a:p>
          </p:txBody>
        </p:sp>
      </p:grpSp>
      <p:grpSp>
        <p:nvGrpSpPr>
          <p:cNvPr id="4229" name="Google Shape;4229;p182"/>
          <p:cNvGrpSpPr/>
          <p:nvPr/>
        </p:nvGrpSpPr>
        <p:grpSpPr>
          <a:xfrm>
            <a:off x="299700" y="5238750"/>
            <a:ext cx="1395900" cy="390450"/>
            <a:chOff x="299700" y="4781550"/>
            <a:chExt cx="1395900" cy="390450"/>
          </a:xfrm>
        </p:grpSpPr>
        <p:sp>
          <p:nvSpPr>
            <p:cNvPr id="4230" name="Google Shape;4230;p182"/>
            <p:cNvSpPr/>
            <p:nvPr/>
          </p:nvSpPr>
          <p:spPr>
            <a:xfrm>
              <a:off x="1295400" y="4797300"/>
              <a:ext cx="400200" cy="374700"/>
            </a:xfrm>
            <a:prstGeom prst="downArrow">
              <a:avLst>
                <a:gd fmla="val 50000" name="adj1"/>
                <a:gd fmla="val 50000" name="adj2"/>
              </a:avLst>
            </a:prstGeom>
            <a:solidFill>
              <a:srgbClr val="CC412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1" name="Google Shape;4231;p182"/>
            <p:cNvSpPr/>
            <p:nvPr/>
          </p:nvSpPr>
          <p:spPr>
            <a:xfrm>
              <a:off x="299700" y="4781550"/>
              <a:ext cx="943375" cy="374850"/>
            </a:xfrm>
            <a:prstGeom prst="flowChartPredefined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t>No Firefox</a:t>
              </a:r>
              <a:endParaRPr b="1" sz="700"/>
            </a:p>
          </p:txBody>
        </p:sp>
      </p:grpSp>
      <p:sp>
        <p:nvSpPr>
          <p:cNvPr id="4232" name="Google Shape;4232;p182"/>
          <p:cNvSpPr txBox="1"/>
          <p:nvPr/>
        </p:nvSpPr>
        <p:spPr>
          <a:xfrm>
            <a:off x="1990725" y="4181475"/>
            <a:ext cx="685800" cy="4926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lt1"/>
                </a:solidFill>
                <a:latin typeface="Red Hat Text"/>
                <a:ea typeface="Red Hat Text"/>
                <a:cs typeface="Red Hat Text"/>
                <a:sym typeface="Red Hat Text"/>
              </a:rPr>
              <a:t>Include</a:t>
            </a:r>
            <a:endParaRPr b="1" sz="1000">
              <a:solidFill>
                <a:schemeClr val="lt1"/>
              </a:solidFill>
              <a:latin typeface="Red Hat Text"/>
              <a:ea typeface="Red Hat Text"/>
              <a:cs typeface="Red Hat Text"/>
              <a:sym typeface="Red Hat Text"/>
            </a:endParaRPr>
          </a:p>
          <a:p>
            <a:pPr indent="0" lvl="0" marL="0" rtl="0" algn="l">
              <a:spcBef>
                <a:spcPts val="0"/>
              </a:spcBef>
              <a:spcAft>
                <a:spcPts val="0"/>
              </a:spcAft>
              <a:buNone/>
            </a:pPr>
            <a:r>
              <a:rPr b="1" lang="en" sz="1000">
                <a:solidFill>
                  <a:schemeClr val="lt1"/>
                </a:solidFill>
                <a:latin typeface="Red Hat Text"/>
                <a:ea typeface="Red Hat Text"/>
                <a:cs typeface="Red Hat Text"/>
                <a:sym typeface="Red Hat Text"/>
              </a:rPr>
              <a:t>Filters</a:t>
            </a:r>
            <a:endParaRPr b="1" sz="1000">
              <a:solidFill>
                <a:schemeClr val="lt1"/>
              </a:solidFill>
              <a:latin typeface="Red Hat Text"/>
              <a:ea typeface="Red Hat Text"/>
              <a:cs typeface="Red Hat Text"/>
              <a:sym typeface="Red Hat Text"/>
            </a:endParaRPr>
          </a:p>
        </p:txBody>
      </p:sp>
      <p:sp>
        <p:nvSpPr>
          <p:cNvPr id="4233" name="Google Shape;4233;p182"/>
          <p:cNvSpPr txBox="1"/>
          <p:nvPr/>
        </p:nvSpPr>
        <p:spPr>
          <a:xfrm>
            <a:off x="1990725" y="5172075"/>
            <a:ext cx="685800" cy="492600"/>
          </a:xfrm>
          <a:prstGeom prst="rect">
            <a:avLst/>
          </a:prstGeom>
          <a:solidFill>
            <a:srgbClr val="CC4125"/>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lt1"/>
                </a:solidFill>
                <a:latin typeface="Red Hat Text"/>
                <a:ea typeface="Red Hat Text"/>
                <a:cs typeface="Red Hat Text"/>
                <a:sym typeface="Red Hat Text"/>
              </a:rPr>
              <a:t>Exclude</a:t>
            </a:r>
            <a:endParaRPr b="1" sz="1000">
              <a:solidFill>
                <a:schemeClr val="lt1"/>
              </a:solidFill>
              <a:latin typeface="Red Hat Text"/>
              <a:ea typeface="Red Hat Text"/>
              <a:cs typeface="Red Hat Text"/>
              <a:sym typeface="Red Hat Text"/>
            </a:endParaRPr>
          </a:p>
          <a:p>
            <a:pPr indent="0" lvl="0" marL="0" rtl="0" algn="l">
              <a:spcBef>
                <a:spcPts val="0"/>
              </a:spcBef>
              <a:spcAft>
                <a:spcPts val="0"/>
              </a:spcAft>
              <a:buNone/>
            </a:pPr>
            <a:r>
              <a:rPr b="1" lang="en" sz="1000">
                <a:solidFill>
                  <a:schemeClr val="lt1"/>
                </a:solidFill>
                <a:latin typeface="Red Hat Text"/>
                <a:ea typeface="Red Hat Text"/>
                <a:cs typeface="Red Hat Text"/>
                <a:sym typeface="Red Hat Text"/>
              </a:rPr>
              <a:t>Filters</a:t>
            </a:r>
            <a:endParaRPr b="1" sz="1000">
              <a:solidFill>
                <a:schemeClr val="lt1"/>
              </a:solidFill>
              <a:latin typeface="Red Hat Text"/>
              <a:ea typeface="Red Hat Text"/>
              <a:cs typeface="Red Hat Text"/>
              <a:sym typeface="Red Hat Text"/>
            </a:endParaRPr>
          </a:p>
        </p:txBody>
      </p:sp>
      <p:cxnSp>
        <p:nvCxnSpPr>
          <p:cNvPr id="4234" name="Google Shape;4234;p182"/>
          <p:cNvCxnSpPr>
            <a:stCxn id="4191" idx="3"/>
            <a:endCxn id="4213" idx="1"/>
          </p:cNvCxnSpPr>
          <p:nvPr/>
        </p:nvCxnSpPr>
        <p:spPr>
          <a:xfrm>
            <a:off x="4204878" y="5381619"/>
            <a:ext cx="1872000" cy="324300"/>
          </a:xfrm>
          <a:prstGeom prst="curvedConnector3">
            <a:avLst>
              <a:gd fmla="val 50002" name="adj1"/>
            </a:avLst>
          </a:prstGeom>
          <a:noFill/>
          <a:ln cap="flat" cmpd="sng" w="28575">
            <a:solidFill>
              <a:schemeClr val="dk1"/>
            </a:solidFill>
            <a:prstDash val="solid"/>
            <a:round/>
            <a:headEnd len="med" w="med" type="none"/>
            <a:tailEnd len="med" w="med" type="triangle"/>
          </a:ln>
        </p:spPr>
      </p:cxnSp>
      <p:cxnSp>
        <p:nvCxnSpPr>
          <p:cNvPr id="4235" name="Google Shape;4235;p182"/>
          <p:cNvCxnSpPr>
            <a:stCxn id="4213" idx="3"/>
            <a:endCxn id="4207" idx="1"/>
          </p:cNvCxnSpPr>
          <p:nvPr/>
        </p:nvCxnSpPr>
        <p:spPr>
          <a:xfrm flipH="1" rot="10800000">
            <a:off x="6948078" y="5457969"/>
            <a:ext cx="978300" cy="247800"/>
          </a:xfrm>
          <a:prstGeom prst="curvedConnector3">
            <a:avLst>
              <a:gd fmla="val 50008" name="adj1"/>
            </a:avLst>
          </a:prstGeom>
          <a:noFill/>
          <a:ln cap="flat" cmpd="sng" w="28575">
            <a:solidFill>
              <a:schemeClr val="dk1"/>
            </a:solidFill>
            <a:prstDash val="solid"/>
            <a:round/>
            <a:headEnd len="med" w="med" type="none"/>
            <a:tailEnd len="med" w="med" type="triangle"/>
          </a:ln>
        </p:spPr>
      </p:cxnSp>
      <p:cxnSp>
        <p:nvCxnSpPr>
          <p:cNvPr id="4236" name="Google Shape;4236;p182"/>
          <p:cNvCxnSpPr>
            <a:stCxn id="4190" idx="3"/>
            <a:endCxn id="4214" idx="1"/>
          </p:cNvCxnSpPr>
          <p:nvPr/>
        </p:nvCxnSpPr>
        <p:spPr>
          <a:xfrm flipH="1" rot="10800000">
            <a:off x="4204878" y="4172019"/>
            <a:ext cx="1872000" cy="295200"/>
          </a:xfrm>
          <a:prstGeom prst="curvedConnector3">
            <a:avLst>
              <a:gd fmla="val 50002" name="adj1"/>
            </a:avLst>
          </a:prstGeom>
          <a:noFill/>
          <a:ln cap="flat" cmpd="sng" w="28575">
            <a:solidFill>
              <a:schemeClr val="dk1"/>
            </a:solidFill>
            <a:prstDash val="solid"/>
            <a:round/>
            <a:headEnd len="med" w="med" type="none"/>
            <a:tailEnd len="med" w="med" type="triangle"/>
          </a:ln>
        </p:spPr>
      </p:cxnSp>
      <p:cxnSp>
        <p:nvCxnSpPr>
          <p:cNvPr id="4237" name="Google Shape;4237;p182"/>
          <p:cNvCxnSpPr>
            <a:stCxn id="4214" idx="3"/>
            <a:endCxn id="4204" idx="1"/>
          </p:cNvCxnSpPr>
          <p:nvPr/>
        </p:nvCxnSpPr>
        <p:spPr>
          <a:xfrm flipH="1" rot="10800000">
            <a:off x="6948078" y="3943194"/>
            <a:ext cx="1045200" cy="228900"/>
          </a:xfrm>
          <a:prstGeom prst="curvedConnector3">
            <a:avLst>
              <a:gd fmla="val 49996" name="adj1"/>
            </a:avLst>
          </a:prstGeom>
          <a:noFill/>
          <a:ln cap="flat" cmpd="sng" w="28575">
            <a:solidFill>
              <a:schemeClr val="dk1"/>
            </a:solidFill>
            <a:prstDash val="solid"/>
            <a:round/>
            <a:headEnd len="med" w="med" type="none"/>
            <a:tailEnd len="med" w="med" type="triangle"/>
          </a:ln>
        </p:spPr>
      </p:cxnSp>
      <p:cxnSp>
        <p:nvCxnSpPr>
          <p:cNvPr id="4238" name="Google Shape;4238;p182"/>
          <p:cNvCxnSpPr>
            <a:stCxn id="4189" idx="3"/>
            <a:endCxn id="4215" idx="1"/>
          </p:cNvCxnSpPr>
          <p:nvPr/>
        </p:nvCxnSpPr>
        <p:spPr>
          <a:xfrm flipH="1" rot="10800000">
            <a:off x="4204878" y="2638419"/>
            <a:ext cx="1872000" cy="914400"/>
          </a:xfrm>
          <a:prstGeom prst="curvedConnector3">
            <a:avLst>
              <a:gd fmla="val 50002" name="adj1"/>
            </a:avLst>
          </a:prstGeom>
          <a:noFill/>
          <a:ln cap="flat" cmpd="sng" w="28575">
            <a:solidFill>
              <a:schemeClr val="dk1"/>
            </a:solidFill>
            <a:prstDash val="solid"/>
            <a:round/>
            <a:headEnd len="med" w="med" type="none"/>
            <a:tailEnd len="med" w="med" type="triangle"/>
          </a:ln>
        </p:spPr>
      </p:cxnSp>
      <p:cxnSp>
        <p:nvCxnSpPr>
          <p:cNvPr id="4239" name="Google Shape;4239;p182"/>
          <p:cNvCxnSpPr>
            <a:stCxn id="4215" idx="3"/>
            <a:endCxn id="4199" idx="1"/>
          </p:cNvCxnSpPr>
          <p:nvPr/>
        </p:nvCxnSpPr>
        <p:spPr>
          <a:xfrm flipH="1" rot="10800000">
            <a:off x="6948078" y="2371719"/>
            <a:ext cx="1035600" cy="266700"/>
          </a:xfrm>
          <a:prstGeom prst="curvedConnector3">
            <a:avLst>
              <a:gd fmla="val 50000" name="adj1"/>
            </a:avLst>
          </a:prstGeom>
          <a:noFill/>
          <a:ln cap="flat" cmpd="sng" w="28575">
            <a:solidFill>
              <a:schemeClr val="dk1"/>
            </a:solidFill>
            <a:prstDash val="solid"/>
            <a:round/>
            <a:headEnd len="med" w="med" type="none"/>
            <a:tailEnd len="med" w="med" type="triangle"/>
          </a:ln>
        </p:spPr>
      </p:cxnSp>
      <p:sp>
        <p:nvSpPr>
          <p:cNvPr id="4240" name="Google Shape;4240;p182"/>
          <p:cNvSpPr txBox="1"/>
          <p:nvPr/>
        </p:nvSpPr>
        <p:spPr>
          <a:xfrm>
            <a:off x="5076825" y="30670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Qualification Lifecycle</a:t>
            </a:r>
            <a:endParaRPr b="1" sz="800">
              <a:latin typeface="Red Hat Text"/>
              <a:ea typeface="Red Hat Text"/>
              <a:cs typeface="Red Hat Text"/>
              <a:sym typeface="Red Hat Text"/>
            </a:endParaRPr>
          </a:p>
        </p:txBody>
      </p:sp>
      <p:sp>
        <p:nvSpPr>
          <p:cNvPr id="4241" name="Google Shape;4241;p182"/>
          <p:cNvSpPr txBox="1"/>
          <p:nvPr/>
        </p:nvSpPr>
        <p:spPr>
          <a:xfrm>
            <a:off x="5076825" y="4629672"/>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Development  Lifecycle</a:t>
            </a:r>
            <a:endParaRPr b="1" sz="800">
              <a:latin typeface="Red Hat Text"/>
              <a:ea typeface="Red Hat Text"/>
              <a:cs typeface="Red Hat Text"/>
              <a:sym typeface="Red Hat Text"/>
            </a:endParaRPr>
          </a:p>
        </p:txBody>
      </p:sp>
      <p:sp>
        <p:nvSpPr>
          <p:cNvPr id="4242" name="Google Shape;4242;p182"/>
          <p:cNvSpPr txBox="1"/>
          <p:nvPr/>
        </p:nvSpPr>
        <p:spPr>
          <a:xfrm>
            <a:off x="5076825" y="12382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Retirement </a:t>
            </a:r>
            <a:r>
              <a:rPr b="1" lang="en" sz="800">
                <a:latin typeface="Red Hat Text"/>
                <a:ea typeface="Red Hat Text"/>
                <a:cs typeface="Red Hat Text"/>
                <a:sym typeface="Red Hat Text"/>
              </a:rPr>
              <a:t>Lifecycle</a:t>
            </a:r>
            <a:endParaRPr b="1" sz="800">
              <a:latin typeface="Red Hat Text"/>
              <a:ea typeface="Red Hat Text"/>
              <a:cs typeface="Red Hat Text"/>
              <a:sym typeface="Red Hat Text"/>
            </a:endParaRPr>
          </a:p>
        </p:txBody>
      </p:sp>
      <p:cxnSp>
        <p:nvCxnSpPr>
          <p:cNvPr id="4243" name="Google Shape;4243;p182"/>
          <p:cNvCxnSpPr>
            <a:stCxn id="4188" idx="3"/>
            <a:endCxn id="4242" idx="1"/>
          </p:cNvCxnSpPr>
          <p:nvPr/>
        </p:nvCxnSpPr>
        <p:spPr>
          <a:xfrm flipH="1" rot="10800000">
            <a:off x="4204878" y="1392219"/>
            <a:ext cx="871800" cy="1246200"/>
          </a:xfrm>
          <a:prstGeom prst="curvedConnector3">
            <a:avLst>
              <a:gd fmla="val 50008" name="adj1"/>
            </a:avLst>
          </a:prstGeom>
          <a:noFill/>
          <a:ln cap="flat" cmpd="sng" w="28575">
            <a:solidFill>
              <a:schemeClr val="dk1"/>
            </a:solidFill>
            <a:prstDash val="solid"/>
            <a:round/>
            <a:headEnd len="med" w="med" type="none"/>
            <a:tailEnd len="med" w="med" type="triangle"/>
          </a:ln>
        </p:spPr>
      </p:cxn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7" name="Shape 4247"/>
        <p:cNvGrpSpPr/>
        <p:nvPr/>
      </p:nvGrpSpPr>
      <p:grpSpPr>
        <a:xfrm>
          <a:off x="0" y="0"/>
          <a:ext cx="0" cy="0"/>
          <a:chOff x="0" y="0"/>
          <a:chExt cx="0" cy="0"/>
        </a:xfrm>
      </p:grpSpPr>
      <p:sp>
        <p:nvSpPr>
          <p:cNvPr id="4248" name="Google Shape;4248;p183"/>
          <p:cNvSpPr/>
          <p:nvPr/>
        </p:nvSpPr>
        <p:spPr>
          <a:xfrm>
            <a:off x="5067738" y="4886325"/>
            <a:ext cx="1995900" cy="11811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9" name="Google Shape;4249;p183"/>
          <p:cNvSpPr/>
          <p:nvPr/>
        </p:nvSpPr>
        <p:spPr>
          <a:xfrm>
            <a:off x="5076413" y="3333750"/>
            <a:ext cx="1995900" cy="1181100"/>
          </a:xfrm>
          <a:prstGeom prst="rect">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0" name="Google Shape;4250;p183"/>
          <p:cNvSpPr/>
          <p:nvPr/>
        </p:nvSpPr>
        <p:spPr>
          <a:xfrm>
            <a:off x="5070750" y="1781175"/>
            <a:ext cx="1995900" cy="118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1" name="Google Shape;4251;p18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1"/>
                </a:solidFill>
              </a:rPr>
              <a:t>Red Hat Infrastructure Standard Adoption Model</a:t>
            </a:r>
            <a:endParaRPr/>
          </a:p>
        </p:txBody>
      </p:sp>
      <p:sp>
        <p:nvSpPr>
          <p:cNvPr id="4252" name="Google Shape;4252;p18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grpSp>
        <p:nvGrpSpPr>
          <p:cNvPr id="4253" name="Google Shape;4253;p183"/>
          <p:cNvGrpSpPr/>
          <p:nvPr/>
        </p:nvGrpSpPr>
        <p:grpSpPr>
          <a:xfrm>
            <a:off x="547665" y="1419165"/>
            <a:ext cx="614446" cy="552534"/>
            <a:chOff x="1890725" y="3600450"/>
            <a:chExt cx="1011600" cy="962100"/>
          </a:xfrm>
        </p:grpSpPr>
        <p:pic>
          <p:nvPicPr>
            <p:cNvPr id="4254" name="Google Shape;4254;p183"/>
            <p:cNvPicPr preferRelativeResize="0"/>
            <p:nvPr/>
          </p:nvPicPr>
          <p:blipFill>
            <a:blip r:embed="rId3">
              <a:alphaModFix/>
            </a:blip>
            <a:stretch>
              <a:fillRect/>
            </a:stretch>
          </p:blipFill>
          <p:spPr>
            <a:xfrm>
              <a:off x="2227125" y="3707800"/>
              <a:ext cx="363825" cy="363825"/>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pic>
        <p:sp>
          <p:nvSpPr>
            <p:cNvPr id="4255" name="Google Shape;4255;p183"/>
            <p:cNvSpPr/>
            <p:nvPr/>
          </p:nvSpPr>
          <p:spPr>
            <a:xfrm>
              <a:off x="2207500" y="3708622"/>
              <a:ext cx="383400" cy="363900"/>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56" name="Google Shape;4256;p183"/>
            <p:cNvPicPr preferRelativeResize="0"/>
            <p:nvPr/>
          </p:nvPicPr>
          <p:blipFill>
            <a:blip r:embed="rId3">
              <a:alphaModFix/>
            </a:blip>
            <a:stretch>
              <a:fillRect/>
            </a:stretch>
          </p:blipFill>
          <p:spPr>
            <a:xfrm>
              <a:off x="1998525" y="4098325"/>
              <a:ext cx="363825" cy="363825"/>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pic>
        <p:sp>
          <p:nvSpPr>
            <p:cNvPr id="4257" name="Google Shape;4257;p183"/>
            <p:cNvSpPr/>
            <p:nvPr/>
          </p:nvSpPr>
          <p:spPr>
            <a:xfrm>
              <a:off x="1988425" y="4099147"/>
              <a:ext cx="383400" cy="363900"/>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58" name="Google Shape;4258;p183"/>
            <p:cNvPicPr preferRelativeResize="0"/>
            <p:nvPr/>
          </p:nvPicPr>
          <p:blipFill>
            <a:blip r:embed="rId3">
              <a:alphaModFix/>
            </a:blip>
            <a:stretch>
              <a:fillRect/>
            </a:stretch>
          </p:blipFill>
          <p:spPr>
            <a:xfrm>
              <a:off x="2436675" y="4098325"/>
              <a:ext cx="363825" cy="363825"/>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pic>
        <p:sp>
          <p:nvSpPr>
            <p:cNvPr id="4259" name="Google Shape;4259;p183"/>
            <p:cNvSpPr/>
            <p:nvPr/>
          </p:nvSpPr>
          <p:spPr>
            <a:xfrm>
              <a:off x="2417050" y="4099147"/>
              <a:ext cx="383400" cy="363900"/>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0" name="Google Shape;4260;p183"/>
            <p:cNvSpPr/>
            <p:nvPr/>
          </p:nvSpPr>
          <p:spPr>
            <a:xfrm>
              <a:off x="2538425" y="3600450"/>
              <a:ext cx="363900" cy="962100"/>
            </a:xfrm>
            <a:prstGeom prst="rightBracket">
              <a:avLst>
                <a:gd fmla="val 8333" name="adj"/>
              </a:avLst>
            </a:prstGeom>
            <a:noFill/>
            <a:ln cap="flat" cmpd="sng" w="19050">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1" name="Google Shape;4261;p183"/>
            <p:cNvSpPr/>
            <p:nvPr/>
          </p:nvSpPr>
          <p:spPr>
            <a:xfrm rot="10800000">
              <a:off x="1890725" y="3600450"/>
              <a:ext cx="363900" cy="962100"/>
            </a:xfrm>
            <a:prstGeom prst="rightBracket">
              <a:avLst>
                <a:gd fmla="val 8333" name="adj"/>
              </a:avLst>
            </a:prstGeom>
            <a:noFill/>
            <a:ln cap="flat" cmpd="sng" w="19050">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62" name="Google Shape;4262;p183"/>
          <p:cNvGrpSpPr/>
          <p:nvPr/>
        </p:nvGrpSpPr>
        <p:grpSpPr>
          <a:xfrm>
            <a:off x="1385865" y="1419165"/>
            <a:ext cx="614446" cy="552534"/>
            <a:chOff x="1890725" y="3600450"/>
            <a:chExt cx="1011600" cy="962100"/>
          </a:xfrm>
        </p:grpSpPr>
        <p:pic>
          <p:nvPicPr>
            <p:cNvPr id="4263" name="Google Shape;4263;p183"/>
            <p:cNvPicPr preferRelativeResize="0"/>
            <p:nvPr/>
          </p:nvPicPr>
          <p:blipFill>
            <a:blip r:embed="rId3">
              <a:alphaModFix/>
            </a:blip>
            <a:stretch>
              <a:fillRect/>
            </a:stretch>
          </p:blipFill>
          <p:spPr>
            <a:xfrm>
              <a:off x="2227125" y="3707800"/>
              <a:ext cx="363825" cy="363825"/>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pic>
        <p:sp>
          <p:nvSpPr>
            <p:cNvPr id="4264" name="Google Shape;4264;p183"/>
            <p:cNvSpPr/>
            <p:nvPr/>
          </p:nvSpPr>
          <p:spPr>
            <a:xfrm>
              <a:off x="2207500" y="3708622"/>
              <a:ext cx="383400" cy="363900"/>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65" name="Google Shape;4265;p183"/>
            <p:cNvPicPr preferRelativeResize="0"/>
            <p:nvPr/>
          </p:nvPicPr>
          <p:blipFill>
            <a:blip r:embed="rId3">
              <a:alphaModFix/>
            </a:blip>
            <a:stretch>
              <a:fillRect/>
            </a:stretch>
          </p:blipFill>
          <p:spPr>
            <a:xfrm>
              <a:off x="1998525" y="4098325"/>
              <a:ext cx="363825" cy="363825"/>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pic>
        <p:sp>
          <p:nvSpPr>
            <p:cNvPr id="4266" name="Google Shape;4266;p183"/>
            <p:cNvSpPr/>
            <p:nvPr/>
          </p:nvSpPr>
          <p:spPr>
            <a:xfrm>
              <a:off x="1988425" y="4099147"/>
              <a:ext cx="383400" cy="363900"/>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67" name="Google Shape;4267;p183"/>
            <p:cNvPicPr preferRelativeResize="0"/>
            <p:nvPr/>
          </p:nvPicPr>
          <p:blipFill>
            <a:blip r:embed="rId3">
              <a:alphaModFix/>
            </a:blip>
            <a:stretch>
              <a:fillRect/>
            </a:stretch>
          </p:blipFill>
          <p:spPr>
            <a:xfrm>
              <a:off x="2436675" y="4098325"/>
              <a:ext cx="363825" cy="363825"/>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pic>
        <p:sp>
          <p:nvSpPr>
            <p:cNvPr id="4268" name="Google Shape;4268;p183"/>
            <p:cNvSpPr/>
            <p:nvPr/>
          </p:nvSpPr>
          <p:spPr>
            <a:xfrm>
              <a:off x="2417050" y="4099147"/>
              <a:ext cx="383400" cy="363900"/>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9" name="Google Shape;4269;p183"/>
            <p:cNvSpPr/>
            <p:nvPr/>
          </p:nvSpPr>
          <p:spPr>
            <a:xfrm>
              <a:off x="2538425" y="3600450"/>
              <a:ext cx="363900" cy="962100"/>
            </a:xfrm>
            <a:prstGeom prst="rightBracket">
              <a:avLst>
                <a:gd fmla="val 8333" name="adj"/>
              </a:avLst>
            </a:prstGeom>
            <a:noFill/>
            <a:ln cap="flat" cmpd="sng" w="19050">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0" name="Google Shape;4270;p183"/>
            <p:cNvSpPr/>
            <p:nvPr/>
          </p:nvSpPr>
          <p:spPr>
            <a:xfrm rot="10800000">
              <a:off x="1890725" y="3600450"/>
              <a:ext cx="363900" cy="962100"/>
            </a:xfrm>
            <a:prstGeom prst="rightBracket">
              <a:avLst>
                <a:gd fmla="val 8333" name="adj"/>
              </a:avLst>
            </a:prstGeom>
            <a:noFill/>
            <a:ln cap="flat" cmpd="sng" w="19050">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71" name="Google Shape;4271;p183"/>
          <p:cNvGrpSpPr/>
          <p:nvPr/>
        </p:nvGrpSpPr>
        <p:grpSpPr>
          <a:xfrm>
            <a:off x="2224065" y="1419165"/>
            <a:ext cx="614446" cy="552534"/>
            <a:chOff x="1890725" y="3600450"/>
            <a:chExt cx="1011600" cy="962100"/>
          </a:xfrm>
        </p:grpSpPr>
        <p:pic>
          <p:nvPicPr>
            <p:cNvPr id="4272" name="Google Shape;4272;p183"/>
            <p:cNvPicPr preferRelativeResize="0"/>
            <p:nvPr/>
          </p:nvPicPr>
          <p:blipFill>
            <a:blip r:embed="rId3">
              <a:alphaModFix/>
            </a:blip>
            <a:stretch>
              <a:fillRect/>
            </a:stretch>
          </p:blipFill>
          <p:spPr>
            <a:xfrm>
              <a:off x="2227125" y="3707800"/>
              <a:ext cx="363825" cy="363825"/>
            </a:xfrm>
            <a:prstGeom prst="rect">
              <a:avLst/>
            </a:prstGeom>
            <a:noFill/>
            <a:ln cap="flat" cmpd="sng" w="9525">
              <a:solidFill>
                <a:schemeClr val="dk1"/>
              </a:solidFill>
              <a:prstDash val="solid"/>
              <a:round/>
              <a:headEnd len="sm" w="sm" type="none"/>
              <a:tailEnd len="sm" w="sm" type="none"/>
            </a:ln>
          </p:spPr>
        </p:pic>
        <p:sp>
          <p:nvSpPr>
            <p:cNvPr id="4273" name="Google Shape;4273;p183"/>
            <p:cNvSpPr/>
            <p:nvPr/>
          </p:nvSpPr>
          <p:spPr>
            <a:xfrm>
              <a:off x="2207500" y="3708622"/>
              <a:ext cx="383400" cy="363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74" name="Google Shape;4274;p183"/>
            <p:cNvPicPr preferRelativeResize="0"/>
            <p:nvPr/>
          </p:nvPicPr>
          <p:blipFill>
            <a:blip r:embed="rId3">
              <a:alphaModFix/>
            </a:blip>
            <a:stretch>
              <a:fillRect/>
            </a:stretch>
          </p:blipFill>
          <p:spPr>
            <a:xfrm>
              <a:off x="1998525" y="4098325"/>
              <a:ext cx="363825" cy="363825"/>
            </a:xfrm>
            <a:prstGeom prst="rect">
              <a:avLst/>
            </a:prstGeom>
            <a:noFill/>
            <a:ln cap="flat" cmpd="sng" w="9525">
              <a:solidFill>
                <a:schemeClr val="dk1"/>
              </a:solidFill>
              <a:prstDash val="solid"/>
              <a:round/>
              <a:headEnd len="sm" w="sm" type="none"/>
              <a:tailEnd len="sm" w="sm" type="none"/>
            </a:ln>
          </p:spPr>
        </p:pic>
        <p:sp>
          <p:nvSpPr>
            <p:cNvPr id="4275" name="Google Shape;4275;p183"/>
            <p:cNvSpPr/>
            <p:nvPr/>
          </p:nvSpPr>
          <p:spPr>
            <a:xfrm>
              <a:off x="1988425" y="4099147"/>
              <a:ext cx="383400" cy="363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76" name="Google Shape;4276;p183"/>
            <p:cNvPicPr preferRelativeResize="0"/>
            <p:nvPr/>
          </p:nvPicPr>
          <p:blipFill>
            <a:blip r:embed="rId3">
              <a:alphaModFix/>
            </a:blip>
            <a:stretch>
              <a:fillRect/>
            </a:stretch>
          </p:blipFill>
          <p:spPr>
            <a:xfrm>
              <a:off x="2436675" y="4098325"/>
              <a:ext cx="363825" cy="363825"/>
            </a:xfrm>
            <a:prstGeom prst="rect">
              <a:avLst/>
            </a:prstGeom>
            <a:noFill/>
            <a:ln cap="flat" cmpd="sng" w="9525">
              <a:solidFill>
                <a:schemeClr val="dk1"/>
              </a:solidFill>
              <a:prstDash val="solid"/>
              <a:round/>
              <a:headEnd len="sm" w="sm" type="none"/>
              <a:tailEnd len="sm" w="sm" type="none"/>
            </a:ln>
          </p:spPr>
        </p:pic>
        <p:sp>
          <p:nvSpPr>
            <p:cNvPr id="4277" name="Google Shape;4277;p183"/>
            <p:cNvSpPr/>
            <p:nvPr/>
          </p:nvSpPr>
          <p:spPr>
            <a:xfrm>
              <a:off x="2417050" y="4099147"/>
              <a:ext cx="383400" cy="363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8" name="Google Shape;4278;p183"/>
            <p:cNvSpPr/>
            <p:nvPr/>
          </p:nvSpPr>
          <p:spPr>
            <a:xfrm>
              <a:off x="2538425" y="3600450"/>
              <a:ext cx="363900" cy="962100"/>
            </a:xfrm>
            <a:prstGeom prst="rightBracket">
              <a:avLst>
                <a:gd fmla="val 8333"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9" name="Google Shape;4279;p183"/>
            <p:cNvSpPr/>
            <p:nvPr/>
          </p:nvSpPr>
          <p:spPr>
            <a:xfrm rot="10800000">
              <a:off x="1890725" y="3600450"/>
              <a:ext cx="363900" cy="962100"/>
            </a:xfrm>
            <a:prstGeom prst="rightBracket">
              <a:avLst>
                <a:gd fmla="val 8333"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280" name="Google Shape;4280;p183"/>
          <p:cNvCxnSpPr/>
          <p:nvPr/>
        </p:nvCxnSpPr>
        <p:spPr>
          <a:xfrm flipH="1" rot="10800000">
            <a:off x="4457700" y="790725"/>
            <a:ext cx="9600" cy="5581500"/>
          </a:xfrm>
          <a:prstGeom prst="straightConnector1">
            <a:avLst/>
          </a:prstGeom>
          <a:noFill/>
          <a:ln cap="flat" cmpd="sng" w="38100">
            <a:solidFill>
              <a:schemeClr val="accent1"/>
            </a:solidFill>
            <a:prstDash val="solid"/>
            <a:round/>
            <a:headEnd len="med" w="med" type="none"/>
            <a:tailEnd len="med" w="med" type="none"/>
          </a:ln>
        </p:spPr>
      </p:cxnSp>
      <p:cxnSp>
        <p:nvCxnSpPr>
          <p:cNvPr id="4281" name="Google Shape;4281;p183"/>
          <p:cNvCxnSpPr/>
          <p:nvPr/>
        </p:nvCxnSpPr>
        <p:spPr>
          <a:xfrm flipH="1" rot="10800000">
            <a:off x="7581900" y="790725"/>
            <a:ext cx="9600" cy="5581500"/>
          </a:xfrm>
          <a:prstGeom prst="straightConnector1">
            <a:avLst/>
          </a:prstGeom>
          <a:noFill/>
          <a:ln cap="flat" cmpd="sng" w="38100">
            <a:solidFill>
              <a:schemeClr val="accent1"/>
            </a:solidFill>
            <a:prstDash val="solid"/>
            <a:round/>
            <a:headEnd len="med" w="med" type="none"/>
            <a:tailEnd len="med" w="med" type="none"/>
          </a:ln>
        </p:spPr>
      </p:cxnSp>
      <p:sp>
        <p:nvSpPr>
          <p:cNvPr id="4282" name="Google Shape;4282;p183"/>
          <p:cNvSpPr txBox="1"/>
          <p:nvPr/>
        </p:nvSpPr>
        <p:spPr>
          <a:xfrm>
            <a:off x="600075" y="857250"/>
            <a:ext cx="2181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Content Management</a:t>
            </a:r>
            <a:endParaRPr sz="1600">
              <a:latin typeface="Red Hat Text"/>
              <a:ea typeface="Red Hat Text"/>
              <a:cs typeface="Red Hat Text"/>
              <a:sym typeface="Red Hat Text"/>
            </a:endParaRPr>
          </a:p>
        </p:txBody>
      </p:sp>
      <p:sp>
        <p:nvSpPr>
          <p:cNvPr id="4283" name="Google Shape;4283;p183"/>
          <p:cNvSpPr txBox="1"/>
          <p:nvPr/>
        </p:nvSpPr>
        <p:spPr>
          <a:xfrm>
            <a:off x="4943475" y="857250"/>
            <a:ext cx="2360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Lifecycle Management</a:t>
            </a:r>
            <a:endParaRPr sz="1600">
              <a:latin typeface="Red Hat Text"/>
              <a:ea typeface="Red Hat Text"/>
              <a:cs typeface="Red Hat Text"/>
              <a:sym typeface="Red Hat Text"/>
            </a:endParaRPr>
          </a:p>
        </p:txBody>
      </p:sp>
      <p:sp>
        <p:nvSpPr>
          <p:cNvPr id="4284" name="Google Shape;4284;p183"/>
          <p:cNvSpPr txBox="1"/>
          <p:nvPr/>
        </p:nvSpPr>
        <p:spPr>
          <a:xfrm>
            <a:off x="8039100" y="857250"/>
            <a:ext cx="2874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Host Content  Management</a:t>
            </a:r>
            <a:endParaRPr sz="1600">
              <a:latin typeface="Red Hat Text"/>
              <a:ea typeface="Red Hat Text"/>
              <a:cs typeface="Red Hat Text"/>
              <a:sym typeface="Red Hat Text"/>
            </a:endParaRPr>
          </a:p>
        </p:txBody>
      </p:sp>
      <p:sp>
        <p:nvSpPr>
          <p:cNvPr id="4285" name="Google Shape;4285;p183"/>
          <p:cNvSpPr txBox="1"/>
          <p:nvPr/>
        </p:nvSpPr>
        <p:spPr>
          <a:xfrm>
            <a:off x="371475" y="1924050"/>
            <a:ext cx="9906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Red Hat Text"/>
                <a:ea typeface="Red Hat Text"/>
                <a:cs typeface="Red Hat Text"/>
                <a:sym typeface="Red Hat Text"/>
              </a:rPr>
              <a:t>Perf Tools RPMs</a:t>
            </a:r>
            <a:endParaRPr sz="700">
              <a:latin typeface="Red Hat Text"/>
              <a:ea typeface="Red Hat Text"/>
              <a:cs typeface="Red Hat Text"/>
              <a:sym typeface="Red Hat Text"/>
            </a:endParaRPr>
          </a:p>
        </p:txBody>
      </p:sp>
      <p:sp>
        <p:nvSpPr>
          <p:cNvPr id="4286" name="Google Shape;4286;p183"/>
          <p:cNvSpPr txBox="1"/>
          <p:nvPr/>
        </p:nvSpPr>
        <p:spPr>
          <a:xfrm>
            <a:off x="1200150" y="1924050"/>
            <a:ext cx="9906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Red Hat Text"/>
                <a:ea typeface="Red Hat Text"/>
                <a:cs typeface="Red Hat Text"/>
                <a:sym typeface="Red Hat Text"/>
              </a:rPr>
              <a:t>JBoss Files</a:t>
            </a:r>
            <a:endParaRPr sz="700">
              <a:latin typeface="Red Hat Text"/>
              <a:ea typeface="Red Hat Text"/>
              <a:cs typeface="Red Hat Text"/>
              <a:sym typeface="Red Hat Text"/>
            </a:endParaRPr>
          </a:p>
        </p:txBody>
      </p:sp>
      <p:sp>
        <p:nvSpPr>
          <p:cNvPr id="4287" name="Google Shape;4287;p183"/>
          <p:cNvSpPr txBox="1"/>
          <p:nvPr/>
        </p:nvSpPr>
        <p:spPr>
          <a:xfrm>
            <a:off x="2038350" y="1924050"/>
            <a:ext cx="990600" cy="2925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Red Hat Text"/>
                <a:ea typeface="Red Hat Text"/>
                <a:cs typeface="Red Hat Text"/>
                <a:sym typeface="Red Hat Text"/>
              </a:rPr>
              <a:t>Maven Files</a:t>
            </a:r>
            <a:endParaRPr sz="700">
              <a:latin typeface="Red Hat Text"/>
              <a:ea typeface="Red Hat Text"/>
              <a:cs typeface="Red Hat Text"/>
              <a:sym typeface="Red Hat Text"/>
            </a:endParaRPr>
          </a:p>
        </p:txBody>
      </p:sp>
      <p:cxnSp>
        <p:nvCxnSpPr>
          <p:cNvPr id="4288" name="Google Shape;4288;p183"/>
          <p:cNvCxnSpPr>
            <a:stCxn id="4289" idx="2"/>
            <a:endCxn id="4290" idx="1"/>
          </p:cNvCxnSpPr>
          <p:nvPr/>
        </p:nvCxnSpPr>
        <p:spPr>
          <a:xfrm rot="-5400000">
            <a:off x="1777854" y="3808817"/>
            <a:ext cx="1026600" cy="1259100"/>
          </a:xfrm>
          <a:prstGeom prst="bentConnector4">
            <a:avLst>
              <a:gd fmla="val -101618" name="adj1"/>
              <a:gd fmla="val 76647" name="adj2"/>
            </a:avLst>
          </a:prstGeom>
          <a:noFill/>
          <a:ln cap="flat" cmpd="sng" w="28575">
            <a:solidFill>
              <a:schemeClr val="dk1"/>
            </a:solidFill>
            <a:prstDash val="solid"/>
            <a:round/>
            <a:headEnd len="med" w="med" type="none"/>
            <a:tailEnd len="med" w="med" type="triangle"/>
          </a:ln>
        </p:spPr>
      </p:cxnSp>
      <p:cxnSp>
        <p:nvCxnSpPr>
          <p:cNvPr id="4291" name="Google Shape;4291;p183"/>
          <p:cNvCxnSpPr>
            <a:stCxn id="4289" idx="2"/>
            <a:endCxn id="4292" idx="1"/>
          </p:cNvCxnSpPr>
          <p:nvPr/>
        </p:nvCxnSpPr>
        <p:spPr>
          <a:xfrm rot="-5400000">
            <a:off x="1092054" y="3123017"/>
            <a:ext cx="2398200" cy="1259100"/>
          </a:xfrm>
          <a:prstGeom prst="bentConnector4">
            <a:avLst>
              <a:gd fmla="val -42718" name="adj1"/>
              <a:gd fmla="val 76647" name="adj2"/>
            </a:avLst>
          </a:prstGeom>
          <a:noFill/>
          <a:ln cap="flat" cmpd="sng" w="28575">
            <a:solidFill>
              <a:schemeClr val="dk1"/>
            </a:solidFill>
            <a:prstDash val="solid"/>
            <a:round/>
            <a:headEnd len="med" w="med" type="none"/>
            <a:tailEnd len="med" w="med" type="triangle"/>
          </a:ln>
        </p:spPr>
      </p:cxnSp>
      <p:cxnSp>
        <p:nvCxnSpPr>
          <p:cNvPr id="4293" name="Google Shape;4293;p183"/>
          <p:cNvCxnSpPr>
            <a:stCxn id="4289" idx="2"/>
            <a:endCxn id="4294" idx="1"/>
          </p:cNvCxnSpPr>
          <p:nvPr/>
        </p:nvCxnSpPr>
        <p:spPr>
          <a:xfrm flipH="1" rot="-5400000">
            <a:off x="1775754" y="4837517"/>
            <a:ext cx="1030800" cy="1259100"/>
          </a:xfrm>
          <a:prstGeom prst="bentConnector2">
            <a:avLst/>
          </a:prstGeom>
          <a:noFill/>
          <a:ln cap="flat" cmpd="sng" w="28575">
            <a:solidFill>
              <a:schemeClr val="dk1"/>
            </a:solidFill>
            <a:prstDash val="solid"/>
            <a:round/>
            <a:headEnd len="med" w="med" type="none"/>
            <a:tailEnd len="med" w="med" type="triangle"/>
          </a:ln>
        </p:spPr>
      </p:cxnSp>
      <p:grpSp>
        <p:nvGrpSpPr>
          <p:cNvPr id="4295" name="Google Shape;4295;p183"/>
          <p:cNvGrpSpPr/>
          <p:nvPr/>
        </p:nvGrpSpPr>
        <p:grpSpPr>
          <a:xfrm>
            <a:off x="7926525" y="1781175"/>
            <a:ext cx="3303600" cy="1181100"/>
            <a:chOff x="6286500" y="1209675"/>
            <a:chExt cx="3303600" cy="1181100"/>
          </a:xfrm>
        </p:grpSpPr>
        <p:sp>
          <p:nvSpPr>
            <p:cNvPr id="4296" name="Google Shape;4296;p183"/>
            <p:cNvSpPr/>
            <p:nvPr/>
          </p:nvSpPr>
          <p:spPr>
            <a:xfrm>
              <a:off x="6286500" y="1209675"/>
              <a:ext cx="3303600" cy="118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97" name="Google Shape;4297;p183"/>
            <p:cNvPicPr preferRelativeResize="0"/>
            <p:nvPr/>
          </p:nvPicPr>
          <p:blipFill>
            <a:blip r:embed="rId4">
              <a:alphaModFix/>
            </a:blip>
            <a:stretch>
              <a:fillRect/>
            </a:stretch>
          </p:blipFill>
          <p:spPr>
            <a:xfrm>
              <a:off x="6343650" y="1272412"/>
              <a:ext cx="1055625" cy="1055625"/>
            </a:xfrm>
            <a:prstGeom prst="rect">
              <a:avLst/>
            </a:prstGeom>
            <a:noFill/>
            <a:ln>
              <a:noFill/>
            </a:ln>
          </p:spPr>
        </p:pic>
        <p:pic>
          <p:nvPicPr>
            <p:cNvPr id="4298" name="Google Shape;4298;p183"/>
            <p:cNvPicPr preferRelativeResize="0"/>
            <p:nvPr/>
          </p:nvPicPr>
          <p:blipFill>
            <a:blip r:embed="rId4">
              <a:alphaModFix/>
            </a:blip>
            <a:stretch>
              <a:fillRect/>
            </a:stretch>
          </p:blipFill>
          <p:spPr>
            <a:xfrm>
              <a:off x="7410450" y="1272412"/>
              <a:ext cx="1055625" cy="1055625"/>
            </a:xfrm>
            <a:prstGeom prst="rect">
              <a:avLst/>
            </a:prstGeom>
            <a:noFill/>
            <a:ln>
              <a:noFill/>
            </a:ln>
          </p:spPr>
        </p:pic>
        <p:pic>
          <p:nvPicPr>
            <p:cNvPr id="4299" name="Google Shape;4299;p183"/>
            <p:cNvPicPr preferRelativeResize="0"/>
            <p:nvPr/>
          </p:nvPicPr>
          <p:blipFill>
            <a:blip r:embed="rId4">
              <a:alphaModFix/>
            </a:blip>
            <a:stretch>
              <a:fillRect/>
            </a:stretch>
          </p:blipFill>
          <p:spPr>
            <a:xfrm>
              <a:off x="8477250" y="1272412"/>
              <a:ext cx="1055625" cy="1055625"/>
            </a:xfrm>
            <a:prstGeom prst="rect">
              <a:avLst/>
            </a:prstGeom>
            <a:noFill/>
            <a:ln>
              <a:noFill/>
            </a:ln>
          </p:spPr>
        </p:pic>
      </p:grpSp>
      <p:grpSp>
        <p:nvGrpSpPr>
          <p:cNvPr id="4300" name="Google Shape;4300;p183"/>
          <p:cNvGrpSpPr/>
          <p:nvPr/>
        </p:nvGrpSpPr>
        <p:grpSpPr>
          <a:xfrm>
            <a:off x="7926525" y="3343275"/>
            <a:ext cx="3303600" cy="1181100"/>
            <a:chOff x="6229350" y="2828925"/>
            <a:chExt cx="3303600" cy="1181100"/>
          </a:xfrm>
        </p:grpSpPr>
        <p:sp>
          <p:nvSpPr>
            <p:cNvPr id="4301" name="Google Shape;4301;p183"/>
            <p:cNvSpPr/>
            <p:nvPr/>
          </p:nvSpPr>
          <p:spPr>
            <a:xfrm>
              <a:off x="6229350" y="2828925"/>
              <a:ext cx="3303600" cy="1181100"/>
            </a:xfrm>
            <a:prstGeom prst="rect">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02" name="Google Shape;4302;p183"/>
            <p:cNvPicPr preferRelativeResize="0"/>
            <p:nvPr/>
          </p:nvPicPr>
          <p:blipFill>
            <a:blip r:embed="rId5">
              <a:alphaModFix/>
            </a:blip>
            <a:stretch>
              <a:fillRect/>
            </a:stretch>
          </p:blipFill>
          <p:spPr>
            <a:xfrm>
              <a:off x="6296025" y="2901175"/>
              <a:ext cx="1055625" cy="1055625"/>
            </a:xfrm>
            <a:prstGeom prst="rect">
              <a:avLst/>
            </a:prstGeom>
            <a:noFill/>
            <a:ln>
              <a:noFill/>
            </a:ln>
          </p:spPr>
        </p:pic>
        <p:pic>
          <p:nvPicPr>
            <p:cNvPr id="4303" name="Google Shape;4303;p183"/>
            <p:cNvPicPr preferRelativeResize="0"/>
            <p:nvPr/>
          </p:nvPicPr>
          <p:blipFill>
            <a:blip r:embed="rId5">
              <a:alphaModFix/>
            </a:blip>
            <a:stretch>
              <a:fillRect/>
            </a:stretch>
          </p:blipFill>
          <p:spPr>
            <a:xfrm>
              <a:off x="7391400" y="2901175"/>
              <a:ext cx="1055625" cy="1055625"/>
            </a:xfrm>
            <a:prstGeom prst="rect">
              <a:avLst/>
            </a:prstGeom>
            <a:noFill/>
            <a:ln>
              <a:noFill/>
            </a:ln>
          </p:spPr>
        </p:pic>
      </p:grpSp>
      <p:grpSp>
        <p:nvGrpSpPr>
          <p:cNvPr id="4304" name="Google Shape;4304;p183"/>
          <p:cNvGrpSpPr/>
          <p:nvPr/>
        </p:nvGrpSpPr>
        <p:grpSpPr>
          <a:xfrm>
            <a:off x="7926525" y="4867275"/>
            <a:ext cx="3303600" cy="1181100"/>
            <a:chOff x="6229350" y="4314825"/>
            <a:chExt cx="3303600" cy="1181100"/>
          </a:xfrm>
        </p:grpSpPr>
        <p:sp>
          <p:nvSpPr>
            <p:cNvPr id="4305" name="Google Shape;4305;p183"/>
            <p:cNvSpPr/>
            <p:nvPr/>
          </p:nvSpPr>
          <p:spPr>
            <a:xfrm>
              <a:off x="6229350" y="4314825"/>
              <a:ext cx="3303600" cy="1181100"/>
            </a:xfrm>
            <a:prstGeom prst="rect">
              <a:avLst/>
            </a:prstGeom>
            <a:solidFill>
              <a:srgbClr val="66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06" name="Google Shape;4306;p183"/>
            <p:cNvPicPr preferRelativeResize="0"/>
            <p:nvPr/>
          </p:nvPicPr>
          <p:blipFill>
            <a:blip r:embed="rId6">
              <a:alphaModFix/>
            </a:blip>
            <a:stretch>
              <a:fillRect/>
            </a:stretch>
          </p:blipFill>
          <p:spPr>
            <a:xfrm>
              <a:off x="6305550" y="4381500"/>
              <a:ext cx="1055625" cy="1055625"/>
            </a:xfrm>
            <a:prstGeom prst="rect">
              <a:avLst/>
            </a:prstGeom>
            <a:noFill/>
            <a:ln>
              <a:noFill/>
            </a:ln>
          </p:spPr>
        </p:pic>
        <p:pic>
          <p:nvPicPr>
            <p:cNvPr id="4307" name="Google Shape;4307;p183"/>
            <p:cNvPicPr preferRelativeResize="0"/>
            <p:nvPr/>
          </p:nvPicPr>
          <p:blipFill>
            <a:blip r:embed="rId6">
              <a:alphaModFix/>
            </a:blip>
            <a:stretch>
              <a:fillRect/>
            </a:stretch>
          </p:blipFill>
          <p:spPr>
            <a:xfrm>
              <a:off x="7410450" y="4381500"/>
              <a:ext cx="1055625" cy="1055625"/>
            </a:xfrm>
            <a:prstGeom prst="rect">
              <a:avLst/>
            </a:prstGeom>
            <a:noFill/>
            <a:ln>
              <a:noFill/>
            </a:ln>
          </p:spPr>
        </p:pic>
      </p:grpSp>
      <p:sp>
        <p:nvSpPr>
          <p:cNvPr id="4308" name="Google Shape;4308;p183"/>
          <p:cNvSpPr txBox="1"/>
          <p:nvPr/>
        </p:nvSpPr>
        <p:spPr>
          <a:xfrm>
            <a:off x="7934325" y="14668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Production Servers</a:t>
            </a:r>
            <a:endParaRPr b="1" sz="800">
              <a:latin typeface="Red Hat Text"/>
              <a:ea typeface="Red Hat Text"/>
              <a:cs typeface="Red Hat Text"/>
              <a:sym typeface="Red Hat Text"/>
            </a:endParaRPr>
          </a:p>
        </p:txBody>
      </p:sp>
      <p:sp>
        <p:nvSpPr>
          <p:cNvPr id="4309" name="Google Shape;4309;p183"/>
          <p:cNvSpPr txBox="1"/>
          <p:nvPr/>
        </p:nvSpPr>
        <p:spPr>
          <a:xfrm>
            <a:off x="7943850" y="30670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QA Servers</a:t>
            </a:r>
            <a:endParaRPr b="1" sz="800">
              <a:latin typeface="Red Hat Text"/>
              <a:ea typeface="Red Hat Text"/>
              <a:cs typeface="Red Hat Text"/>
              <a:sym typeface="Red Hat Text"/>
            </a:endParaRPr>
          </a:p>
        </p:txBody>
      </p:sp>
      <p:sp>
        <p:nvSpPr>
          <p:cNvPr id="4310" name="Google Shape;4310;p183"/>
          <p:cNvSpPr txBox="1"/>
          <p:nvPr/>
        </p:nvSpPr>
        <p:spPr>
          <a:xfrm>
            <a:off x="7926525" y="4580025"/>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Development Servers</a:t>
            </a:r>
            <a:endParaRPr b="1" sz="800">
              <a:latin typeface="Red Hat Text"/>
              <a:ea typeface="Red Hat Text"/>
              <a:cs typeface="Red Hat Text"/>
              <a:sym typeface="Red Hat Text"/>
            </a:endParaRPr>
          </a:p>
        </p:txBody>
      </p:sp>
      <p:sp>
        <p:nvSpPr>
          <p:cNvPr id="4311" name="Google Shape;4311;p183"/>
          <p:cNvSpPr/>
          <p:nvPr/>
        </p:nvSpPr>
        <p:spPr>
          <a:xfrm>
            <a:off x="6076950" y="5458125"/>
            <a:ext cx="871128" cy="495288"/>
          </a:xfrm>
          <a:prstGeom prst="flowChartDocumen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solidFill>
                  <a:schemeClr val="dk1"/>
                </a:solidFill>
              </a:rPr>
              <a:t>SOE_JAVA_1</a:t>
            </a:r>
            <a:endParaRPr b="1" sz="800">
              <a:solidFill>
                <a:schemeClr val="dk1"/>
              </a:solidFill>
            </a:endParaRPr>
          </a:p>
          <a:p>
            <a:pPr indent="0" lvl="0" marL="0" rtl="0" algn="l">
              <a:spcBef>
                <a:spcPts val="0"/>
              </a:spcBef>
              <a:spcAft>
                <a:spcPts val="0"/>
              </a:spcAft>
              <a:buNone/>
            </a:pPr>
            <a:r>
              <a:rPr b="1" lang="en" sz="800">
                <a:solidFill>
                  <a:schemeClr val="dk1"/>
                </a:solidFill>
              </a:rPr>
              <a:t>v3.0</a:t>
            </a:r>
            <a:endParaRPr b="1" sz="800">
              <a:solidFill>
                <a:schemeClr val="dk1"/>
              </a:solidFill>
            </a:endParaRPr>
          </a:p>
          <a:p>
            <a:pPr indent="0" lvl="0" marL="0" rtl="0" algn="l">
              <a:spcBef>
                <a:spcPts val="0"/>
              </a:spcBef>
              <a:spcAft>
                <a:spcPts val="0"/>
              </a:spcAft>
              <a:buNone/>
            </a:pPr>
            <a:r>
              <a:rPr b="1" lang="en" sz="800">
                <a:solidFill>
                  <a:schemeClr val="dk1"/>
                </a:solidFill>
              </a:rPr>
              <a:t>2022-08</a:t>
            </a:r>
            <a:endParaRPr b="1" sz="800">
              <a:solidFill>
                <a:schemeClr val="dk1"/>
              </a:solidFill>
            </a:endParaRPr>
          </a:p>
        </p:txBody>
      </p:sp>
      <p:sp>
        <p:nvSpPr>
          <p:cNvPr id="4312" name="Google Shape;4312;p183"/>
          <p:cNvSpPr/>
          <p:nvPr/>
        </p:nvSpPr>
        <p:spPr>
          <a:xfrm>
            <a:off x="6076950" y="3924450"/>
            <a:ext cx="871128" cy="495288"/>
          </a:xfrm>
          <a:prstGeom prst="flowChartDocumen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solidFill>
                  <a:schemeClr val="dk1"/>
                </a:solidFill>
              </a:rPr>
              <a:t>SOE_JAVA_1</a:t>
            </a:r>
            <a:endParaRPr b="1" sz="800">
              <a:solidFill>
                <a:schemeClr val="dk1"/>
              </a:solidFill>
            </a:endParaRPr>
          </a:p>
          <a:p>
            <a:pPr indent="0" lvl="0" marL="0" rtl="0" algn="l">
              <a:spcBef>
                <a:spcPts val="0"/>
              </a:spcBef>
              <a:spcAft>
                <a:spcPts val="0"/>
              </a:spcAft>
              <a:buNone/>
            </a:pPr>
            <a:r>
              <a:rPr b="1" lang="en" sz="800">
                <a:solidFill>
                  <a:schemeClr val="dk1"/>
                </a:solidFill>
              </a:rPr>
              <a:t>v2.0</a:t>
            </a:r>
            <a:endParaRPr b="1" sz="800">
              <a:solidFill>
                <a:schemeClr val="dk1"/>
              </a:solidFill>
            </a:endParaRPr>
          </a:p>
          <a:p>
            <a:pPr indent="0" lvl="0" marL="0" rtl="0" algn="l">
              <a:spcBef>
                <a:spcPts val="0"/>
              </a:spcBef>
              <a:spcAft>
                <a:spcPts val="0"/>
              </a:spcAft>
              <a:buNone/>
            </a:pPr>
            <a:r>
              <a:rPr b="1" lang="en" sz="800">
                <a:solidFill>
                  <a:schemeClr val="dk1"/>
                </a:solidFill>
              </a:rPr>
              <a:t>2022-07</a:t>
            </a:r>
            <a:endParaRPr b="1" sz="800">
              <a:solidFill>
                <a:schemeClr val="dk1"/>
              </a:solidFill>
            </a:endParaRPr>
          </a:p>
        </p:txBody>
      </p:sp>
      <p:sp>
        <p:nvSpPr>
          <p:cNvPr id="4313" name="Google Shape;4313;p183"/>
          <p:cNvSpPr/>
          <p:nvPr/>
        </p:nvSpPr>
        <p:spPr>
          <a:xfrm>
            <a:off x="6076950" y="2390775"/>
            <a:ext cx="871128" cy="495288"/>
          </a:xfrm>
          <a:prstGeom prst="flowChartDocumen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SOE_JAVA_1</a:t>
            </a:r>
            <a:endParaRPr b="1" sz="800"/>
          </a:p>
          <a:p>
            <a:pPr indent="0" lvl="0" marL="0" rtl="0" algn="l">
              <a:spcBef>
                <a:spcPts val="0"/>
              </a:spcBef>
              <a:spcAft>
                <a:spcPts val="0"/>
              </a:spcAft>
              <a:buNone/>
            </a:pPr>
            <a:r>
              <a:rPr b="1" lang="en" sz="800"/>
              <a:t>v1.0</a:t>
            </a:r>
            <a:endParaRPr b="1" sz="800"/>
          </a:p>
          <a:p>
            <a:pPr indent="0" lvl="0" marL="0" rtl="0" algn="l">
              <a:spcBef>
                <a:spcPts val="0"/>
              </a:spcBef>
              <a:spcAft>
                <a:spcPts val="0"/>
              </a:spcAft>
              <a:buNone/>
            </a:pPr>
            <a:r>
              <a:rPr b="1" lang="en" sz="800"/>
              <a:t>2022-06</a:t>
            </a:r>
            <a:endParaRPr b="1" sz="800"/>
          </a:p>
        </p:txBody>
      </p:sp>
      <p:sp>
        <p:nvSpPr>
          <p:cNvPr id="4314" name="Google Shape;4314;p183"/>
          <p:cNvSpPr txBox="1"/>
          <p:nvPr/>
        </p:nvSpPr>
        <p:spPr>
          <a:xfrm>
            <a:off x="5076825" y="14668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Production Lifecycle</a:t>
            </a:r>
            <a:endParaRPr b="1" sz="800">
              <a:latin typeface="Red Hat Text"/>
              <a:ea typeface="Red Hat Text"/>
              <a:cs typeface="Red Hat Text"/>
              <a:sym typeface="Red Hat Text"/>
            </a:endParaRPr>
          </a:p>
        </p:txBody>
      </p:sp>
      <p:sp>
        <p:nvSpPr>
          <p:cNvPr id="4315" name="Google Shape;4315;p183"/>
          <p:cNvSpPr/>
          <p:nvPr/>
        </p:nvSpPr>
        <p:spPr>
          <a:xfrm>
            <a:off x="5162550" y="1857375"/>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Other Content Views</a:t>
            </a:r>
            <a:endParaRPr b="1" sz="800"/>
          </a:p>
        </p:txBody>
      </p:sp>
      <p:sp>
        <p:nvSpPr>
          <p:cNvPr id="4316" name="Google Shape;4316;p183"/>
          <p:cNvSpPr/>
          <p:nvPr/>
        </p:nvSpPr>
        <p:spPr>
          <a:xfrm>
            <a:off x="5162550" y="3409950"/>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Other Content Views</a:t>
            </a:r>
            <a:endParaRPr b="1" sz="800"/>
          </a:p>
        </p:txBody>
      </p:sp>
      <p:sp>
        <p:nvSpPr>
          <p:cNvPr id="4317" name="Google Shape;4317;p183"/>
          <p:cNvSpPr/>
          <p:nvPr/>
        </p:nvSpPr>
        <p:spPr>
          <a:xfrm>
            <a:off x="5162550" y="5010150"/>
            <a:ext cx="871128" cy="49528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Other Content Views</a:t>
            </a:r>
            <a:endParaRPr b="1" sz="800"/>
          </a:p>
        </p:txBody>
      </p:sp>
      <p:sp>
        <p:nvSpPr>
          <p:cNvPr id="4318" name="Google Shape;4318;p183"/>
          <p:cNvSpPr/>
          <p:nvPr/>
        </p:nvSpPr>
        <p:spPr>
          <a:xfrm>
            <a:off x="1189151" y="2149175"/>
            <a:ext cx="422051" cy="374700"/>
          </a:xfrm>
          <a:prstGeom prst="downArrow">
            <a:avLst>
              <a:gd fmla="val 50000" name="adj1"/>
              <a:gd fmla="val 50000" name="adj2"/>
            </a:avLst>
          </a:prstGeom>
          <a:solidFill>
            <a:srgbClr val="93C47D"/>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9" name="Google Shape;4319;p183"/>
          <p:cNvSpPr/>
          <p:nvPr/>
        </p:nvSpPr>
        <p:spPr>
          <a:xfrm>
            <a:off x="1793545" y="2146848"/>
            <a:ext cx="400200" cy="374700"/>
          </a:xfrm>
          <a:prstGeom prst="downArrow">
            <a:avLst>
              <a:gd fmla="val 50000" name="adj1"/>
              <a:gd fmla="val 50000" name="adj2"/>
            </a:avLst>
          </a:prstGeom>
          <a:solidFill>
            <a:srgbClr val="CC412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20" name="Google Shape;4320;p183"/>
          <p:cNvCxnSpPr>
            <a:stCxn id="4294" idx="3"/>
            <a:endCxn id="4311" idx="1"/>
          </p:cNvCxnSpPr>
          <p:nvPr/>
        </p:nvCxnSpPr>
        <p:spPr>
          <a:xfrm flipH="1" rot="10800000">
            <a:off x="4262733" y="5705859"/>
            <a:ext cx="1814100" cy="276600"/>
          </a:xfrm>
          <a:prstGeom prst="curvedConnector3">
            <a:avLst>
              <a:gd fmla="val 50003" name="adj1"/>
            </a:avLst>
          </a:prstGeom>
          <a:noFill/>
          <a:ln cap="flat" cmpd="sng" w="28575">
            <a:solidFill>
              <a:schemeClr val="dk1"/>
            </a:solidFill>
            <a:prstDash val="solid"/>
            <a:round/>
            <a:headEnd len="med" w="med" type="none"/>
            <a:tailEnd len="med" w="med" type="triangle"/>
          </a:ln>
        </p:spPr>
      </p:cxnSp>
      <p:cxnSp>
        <p:nvCxnSpPr>
          <p:cNvPr id="4321" name="Google Shape;4321;p183"/>
          <p:cNvCxnSpPr>
            <a:stCxn id="4311" idx="3"/>
            <a:endCxn id="4305" idx="1"/>
          </p:cNvCxnSpPr>
          <p:nvPr/>
        </p:nvCxnSpPr>
        <p:spPr>
          <a:xfrm flipH="1" rot="10800000">
            <a:off x="6948078" y="5457969"/>
            <a:ext cx="978300" cy="247800"/>
          </a:xfrm>
          <a:prstGeom prst="curvedConnector3">
            <a:avLst>
              <a:gd fmla="val 50008" name="adj1"/>
            </a:avLst>
          </a:prstGeom>
          <a:noFill/>
          <a:ln cap="flat" cmpd="sng" w="28575">
            <a:solidFill>
              <a:schemeClr val="dk1"/>
            </a:solidFill>
            <a:prstDash val="solid"/>
            <a:round/>
            <a:headEnd len="med" w="med" type="none"/>
            <a:tailEnd len="med" w="med" type="triangle"/>
          </a:ln>
        </p:spPr>
      </p:cxnSp>
      <p:cxnSp>
        <p:nvCxnSpPr>
          <p:cNvPr id="4322" name="Google Shape;4322;p183"/>
          <p:cNvCxnSpPr>
            <a:stCxn id="4290" idx="3"/>
            <a:endCxn id="4312" idx="1"/>
          </p:cNvCxnSpPr>
          <p:nvPr/>
        </p:nvCxnSpPr>
        <p:spPr>
          <a:xfrm>
            <a:off x="4262733" y="3925059"/>
            <a:ext cx="1814100" cy="246900"/>
          </a:xfrm>
          <a:prstGeom prst="curvedConnector3">
            <a:avLst>
              <a:gd fmla="val 50003" name="adj1"/>
            </a:avLst>
          </a:prstGeom>
          <a:noFill/>
          <a:ln cap="flat" cmpd="sng" w="28575">
            <a:solidFill>
              <a:schemeClr val="dk1"/>
            </a:solidFill>
            <a:prstDash val="solid"/>
            <a:round/>
            <a:headEnd len="med" w="med" type="none"/>
            <a:tailEnd len="med" w="med" type="triangle"/>
          </a:ln>
        </p:spPr>
      </p:cxnSp>
      <p:cxnSp>
        <p:nvCxnSpPr>
          <p:cNvPr id="4323" name="Google Shape;4323;p183"/>
          <p:cNvCxnSpPr>
            <a:stCxn id="4312" idx="3"/>
            <a:endCxn id="4302" idx="1"/>
          </p:cNvCxnSpPr>
          <p:nvPr/>
        </p:nvCxnSpPr>
        <p:spPr>
          <a:xfrm flipH="1" rot="10800000">
            <a:off x="6948078" y="3943194"/>
            <a:ext cx="1045200" cy="228900"/>
          </a:xfrm>
          <a:prstGeom prst="curvedConnector3">
            <a:avLst>
              <a:gd fmla="val 49996" name="adj1"/>
            </a:avLst>
          </a:prstGeom>
          <a:noFill/>
          <a:ln cap="flat" cmpd="sng" w="28575">
            <a:solidFill>
              <a:schemeClr val="dk1"/>
            </a:solidFill>
            <a:prstDash val="solid"/>
            <a:round/>
            <a:headEnd len="med" w="med" type="none"/>
            <a:tailEnd len="med" w="med" type="triangle"/>
          </a:ln>
        </p:spPr>
      </p:cxnSp>
      <p:cxnSp>
        <p:nvCxnSpPr>
          <p:cNvPr id="4324" name="Google Shape;4324;p183"/>
          <p:cNvCxnSpPr>
            <a:stCxn id="4290" idx="3"/>
            <a:endCxn id="4313" idx="1"/>
          </p:cNvCxnSpPr>
          <p:nvPr/>
        </p:nvCxnSpPr>
        <p:spPr>
          <a:xfrm flipH="1" rot="10800000">
            <a:off x="4262733" y="2638359"/>
            <a:ext cx="1814100" cy="1286700"/>
          </a:xfrm>
          <a:prstGeom prst="curvedConnector3">
            <a:avLst>
              <a:gd fmla="val 37044" name="adj1"/>
            </a:avLst>
          </a:prstGeom>
          <a:noFill/>
          <a:ln cap="flat" cmpd="sng" w="28575">
            <a:solidFill>
              <a:schemeClr val="dk1"/>
            </a:solidFill>
            <a:prstDash val="solid"/>
            <a:round/>
            <a:headEnd len="med" w="med" type="none"/>
            <a:tailEnd len="med" w="med" type="triangle"/>
          </a:ln>
        </p:spPr>
      </p:cxnSp>
      <p:cxnSp>
        <p:nvCxnSpPr>
          <p:cNvPr id="4325" name="Google Shape;4325;p183"/>
          <p:cNvCxnSpPr>
            <a:stCxn id="4313" idx="3"/>
            <a:endCxn id="4297" idx="1"/>
          </p:cNvCxnSpPr>
          <p:nvPr/>
        </p:nvCxnSpPr>
        <p:spPr>
          <a:xfrm flipH="1" rot="10800000">
            <a:off x="6948078" y="2371719"/>
            <a:ext cx="1035600" cy="266700"/>
          </a:xfrm>
          <a:prstGeom prst="curvedConnector3">
            <a:avLst>
              <a:gd fmla="val 50000" name="adj1"/>
            </a:avLst>
          </a:prstGeom>
          <a:noFill/>
          <a:ln cap="flat" cmpd="sng" w="28575">
            <a:solidFill>
              <a:schemeClr val="dk1"/>
            </a:solidFill>
            <a:prstDash val="solid"/>
            <a:round/>
            <a:headEnd len="med" w="med" type="none"/>
            <a:tailEnd len="med" w="med" type="triangle"/>
          </a:ln>
        </p:spPr>
      </p:cxnSp>
      <p:sp>
        <p:nvSpPr>
          <p:cNvPr id="4326" name="Google Shape;4326;p183"/>
          <p:cNvSpPr txBox="1"/>
          <p:nvPr/>
        </p:nvSpPr>
        <p:spPr>
          <a:xfrm>
            <a:off x="5076825" y="30670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Qualification Lifecycle</a:t>
            </a:r>
            <a:endParaRPr b="1" sz="800">
              <a:latin typeface="Red Hat Text"/>
              <a:ea typeface="Red Hat Text"/>
              <a:cs typeface="Red Hat Text"/>
              <a:sym typeface="Red Hat Text"/>
            </a:endParaRPr>
          </a:p>
        </p:txBody>
      </p:sp>
      <p:sp>
        <p:nvSpPr>
          <p:cNvPr id="4327" name="Google Shape;4327;p183"/>
          <p:cNvSpPr txBox="1"/>
          <p:nvPr/>
        </p:nvSpPr>
        <p:spPr>
          <a:xfrm>
            <a:off x="5076825" y="4629672"/>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Development  Lifecycle</a:t>
            </a:r>
            <a:endParaRPr b="1" sz="800">
              <a:latin typeface="Red Hat Text"/>
              <a:ea typeface="Red Hat Text"/>
              <a:cs typeface="Red Hat Text"/>
              <a:sym typeface="Red Hat Text"/>
            </a:endParaRPr>
          </a:p>
        </p:txBody>
      </p:sp>
      <p:sp>
        <p:nvSpPr>
          <p:cNvPr id="4328" name="Google Shape;4328;p183"/>
          <p:cNvSpPr txBox="1"/>
          <p:nvPr/>
        </p:nvSpPr>
        <p:spPr>
          <a:xfrm>
            <a:off x="5076825" y="1238250"/>
            <a:ext cx="1829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latin typeface="Red Hat Text"/>
                <a:ea typeface="Red Hat Text"/>
                <a:cs typeface="Red Hat Text"/>
                <a:sym typeface="Red Hat Text"/>
              </a:rPr>
              <a:t>Retirement Lifecycle</a:t>
            </a:r>
            <a:endParaRPr b="1" sz="800">
              <a:latin typeface="Red Hat Text"/>
              <a:ea typeface="Red Hat Text"/>
              <a:cs typeface="Red Hat Text"/>
              <a:sym typeface="Red Hat Text"/>
            </a:endParaRPr>
          </a:p>
        </p:txBody>
      </p:sp>
      <p:cxnSp>
        <p:nvCxnSpPr>
          <p:cNvPr id="4329" name="Google Shape;4329;p183"/>
          <p:cNvCxnSpPr>
            <a:stCxn id="4292" idx="3"/>
            <a:endCxn id="4328" idx="1"/>
          </p:cNvCxnSpPr>
          <p:nvPr/>
        </p:nvCxnSpPr>
        <p:spPr>
          <a:xfrm flipH="1" rot="10800000">
            <a:off x="4262733" y="1392159"/>
            <a:ext cx="814200" cy="1161300"/>
          </a:xfrm>
          <a:prstGeom prst="curvedConnector3">
            <a:avLst>
              <a:gd fmla="val 49993" name="adj1"/>
            </a:avLst>
          </a:prstGeom>
          <a:noFill/>
          <a:ln cap="flat" cmpd="sng" w="28575">
            <a:solidFill>
              <a:schemeClr val="dk1"/>
            </a:solidFill>
            <a:prstDash val="solid"/>
            <a:round/>
            <a:headEnd len="med" w="med" type="none"/>
            <a:tailEnd len="med" w="med" type="triangle"/>
          </a:ln>
        </p:spPr>
      </p:cxnSp>
      <p:sp>
        <p:nvSpPr>
          <p:cNvPr id="4330" name="Google Shape;4330;p183"/>
          <p:cNvSpPr/>
          <p:nvPr/>
        </p:nvSpPr>
        <p:spPr>
          <a:xfrm>
            <a:off x="127350" y="2595575"/>
            <a:ext cx="871128" cy="495288"/>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SOE_RHEL8</a:t>
            </a:r>
            <a:endParaRPr b="1" sz="800"/>
          </a:p>
          <a:p>
            <a:pPr indent="0" lvl="0" marL="0" rtl="0" algn="l">
              <a:spcBef>
                <a:spcPts val="0"/>
              </a:spcBef>
              <a:spcAft>
                <a:spcPts val="0"/>
              </a:spcAft>
              <a:buNone/>
            </a:pPr>
            <a:r>
              <a:rPr b="1" lang="en" sz="800"/>
              <a:t>CV</a:t>
            </a:r>
            <a:endParaRPr b="1" sz="800"/>
          </a:p>
        </p:txBody>
      </p:sp>
      <p:sp>
        <p:nvSpPr>
          <p:cNvPr id="4331" name="Google Shape;4331;p183"/>
          <p:cNvSpPr/>
          <p:nvPr/>
        </p:nvSpPr>
        <p:spPr>
          <a:xfrm>
            <a:off x="1259888" y="2574238"/>
            <a:ext cx="871128" cy="495288"/>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Java App 1 CV</a:t>
            </a:r>
            <a:endParaRPr b="1" sz="800"/>
          </a:p>
        </p:txBody>
      </p:sp>
      <p:sp>
        <p:nvSpPr>
          <p:cNvPr id="4332" name="Google Shape;4332;p183"/>
          <p:cNvSpPr/>
          <p:nvPr/>
        </p:nvSpPr>
        <p:spPr>
          <a:xfrm>
            <a:off x="1031988" y="2701915"/>
            <a:ext cx="186900" cy="173700"/>
          </a:xfrm>
          <a:prstGeom prst="mathPlus">
            <a:avLst>
              <a:gd fmla="val 23520" name="adj1"/>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33" name="Google Shape;4333;p183"/>
          <p:cNvGrpSpPr/>
          <p:nvPr/>
        </p:nvGrpSpPr>
        <p:grpSpPr>
          <a:xfrm>
            <a:off x="990600" y="3990975"/>
            <a:ext cx="1342008" cy="1028700"/>
            <a:chOff x="1066800" y="3381375"/>
            <a:chExt cx="1342008" cy="1028700"/>
          </a:xfrm>
        </p:grpSpPr>
        <p:sp>
          <p:nvSpPr>
            <p:cNvPr id="4289" name="Google Shape;4289;p183"/>
            <p:cNvSpPr/>
            <p:nvPr/>
          </p:nvSpPr>
          <p:spPr>
            <a:xfrm>
              <a:off x="1066800" y="3381375"/>
              <a:ext cx="1342008" cy="1028700"/>
            </a:xfrm>
            <a:prstGeom prst="flowChartDocument">
              <a:avLst/>
            </a:prstGeom>
            <a:solidFill>
              <a:srgbClr val="F1C23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1"/>
                  </a:solidFill>
                </a:rPr>
                <a:t>SOE_JAVA_1</a:t>
              </a:r>
              <a:endParaRPr b="1" sz="800">
                <a:solidFill>
                  <a:schemeClr val="dk1"/>
                </a:solidFill>
              </a:endParaRPr>
            </a:p>
            <a:p>
              <a:pPr indent="0" lvl="0" marL="0" rtl="0" algn="l">
                <a:spcBef>
                  <a:spcPts val="0"/>
                </a:spcBef>
                <a:spcAft>
                  <a:spcPts val="0"/>
                </a:spcAft>
                <a:buNone/>
              </a:pPr>
              <a:r>
                <a:rPr b="1" lang="en" sz="800">
                  <a:solidFill>
                    <a:schemeClr val="dk1"/>
                  </a:solidFill>
                </a:rPr>
                <a:t>Composite</a:t>
              </a:r>
              <a:endParaRPr b="1" sz="800">
                <a:solidFill>
                  <a:schemeClr val="dk1"/>
                </a:solidFill>
              </a:endParaRPr>
            </a:p>
          </p:txBody>
        </p:sp>
        <p:sp>
          <p:nvSpPr>
            <p:cNvPr id="4334" name="Google Shape;4334;p183"/>
            <p:cNvSpPr/>
            <p:nvPr/>
          </p:nvSpPr>
          <p:spPr>
            <a:xfrm>
              <a:off x="1174240" y="4032847"/>
              <a:ext cx="614412" cy="228906"/>
            </a:xfrm>
            <a:prstGeom prst="flowChartDocumen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R</a:t>
              </a:r>
              <a:r>
                <a:rPr b="1" lang="en" sz="800"/>
                <a:t>HEL8</a:t>
              </a:r>
              <a:endParaRPr b="1" sz="800"/>
            </a:p>
          </p:txBody>
        </p:sp>
        <p:sp>
          <p:nvSpPr>
            <p:cNvPr id="4335" name="Google Shape;4335;p183"/>
            <p:cNvSpPr/>
            <p:nvPr/>
          </p:nvSpPr>
          <p:spPr>
            <a:xfrm>
              <a:off x="1726403" y="3737428"/>
              <a:ext cx="614412" cy="228906"/>
            </a:xfrm>
            <a:prstGeom prst="flowChartDocumen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t>JAVA_1</a:t>
              </a:r>
              <a:endParaRPr b="1" sz="800"/>
            </a:p>
          </p:txBody>
        </p:sp>
      </p:grpSp>
      <p:sp>
        <p:nvSpPr>
          <p:cNvPr id="4294" name="Google Shape;4294;p183"/>
          <p:cNvSpPr/>
          <p:nvPr/>
        </p:nvSpPr>
        <p:spPr>
          <a:xfrm>
            <a:off x="2920725" y="5610075"/>
            <a:ext cx="1342008" cy="744768"/>
          </a:xfrm>
          <a:prstGeom prst="flowChartDocument">
            <a:avLst/>
          </a:prstGeom>
          <a:solidFill>
            <a:srgbClr val="F1C23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1"/>
                </a:solidFill>
              </a:rPr>
              <a:t>SOE_JAVA_1</a:t>
            </a:r>
            <a:endParaRPr b="1" sz="800">
              <a:solidFill>
                <a:schemeClr val="dk1"/>
              </a:solidFill>
            </a:endParaRPr>
          </a:p>
          <a:p>
            <a:pPr indent="0" lvl="0" marL="0" rtl="0" algn="l">
              <a:spcBef>
                <a:spcPts val="0"/>
              </a:spcBef>
              <a:spcAft>
                <a:spcPts val="0"/>
              </a:spcAft>
              <a:buNone/>
            </a:pPr>
            <a:r>
              <a:rPr b="1" lang="en" sz="800">
                <a:solidFill>
                  <a:schemeClr val="dk1"/>
                </a:solidFill>
              </a:rPr>
              <a:t>Composite</a:t>
            </a:r>
            <a:endParaRPr b="1" sz="800">
              <a:solidFill>
                <a:schemeClr val="dk1"/>
              </a:solidFill>
            </a:endParaRPr>
          </a:p>
          <a:p>
            <a:pPr indent="0" lvl="0" marL="0" rtl="0" algn="l">
              <a:spcBef>
                <a:spcPts val="0"/>
              </a:spcBef>
              <a:spcAft>
                <a:spcPts val="0"/>
              </a:spcAft>
              <a:buNone/>
            </a:pPr>
            <a:r>
              <a:t/>
            </a:r>
            <a:endParaRPr b="1" sz="800">
              <a:solidFill>
                <a:schemeClr val="dk1"/>
              </a:solidFill>
            </a:endParaRPr>
          </a:p>
          <a:p>
            <a:pPr indent="0" lvl="0" marL="0" rtl="0" algn="l">
              <a:spcBef>
                <a:spcPts val="0"/>
              </a:spcBef>
              <a:spcAft>
                <a:spcPts val="0"/>
              </a:spcAft>
              <a:buNone/>
            </a:pPr>
            <a:r>
              <a:rPr b="1" lang="en" sz="800">
                <a:solidFill>
                  <a:schemeClr val="dk1"/>
                </a:solidFill>
              </a:rPr>
              <a:t>Version 3</a:t>
            </a:r>
            <a:endParaRPr b="1" sz="800">
              <a:solidFill>
                <a:schemeClr val="dk1"/>
              </a:solidFill>
            </a:endParaRPr>
          </a:p>
        </p:txBody>
      </p:sp>
      <p:sp>
        <p:nvSpPr>
          <p:cNvPr id="4290" name="Google Shape;4290;p183"/>
          <p:cNvSpPr/>
          <p:nvPr/>
        </p:nvSpPr>
        <p:spPr>
          <a:xfrm>
            <a:off x="2920725" y="3552675"/>
            <a:ext cx="1342008" cy="744768"/>
          </a:xfrm>
          <a:prstGeom prst="flowChartDocument">
            <a:avLst/>
          </a:prstGeom>
          <a:solidFill>
            <a:srgbClr val="F1C23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1"/>
                </a:solidFill>
              </a:rPr>
              <a:t>SOE_JAVA_1</a:t>
            </a:r>
            <a:endParaRPr b="1" sz="800">
              <a:solidFill>
                <a:schemeClr val="dk1"/>
              </a:solidFill>
            </a:endParaRPr>
          </a:p>
          <a:p>
            <a:pPr indent="0" lvl="0" marL="0" rtl="0" algn="l">
              <a:spcBef>
                <a:spcPts val="0"/>
              </a:spcBef>
              <a:spcAft>
                <a:spcPts val="0"/>
              </a:spcAft>
              <a:buNone/>
            </a:pPr>
            <a:r>
              <a:rPr b="1" lang="en" sz="800">
                <a:solidFill>
                  <a:schemeClr val="dk1"/>
                </a:solidFill>
              </a:rPr>
              <a:t>Composite</a:t>
            </a:r>
            <a:endParaRPr b="1" sz="800">
              <a:solidFill>
                <a:schemeClr val="dk1"/>
              </a:solidFill>
            </a:endParaRPr>
          </a:p>
          <a:p>
            <a:pPr indent="0" lvl="0" marL="0" rtl="0" algn="l">
              <a:spcBef>
                <a:spcPts val="0"/>
              </a:spcBef>
              <a:spcAft>
                <a:spcPts val="0"/>
              </a:spcAft>
              <a:buNone/>
            </a:pPr>
            <a:r>
              <a:t/>
            </a:r>
            <a:endParaRPr b="1" sz="800">
              <a:solidFill>
                <a:schemeClr val="dk1"/>
              </a:solidFill>
            </a:endParaRPr>
          </a:p>
          <a:p>
            <a:pPr indent="0" lvl="0" marL="0" rtl="0" algn="l">
              <a:spcBef>
                <a:spcPts val="0"/>
              </a:spcBef>
              <a:spcAft>
                <a:spcPts val="0"/>
              </a:spcAft>
              <a:buNone/>
            </a:pPr>
            <a:r>
              <a:rPr b="1" lang="en" sz="800">
                <a:solidFill>
                  <a:schemeClr val="dk1"/>
                </a:solidFill>
              </a:rPr>
              <a:t>Version 2</a:t>
            </a:r>
            <a:endParaRPr b="1" sz="800">
              <a:solidFill>
                <a:schemeClr val="dk1"/>
              </a:solidFill>
            </a:endParaRPr>
          </a:p>
        </p:txBody>
      </p:sp>
      <p:sp>
        <p:nvSpPr>
          <p:cNvPr id="4292" name="Google Shape;4292;p183"/>
          <p:cNvSpPr/>
          <p:nvPr/>
        </p:nvSpPr>
        <p:spPr>
          <a:xfrm>
            <a:off x="2920725" y="2181075"/>
            <a:ext cx="1342008" cy="744768"/>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1"/>
                </a:solidFill>
              </a:rPr>
              <a:t>SOE_JAVA_1</a:t>
            </a:r>
            <a:endParaRPr b="1" sz="800">
              <a:solidFill>
                <a:schemeClr val="dk1"/>
              </a:solidFill>
            </a:endParaRPr>
          </a:p>
          <a:p>
            <a:pPr indent="0" lvl="0" marL="0" rtl="0" algn="l">
              <a:spcBef>
                <a:spcPts val="0"/>
              </a:spcBef>
              <a:spcAft>
                <a:spcPts val="0"/>
              </a:spcAft>
              <a:buNone/>
            </a:pPr>
            <a:r>
              <a:rPr b="1" lang="en" sz="800">
                <a:solidFill>
                  <a:schemeClr val="dk1"/>
                </a:solidFill>
              </a:rPr>
              <a:t>Composite</a:t>
            </a:r>
            <a:endParaRPr b="1" sz="800">
              <a:solidFill>
                <a:schemeClr val="dk1"/>
              </a:solidFill>
            </a:endParaRPr>
          </a:p>
          <a:p>
            <a:pPr indent="0" lvl="0" marL="0" rtl="0" algn="l">
              <a:spcBef>
                <a:spcPts val="0"/>
              </a:spcBef>
              <a:spcAft>
                <a:spcPts val="0"/>
              </a:spcAft>
              <a:buNone/>
            </a:pPr>
            <a:r>
              <a:t/>
            </a:r>
            <a:endParaRPr b="1" sz="800">
              <a:solidFill>
                <a:schemeClr val="dk1"/>
              </a:solidFill>
            </a:endParaRPr>
          </a:p>
          <a:p>
            <a:pPr indent="0" lvl="0" marL="0" rtl="0" algn="l">
              <a:spcBef>
                <a:spcPts val="0"/>
              </a:spcBef>
              <a:spcAft>
                <a:spcPts val="0"/>
              </a:spcAft>
              <a:buNone/>
            </a:pPr>
            <a:r>
              <a:rPr b="1" lang="en" sz="800">
                <a:solidFill>
                  <a:schemeClr val="dk1"/>
                </a:solidFill>
              </a:rPr>
              <a:t>Version 1</a:t>
            </a:r>
            <a:endParaRPr b="1" sz="800">
              <a:solidFill>
                <a:schemeClr val="dk1"/>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9" name="Shape 4339"/>
        <p:cNvGrpSpPr/>
        <p:nvPr/>
      </p:nvGrpSpPr>
      <p:grpSpPr>
        <a:xfrm>
          <a:off x="0" y="0"/>
          <a:ext cx="0" cy="0"/>
          <a:chOff x="0" y="0"/>
          <a:chExt cx="0" cy="0"/>
        </a:xfrm>
      </p:grpSpPr>
      <p:sp>
        <p:nvSpPr>
          <p:cNvPr id="4340" name="Google Shape;4340;p184"/>
          <p:cNvSpPr txBox="1"/>
          <p:nvPr>
            <p:ph idx="4" type="subTitle"/>
          </p:nvPr>
        </p:nvSpPr>
        <p:spPr>
          <a:xfrm>
            <a:off x="1066836" y="1653550"/>
            <a:ext cx="10058400" cy="2919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Initial Lifecycle</a:t>
            </a:r>
            <a:endParaRPr/>
          </a:p>
        </p:txBody>
      </p:sp>
      <p:sp>
        <p:nvSpPr>
          <p:cNvPr id="4341" name="Google Shape;4341;p184"/>
          <p:cNvSpPr txBox="1"/>
          <p:nvPr>
            <p:ph type="title"/>
          </p:nvPr>
        </p:nvSpPr>
        <p:spPr>
          <a:xfrm>
            <a:off x="1066764" y="1100350"/>
            <a:ext cx="100584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Standard Operating Environment</a:t>
            </a:r>
            <a:endParaRPr/>
          </a:p>
        </p:txBody>
      </p:sp>
      <p:sp>
        <p:nvSpPr>
          <p:cNvPr id="4342" name="Google Shape;4342;p18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343" name="Google Shape;4343;p184"/>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Standard Operating Environment</a:t>
            </a:r>
            <a:endParaRPr/>
          </a:p>
        </p:txBody>
      </p:sp>
      <p:sp>
        <p:nvSpPr>
          <p:cNvPr id="4344" name="Google Shape;4344;p184"/>
          <p:cNvSpPr/>
          <p:nvPr/>
        </p:nvSpPr>
        <p:spPr>
          <a:xfrm>
            <a:off x="457200" y="2047150"/>
            <a:ext cx="10972800" cy="615300"/>
          </a:xfrm>
          <a:prstGeom prst="rightArrow">
            <a:avLst>
              <a:gd fmla="val 50000" name="adj1"/>
              <a:gd fmla="val 50000" name="adj2"/>
            </a:avLst>
          </a:prstGeom>
          <a:solidFill>
            <a:srgbClr val="F56D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grpSp>
        <p:nvGrpSpPr>
          <p:cNvPr id="4345" name="Google Shape;4345;p184"/>
          <p:cNvGrpSpPr/>
          <p:nvPr/>
        </p:nvGrpSpPr>
        <p:grpSpPr>
          <a:xfrm>
            <a:off x="914400" y="2505561"/>
            <a:ext cx="914400" cy="729600"/>
            <a:chOff x="813675" y="2734161"/>
            <a:chExt cx="914400" cy="729600"/>
          </a:xfrm>
        </p:grpSpPr>
        <p:sp>
          <p:nvSpPr>
            <p:cNvPr id="4346" name="Google Shape;4346;p184"/>
            <p:cNvSpPr txBox="1"/>
            <p:nvPr/>
          </p:nvSpPr>
          <p:spPr>
            <a:xfrm>
              <a:off x="813675" y="3035961"/>
              <a:ext cx="914400" cy="42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Red Hat Display"/>
                  <a:ea typeface="Red Hat Display"/>
                  <a:cs typeface="Red Hat Display"/>
                  <a:sym typeface="Red Hat Display"/>
                </a:rPr>
                <a:t>Sept</a:t>
              </a:r>
              <a:endParaRPr sz="1800">
                <a:latin typeface="Red Hat Display"/>
                <a:ea typeface="Red Hat Display"/>
                <a:cs typeface="Red Hat Display"/>
                <a:sym typeface="Red Hat Display"/>
              </a:endParaRPr>
            </a:p>
          </p:txBody>
        </p:sp>
        <p:cxnSp>
          <p:nvCxnSpPr>
            <p:cNvPr id="4347" name="Google Shape;4347;p184"/>
            <p:cNvCxnSpPr/>
            <p:nvPr/>
          </p:nvCxnSpPr>
          <p:spPr>
            <a:xfrm flipH="1" rot="10800000">
              <a:off x="1270875" y="2734161"/>
              <a:ext cx="7200" cy="301800"/>
            </a:xfrm>
            <a:prstGeom prst="straightConnector1">
              <a:avLst/>
            </a:prstGeom>
            <a:noFill/>
            <a:ln cap="flat" cmpd="sng" w="9525">
              <a:solidFill>
                <a:schemeClr val="dk2"/>
              </a:solidFill>
              <a:prstDash val="solid"/>
              <a:round/>
              <a:headEnd len="med" w="med" type="none"/>
              <a:tailEnd len="med" w="med" type="triangle"/>
            </a:ln>
          </p:spPr>
        </p:cxnSp>
      </p:grpSp>
      <p:grpSp>
        <p:nvGrpSpPr>
          <p:cNvPr id="4348" name="Google Shape;4348;p184"/>
          <p:cNvGrpSpPr/>
          <p:nvPr/>
        </p:nvGrpSpPr>
        <p:grpSpPr>
          <a:xfrm>
            <a:off x="2743200" y="2505561"/>
            <a:ext cx="914400" cy="729600"/>
            <a:chOff x="813675" y="2734161"/>
            <a:chExt cx="914400" cy="729600"/>
          </a:xfrm>
        </p:grpSpPr>
        <p:sp>
          <p:nvSpPr>
            <p:cNvPr id="4349" name="Google Shape;4349;p184"/>
            <p:cNvSpPr txBox="1"/>
            <p:nvPr/>
          </p:nvSpPr>
          <p:spPr>
            <a:xfrm>
              <a:off x="813675" y="3035961"/>
              <a:ext cx="914400" cy="42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Red Hat Display"/>
                  <a:ea typeface="Red Hat Display"/>
                  <a:cs typeface="Red Hat Display"/>
                  <a:sym typeface="Red Hat Display"/>
                </a:rPr>
                <a:t>Oct</a:t>
              </a:r>
              <a:endParaRPr sz="1800">
                <a:latin typeface="Red Hat Display"/>
                <a:ea typeface="Red Hat Display"/>
                <a:cs typeface="Red Hat Display"/>
                <a:sym typeface="Red Hat Display"/>
              </a:endParaRPr>
            </a:p>
          </p:txBody>
        </p:sp>
        <p:cxnSp>
          <p:nvCxnSpPr>
            <p:cNvPr id="4350" name="Google Shape;4350;p184"/>
            <p:cNvCxnSpPr/>
            <p:nvPr/>
          </p:nvCxnSpPr>
          <p:spPr>
            <a:xfrm flipH="1" rot="10800000">
              <a:off x="1270875" y="2734161"/>
              <a:ext cx="7200" cy="301800"/>
            </a:xfrm>
            <a:prstGeom prst="straightConnector1">
              <a:avLst/>
            </a:prstGeom>
            <a:noFill/>
            <a:ln cap="flat" cmpd="sng" w="9525">
              <a:solidFill>
                <a:schemeClr val="dk2"/>
              </a:solidFill>
              <a:prstDash val="solid"/>
              <a:round/>
              <a:headEnd len="med" w="med" type="none"/>
              <a:tailEnd len="med" w="med" type="triangle"/>
            </a:ln>
          </p:spPr>
        </p:cxnSp>
      </p:grpSp>
      <p:grpSp>
        <p:nvGrpSpPr>
          <p:cNvPr id="4351" name="Google Shape;4351;p184"/>
          <p:cNvGrpSpPr/>
          <p:nvPr/>
        </p:nvGrpSpPr>
        <p:grpSpPr>
          <a:xfrm>
            <a:off x="4572000" y="2505561"/>
            <a:ext cx="914400" cy="729600"/>
            <a:chOff x="813675" y="2734161"/>
            <a:chExt cx="914400" cy="729600"/>
          </a:xfrm>
        </p:grpSpPr>
        <p:sp>
          <p:nvSpPr>
            <p:cNvPr id="4352" name="Google Shape;4352;p184"/>
            <p:cNvSpPr txBox="1"/>
            <p:nvPr/>
          </p:nvSpPr>
          <p:spPr>
            <a:xfrm>
              <a:off x="813675" y="3035961"/>
              <a:ext cx="914400" cy="42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Red Hat Display"/>
                  <a:ea typeface="Red Hat Display"/>
                  <a:cs typeface="Red Hat Display"/>
                  <a:sym typeface="Red Hat Display"/>
                </a:rPr>
                <a:t>Nov</a:t>
              </a:r>
              <a:endParaRPr sz="1800">
                <a:latin typeface="Red Hat Display"/>
                <a:ea typeface="Red Hat Display"/>
                <a:cs typeface="Red Hat Display"/>
                <a:sym typeface="Red Hat Display"/>
              </a:endParaRPr>
            </a:p>
          </p:txBody>
        </p:sp>
        <p:cxnSp>
          <p:nvCxnSpPr>
            <p:cNvPr id="4353" name="Google Shape;4353;p184"/>
            <p:cNvCxnSpPr/>
            <p:nvPr/>
          </p:nvCxnSpPr>
          <p:spPr>
            <a:xfrm flipH="1" rot="10800000">
              <a:off x="1270875" y="2734161"/>
              <a:ext cx="7200" cy="301800"/>
            </a:xfrm>
            <a:prstGeom prst="straightConnector1">
              <a:avLst/>
            </a:prstGeom>
            <a:noFill/>
            <a:ln cap="flat" cmpd="sng" w="9525">
              <a:solidFill>
                <a:schemeClr val="dk2"/>
              </a:solidFill>
              <a:prstDash val="solid"/>
              <a:round/>
              <a:headEnd len="med" w="med" type="none"/>
              <a:tailEnd len="med" w="med" type="triangle"/>
            </a:ln>
          </p:spPr>
        </p:cxnSp>
      </p:grpSp>
      <p:grpSp>
        <p:nvGrpSpPr>
          <p:cNvPr id="4354" name="Google Shape;4354;p184"/>
          <p:cNvGrpSpPr/>
          <p:nvPr/>
        </p:nvGrpSpPr>
        <p:grpSpPr>
          <a:xfrm>
            <a:off x="6400800" y="2505561"/>
            <a:ext cx="914400" cy="729600"/>
            <a:chOff x="813675" y="2734161"/>
            <a:chExt cx="914400" cy="729600"/>
          </a:xfrm>
        </p:grpSpPr>
        <p:sp>
          <p:nvSpPr>
            <p:cNvPr id="4355" name="Google Shape;4355;p184"/>
            <p:cNvSpPr txBox="1"/>
            <p:nvPr/>
          </p:nvSpPr>
          <p:spPr>
            <a:xfrm>
              <a:off x="813675" y="3035961"/>
              <a:ext cx="914400" cy="42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Red Hat Display"/>
                  <a:ea typeface="Red Hat Display"/>
                  <a:cs typeface="Red Hat Display"/>
                  <a:sym typeface="Red Hat Display"/>
                </a:rPr>
                <a:t>Dec</a:t>
              </a:r>
              <a:endParaRPr sz="1800">
                <a:latin typeface="Red Hat Display"/>
                <a:ea typeface="Red Hat Display"/>
                <a:cs typeface="Red Hat Display"/>
                <a:sym typeface="Red Hat Display"/>
              </a:endParaRPr>
            </a:p>
          </p:txBody>
        </p:sp>
        <p:cxnSp>
          <p:nvCxnSpPr>
            <p:cNvPr id="4356" name="Google Shape;4356;p184"/>
            <p:cNvCxnSpPr/>
            <p:nvPr/>
          </p:nvCxnSpPr>
          <p:spPr>
            <a:xfrm flipH="1" rot="10800000">
              <a:off x="1270875" y="2734161"/>
              <a:ext cx="7200" cy="301800"/>
            </a:xfrm>
            <a:prstGeom prst="straightConnector1">
              <a:avLst/>
            </a:prstGeom>
            <a:noFill/>
            <a:ln cap="flat" cmpd="sng" w="9525">
              <a:solidFill>
                <a:schemeClr val="dk2"/>
              </a:solidFill>
              <a:prstDash val="solid"/>
              <a:round/>
              <a:headEnd len="med" w="med" type="none"/>
              <a:tailEnd len="med" w="med" type="triangle"/>
            </a:ln>
          </p:spPr>
        </p:cxnSp>
      </p:grpSp>
      <p:grpSp>
        <p:nvGrpSpPr>
          <p:cNvPr id="4357" name="Google Shape;4357;p184"/>
          <p:cNvGrpSpPr/>
          <p:nvPr/>
        </p:nvGrpSpPr>
        <p:grpSpPr>
          <a:xfrm>
            <a:off x="8229600" y="2505561"/>
            <a:ext cx="914400" cy="729600"/>
            <a:chOff x="813675" y="2734161"/>
            <a:chExt cx="914400" cy="729600"/>
          </a:xfrm>
        </p:grpSpPr>
        <p:sp>
          <p:nvSpPr>
            <p:cNvPr id="4358" name="Google Shape;4358;p184"/>
            <p:cNvSpPr txBox="1"/>
            <p:nvPr/>
          </p:nvSpPr>
          <p:spPr>
            <a:xfrm>
              <a:off x="813675" y="3035961"/>
              <a:ext cx="914400" cy="42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Red Hat Display"/>
                  <a:ea typeface="Red Hat Display"/>
                  <a:cs typeface="Red Hat Display"/>
                  <a:sym typeface="Red Hat Display"/>
                </a:rPr>
                <a:t>Jan</a:t>
              </a:r>
              <a:endParaRPr sz="1800">
                <a:latin typeface="Red Hat Display"/>
                <a:ea typeface="Red Hat Display"/>
                <a:cs typeface="Red Hat Display"/>
                <a:sym typeface="Red Hat Display"/>
              </a:endParaRPr>
            </a:p>
          </p:txBody>
        </p:sp>
        <p:cxnSp>
          <p:nvCxnSpPr>
            <p:cNvPr id="4359" name="Google Shape;4359;p184"/>
            <p:cNvCxnSpPr/>
            <p:nvPr/>
          </p:nvCxnSpPr>
          <p:spPr>
            <a:xfrm flipH="1" rot="10800000">
              <a:off x="1270875" y="2734161"/>
              <a:ext cx="7200" cy="301800"/>
            </a:xfrm>
            <a:prstGeom prst="straightConnector1">
              <a:avLst/>
            </a:prstGeom>
            <a:noFill/>
            <a:ln cap="flat" cmpd="sng" w="9525">
              <a:solidFill>
                <a:schemeClr val="dk2"/>
              </a:solidFill>
              <a:prstDash val="solid"/>
              <a:round/>
              <a:headEnd len="med" w="med" type="none"/>
              <a:tailEnd len="med" w="med" type="triangle"/>
            </a:ln>
          </p:spPr>
        </p:cxnSp>
      </p:grpSp>
      <p:grpSp>
        <p:nvGrpSpPr>
          <p:cNvPr id="4360" name="Google Shape;4360;p184"/>
          <p:cNvGrpSpPr/>
          <p:nvPr/>
        </p:nvGrpSpPr>
        <p:grpSpPr>
          <a:xfrm>
            <a:off x="10058400" y="2505561"/>
            <a:ext cx="914400" cy="729600"/>
            <a:chOff x="813675" y="2734161"/>
            <a:chExt cx="914400" cy="729600"/>
          </a:xfrm>
        </p:grpSpPr>
        <p:sp>
          <p:nvSpPr>
            <p:cNvPr id="4361" name="Google Shape;4361;p184"/>
            <p:cNvSpPr txBox="1"/>
            <p:nvPr/>
          </p:nvSpPr>
          <p:spPr>
            <a:xfrm>
              <a:off x="813675" y="3035961"/>
              <a:ext cx="914400" cy="42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Red Hat Display"/>
                  <a:ea typeface="Red Hat Display"/>
                  <a:cs typeface="Red Hat Display"/>
                  <a:sym typeface="Red Hat Display"/>
                </a:rPr>
                <a:t>Feb</a:t>
              </a:r>
              <a:endParaRPr sz="1800">
                <a:latin typeface="Red Hat Display"/>
                <a:ea typeface="Red Hat Display"/>
                <a:cs typeface="Red Hat Display"/>
                <a:sym typeface="Red Hat Display"/>
              </a:endParaRPr>
            </a:p>
          </p:txBody>
        </p:sp>
        <p:cxnSp>
          <p:nvCxnSpPr>
            <p:cNvPr id="4362" name="Google Shape;4362;p184"/>
            <p:cNvCxnSpPr/>
            <p:nvPr/>
          </p:nvCxnSpPr>
          <p:spPr>
            <a:xfrm flipH="1" rot="10800000">
              <a:off x="1270875" y="2734161"/>
              <a:ext cx="7200" cy="301800"/>
            </a:xfrm>
            <a:prstGeom prst="straightConnector1">
              <a:avLst/>
            </a:prstGeom>
            <a:noFill/>
            <a:ln cap="flat" cmpd="sng" w="9525">
              <a:solidFill>
                <a:schemeClr val="dk2"/>
              </a:solidFill>
              <a:prstDash val="solid"/>
              <a:round/>
              <a:headEnd len="med" w="med" type="none"/>
              <a:tailEnd len="med" w="med" type="triangle"/>
            </a:ln>
          </p:spPr>
        </p:cxnSp>
      </p:grpSp>
      <p:cxnSp>
        <p:nvCxnSpPr>
          <p:cNvPr id="4363" name="Google Shape;4363;p184"/>
          <p:cNvCxnSpPr>
            <a:stCxn id="4364" idx="0"/>
            <a:endCxn id="4346" idx="2"/>
          </p:cNvCxnSpPr>
          <p:nvPr/>
        </p:nvCxnSpPr>
        <p:spPr>
          <a:xfrm flipH="1" rot="5400000">
            <a:off x="1550250" y="3056375"/>
            <a:ext cx="709500" cy="1066800"/>
          </a:xfrm>
          <a:prstGeom prst="curvedConnector3">
            <a:avLst>
              <a:gd fmla="val 49990" name="adj1"/>
            </a:avLst>
          </a:prstGeom>
          <a:noFill/>
          <a:ln cap="flat" cmpd="sng" w="38100">
            <a:solidFill>
              <a:schemeClr val="accent1"/>
            </a:solidFill>
            <a:prstDash val="solid"/>
            <a:round/>
            <a:headEnd len="med" w="med" type="none"/>
            <a:tailEnd len="med" w="med" type="triangle"/>
          </a:ln>
        </p:spPr>
      </p:cxnSp>
      <p:cxnSp>
        <p:nvCxnSpPr>
          <p:cNvPr id="4365" name="Google Shape;4365;p184"/>
          <p:cNvCxnSpPr>
            <a:stCxn id="4366" idx="0"/>
            <a:endCxn id="4349" idx="2"/>
          </p:cNvCxnSpPr>
          <p:nvPr/>
        </p:nvCxnSpPr>
        <p:spPr>
          <a:xfrm flipH="1" rot="5400000">
            <a:off x="4293450" y="2141975"/>
            <a:ext cx="709500" cy="2895600"/>
          </a:xfrm>
          <a:prstGeom prst="curvedConnector3">
            <a:avLst>
              <a:gd fmla="val 49990" name="adj1"/>
            </a:avLst>
          </a:prstGeom>
          <a:noFill/>
          <a:ln cap="flat" cmpd="sng" w="38100">
            <a:solidFill>
              <a:schemeClr val="accent1"/>
            </a:solidFill>
            <a:prstDash val="solid"/>
            <a:round/>
            <a:headEnd len="med" w="med" type="none"/>
            <a:tailEnd len="med" w="med" type="triangle"/>
          </a:ln>
        </p:spPr>
      </p:cxnSp>
      <p:cxnSp>
        <p:nvCxnSpPr>
          <p:cNvPr id="4367" name="Google Shape;4367;p184"/>
          <p:cNvCxnSpPr>
            <a:stCxn id="4368" idx="0"/>
            <a:endCxn id="4352" idx="2"/>
          </p:cNvCxnSpPr>
          <p:nvPr/>
        </p:nvCxnSpPr>
        <p:spPr>
          <a:xfrm flipH="1" rot="5400000">
            <a:off x="7036650" y="1227575"/>
            <a:ext cx="709500" cy="4724400"/>
          </a:xfrm>
          <a:prstGeom prst="curvedConnector3">
            <a:avLst>
              <a:gd fmla="val 49990" name="adj1"/>
            </a:avLst>
          </a:prstGeom>
          <a:noFill/>
          <a:ln cap="flat" cmpd="sng" w="38100">
            <a:solidFill>
              <a:schemeClr val="accent1"/>
            </a:solidFill>
            <a:prstDash val="solid"/>
            <a:round/>
            <a:headEnd len="med" w="med" type="none"/>
            <a:tailEnd len="med" w="med" type="triangle"/>
          </a:ln>
        </p:spPr>
      </p:cxnSp>
      <p:sp>
        <p:nvSpPr>
          <p:cNvPr id="4366" name="Google Shape;4366;p184"/>
          <p:cNvSpPr/>
          <p:nvPr/>
        </p:nvSpPr>
        <p:spPr>
          <a:xfrm>
            <a:off x="4495800" y="3944525"/>
            <a:ext cx="3200400" cy="22860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Display"/>
                <a:ea typeface="Red Hat Display"/>
                <a:cs typeface="Red Hat Display"/>
                <a:sym typeface="Red Hat Display"/>
              </a:rPr>
              <a:t>QA v2</a:t>
            </a:r>
            <a:endParaRPr>
              <a:latin typeface="Red Hat Display"/>
              <a:ea typeface="Red Hat Display"/>
              <a:cs typeface="Red Hat Display"/>
              <a:sym typeface="Red Hat Display"/>
            </a:endParaRPr>
          </a:p>
        </p:txBody>
      </p:sp>
      <p:pic>
        <p:nvPicPr>
          <p:cNvPr id="4369" name="Google Shape;4369;p184"/>
          <p:cNvPicPr preferRelativeResize="0"/>
          <p:nvPr/>
        </p:nvPicPr>
        <p:blipFill>
          <a:blip r:embed="rId3">
            <a:alphaModFix/>
          </a:blip>
          <a:stretch>
            <a:fillRect/>
          </a:stretch>
        </p:blipFill>
        <p:spPr>
          <a:xfrm>
            <a:off x="5726107" y="5271199"/>
            <a:ext cx="717973" cy="288747"/>
          </a:xfrm>
          <a:prstGeom prst="rect">
            <a:avLst/>
          </a:prstGeom>
          <a:noFill/>
          <a:ln>
            <a:noFill/>
          </a:ln>
        </p:spPr>
      </p:pic>
      <p:pic>
        <p:nvPicPr>
          <p:cNvPr id="4370" name="Google Shape;4370;p184"/>
          <p:cNvPicPr preferRelativeResize="0"/>
          <p:nvPr/>
        </p:nvPicPr>
        <p:blipFill>
          <a:blip r:embed="rId3">
            <a:alphaModFix/>
          </a:blip>
          <a:stretch>
            <a:fillRect/>
          </a:stretch>
        </p:blipFill>
        <p:spPr>
          <a:xfrm>
            <a:off x="5726107" y="4509199"/>
            <a:ext cx="717973" cy="288747"/>
          </a:xfrm>
          <a:prstGeom prst="rect">
            <a:avLst/>
          </a:prstGeom>
          <a:noFill/>
          <a:ln>
            <a:noFill/>
          </a:ln>
        </p:spPr>
      </p:pic>
      <p:sp>
        <p:nvSpPr>
          <p:cNvPr id="4364" name="Google Shape;4364;p184"/>
          <p:cNvSpPr/>
          <p:nvPr/>
        </p:nvSpPr>
        <p:spPr>
          <a:xfrm>
            <a:off x="838200" y="3944525"/>
            <a:ext cx="3200400" cy="22860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Display"/>
                <a:ea typeface="Red Hat Display"/>
                <a:cs typeface="Red Hat Display"/>
                <a:sym typeface="Red Hat Display"/>
              </a:rPr>
              <a:t>Production v1</a:t>
            </a:r>
            <a:endParaRPr>
              <a:latin typeface="Red Hat Display"/>
              <a:ea typeface="Red Hat Display"/>
              <a:cs typeface="Red Hat Display"/>
              <a:sym typeface="Red Hat Display"/>
            </a:endParaRPr>
          </a:p>
        </p:txBody>
      </p:sp>
      <p:pic>
        <p:nvPicPr>
          <p:cNvPr id="4371" name="Google Shape;4371;p184"/>
          <p:cNvPicPr preferRelativeResize="0"/>
          <p:nvPr/>
        </p:nvPicPr>
        <p:blipFill>
          <a:blip r:embed="rId3">
            <a:alphaModFix/>
          </a:blip>
          <a:stretch>
            <a:fillRect/>
          </a:stretch>
        </p:blipFill>
        <p:spPr>
          <a:xfrm>
            <a:off x="2068507" y="5652199"/>
            <a:ext cx="717973" cy="288747"/>
          </a:xfrm>
          <a:prstGeom prst="rect">
            <a:avLst/>
          </a:prstGeom>
          <a:noFill/>
          <a:ln cap="flat" cmpd="sng" w="38100">
            <a:solidFill>
              <a:schemeClr val="accent1"/>
            </a:solidFill>
            <a:prstDash val="solid"/>
            <a:round/>
            <a:headEnd len="sm" w="sm" type="none"/>
            <a:tailEnd len="sm" w="sm" type="none"/>
          </a:ln>
        </p:spPr>
      </p:pic>
      <p:sp>
        <p:nvSpPr>
          <p:cNvPr id="4368" name="Google Shape;4368;p184"/>
          <p:cNvSpPr/>
          <p:nvPr/>
        </p:nvSpPr>
        <p:spPr>
          <a:xfrm>
            <a:off x="8153400" y="3944525"/>
            <a:ext cx="3200400" cy="22860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Display"/>
                <a:ea typeface="Red Hat Display"/>
                <a:cs typeface="Red Hat Display"/>
                <a:sym typeface="Red Hat Display"/>
              </a:rPr>
              <a:t>Development v3</a:t>
            </a:r>
            <a:endParaRPr>
              <a:latin typeface="Red Hat Display"/>
              <a:ea typeface="Red Hat Display"/>
              <a:cs typeface="Red Hat Display"/>
              <a:sym typeface="Red Hat Display"/>
            </a:endParaRPr>
          </a:p>
        </p:txBody>
      </p:sp>
      <p:pic>
        <p:nvPicPr>
          <p:cNvPr id="4372" name="Google Shape;4372;p184"/>
          <p:cNvPicPr preferRelativeResize="0"/>
          <p:nvPr/>
        </p:nvPicPr>
        <p:blipFill>
          <a:blip r:embed="rId3">
            <a:alphaModFix/>
          </a:blip>
          <a:stretch>
            <a:fillRect/>
          </a:stretch>
        </p:blipFill>
        <p:spPr>
          <a:xfrm>
            <a:off x="9002707" y="5042599"/>
            <a:ext cx="717973" cy="288747"/>
          </a:xfrm>
          <a:prstGeom prst="rect">
            <a:avLst/>
          </a:prstGeom>
          <a:noFill/>
          <a:ln>
            <a:noFill/>
          </a:ln>
        </p:spPr>
      </p:pic>
      <p:pic>
        <p:nvPicPr>
          <p:cNvPr id="4373" name="Google Shape;4373;p184"/>
          <p:cNvPicPr preferRelativeResize="0"/>
          <p:nvPr/>
        </p:nvPicPr>
        <p:blipFill>
          <a:blip r:embed="rId3">
            <a:alphaModFix/>
          </a:blip>
          <a:stretch>
            <a:fillRect/>
          </a:stretch>
        </p:blipFill>
        <p:spPr>
          <a:xfrm>
            <a:off x="9612307" y="4585399"/>
            <a:ext cx="717973" cy="288747"/>
          </a:xfrm>
          <a:prstGeom prst="rect">
            <a:avLst/>
          </a:prstGeom>
          <a:noFill/>
          <a:ln>
            <a:noFill/>
          </a:ln>
        </p:spPr>
      </p:pic>
      <p:pic>
        <p:nvPicPr>
          <p:cNvPr id="4374" name="Google Shape;4374;p184"/>
          <p:cNvPicPr preferRelativeResize="0"/>
          <p:nvPr/>
        </p:nvPicPr>
        <p:blipFill>
          <a:blip r:embed="rId3">
            <a:alphaModFix/>
          </a:blip>
          <a:stretch>
            <a:fillRect/>
          </a:stretch>
        </p:blipFill>
        <p:spPr>
          <a:xfrm>
            <a:off x="2068507" y="5118799"/>
            <a:ext cx="717973" cy="288747"/>
          </a:xfrm>
          <a:prstGeom prst="rect">
            <a:avLst/>
          </a:prstGeom>
          <a:noFill/>
          <a:ln>
            <a:noFill/>
          </a:ln>
        </p:spPr>
      </p:pic>
      <p:pic>
        <p:nvPicPr>
          <p:cNvPr id="4375" name="Google Shape;4375;p184"/>
          <p:cNvPicPr preferRelativeResize="0"/>
          <p:nvPr/>
        </p:nvPicPr>
        <p:blipFill>
          <a:blip r:embed="rId3">
            <a:alphaModFix/>
          </a:blip>
          <a:stretch>
            <a:fillRect/>
          </a:stretch>
        </p:blipFill>
        <p:spPr>
          <a:xfrm>
            <a:off x="2068507" y="4585399"/>
            <a:ext cx="717973" cy="288747"/>
          </a:xfrm>
          <a:prstGeom prst="rect">
            <a:avLst/>
          </a:prstGeom>
          <a:noFill/>
          <a:ln>
            <a:noFill/>
          </a:ln>
        </p:spPr>
      </p:pic>
      <p:pic>
        <p:nvPicPr>
          <p:cNvPr id="4376" name="Google Shape;4376;p184"/>
          <p:cNvPicPr preferRelativeResize="0"/>
          <p:nvPr/>
        </p:nvPicPr>
        <p:blipFill>
          <a:blip r:embed="rId3">
            <a:alphaModFix/>
          </a:blip>
          <a:stretch>
            <a:fillRect/>
          </a:stretch>
        </p:blipFill>
        <p:spPr>
          <a:xfrm>
            <a:off x="5726107" y="4890199"/>
            <a:ext cx="717973" cy="288747"/>
          </a:xfrm>
          <a:prstGeom prst="rect">
            <a:avLst/>
          </a:prstGeom>
          <a:noFill/>
          <a:ln>
            <a:noFill/>
          </a:ln>
        </p:spPr>
      </p:pic>
      <p:pic>
        <p:nvPicPr>
          <p:cNvPr id="4377" name="Google Shape;4377;p184"/>
          <p:cNvPicPr preferRelativeResize="0"/>
          <p:nvPr/>
        </p:nvPicPr>
        <p:blipFill>
          <a:blip r:embed="rId3">
            <a:alphaModFix/>
          </a:blip>
          <a:stretch>
            <a:fillRect/>
          </a:stretch>
        </p:blipFill>
        <p:spPr>
          <a:xfrm>
            <a:off x="5726107" y="5652199"/>
            <a:ext cx="717973" cy="288747"/>
          </a:xfrm>
          <a:prstGeom prst="rect">
            <a:avLst/>
          </a:prstGeom>
          <a:noFill/>
          <a:ln cap="flat" cmpd="sng" w="38100">
            <a:solidFill>
              <a:schemeClr val="accent1"/>
            </a:solidFill>
            <a:prstDash val="solid"/>
            <a:round/>
            <a:headEnd len="sm" w="sm" type="none"/>
            <a:tailEnd len="sm" w="sm" type="none"/>
          </a:ln>
        </p:spPr>
      </p:pic>
      <p:pic>
        <p:nvPicPr>
          <p:cNvPr id="4378" name="Google Shape;4378;p184"/>
          <p:cNvPicPr preferRelativeResize="0"/>
          <p:nvPr/>
        </p:nvPicPr>
        <p:blipFill>
          <a:blip r:embed="rId3">
            <a:alphaModFix/>
          </a:blip>
          <a:stretch>
            <a:fillRect/>
          </a:stretch>
        </p:blipFill>
        <p:spPr>
          <a:xfrm>
            <a:off x="9155107" y="5499799"/>
            <a:ext cx="717973" cy="288747"/>
          </a:xfrm>
          <a:prstGeom prst="rect">
            <a:avLst/>
          </a:prstGeom>
          <a:noFill/>
          <a:ln cap="flat" cmpd="sng" w="38100">
            <a:solidFill>
              <a:schemeClr val="accent1"/>
            </a:solidFill>
            <a:prstDash val="solid"/>
            <a:round/>
            <a:headEnd len="sm" w="sm" type="none"/>
            <a:tailEnd len="sm" w="sm" type="none"/>
          </a:ln>
        </p:spPr>
      </p:pic>
      <p:sp>
        <p:nvSpPr>
          <p:cNvPr id="4379" name="Google Shape;4379;p184"/>
          <p:cNvSpPr txBox="1"/>
          <p:nvPr/>
        </p:nvSpPr>
        <p:spPr>
          <a:xfrm>
            <a:off x="4572000" y="1805950"/>
            <a:ext cx="914400" cy="36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Red Hat Display"/>
                <a:ea typeface="Red Hat Display"/>
                <a:cs typeface="Red Hat Display"/>
                <a:sym typeface="Red Hat Display"/>
              </a:rPr>
              <a:t>Now</a:t>
            </a:r>
            <a:endParaRPr>
              <a:solidFill>
                <a:schemeClr val="accent1"/>
              </a:solidFill>
              <a:latin typeface="Red Hat Display"/>
              <a:ea typeface="Red Hat Display"/>
              <a:cs typeface="Red Hat Display"/>
              <a:sym typeface="Red Hat Display"/>
            </a:endParaRPr>
          </a:p>
        </p:txBody>
      </p:sp>
      <p:sp>
        <p:nvSpPr>
          <p:cNvPr id="4380" name="Google Shape;4380;p184"/>
          <p:cNvSpPr txBox="1"/>
          <p:nvPr/>
        </p:nvSpPr>
        <p:spPr>
          <a:xfrm>
            <a:off x="914400" y="2158450"/>
            <a:ext cx="914400" cy="36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ed Hat Display"/>
                <a:ea typeface="Red Hat Display"/>
                <a:cs typeface="Red Hat Display"/>
                <a:sym typeface="Red Hat Display"/>
              </a:rPr>
              <a:t>v1</a:t>
            </a:r>
            <a:endParaRPr>
              <a:solidFill>
                <a:schemeClr val="lt1"/>
              </a:solidFill>
              <a:latin typeface="Red Hat Display"/>
              <a:ea typeface="Red Hat Display"/>
              <a:cs typeface="Red Hat Display"/>
              <a:sym typeface="Red Hat Display"/>
            </a:endParaRPr>
          </a:p>
        </p:txBody>
      </p:sp>
      <p:sp>
        <p:nvSpPr>
          <p:cNvPr id="4381" name="Google Shape;4381;p184"/>
          <p:cNvSpPr txBox="1"/>
          <p:nvPr/>
        </p:nvSpPr>
        <p:spPr>
          <a:xfrm>
            <a:off x="2743200" y="2158450"/>
            <a:ext cx="914400" cy="36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ed Hat Display"/>
                <a:ea typeface="Red Hat Display"/>
                <a:cs typeface="Red Hat Display"/>
                <a:sym typeface="Red Hat Display"/>
              </a:rPr>
              <a:t>v2</a:t>
            </a:r>
            <a:endParaRPr>
              <a:solidFill>
                <a:schemeClr val="lt1"/>
              </a:solidFill>
              <a:latin typeface="Red Hat Display"/>
              <a:ea typeface="Red Hat Display"/>
              <a:cs typeface="Red Hat Display"/>
              <a:sym typeface="Red Hat Display"/>
            </a:endParaRPr>
          </a:p>
        </p:txBody>
      </p:sp>
      <p:sp>
        <p:nvSpPr>
          <p:cNvPr id="4382" name="Google Shape;4382;p184"/>
          <p:cNvSpPr txBox="1"/>
          <p:nvPr/>
        </p:nvSpPr>
        <p:spPr>
          <a:xfrm>
            <a:off x="4572000" y="2158450"/>
            <a:ext cx="914400" cy="36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ed Hat Display"/>
                <a:ea typeface="Red Hat Display"/>
                <a:cs typeface="Red Hat Display"/>
                <a:sym typeface="Red Hat Display"/>
              </a:rPr>
              <a:t>v3</a:t>
            </a:r>
            <a:endParaRPr>
              <a:solidFill>
                <a:schemeClr val="lt1"/>
              </a:solidFill>
              <a:latin typeface="Red Hat Display"/>
              <a:ea typeface="Red Hat Display"/>
              <a:cs typeface="Red Hat Display"/>
              <a:sym typeface="Red Hat Displa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65"/>
                                        </p:tgtEl>
                                        <p:attrNameLst>
                                          <p:attrName>style.visibility</p:attrName>
                                        </p:attrNameLst>
                                      </p:cBhvr>
                                      <p:to>
                                        <p:strVal val="visible"/>
                                      </p:to>
                                    </p:set>
                                    <p:animEffect filter="fade" transition="in">
                                      <p:cBhvr>
                                        <p:cTn dur="1000"/>
                                        <p:tgtEl>
                                          <p:spTgt spid="4365"/>
                                        </p:tgtEl>
                                      </p:cBhvr>
                                    </p:animEffect>
                                  </p:childTnLst>
                                </p:cTn>
                              </p:par>
                              <p:par>
                                <p:cTn fill="hold" nodeType="withEffect" presetClass="entr" presetID="10" presetSubtype="0">
                                  <p:stCondLst>
                                    <p:cond delay="0"/>
                                  </p:stCondLst>
                                  <p:childTnLst>
                                    <p:set>
                                      <p:cBhvr>
                                        <p:cTn dur="1" fill="hold">
                                          <p:stCondLst>
                                            <p:cond delay="0"/>
                                          </p:stCondLst>
                                        </p:cTn>
                                        <p:tgtEl>
                                          <p:spTgt spid="4367"/>
                                        </p:tgtEl>
                                        <p:attrNameLst>
                                          <p:attrName>style.visibility</p:attrName>
                                        </p:attrNameLst>
                                      </p:cBhvr>
                                      <p:to>
                                        <p:strVal val="visible"/>
                                      </p:to>
                                    </p:set>
                                    <p:animEffect filter="fade" transition="in">
                                      <p:cBhvr>
                                        <p:cTn dur="1000"/>
                                        <p:tgtEl>
                                          <p:spTgt spid="4367"/>
                                        </p:tgtEl>
                                      </p:cBhvr>
                                    </p:animEffect>
                                  </p:childTnLst>
                                </p:cTn>
                              </p:par>
                              <p:par>
                                <p:cTn fill="hold" nodeType="withEffect" presetClass="entr" presetID="10" presetSubtype="0">
                                  <p:stCondLst>
                                    <p:cond delay="0"/>
                                  </p:stCondLst>
                                  <p:childTnLst>
                                    <p:set>
                                      <p:cBhvr>
                                        <p:cTn dur="1" fill="hold">
                                          <p:stCondLst>
                                            <p:cond delay="0"/>
                                          </p:stCondLst>
                                        </p:cTn>
                                        <p:tgtEl>
                                          <p:spTgt spid="4363"/>
                                        </p:tgtEl>
                                        <p:attrNameLst>
                                          <p:attrName>style.visibility</p:attrName>
                                        </p:attrNameLst>
                                      </p:cBhvr>
                                      <p:to>
                                        <p:strVal val="visible"/>
                                      </p:to>
                                    </p:set>
                                    <p:animEffect filter="fade" transition="in">
                                      <p:cBhvr>
                                        <p:cTn dur="1000"/>
                                        <p:tgtEl>
                                          <p:spTgt spid="43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7"/>
                                        </p:tgtEl>
                                        <p:attrNameLst>
                                          <p:attrName>style.visibility</p:attrName>
                                        </p:attrNameLst>
                                      </p:cBhvr>
                                      <p:to>
                                        <p:strVal val="visible"/>
                                      </p:to>
                                    </p:set>
                                    <p:animEffect filter="fade" transition="in">
                                      <p:cBhvr>
                                        <p:cTn dur="1000"/>
                                        <p:tgtEl>
                                          <p:spTgt spid="4377"/>
                                        </p:tgtEl>
                                      </p:cBhvr>
                                    </p:animEffect>
                                  </p:childTnLst>
                                </p:cTn>
                              </p:par>
                              <p:par>
                                <p:cTn fill="hold" nodeType="withEffect" presetClass="entr" presetID="10" presetSubtype="0">
                                  <p:stCondLst>
                                    <p:cond delay="0"/>
                                  </p:stCondLst>
                                  <p:childTnLst>
                                    <p:set>
                                      <p:cBhvr>
                                        <p:cTn dur="1" fill="hold">
                                          <p:stCondLst>
                                            <p:cond delay="0"/>
                                          </p:stCondLst>
                                        </p:cTn>
                                        <p:tgtEl>
                                          <p:spTgt spid="4378"/>
                                        </p:tgtEl>
                                        <p:attrNameLst>
                                          <p:attrName>style.visibility</p:attrName>
                                        </p:attrNameLst>
                                      </p:cBhvr>
                                      <p:to>
                                        <p:strVal val="visible"/>
                                      </p:to>
                                    </p:set>
                                    <p:animEffect filter="fade" transition="in">
                                      <p:cBhvr>
                                        <p:cTn dur="1000"/>
                                        <p:tgtEl>
                                          <p:spTgt spid="4378"/>
                                        </p:tgtEl>
                                      </p:cBhvr>
                                    </p:animEffect>
                                  </p:childTnLst>
                                </p:cTn>
                              </p:par>
                              <p:par>
                                <p:cTn fill="hold" nodeType="withEffect" presetClass="entr" presetID="10" presetSubtype="0">
                                  <p:stCondLst>
                                    <p:cond delay="0"/>
                                  </p:stCondLst>
                                  <p:childTnLst>
                                    <p:set>
                                      <p:cBhvr>
                                        <p:cTn dur="1" fill="hold">
                                          <p:stCondLst>
                                            <p:cond delay="0"/>
                                          </p:stCondLst>
                                        </p:cTn>
                                        <p:tgtEl>
                                          <p:spTgt spid="4371"/>
                                        </p:tgtEl>
                                        <p:attrNameLst>
                                          <p:attrName>style.visibility</p:attrName>
                                        </p:attrNameLst>
                                      </p:cBhvr>
                                      <p:to>
                                        <p:strVal val="visible"/>
                                      </p:to>
                                    </p:set>
                                    <p:animEffect filter="fade" transition="in">
                                      <p:cBhvr>
                                        <p:cTn dur="1000"/>
                                        <p:tgtEl>
                                          <p:spTgt spid="43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6" name="Shape 4386"/>
        <p:cNvGrpSpPr/>
        <p:nvPr/>
      </p:nvGrpSpPr>
      <p:grpSpPr>
        <a:xfrm>
          <a:off x="0" y="0"/>
          <a:ext cx="0" cy="0"/>
          <a:chOff x="0" y="0"/>
          <a:chExt cx="0" cy="0"/>
        </a:xfrm>
      </p:grpSpPr>
      <p:sp>
        <p:nvSpPr>
          <p:cNvPr id="4387" name="Google Shape;4387;p185"/>
          <p:cNvSpPr txBox="1"/>
          <p:nvPr>
            <p:ph type="title"/>
          </p:nvPr>
        </p:nvSpPr>
        <p:spPr>
          <a:xfrm>
            <a:off x="1066764" y="1100350"/>
            <a:ext cx="100584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Standard Operating Environment</a:t>
            </a:r>
            <a:endParaRPr/>
          </a:p>
        </p:txBody>
      </p:sp>
      <p:sp>
        <p:nvSpPr>
          <p:cNvPr id="4388" name="Google Shape;4388;p185"/>
          <p:cNvSpPr txBox="1"/>
          <p:nvPr>
            <p:ph idx="4" type="subTitle"/>
          </p:nvPr>
        </p:nvSpPr>
        <p:spPr>
          <a:xfrm>
            <a:off x="1066836" y="1653550"/>
            <a:ext cx="10058400" cy="2919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Lifecycle Promotion Sept → Oct → Nov → Dec</a:t>
            </a:r>
            <a:endParaRPr/>
          </a:p>
        </p:txBody>
      </p:sp>
      <p:sp>
        <p:nvSpPr>
          <p:cNvPr id="4389" name="Google Shape;4389;p18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390" name="Google Shape;4390;p185"/>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Standard Operating Environment</a:t>
            </a:r>
            <a:endParaRPr/>
          </a:p>
        </p:txBody>
      </p:sp>
      <p:sp>
        <p:nvSpPr>
          <p:cNvPr id="4391" name="Google Shape;4391;p185"/>
          <p:cNvSpPr/>
          <p:nvPr/>
        </p:nvSpPr>
        <p:spPr>
          <a:xfrm>
            <a:off x="457200" y="2047150"/>
            <a:ext cx="10972800" cy="615300"/>
          </a:xfrm>
          <a:prstGeom prst="rightArrow">
            <a:avLst>
              <a:gd fmla="val 50000" name="adj1"/>
              <a:gd fmla="val 50000" name="adj2"/>
            </a:avLst>
          </a:prstGeom>
          <a:solidFill>
            <a:srgbClr val="F56D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grpSp>
        <p:nvGrpSpPr>
          <p:cNvPr id="4392" name="Google Shape;4392;p185"/>
          <p:cNvGrpSpPr/>
          <p:nvPr/>
        </p:nvGrpSpPr>
        <p:grpSpPr>
          <a:xfrm>
            <a:off x="914400" y="2505561"/>
            <a:ext cx="914400" cy="729600"/>
            <a:chOff x="813675" y="2734161"/>
            <a:chExt cx="914400" cy="729600"/>
          </a:xfrm>
        </p:grpSpPr>
        <p:sp>
          <p:nvSpPr>
            <p:cNvPr id="4393" name="Google Shape;4393;p185"/>
            <p:cNvSpPr txBox="1"/>
            <p:nvPr/>
          </p:nvSpPr>
          <p:spPr>
            <a:xfrm>
              <a:off x="813675" y="3035961"/>
              <a:ext cx="914400" cy="42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Red Hat Display"/>
                  <a:ea typeface="Red Hat Display"/>
                  <a:cs typeface="Red Hat Display"/>
                  <a:sym typeface="Red Hat Display"/>
                </a:rPr>
                <a:t>Sept</a:t>
              </a:r>
              <a:endParaRPr sz="1800">
                <a:latin typeface="Red Hat Display"/>
                <a:ea typeface="Red Hat Display"/>
                <a:cs typeface="Red Hat Display"/>
                <a:sym typeface="Red Hat Display"/>
              </a:endParaRPr>
            </a:p>
          </p:txBody>
        </p:sp>
        <p:cxnSp>
          <p:nvCxnSpPr>
            <p:cNvPr id="4394" name="Google Shape;4394;p185"/>
            <p:cNvCxnSpPr/>
            <p:nvPr/>
          </p:nvCxnSpPr>
          <p:spPr>
            <a:xfrm flipH="1" rot="10800000">
              <a:off x="1270875" y="2734161"/>
              <a:ext cx="7200" cy="301800"/>
            </a:xfrm>
            <a:prstGeom prst="straightConnector1">
              <a:avLst/>
            </a:prstGeom>
            <a:noFill/>
            <a:ln cap="flat" cmpd="sng" w="9525">
              <a:solidFill>
                <a:schemeClr val="dk2"/>
              </a:solidFill>
              <a:prstDash val="solid"/>
              <a:round/>
              <a:headEnd len="med" w="med" type="none"/>
              <a:tailEnd len="med" w="med" type="triangle"/>
            </a:ln>
          </p:spPr>
        </p:cxnSp>
      </p:grpSp>
      <p:grpSp>
        <p:nvGrpSpPr>
          <p:cNvPr id="4395" name="Google Shape;4395;p185"/>
          <p:cNvGrpSpPr/>
          <p:nvPr/>
        </p:nvGrpSpPr>
        <p:grpSpPr>
          <a:xfrm>
            <a:off x="2743200" y="2505561"/>
            <a:ext cx="914400" cy="729600"/>
            <a:chOff x="813675" y="2734161"/>
            <a:chExt cx="914400" cy="729600"/>
          </a:xfrm>
        </p:grpSpPr>
        <p:sp>
          <p:nvSpPr>
            <p:cNvPr id="4396" name="Google Shape;4396;p185"/>
            <p:cNvSpPr txBox="1"/>
            <p:nvPr/>
          </p:nvSpPr>
          <p:spPr>
            <a:xfrm>
              <a:off x="813675" y="3035961"/>
              <a:ext cx="914400" cy="42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Red Hat Display"/>
                  <a:ea typeface="Red Hat Display"/>
                  <a:cs typeface="Red Hat Display"/>
                  <a:sym typeface="Red Hat Display"/>
                </a:rPr>
                <a:t>Oct</a:t>
              </a:r>
              <a:endParaRPr sz="1800">
                <a:latin typeface="Red Hat Display"/>
                <a:ea typeface="Red Hat Display"/>
                <a:cs typeface="Red Hat Display"/>
                <a:sym typeface="Red Hat Display"/>
              </a:endParaRPr>
            </a:p>
          </p:txBody>
        </p:sp>
        <p:cxnSp>
          <p:nvCxnSpPr>
            <p:cNvPr id="4397" name="Google Shape;4397;p185"/>
            <p:cNvCxnSpPr/>
            <p:nvPr/>
          </p:nvCxnSpPr>
          <p:spPr>
            <a:xfrm flipH="1" rot="10800000">
              <a:off x="1270875" y="2734161"/>
              <a:ext cx="7200" cy="301800"/>
            </a:xfrm>
            <a:prstGeom prst="straightConnector1">
              <a:avLst/>
            </a:prstGeom>
            <a:noFill/>
            <a:ln cap="flat" cmpd="sng" w="9525">
              <a:solidFill>
                <a:schemeClr val="dk2"/>
              </a:solidFill>
              <a:prstDash val="solid"/>
              <a:round/>
              <a:headEnd len="med" w="med" type="none"/>
              <a:tailEnd len="med" w="med" type="triangle"/>
            </a:ln>
          </p:spPr>
        </p:cxnSp>
      </p:grpSp>
      <p:grpSp>
        <p:nvGrpSpPr>
          <p:cNvPr id="4398" name="Google Shape;4398;p185"/>
          <p:cNvGrpSpPr/>
          <p:nvPr/>
        </p:nvGrpSpPr>
        <p:grpSpPr>
          <a:xfrm>
            <a:off x="4572000" y="2505561"/>
            <a:ext cx="914400" cy="729600"/>
            <a:chOff x="813675" y="2734161"/>
            <a:chExt cx="914400" cy="729600"/>
          </a:xfrm>
        </p:grpSpPr>
        <p:sp>
          <p:nvSpPr>
            <p:cNvPr id="4399" name="Google Shape;4399;p185"/>
            <p:cNvSpPr txBox="1"/>
            <p:nvPr/>
          </p:nvSpPr>
          <p:spPr>
            <a:xfrm>
              <a:off x="813675" y="3035961"/>
              <a:ext cx="914400" cy="42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Red Hat Display"/>
                  <a:ea typeface="Red Hat Display"/>
                  <a:cs typeface="Red Hat Display"/>
                  <a:sym typeface="Red Hat Display"/>
                </a:rPr>
                <a:t>Nov</a:t>
              </a:r>
              <a:endParaRPr sz="1800">
                <a:latin typeface="Red Hat Display"/>
                <a:ea typeface="Red Hat Display"/>
                <a:cs typeface="Red Hat Display"/>
                <a:sym typeface="Red Hat Display"/>
              </a:endParaRPr>
            </a:p>
          </p:txBody>
        </p:sp>
        <p:cxnSp>
          <p:nvCxnSpPr>
            <p:cNvPr id="4400" name="Google Shape;4400;p185"/>
            <p:cNvCxnSpPr/>
            <p:nvPr/>
          </p:nvCxnSpPr>
          <p:spPr>
            <a:xfrm flipH="1" rot="10800000">
              <a:off x="1270875" y="2734161"/>
              <a:ext cx="7200" cy="301800"/>
            </a:xfrm>
            <a:prstGeom prst="straightConnector1">
              <a:avLst/>
            </a:prstGeom>
            <a:noFill/>
            <a:ln cap="flat" cmpd="sng" w="9525">
              <a:solidFill>
                <a:schemeClr val="dk2"/>
              </a:solidFill>
              <a:prstDash val="solid"/>
              <a:round/>
              <a:headEnd len="med" w="med" type="none"/>
              <a:tailEnd len="med" w="med" type="triangle"/>
            </a:ln>
          </p:spPr>
        </p:cxnSp>
      </p:grpSp>
      <p:grpSp>
        <p:nvGrpSpPr>
          <p:cNvPr id="4401" name="Google Shape;4401;p185"/>
          <p:cNvGrpSpPr/>
          <p:nvPr/>
        </p:nvGrpSpPr>
        <p:grpSpPr>
          <a:xfrm>
            <a:off x="6400800" y="2505561"/>
            <a:ext cx="914400" cy="729600"/>
            <a:chOff x="813675" y="2734161"/>
            <a:chExt cx="914400" cy="729600"/>
          </a:xfrm>
        </p:grpSpPr>
        <p:sp>
          <p:nvSpPr>
            <p:cNvPr id="4402" name="Google Shape;4402;p185"/>
            <p:cNvSpPr txBox="1"/>
            <p:nvPr/>
          </p:nvSpPr>
          <p:spPr>
            <a:xfrm>
              <a:off x="813675" y="3035961"/>
              <a:ext cx="914400" cy="42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Red Hat Display"/>
                  <a:ea typeface="Red Hat Display"/>
                  <a:cs typeface="Red Hat Display"/>
                  <a:sym typeface="Red Hat Display"/>
                </a:rPr>
                <a:t>Dec</a:t>
              </a:r>
              <a:endParaRPr sz="1800">
                <a:latin typeface="Red Hat Display"/>
                <a:ea typeface="Red Hat Display"/>
                <a:cs typeface="Red Hat Display"/>
                <a:sym typeface="Red Hat Display"/>
              </a:endParaRPr>
            </a:p>
          </p:txBody>
        </p:sp>
        <p:cxnSp>
          <p:nvCxnSpPr>
            <p:cNvPr id="4403" name="Google Shape;4403;p185"/>
            <p:cNvCxnSpPr/>
            <p:nvPr/>
          </p:nvCxnSpPr>
          <p:spPr>
            <a:xfrm flipH="1" rot="10800000">
              <a:off x="1270875" y="2734161"/>
              <a:ext cx="7200" cy="301800"/>
            </a:xfrm>
            <a:prstGeom prst="straightConnector1">
              <a:avLst/>
            </a:prstGeom>
            <a:noFill/>
            <a:ln cap="flat" cmpd="sng" w="9525">
              <a:solidFill>
                <a:schemeClr val="dk2"/>
              </a:solidFill>
              <a:prstDash val="solid"/>
              <a:round/>
              <a:headEnd len="med" w="med" type="none"/>
              <a:tailEnd len="med" w="med" type="triangle"/>
            </a:ln>
          </p:spPr>
        </p:cxnSp>
      </p:grpSp>
      <p:grpSp>
        <p:nvGrpSpPr>
          <p:cNvPr id="4404" name="Google Shape;4404;p185"/>
          <p:cNvGrpSpPr/>
          <p:nvPr/>
        </p:nvGrpSpPr>
        <p:grpSpPr>
          <a:xfrm>
            <a:off x="8229600" y="2505561"/>
            <a:ext cx="914400" cy="729600"/>
            <a:chOff x="813675" y="2734161"/>
            <a:chExt cx="914400" cy="729600"/>
          </a:xfrm>
        </p:grpSpPr>
        <p:sp>
          <p:nvSpPr>
            <p:cNvPr id="4405" name="Google Shape;4405;p185"/>
            <p:cNvSpPr txBox="1"/>
            <p:nvPr/>
          </p:nvSpPr>
          <p:spPr>
            <a:xfrm>
              <a:off x="813675" y="3035961"/>
              <a:ext cx="914400" cy="42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Red Hat Display"/>
                  <a:ea typeface="Red Hat Display"/>
                  <a:cs typeface="Red Hat Display"/>
                  <a:sym typeface="Red Hat Display"/>
                </a:rPr>
                <a:t>Jan</a:t>
              </a:r>
              <a:endParaRPr sz="1800">
                <a:latin typeface="Red Hat Display"/>
                <a:ea typeface="Red Hat Display"/>
                <a:cs typeface="Red Hat Display"/>
                <a:sym typeface="Red Hat Display"/>
              </a:endParaRPr>
            </a:p>
          </p:txBody>
        </p:sp>
        <p:cxnSp>
          <p:nvCxnSpPr>
            <p:cNvPr id="4406" name="Google Shape;4406;p185"/>
            <p:cNvCxnSpPr/>
            <p:nvPr/>
          </p:nvCxnSpPr>
          <p:spPr>
            <a:xfrm flipH="1" rot="10800000">
              <a:off x="1270875" y="2734161"/>
              <a:ext cx="7200" cy="301800"/>
            </a:xfrm>
            <a:prstGeom prst="straightConnector1">
              <a:avLst/>
            </a:prstGeom>
            <a:noFill/>
            <a:ln cap="flat" cmpd="sng" w="9525">
              <a:solidFill>
                <a:schemeClr val="dk2"/>
              </a:solidFill>
              <a:prstDash val="solid"/>
              <a:round/>
              <a:headEnd len="med" w="med" type="none"/>
              <a:tailEnd len="med" w="med" type="triangle"/>
            </a:ln>
          </p:spPr>
        </p:cxnSp>
      </p:grpSp>
      <p:grpSp>
        <p:nvGrpSpPr>
          <p:cNvPr id="4407" name="Google Shape;4407;p185"/>
          <p:cNvGrpSpPr/>
          <p:nvPr/>
        </p:nvGrpSpPr>
        <p:grpSpPr>
          <a:xfrm>
            <a:off x="10058400" y="2505561"/>
            <a:ext cx="914400" cy="729600"/>
            <a:chOff x="813675" y="2734161"/>
            <a:chExt cx="914400" cy="729600"/>
          </a:xfrm>
        </p:grpSpPr>
        <p:sp>
          <p:nvSpPr>
            <p:cNvPr id="4408" name="Google Shape;4408;p185"/>
            <p:cNvSpPr txBox="1"/>
            <p:nvPr/>
          </p:nvSpPr>
          <p:spPr>
            <a:xfrm>
              <a:off x="813675" y="3035961"/>
              <a:ext cx="914400" cy="42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Red Hat Display"/>
                  <a:ea typeface="Red Hat Display"/>
                  <a:cs typeface="Red Hat Display"/>
                  <a:sym typeface="Red Hat Display"/>
                </a:rPr>
                <a:t>Feb</a:t>
              </a:r>
              <a:endParaRPr sz="1800">
                <a:latin typeface="Red Hat Display"/>
                <a:ea typeface="Red Hat Display"/>
                <a:cs typeface="Red Hat Display"/>
                <a:sym typeface="Red Hat Display"/>
              </a:endParaRPr>
            </a:p>
          </p:txBody>
        </p:sp>
        <p:cxnSp>
          <p:nvCxnSpPr>
            <p:cNvPr id="4409" name="Google Shape;4409;p185"/>
            <p:cNvCxnSpPr/>
            <p:nvPr/>
          </p:nvCxnSpPr>
          <p:spPr>
            <a:xfrm flipH="1" rot="10800000">
              <a:off x="1270875" y="2734161"/>
              <a:ext cx="7200" cy="301800"/>
            </a:xfrm>
            <a:prstGeom prst="straightConnector1">
              <a:avLst/>
            </a:prstGeom>
            <a:noFill/>
            <a:ln cap="flat" cmpd="sng" w="9525">
              <a:solidFill>
                <a:schemeClr val="dk2"/>
              </a:solidFill>
              <a:prstDash val="solid"/>
              <a:round/>
              <a:headEnd len="med" w="med" type="none"/>
              <a:tailEnd len="med" w="med" type="triangle"/>
            </a:ln>
          </p:spPr>
        </p:cxnSp>
      </p:grpSp>
      <p:cxnSp>
        <p:nvCxnSpPr>
          <p:cNvPr id="4410" name="Google Shape;4410;p185"/>
          <p:cNvCxnSpPr>
            <a:stCxn id="4411" idx="0"/>
            <a:endCxn id="4396" idx="2"/>
          </p:cNvCxnSpPr>
          <p:nvPr/>
        </p:nvCxnSpPr>
        <p:spPr>
          <a:xfrm rot="-5400000">
            <a:off x="2464650" y="3208775"/>
            <a:ext cx="709500" cy="762000"/>
          </a:xfrm>
          <a:prstGeom prst="curvedConnector3">
            <a:avLst>
              <a:gd fmla="val 49990" name="adj1"/>
            </a:avLst>
          </a:prstGeom>
          <a:noFill/>
          <a:ln cap="flat" cmpd="sng" w="38100">
            <a:solidFill>
              <a:schemeClr val="accent1"/>
            </a:solidFill>
            <a:prstDash val="solid"/>
            <a:round/>
            <a:headEnd len="med" w="med" type="none"/>
            <a:tailEnd len="med" w="med" type="triangle"/>
          </a:ln>
        </p:spPr>
      </p:cxnSp>
      <p:cxnSp>
        <p:nvCxnSpPr>
          <p:cNvPr id="4412" name="Google Shape;4412;p185"/>
          <p:cNvCxnSpPr>
            <a:stCxn id="4413" idx="0"/>
            <a:endCxn id="4399" idx="2"/>
          </p:cNvCxnSpPr>
          <p:nvPr/>
        </p:nvCxnSpPr>
        <p:spPr>
          <a:xfrm flipH="1" rot="5400000">
            <a:off x="5207850" y="3056375"/>
            <a:ext cx="709500" cy="1066800"/>
          </a:xfrm>
          <a:prstGeom prst="curvedConnector3">
            <a:avLst>
              <a:gd fmla="val 49990" name="adj1"/>
            </a:avLst>
          </a:prstGeom>
          <a:noFill/>
          <a:ln cap="flat" cmpd="sng" w="38100">
            <a:solidFill>
              <a:schemeClr val="accent1"/>
            </a:solidFill>
            <a:prstDash val="solid"/>
            <a:round/>
            <a:headEnd len="med" w="med" type="none"/>
            <a:tailEnd len="med" w="med" type="triangle"/>
          </a:ln>
        </p:spPr>
      </p:cxnSp>
      <p:cxnSp>
        <p:nvCxnSpPr>
          <p:cNvPr id="4414" name="Google Shape;4414;p185"/>
          <p:cNvCxnSpPr>
            <a:stCxn id="4415" idx="0"/>
            <a:endCxn id="4402" idx="2"/>
          </p:cNvCxnSpPr>
          <p:nvPr/>
        </p:nvCxnSpPr>
        <p:spPr>
          <a:xfrm flipH="1" rot="5400000">
            <a:off x="7951050" y="2141975"/>
            <a:ext cx="709500" cy="2895600"/>
          </a:xfrm>
          <a:prstGeom prst="curvedConnector3">
            <a:avLst>
              <a:gd fmla="val 49990" name="adj1"/>
            </a:avLst>
          </a:prstGeom>
          <a:noFill/>
          <a:ln cap="flat" cmpd="sng" w="38100">
            <a:solidFill>
              <a:schemeClr val="accent1"/>
            </a:solidFill>
            <a:prstDash val="solid"/>
            <a:round/>
            <a:headEnd len="med" w="med" type="none"/>
            <a:tailEnd len="med" w="med" type="triangle"/>
          </a:ln>
        </p:spPr>
      </p:cxnSp>
      <p:sp>
        <p:nvSpPr>
          <p:cNvPr id="4413" name="Google Shape;4413;p185"/>
          <p:cNvSpPr/>
          <p:nvPr/>
        </p:nvSpPr>
        <p:spPr>
          <a:xfrm>
            <a:off x="4495800" y="3944525"/>
            <a:ext cx="3200400" cy="22860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Display"/>
                <a:ea typeface="Red Hat Display"/>
                <a:cs typeface="Red Hat Display"/>
                <a:sym typeface="Red Hat Display"/>
              </a:rPr>
              <a:t>QA v3</a:t>
            </a:r>
            <a:endParaRPr>
              <a:latin typeface="Red Hat Display"/>
              <a:ea typeface="Red Hat Display"/>
              <a:cs typeface="Red Hat Display"/>
              <a:sym typeface="Red Hat Display"/>
            </a:endParaRPr>
          </a:p>
        </p:txBody>
      </p:sp>
      <p:pic>
        <p:nvPicPr>
          <p:cNvPr id="4416" name="Google Shape;4416;p185"/>
          <p:cNvPicPr preferRelativeResize="0"/>
          <p:nvPr/>
        </p:nvPicPr>
        <p:blipFill>
          <a:blip r:embed="rId3">
            <a:alphaModFix/>
          </a:blip>
          <a:stretch>
            <a:fillRect/>
          </a:stretch>
        </p:blipFill>
        <p:spPr>
          <a:xfrm>
            <a:off x="5726107" y="5271199"/>
            <a:ext cx="717973" cy="288747"/>
          </a:xfrm>
          <a:prstGeom prst="rect">
            <a:avLst/>
          </a:prstGeom>
          <a:noFill/>
          <a:ln>
            <a:noFill/>
          </a:ln>
        </p:spPr>
      </p:pic>
      <p:pic>
        <p:nvPicPr>
          <p:cNvPr id="4417" name="Google Shape;4417;p185"/>
          <p:cNvPicPr preferRelativeResize="0"/>
          <p:nvPr/>
        </p:nvPicPr>
        <p:blipFill>
          <a:blip r:embed="rId3">
            <a:alphaModFix/>
          </a:blip>
          <a:stretch>
            <a:fillRect/>
          </a:stretch>
        </p:blipFill>
        <p:spPr>
          <a:xfrm>
            <a:off x="5726107" y="4509199"/>
            <a:ext cx="717973" cy="288747"/>
          </a:xfrm>
          <a:prstGeom prst="rect">
            <a:avLst/>
          </a:prstGeom>
          <a:noFill/>
          <a:ln>
            <a:noFill/>
          </a:ln>
        </p:spPr>
      </p:pic>
      <p:sp>
        <p:nvSpPr>
          <p:cNvPr id="4411" name="Google Shape;4411;p185"/>
          <p:cNvSpPr/>
          <p:nvPr/>
        </p:nvSpPr>
        <p:spPr>
          <a:xfrm>
            <a:off x="838200" y="3944525"/>
            <a:ext cx="3200400" cy="22860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Display"/>
                <a:ea typeface="Red Hat Display"/>
                <a:cs typeface="Red Hat Display"/>
                <a:sym typeface="Red Hat Display"/>
              </a:rPr>
              <a:t>Production v2</a:t>
            </a:r>
            <a:endParaRPr>
              <a:latin typeface="Red Hat Display"/>
              <a:ea typeface="Red Hat Display"/>
              <a:cs typeface="Red Hat Display"/>
              <a:sym typeface="Red Hat Display"/>
            </a:endParaRPr>
          </a:p>
        </p:txBody>
      </p:sp>
      <p:pic>
        <p:nvPicPr>
          <p:cNvPr id="4418" name="Google Shape;4418;p185"/>
          <p:cNvPicPr preferRelativeResize="0"/>
          <p:nvPr/>
        </p:nvPicPr>
        <p:blipFill>
          <a:blip r:embed="rId3">
            <a:alphaModFix/>
          </a:blip>
          <a:stretch>
            <a:fillRect/>
          </a:stretch>
        </p:blipFill>
        <p:spPr>
          <a:xfrm>
            <a:off x="1154107" y="4585399"/>
            <a:ext cx="717973" cy="288747"/>
          </a:xfrm>
          <a:prstGeom prst="rect">
            <a:avLst/>
          </a:prstGeom>
          <a:noFill/>
          <a:ln cap="flat" cmpd="sng" w="38100">
            <a:solidFill>
              <a:schemeClr val="accent1"/>
            </a:solidFill>
            <a:prstDash val="solid"/>
            <a:round/>
            <a:headEnd len="sm" w="sm" type="none"/>
            <a:tailEnd len="sm" w="sm" type="none"/>
          </a:ln>
        </p:spPr>
      </p:pic>
      <p:sp>
        <p:nvSpPr>
          <p:cNvPr id="4415" name="Google Shape;4415;p185"/>
          <p:cNvSpPr/>
          <p:nvPr/>
        </p:nvSpPr>
        <p:spPr>
          <a:xfrm>
            <a:off x="8153400" y="3944525"/>
            <a:ext cx="3200400" cy="22860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Display"/>
                <a:ea typeface="Red Hat Display"/>
                <a:cs typeface="Red Hat Display"/>
                <a:sym typeface="Red Hat Display"/>
              </a:rPr>
              <a:t>Development v4</a:t>
            </a:r>
            <a:endParaRPr>
              <a:latin typeface="Red Hat Display"/>
              <a:ea typeface="Red Hat Display"/>
              <a:cs typeface="Red Hat Display"/>
              <a:sym typeface="Red Hat Display"/>
            </a:endParaRPr>
          </a:p>
        </p:txBody>
      </p:sp>
      <p:pic>
        <p:nvPicPr>
          <p:cNvPr id="4419" name="Google Shape;4419;p185"/>
          <p:cNvPicPr preferRelativeResize="0"/>
          <p:nvPr/>
        </p:nvPicPr>
        <p:blipFill>
          <a:blip r:embed="rId3">
            <a:alphaModFix/>
          </a:blip>
          <a:stretch>
            <a:fillRect/>
          </a:stretch>
        </p:blipFill>
        <p:spPr>
          <a:xfrm>
            <a:off x="9002707" y="5042599"/>
            <a:ext cx="717973" cy="288747"/>
          </a:xfrm>
          <a:prstGeom prst="rect">
            <a:avLst/>
          </a:prstGeom>
          <a:noFill/>
          <a:ln>
            <a:noFill/>
          </a:ln>
        </p:spPr>
      </p:pic>
      <p:pic>
        <p:nvPicPr>
          <p:cNvPr id="4420" name="Google Shape;4420;p185"/>
          <p:cNvPicPr preferRelativeResize="0"/>
          <p:nvPr/>
        </p:nvPicPr>
        <p:blipFill>
          <a:blip r:embed="rId3">
            <a:alphaModFix/>
          </a:blip>
          <a:stretch>
            <a:fillRect/>
          </a:stretch>
        </p:blipFill>
        <p:spPr>
          <a:xfrm>
            <a:off x="9612307" y="4585399"/>
            <a:ext cx="717973" cy="288747"/>
          </a:xfrm>
          <a:prstGeom prst="rect">
            <a:avLst/>
          </a:prstGeom>
          <a:noFill/>
          <a:ln>
            <a:noFill/>
          </a:ln>
        </p:spPr>
      </p:pic>
      <p:pic>
        <p:nvPicPr>
          <p:cNvPr id="4421" name="Google Shape;4421;p185"/>
          <p:cNvPicPr preferRelativeResize="0"/>
          <p:nvPr/>
        </p:nvPicPr>
        <p:blipFill>
          <a:blip r:embed="rId3">
            <a:alphaModFix/>
          </a:blip>
          <a:stretch>
            <a:fillRect/>
          </a:stretch>
        </p:blipFill>
        <p:spPr>
          <a:xfrm>
            <a:off x="2068507" y="5118799"/>
            <a:ext cx="717973" cy="288747"/>
          </a:xfrm>
          <a:prstGeom prst="rect">
            <a:avLst/>
          </a:prstGeom>
          <a:noFill/>
          <a:ln>
            <a:noFill/>
          </a:ln>
        </p:spPr>
      </p:pic>
      <p:pic>
        <p:nvPicPr>
          <p:cNvPr id="4422" name="Google Shape;4422;p185"/>
          <p:cNvPicPr preferRelativeResize="0"/>
          <p:nvPr/>
        </p:nvPicPr>
        <p:blipFill>
          <a:blip r:embed="rId3">
            <a:alphaModFix/>
          </a:blip>
          <a:stretch>
            <a:fillRect/>
          </a:stretch>
        </p:blipFill>
        <p:spPr>
          <a:xfrm>
            <a:off x="2068507" y="4585399"/>
            <a:ext cx="717973" cy="288747"/>
          </a:xfrm>
          <a:prstGeom prst="rect">
            <a:avLst/>
          </a:prstGeom>
          <a:noFill/>
          <a:ln>
            <a:noFill/>
          </a:ln>
        </p:spPr>
      </p:pic>
      <p:pic>
        <p:nvPicPr>
          <p:cNvPr id="4423" name="Google Shape;4423;p185"/>
          <p:cNvPicPr preferRelativeResize="0"/>
          <p:nvPr/>
        </p:nvPicPr>
        <p:blipFill>
          <a:blip r:embed="rId3">
            <a:alphaModFix/>
          </a:blip>
          <a:stretch>
            <a:fillRect/>
          </a:stretch>
        </p:blipFill>
        <p:spPr>
          <a:xfrm>
            <a:off x="5726107" y="4890199"/>
            <a:ext cx="717973" cy="288747"/>
          </a:xfrm>
          <a:prstGeom prst="rect">
            <a:avLst/>
          </a:prstGeom>
          <a:noFill/>
          <a:ln>
            <a:noFill/>
          </a:ln>
        </p:spPr>
      </p:pic>
      <p:pic>
        <p:nvPicPr>
          <p:cNvPr id="4424" name="Google Shape;4424;p185"/>
          <p:cNvPicPr preferRelativeResize="0"/>
          <p:nvPr/>
        </p:nvPicPr>
        <p:blipFill>
          <a:blip r:embed="rId3">
            <a:alphaModFix/>
          </a:blip>
          <a:stretch>
            <a:fillRect/>
          </a:stretch>
        </p:blipFill>
        <p:spPr>
          <a:xfrm>
            <a:off x="4811707" y="4737799"/>
            <a:ext cx="717973" cy="288747"/>
          </a:xfrm>
          <a:prstGeom prst="rect">
            <a:avLst/>
          </a:prstGeom>
          <a:noFill/>
          <a:ln cap="flat" cmpd="sng" w="38100">
            <a:solidFill>
              <a:schemeClr val="accent1"/>
            </a:solidFill>
            <a:prstDash val="solid"/>
            <a:round/>
            <a:headEnd len="sm" w="sm" type="none"/>
            <a:tailEnd len="sm" w="sm" type="none"/>
          </a:ln>
        </p:spPr>
      </p:pic>
      <p:pic>
        <p:nvPicPr>
          <p:cNvPr id="4425" name="Google Shape;4425;p185"/>
          <p:cNvPicPr preferRelativeResize="0"/>
          <p:nvPr/>
        </p:nvPicPr>
        <p:blipFill>
          <a:blip r:embed="rId3">
            <a:alphaModFix/>
          </a:blip>
          <a:stretch>
            <a:fillRect/>
          </a:stretch>
        </p:blipFill>
        <p:spPr>
          <a:xfrm>
            <a:off x="9917107" y="5042599"/>
            <a:ext cx="717973" cy="288747"/>
          </a:xfrm>
          <a:prstGeom prst="rect">
            <a:avLst/>
          </a:prstGeom>
          <a:noFill/>
          <a:ln cap="flat" cmpd="sng" w="38100">
            <a:solidFill>
              <a:schemeClr val="accent1"/>
            </a:solidFill>
            <a:prstDash val="solid"/>
            <a:round/>
            <a:headEnd len="sm" w="sm" type="none"/>
            <a:tailEnd len="sm" w="sm" type="none"/>
          </a:ln>
        </p:spPr>
      </p:pic>
      <p:pic>
        <p:nvPicPr>
          <p:cNvPr id="4426" name="Google Shape;4426;p185"/>
          <p:cNvPicPr preferRelativeResize="0"/>
          <p:nvPr/>
        </p:nvPicPr>
        <p:blipFill>
          <a:blip r:embed="rId3">
            <a:alphaModFix/>
          </a:blip>
          <a:stretch>
            <a:fillRect/>
          </a:stretch>
        </p:blipFill>
        <p:spPr>
          <a:xfrm>
            <a:off x="2068507" y="5652199"/>
            <a:ext cx="717973" cy="288747"/>
          </a:xfrm>
          <a:prstGeom prst="rect">
            <a:avLst/>
          </a:prstGeom>
          <a:noFill/>
          <a:ln>
            <a:noFill/>
          </a:ln>
        </p:spPr>
      </p:pic>
      <p:pic>
        <p:nvPicPr>
          <p:cNvPr id="4427" name="Google Shape;4427;p185"/>
          <p:cNvPicPr preferRelativeResize="0"/>
          <p:nvPr/>
        </p:nvPicPr>
        <p:blipFill>
          <a:blip r:embed="rId3">
            <a:alphaModFix/>
          </a:blip>
          <a:stretch>
            <a:fillRect/>
          </a:stretch>
        </p:blipFill>
        <p:spPr>
          <a:xfrm>
            <a:off x="6640507" y="4737799"/>
            <a:ext cx="717973" cy="288747"/>
          </a:xfrm>
          <a:prstGeom prst="rect">
            <a:avLst/>
          </a:prstGeom>
          <a:noFill/>
          <a:ln cap="flat" cmpd="sng" w="38100">
            <a:solidFill>
              <a:schemeClr val="accent1"/>
            </a:solidFill>
            <a:prstDash val="solid"/>
            <a:round/>
            <a:headEnd len="sm" w="sm" type="none"/>
            <a:tailEnd len="sm" w="sm" type="none"/>
          </a:ln>
        </p:spPr>
      </p:pic>
      <p:pic>
        <p:nvPicPr>
          <p:cNvPr id="4428" name="Google Shape;4428;p185"/>
          <p:cNvPicPr preferRelativeResize="0"/>
          <p:nvPr/>
        </p:nvPicPr>
        <p:blipFill>
          <a:blip r:embed="rId3">
            <a:alphaModFix/>
          </a:blip>
          <a:stretch>
            <a:fillRect/>
          </a:stretch>
        </p:blipFill>
        <p:spPr>
          <a:xfrm>
            <a:off x="5726107" y="5652199"/>
            <a:ext cx="717973" cy="288747"/>
          </a:xfrm>
          <a:prstGeom prst="rect">
            <a:avLst/>
          </a:prstGeom>
          <a:noFill/>
          <a:ln>
            <a:noFill/>
          </a:ln>
        </p:spPr>
      </p:pic>
      <p:pic>
        <p:nvPicPr>
          <p:cNvPr id="4429" name="Google Shape;4429;p185"/>
          <p:cNvPicPr preferRelativeResize="0"/>
          <p:nvPr/>
        </p:nvPicPr>
        <p:blipFill>
          <a:blip r:embed="rId3">
            <a:alphaModFix/>
          </a:blip>
          <a:stretch>
            <a:fillRect/>
          </a:stretch>
        </p:blipFill>
        <p:spPr>
          <a:xfrm>
            <a:off x="10298107" y="5499799"/>
            <a:ext cx="717973" cy="288747"/>
          </a:xfrm>
          <a:prstGeom prst="rect">
            <a:avLst/>
          </a:prstGeom>
          <a:noFill/>
          <a:ln cap="flat" cmpd="sng" w="38100">
            <a:solidFill>
              <a:schemeClr val="accent1"/>
            </a:solidFill>
            <a:prstDash val="solid"/>
            <a:round/>
            <a:headEnd len="sm" w="sm" type="none"/>
            <a:tailEnd len="sm" w="sm" type="none"/>
          </a:ln>
        </p:spPr>
      </p:pic>
      <p:pic>
        <p:nvPicPr>
          <p:cNvPr id="4430" name="Google Shape;4430;p185"/>
          <p:cNvPicPr preferRelativeResize="0"/>
          <p:nvPr/>
        </p:nvPicPr>
        <p:blipFill>
          <a:blip r:embed="rId3">
            <a:alphaModFix/>
          </a:blip>
          <a:stretch>
            <a:fillRect/>
          </a:stretch>
        </p:blipFill>
        <p:spPr>
          <a:xfrm>
            <a:off x="9155107" y="5499799"/>
            <a:ext cx="717973" cy="288747"/>
          </a:xfrm>
          <a:prstGeom prst="rect">
            <a:avLst/>
          </a:prstGeom>
          <a:noFill/>
          <a:ln>
            <a:noFill/>
          </a:ln>
        </p:spPr>
      </p:pic>
      <p:sp>
        <p:nvSpPr>
          <p:cNvPr id="4431" name="Google Shape;4431;p185"/>
          <p:cNvSpPr txBox="1"/>
          <p:nvPr/>
        </p:nvSpPr>
        <p:spPr>
          <a:xfrm>
            <a:off x="6400800" y="1805950"/>
            <a:ext cx="914400" cy="36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Red Hat Display"/>
                <a:ea typeface="Red Hat Display"/>
                <a:cs typeface="Red Hat Display"/>
                <a:sym typeface="Red Hat Display"/>
              </a:rPr>
              <a:t>Now</a:t>
            </a:r>
            <a:endParaRPr>
              <a:solidFill>
                <a:schemeClr val="accent1"/>
              </a:solidFill>
              <a:latin typeface="Red Hat Display"/>
              <a:ea typeface="Red Hat Display"/>
              <a:cs typeface="Red Hat Display"/>
              <a:sym typeface="Red Hat Display"/>
            </a:endParaRPr>
          </a:p>
        </p:txBody>
      </p:sp>
      <p:sp>
        <p:nvSpPr>
          <p:cNvPr id="4432" name="Google Shape;4432;p185"/>
          <p:cNvSpPr txBox="1"/>
          <p:nvPr/>
        </p:nvSpPr>
        <p:spPr>
          <a:xfrm>
            <a:off x="2743200" y="2158450"/>
            <a:ext cx="914400" cy="36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ed Hat Display"/>
                <a:ea typeface="Red Hat Display"/>
                <a:cs typeface="Red Hat Display"/>
                <a:sym typeface="Red Hat Display"/>
              </a:rPr>
              <a:t>v2</a:t>
            </a:r>
            <a:endParaRPr>
              <a:solidFill>
                <a:schemeClr val="lt1"/>
              </a:solidFill>
              <a:latin typeface="Red Hat Display"/>
              <a:ea typeface="Red Hat Display"/>
              <a:cs typeface="Red Hat Display"/>
              <a:sym typeface="Red Hat Display"/>
            </a:endParaRPr>
          </a:p>
        </p:txBody>
      </p:sp>
      <p:sp>
        <p:nvSpPr>
          <p:cNvPr id="4433" name="Google Shape;4433;p185"/>
          <p:cNvSpPr txBox="1"/>
          <p:nvPr/>
        </p:nvSpPr>
        <p:spPr>
          <a:xfrm>
            <a:off x="4572000" y="2158450"/>
            <a:ext cx="914400" cy="36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ed Hat Display"/>
                <a:ea typeface="Red Hat Display"/>
                <a:cs typeface="Red Hat Display"/>
                <a:sym typeface="Red Hat Display"/>
              </a:rPr>
              <a:t>v3</a:t>
            </a:r>
            <a:endParaRPr>
              <a:solidFill>
                <a:schemeClr val="lt1"/>
              </a:solidFill>
              <a:latin typeface="Red Hat Display"/>
              <a:ea typeface="Red Hat Display"/>
              <a:cs typeface="Red Hat Display"/>
              <a:sym typeface="Red Hat Display"/>
            </a:endParaRPr>
          </a:p>
        </p:txBody>
      </p:sp>
      <p:sp>
        <p:nvSpPr>
          <p:cNvPr id="4434" name="Google Shape;4434;p185"/>
          <p:cNvSpPr txBox="1"/>
          <p:nvPr/>
        </p:nvSpPr>
        <p:spPr>
          <a:xfrm>
            <a:off x="6400800" y="2158450"/>
            <a:ext cx="914400" cy="36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ed Hat Display"/>
                <a:ea typeface="Red Hat Display"/>
                <a:cs typeface="Red Hat Display"/>
                <a:sym typeface="Red Hat Display"/>
              </a:rPr>
              <a:t>v4</a:t>
            </a:r>
            <a:endParaRPr>
              <a:solidFill>
                <a:schemeClr val="lt1"/>
              </a:solidFill>
              <a:latin typeface="Red Hat Display"/>
              <a:ea typeface="Red Hat Display"/>
              <a:cs typeface="Red Hat Display"/>
              <a:sym typeface="Red Hat Display"/>
            </a:endParaRPr>
          </a:p>
        </p:txBody>
      </p:sp>
    </p:spTree>
  </p:cSld>
  <p:clrMapOvr>
    <a:masterClrMapping/>
  </p:clrMapOvr>
  <mc:AlternateContent>
    <mc:Choice Requires="p14">
      <p:transition spd="slow" p14:dur="20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24"/>
                                        </p:tgtEl>
                                        <p:attrNameLst>
                                          <p:attrName>style.visibility</p:attrName>
                                        </p:attrNameLst>
                                      </p:cBhvr>
                                      <p:to>
                                        <p:strVal val="visible"/>
                                      </p:to>
                                    </p:set>
                                    <p:animEffect filter="fade" transition="in">
                                      <p:cBhvr>
                                        <p:cTn dur="1000"/>
                                        <p:tgtEl>
                                          <p:spTgt spid="4424"/>
                                        </p:tgtEl>
                                      </p:cBhvr>
                                    </p:animEffect>
                                  </p:childTnLst>
                                </p:cTn>
                              </p:par>
                              <p:par>
                                <p:cTn fill="hold" nodeType="withEffect" presetClass="entr" presetID="10" presetSubtype="0">
                                  <p:stCondLst>
                                    <p:cond delay="0"/>
                                  </p:stCondLst>
                                  <p:childTnLst>
                                    <p:set>
                                      <p:cBhvr>
                                        <p:cTn dur="1" fill="hold">
                                          <p:stCondLst>
                                            <p:cond delay="0"/>
                                          </p:stCondLst>
                                        </p:cTn>
                                        <p:tgtEl>
                                          <p:spTgt spid="4425"/>
                                        </p:tgtEl>
                                        <p:attrNameLst>
                                          <p:attrName>style.visibility</p:attrName>
                                        </p:attrNameLst>
                                      </p:cBhvr>
                                      <p:to>
                                        <p:strVal val="visible"/>
                                      </p:to>
                                    </p:set>
                                    <p:animEffect filter="fade" transition="in">
                                      <p:cBhvr>
                                        <p:cTn dur="1000"/>
                                        <p:tgtEl>
                                          <p:spTgt spid="4425"/>
                                        </p:tgtEl>
                                      </p:cBhvr>
                                    </p:animEffect>
                                  </p:childTnLst>
                                </p:cTn>
                              </p:par>
                              <p:par>
                                <p:cTn fill="hold" nodeType="withEffect" presetClass="entr" presetID="10" presetSubtype="0">
                                  <p:stCondLst>
                                    <p:cond delay="0"/>
                                  </p:stCondLst>
                                  <p:childTnLst>
                                    <p:set>
                                      <p:cBhvr>
                                        <p:cTn dur="1" fill="hold">
                                          <p:stCondLst>
                                            <p:cond delay="0"/>
                                          </p:stCondLst>
                                        </p:cTn>
                                        <p:tgtEl>
                                          <p:spTgt spid="4418"/>
                                        </p:tgtEl>
                                        <p:attrNameLst>
                                          <p:attrName>style.visibility</p:attrName>
                                        </p:attrNameLst>
                                      </p:cBhvr>
                                      <p:to>
                                        <p:strVal val="visible"/>
                                      </p:to>
                                    </p:set>
                                    <p:animEffect filter="fade" transition="in">
                                      <p:cBhvr>
                                        <p:cTn dur="1000"/>
                                        <p:tgtEl>
                                          <p:spTgt spid="4418"/>
                                        </p:tgtEl>
                                      </p:cBhvr>
                                    </p:animEffect>
                                  </p:childTnLst>
                                </p:cTn>
                              </p:par>
                              <p:par>
                                <p:cTn fill="hold" nodeType="withEffect" presetClass="entr" presetID="10" presetSubtype="0">
                                  <p:stCondLst>
                                    <p:cond delay="0"/>
                                  </p:stCondLst>
                                  <p:childTnLst>
                                    <p:set>
                                      <p:cBhvr>
                                        <p:cTn dur="1" fill="hold">
                                          <p:stCondLst>
                                            <p:cond delay="0"/>
                                          </p:stCondLst>
                                        </p:cTn>
                                        <p:tgtEl>
                                          <p:spTgt spid="4427"/>
                                        </p:tgtEl>
                                        <p:attrNameLst>
                                          <p:attrName>style.visibility</p:attrName>
                                        </p:attrNameLst>
                                      </p:cBhvr>
                                      <p:to>
                                        <p:strVal val="visible"/>
                                      </p:to>
                                    </p:set>
                                    <p:animEffect filter="fade" transition="in">
                                      <p:cBhvr>
                                        <p:cTn dur="1000"/>
                                        <p:tgtEl>
                                          <p:spTgt spid="4427"/>
                                        </p:tgtEl>
                                      </p:cBhvr>
                                    </p:animEffect>
                                  </p:childTnLst>
                                </p:cTn>
                              </p:par>
                              <p:par>
                                <p:cTn fill="hold" nodeType="withEffect" presetClass="entr" presetID="10" presetSubtype="0">
                                  <p:stCondLst>
                                    <p:cond delay="0"/>
                                  </p:stCondLst>
                                  <p:childTnLst>
                                    <p:set>
                                      <p:cBhvr>
                                        <p:cTn dur="1" fill="hold">
                                          <p:stCondLst>
                                            <p:cond delay="0"/>
                                          </p:stCondLst>
                                        </p:cTn>
                                        <p:tgtEl>
                                          <p:spTgt spid="4429"/>
                                        </p:tgtEl>
                                        <p:attrNameLst>
                                          <p:attrName>style.visibility</p:attrName>
                                        </p:attrNameLst>
                                      </p:cBhvr>
                                      <p:to>
                                        <p:strVal val="visible"/>
                                      </p:to>
                                    </p:set>
                                    <p:animEffect filter="fade" transition="in">
                                      <p:cBhvr>
                                        <p:cTn dur="1000"/>
                                        <p:tgtEl>
                                          <p:spTgt spid="44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8" name="Shape 4438"/>
        <p:cNvGrpSpPr/>
        <p:nvPr/>
      </p:nvGrpSpPr>
      <p:grpSpPr>
        <a:xfrm>
          <a:off x="0" y="0"/>
          <a:ext cx="0" cy="0"/>
          <a:chOff x="0" y="0"/>
          <a:chExt cx="0" cy="0"/>
        </a:xfrm>
      </p:grpSpPr>
      <p:sp>
        <p:nvSpPr>
          <p:cNvPr id="4439" name="Google Shape;4439;p186"/>
          <p:cNvSpPr txBox="1"/>
          <p:nvPr>
            <p:ph type="title"/>
          </p:nvPr>
        </p:nvSpPr>
        <p:spPr>
          <a:xfrm>
            <a:off x="1066764" y="1100350"/>
            <a:ext cx="100584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Standard Operating Environment</a:t>
            </a:r>
            <a:endParaRPr/>
          </a:p>
        </p:txBody>
      </p:sp>
      <p:sp>
        <p:nvSpPr>
          <p:cNvPr id="4440" name="Google Shape;4440;p186"/>
          <p:cNvSpPr txBox="1"/>
          <p:nvPr>
            <p:ph idx="4" type="subTitle"/>
          </p:nvPr>
        </p:nvSpPr>
        <p:spPr>
          <a:xfrm>
            <a:off x="1066836" y="1653550"/>
            <a:ext cx="10058400" cy="2919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Lifecycle Promotion Oct → Nov → Dec → Jan</a:t>
            </a:r>
            <a:endParaRPr/>
          </a:p>
        </p:txBody>
      </p:sp>
      <p:sp>
        <p:nvSpPr>
          <p:cNvPr id="4441" name="Google Shape;4441;p18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442" name="Google Shape;4442;p186"/>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Standard Operating Environment</a:t>
            </a:r>
            <a:endParaRPr/>
          </a:p>
        </p:txBody>
      </p:sp>
      <p:sp>
        <p:nvSpPr>
          <p:cNvPr id="4443" name="Google Shape;4443;p186"/>
          <p:cNvSpPr/>
          <p:nvPr/>
        </p:nvSpPr>
        <p:spPr>
          <a:xfrm>
            <a:off x="457200" y="2047150"/>
            <a:ext cx="10972800" cy="615300"/>
          </a:xfrm>
          <a:prstGeom prst="rightArrow">
            <a:avLst>
              <a:gd fmla="val 50000" name="adj1"/>
              <a:gd fmla="val 50000" name="adj2"/>
            </a:avLst>
          </a:prstGeom>
          <a:solidFill>
            <a:srgbClr val="F56D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grpSp>
        <p:nvGrpSpPr>
          <p:cNvPr id="4444" name="Google Shape;4444;p186"/>
          <p:cNvGrpSpPr/>
          <p:nvPr/>
        </p:nvGrpSpPr>
        <p:grpSpPr>
          <a:xfrm>
            <a:off x="914400" y="2505561"/>
            <a:ext cx="914400" cy="729600"/>
            <a:chOff x="813675" y="2734161"/>
            <a:chExt cx="914400" cy="729600"/>
          </a:xfrm>
        </p:grpSpPr>
        <p:sp>
          <p:nvSpPr>
            <p:cNvPr id="4445" name="Google Shape;4445;p186"/>
            <p:cNvSpPr txBox="1"/>
            <p:nvPr/>
          </p:nvSpPr>
          <p:spPr>
            <a:xfrm>
              <a:off x="813675" y="3035961"/>
              <a:ext cx="914400" cy="42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Red Hat Display"/>
                  <a:ea typeface="Red Hat Display"/>
                  <a:cs typeface="Red Hat Display"/>
                  <a:sym typeface="Red Hat Display"/>
                </a:rPr>
                <a:t>Sept</a:t>
              </a:r>
              <a:endParaRPr sz="1800">
                <a:latin typeface="Red Hat Display"/>
                <a:ea typeface="Red Hat Display"/>
                <a:cs typeface="Red Hat Display"/>
                <a:sym typeface="Red Hat Display"/>
              </a:endParaRPr>
            </a:p>
          </p:txBody>
        </p:sp>
        <p:cxnSp>
          <p:nvCxnSpPr>
            <p:cNvPr id="4446" name="Google Shape;4446;p186"/>
            <p:cNvCxnSpPr/>
            <p:nvPr/>
          </p:nvCxnSpPr>
          <p:spPr>
            <a:xfrm flipH="1" rot="10800000">
              <a:off x="1270875" y="2734161"/>
              <a:ext cx="7200" cy="301800"/>
            </a:xfrm>
            <a:prstGeom prst="straightConnector1">
              <a:avLst/>
            </a:prstGeom>
            <a:noFill/>
            <a:ln cap="flat" cmpd="sng" w="9525">
              <a:solidFill>
                <a:schemeClr val="dk2"/>
              </a:solidFill>
              <a:prstDash val="solid"/>
              <a:round/>
              <a:headEnd len="med" w="med" type="none"/>
              <a:tailEnd len="med" w="med" type="triangle"/>
            </a:ln>
          </p:spPr>
        </p:cxnSp>
      </p:grpSp>
      <p:grpSp>
        <p:nvGrpSpPr>
          <p:cNvPr id="4447" name="Google Shape;4447;p186"/>
          <p:cNvGrpSpPr/>
          <p:nvPr/>
        </p:nvGrpSpPr>
        <p:grpSpPr>
          <a:xfrm>
            <a:off x="2743200" y="2505561"/>
            <a:ext cx="914400" cy="729600"/>
            <a:chOff x="813675" y="2734161"/>
            <a:chExt cx="914400" cy="729600"/>
          </a:xfrm>
        </p:grpSpPr>
        <p:sp>
          <p:nvSpPr>
            <p:cNvPr id="4448" name="Google Shape;4448;p186"/>
            <p:cNvSpPr txBox="1"/>
            <p:nvPr/>
          </p:nvSpPr>
          <p:spPr>
            <a:xfrm>
              <a:off x="813675" y="3035961"/>
              <a:ext cx="914400" cy="42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Red Hat Display"/>
                  <a:ea typeface="Red Hat Display"/>
                  <a:cs typeface="Red Hat Display"/>
                  <a:sym typeface="Red Hat Display"/>
                </a:rPr>
                <a:t>Oct</a:t>
              </a:r>
              <a:endParaRPr sz="1800">
                <a:latin typeface="Red Hat Display"/>
                <a:ea typeface="Red Hat Display"/>
                <a:cs typeface="Red Hat Display"/>
                <a:sym typeface="Red Hat Display"/>
              </a:endParaRPr>
            </a:p>
          </p:txBody>
        </p:sp>
        <p:cxnSp>
          <p:nvCxnSpPr>
            <p:cNvPr id="4449" name="Google Shape;4449;p186"/>
            <p:cNvCxnSpPr/>
            <p:nvPr/>
          </p:nvCxnSpPr>
          <p:spPr>
            <a:xfrm flipH="1" rot="10800000">
              <a:off x="1270875" y="2734161"/>
              <a:ext cx="7200" cy="301800"/>
            </a:xfrm>
            <a:prstGeom prst="straightConnector1">
              <a:avLst/>
            </a:prstGeom>
            <a:noFill/>
            <a:ln cap="flat" cmpd="sng" w="9525">
              <a:solidFill>
                <a:schemeClr val="dk2"/>
              </a:solidFill>
              <a:prstDash val="solid"/>
              <a:round/>
              <a:headEnd len="med" w="med" type="none"/>
              <a:tailEnd len="med" w="med" type="triangle"/>
            </a:ln>
          </p:spPr>
        </p:cxnSp>
      </p:grpSp>
      <p:grpSp>
        <p:nvGrpSpPr>
          <p:cNvPr id="4450" name="Google Shape;4450;p186"/>
          <p:cNvGrpSpPr/>
          <p:nvPr/>
        </p:nvGrpSpPr>
        <p:grpSpPr>
          <a:xfrm>
            <a:off x="4572000" y="2505561"/>
            <a:ext cx="914400" cy="729600"/>
            <a:chOff x="813675" y="2734161"/>
            <a:chExt cx="914400" cy="729600"/>
          </a:xfrm>
        </p:grpSpPr>
        <p:sp>
          <p:nvSpPr>
            <p:cNvPr id="4451" name="Google Shape;4451;p186"/>
            <p:cNvSpPr txBox="1"/>
            <p:nvPr/>
          </p:nvSpPr>
          <p:spPr>
            <a:xfrm>
              <a:off x="813675" y="3035961"/>
              <a:ext cx="914400" cy="42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Red Hat Display"/>
                  <a:ea typeface="Red Hat Display"/>
                  <a:cs typeface="Red Hat Display"/>
                  <a:sym typeface="Red Hat Display"/>
                </a:rPr>
                <a:t>Nov</a:t>
              </a:r>
              <a:endParaRPr sz="1800">
                <a:latin typeface="Red Hat Display"/>
                <a:ea typeface="Red Hat Display"/>
                <a:cs typeface="Red Hat Display"/>
                <a:sym typeface="Red Hat Display"/>
              </a:endParaRPr>
            </a:p>
          </p:txBody>
        </p:sp>
        <p:cxnSp>
          <p:nvCxnSpPr>
            <p:cNvPr id="4452" name="Google Shape;4452;p186"/>
            <p:cNvCxnSpPr/>
            <p:nvPr/>
          </p:nvCxnSpPr>
          <p:spPr>
            <a:xfrm flipH="1" rot="10800000">
              <a:off x="1270875" y="2734161"/>
              <a:ext cx="7200" cy="301800"/>
            </a:xfrm>
            <a:prstGeom prst="straightConnector1">
              <a:avLst/>
            </a:prstGeom>
            <a:noFill/>
            <a:ln cap="flat" cmpd="sng" w="9525">
              <a:solidFill>
                <a:schemeClr val="dk2"/>
              </a:solidFill>
              <a:prstDash val="solid"/>
              <a:round/>
              <a:headEnd len="med" w="med" type="none"/>
              <a:tailEnd len="med" w="med" type="triangle"/>
            </a:ln>
          </p:spPr>
        </p:cxnSp>
      </p:grpSp>
      <p:grpSp>
        <p:nvGrpSpPr>
          <p:cNvPr id="4453" name="Google Shape;4453;p186"/>
          <p:cNvGrpSpPr/>
          <p:nvPr/>
        </p:nvGrpSpPr>
        <p:grpSpPr>
          <a:xfrm>
            <a:off x="6400800" y="2505561"/>
            <a:ext cx="914400" cy="729600"/>
            <a:chOff x="813675" y="2734161"/>
            <a:chExt cx="914400" cy="729600"/>
          </a:xfrm>
        </p:grpSpPr>
        <p:sp>
          <p:nvSpPr>
            <p:cNvPr id="4454" name="Google Shape;4454;p186"/>
            <p:cNvSpPr txBox="1"/>
            <p:nvPr/>
          </p:nvSpPr>
          <p:spPr>
            <a:xfrm>
              <a:off x="813675" y="3035961"/>
              <a:ext cx="914400" cy="42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Red Hat Display"/>
                  <a:ea typeface="Red Hat Display"/>
                  <a:cs typeface="Red Hat Display"/>
                  <a:sym typeface="Red Hat Display"/>
                </a:rPr>
                <a:t>Dec</a:t>
              </a:r>
              <a:endParaRPr sz="1800">
                <a:latin typeface="Red Hat Display"/>
                <a:ea typeface="Red Hat Display"/>
                <a:cs typeface="Red Hat Display"/>
                <a:sym typeface="Red Hat Display"/>
              </a:endParaRPr>
            </a:p>
          </p:txBody>
        </p:sp>
        <p:cxnSp>
          <p:nvCxnSpPr>
            <p:cNvPr id="4455" name="Google Shape;4455;p186"/>
            <p:cNvCxnSpPr/>
            <p:nvPr/>
          </p:nvCxnSpPr>
          <p:spPr>
            <a:xfrm flipH="1" rot="10800000">
              <a:off x="1270875" y="2734161"/>
              <a:ext cx="7200" cy="301800"/>
            </a:xfrm>
            <a:prstGeom prst="straightConnector1">
              <a:avLst/>
            </a:prstGeom>
            <a:noFill/>
            <a:ln cap="flat" cmpd="sng" w="9525">
              <a:solidFill>
                <a:schemeClr val="dk2"/>
              </a:solidFill>
              <a:prstDash val="solid"/>
              <a:round/>
              <a:headEnd len="med" w="med" type="none"/>
              <a:tailEnd len="med" w="med" type="triangle"/>
            </a:ln>
          </p:spPr>
        </p:cxnSp>
      </p:grpSp>
      <p:grpSp>
        <p:nvGrpSpPr>
          <p:cNvPr id="4456" name="Google Shape;4456;p186"/>
          <p:cNvGrpSpPr/>
          <p:nvPr/>
        </p:nvGrpSpPr>
        <p:grpSpPr>
          <a:xfrm>
            <a:off x="8229600" y="2505561"/>
            <a:ext cx="914400" cy="729600"/>
            <a:chOff x="813675" y="2734161"/>
            <a:chExt cx="914400" cy="729600"/>
          </a:xfrm>
        </p:grpSpPr>
        <p:sp>
          <p:nvSpPr>
            <p:cNvPr id="4457" name="Google Shape;4457;p186"/>
            <p:cNvSpPr txBox="1"/>
            <p:nvPr/>
          </p:nvSpPr>
          <p:spPr>
            <a:xfrm>
              <a:off x="813675" y="3035961"/>
              <a:ext cx="914400" cy="42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Red Hat Display"/>
                  <a:ea typeface="Red Hat Display"/>
                  <a:cs typeface="Red Hat Display"/>
                  <a:sym typeface="Red Hat Display"/>
                </a:rPr>
                <a:t>Jan</a:t>
              </a:r>
              <a:endParaRPr sz="1800">
                <a:latin typeface="Red Hat Display"/>
                <a:ea typeface="Red Hat Display"/>
                <a:cs typeface="Red Hat Display"/>
                <a:sym typeface="Red Hat Display"/>
              </a:endParaRPr>
            </a:p>
          </p:txBody>
        </p:sp>
        <p:cxnSp>
          <p:nvCxnSpPr>
            <p:cNvPr id="4458" name="Google Shape;4458;p186"/>
            <p:cNvCxnSpPr/>
            <p:nvPr/>
          </p:nvCxnSpPr>
          <p:spPr>
            <a:xfrm flipH="1" rot="10800000">
              <a:off x="1270875" y="2734161"/>
              <a:ext cx="7200" cy="301800"/>
            </a:xfrm>
            <a:prstGeom prst="straightConnector1">
              <a:avLst/>
            </a:prstGeom>
            <a:noFill/>
            <a:ln cap="flat" cmpd="sng" w="9525">
              <a:solidFill>
                <a:schemeClr val="dk2"/>
              </a:solidFill>
              <a:prstDash val="solid"/>
              <a:round/>
              <a:headEnd len="med" w="med" type="none"/>
              <a:tailEnd len="med" w="med" type="triangle"/>
            </a:ln>
          </p:spPr>
        </p:cxnSp>
      </p:grpSp>
      <p:grpSp>
        <p:nvGrpSpPr>
          <p:cNvPr id="4459" name="Google Shape;4459;p186"/>
          <p:cNvGrpSpPr/>
          <p:nvPr/>
        </p:nvGrpSpPr>
        <p:grpSpPr>
          <a:xfrm>
            <a:off x="10058400" y="2505561"/>
            <a:ext cx="914400" cy="729600"/>
            <a:chOff x="813675" y="2734161"/>
            <a:chExt cx="914400" cy="729600"/>
          </a:xfrm>
        </p:grpSpPr>
        <p:sp>
          <p:nvSpPr>
            <p:cNvPr id="4460" name="Google Shape;4460;p186"/>
            <p:cNvSpPr txBox="1"/>
            <p:nvPr/>
          </p:nvSpPr>
          <p:spPr>
            <a:xfrm>
              <a:off x="813675" y="3035961"/>
              <a:ext cx="914400" cy="42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Red Hat Display"/>
                  <a:ea typeface="Red Hat Display"/>
                  <a:cs typeface="Red Hat Display"/>
                  <a:sym typeface="Red Hat Display"/>
                </a:rPr>
                <a:t>Feb</a:t>
              </a:r>
              <a:endParaRPr sz="1800">
                <a:latin typeface="Red Hat Display"/>
                <a:ea typeface="Red Hat Display"/>
                <a:cs typeface="Red Hat Display"/>
                <a:sym typeface="Red Hat Display"/>
              </a:endParaRPr>
            </a:p>
          </p:txBody>
        </p:sp>
        <p:cxnSp>
          <p:nvCxnSpPr>
            <p:cNvPr id="4461" name="Google Shape;4461;p186"/>
            <p:cNvCxnSpPr/>
            <p:nvPr/>
          </p:nvCxnSpPr>
          <p:spPr>
            <a:xfrm flipH="1" rot="10800000">
              <a:off x="1270875" y="2734161"/>
              <a:ext cx="7200" cy="301800"/>
            </a:xfrm>
            <a:prstGeom prst="straightConnector1">
              <a:avLst/>
            </a:prstGeom>
            <a:noFill/>
            <a:ln cap="flat" cmpd="sng" w="9525">
              <a:solidFill>
                <a:schemeClr val="dk2"/>
              </a:solidFill>
              <a:prstDash val="solid"/>
              <a:round/>
              <a:headEnd len="med" w="med" type="none"/>
              <a:tailEnd len="med" w="med" type="triangle"/>
            </a:ln>
          </p:spPr>
        </p:cxnSp>
      </p:grpSp>
      <p:cxnSp>
        <p:nvCxnSpPr>
          <p:cNvPr id="4462" name="Google Shape;4462;p186"/>
          <p:cNvCxnSpPr>
            <a:stCxn id="4463" idx="0"/>
            <a:endCxn id="4451" idx="2"/>
          </p:cNvCxnSpPr>
          <p:nvPr/>
        </p:nvCxnSpPr>
        <p:spPr>
          <a:xfrm rot="-5400000">
            <a:off x="3379050" y="2294375"/>
            <a:ext cx="709500" cy="2590800"/>
          </a:xfrm>
          <a:prstGeom prst="curvedConnector3">
            <a:avLst>
              <a:gd fmla="val 49990" name="adj1"/>
            </a:avLst>
          </a:prstGeom>
          <a:noFill/>
          <a:ln cap="flat" cmpd="sng" w="38100">
            <a:solidFill>
              <a:schemeClr val="accent1"/>
            </a:solidFill>
            <a:prstDash val="solid"/>
            <a:round/>
            <a:headEnd len="med" w="med" type="none"/>
            <a:tailEnd len="med" w="med" type="triangle"/>
          </a:ln>
        </p:spPr>
      </p:cxnSp>
      <p:cxnSp>
        <p:nvCxnSpPr>
          <p:cNvPr id="4464" name="Google Shape;4464;p186"/>
          <p:cNvCxnSpPr>
            <a:stCxn id="4465" idx="0"/>
            <a:endCxn id="4454" idx="2"/>
          </p:cNvCxnSpPr>
          <p:nvPr/>
        </p:nvCxnSpPr>
        <p:spPr>
          <a:xfrm rot="-5400000">
            <a:off x="6122250" y="3208775"/>
            <a:ext cx="709500" cy="762000"/>
          </a:xfrm>
          <a:prstGeom prst="curvedConnector3">
            <a:avLst>
              <a:gd fmla="val 49990" name="adj1"/>
            </a:avLst>
          </a:prstGeom>
          <a:noFill/>
          <a:ln cap="flat" cmpd="sng" w="38100">
            <a:solidFill>
              <a:schemeClr val="accent1"/>
            </a:solidFill>
            <a:prstDash val="solid"/>
            <a:round/>
            <a:headEnd len="med" w="med" type="none"/>
            <a:tailEnd len="med" w="med" type="triangle"/>
          </a:ln>
        </p:spPr>
      </p:cxnSp>
      <p:cxnSp>
        <p:nvCxnSpPr>
          <p:cNvPr id="4466" name="Google Shape;4466;p186"/>
          <p:cNvCxnSpPr>
            <a:stCxn id="4467" idx="0"/>
            <a:endCxn id="4457" idx="2"/>
          </p:cNvCxnSpPr>
          <p:nvPr/>
        </p:nvCxnSpPr>
        <p:spPr>
          <a:xfrm flipH="1" rot="5400000">
            <a:off x="8865450" y="3056375"/>
            <a:ext cx="709500" cy="1066800"/>
          </a:xfrm>
          <a:prstGeom prst="curvedConnector3">
            <a:avLst>
              <a:gd fmla="val 49990" name="adj1"/>
            </a:avLst>
          </a:prstGeom>
          <a:noFill/>
          <a:ln cap="flat" cmpd="sng" w="38100">
            <a:solidFill>
              <a:schemeClr val="accent1"/>
            </a:solidFill>
            <a:prstDash val="solid"/>
            <a:round/>
            <a:headEnd len="med" w="med" type="none"/>
            <a:tailEnd len="med" w="med" type="triangle"/>
          </a:ln>
        </p:spPr>
      </p:cxnSp>
      <p:sp>
        <p:nvSpPr>
          <p:cNvPr id="4465" name="Google Shape;4465;p186"/>
          <p:cNvSpPr/>
          <p:nvPr/>
        </p:nvSpPr>
        <p:spPr>
          <a:xfrm>
            <a:off x="4495800" y="3944525"/>
            <a:ext cx="3200400" cy="22860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Display"/>
                <a:ea typeface="Red Hat Display"/>
                <a:cs typeface="Red Hat Display"/>
                <a:sym typeface="Red Hat Display"/>
              </a:rPr>
              <a:t>QA v4</a:t>
            </a:r>
            <a:endParaRPr>
              <a:latin typeface="Red Hat Display"/>
              <a:ea typeface="Red Hat Display"/>
              <a:cs typeface="Red Hat Display"/>
              <a:sym typeface="Red Hat Display"/>
            </a:endParaRPr>
          </a:p>
        </p:txBody>
      </p:sp>
      <p:pic>
        <p:nvPicPr>
          <p:cNvPr id="4468" name="Google Shape;4468;p186"/>
          <p:cNvPicPr preferRelativeResize="0"/>
          <p:nvPr/>
        </p:nvPicPr>
        <p:blipFill>
          <a:blip r:embed="rId3">
            <a:alphaModFix/>
          </a:blip>
          <a:stretch>
            <a:fillRect/>
          </a:stretch>
        </p:blipFill>
        <p:spPr>
          <a:xfrm>
            <a:off x="5726107" y="5271199"/>
            <a:ext cx="717973" cy="288747"/>
          </a:xfrm>
          <a:prstGeom prst="rect">
            <a:avLst/>
          </a:prstGeom>
          <a:noFill/>
          <a:ln>
            <a:noFill/>
          </a:ln>
        </p:spPr>
      </p:pic>
      <p:pic>
        <p:nvPicPr>
          <p:cNvPr id="4469" name="Google Shape;4469;p186"/>
          <p:cNvPicPr preferRelativeResize="0"/>
          <p:nvPr/>
        </p:nvPicPr>
        <p:blipFill>
          <a:blip r:embed="rId3">
            <a:alphaModFix/>
          </a:blip>
          <a:stretch>
            <a:fillRect/>
          </a:stretch>
        </p:blipFill>
        <p:spPr>
          <a:xfrm>
            <a:off x="5726107" y="4509199"/>
            <a:ext cx="717973" cy="288747"/>
          </a:xfrm>
          <a:prstGeom prst="rect">
            <a:avLst/>
          </a:prstGeom>
          <a:noFill/>
          <a:ln>
            <a:noFill/>
          </a:ln>
        </p:spPr>
      </p:pic>
      <p:sp>
        <p:nvSpPr>
          <p:cNvPr id="4463" name="Google Shape;4463;p186"/>
          <p:cNvSpPr/>
          <p:nvPr/>
        </p:nvSpPr>
        <p:spPr>
          <a:xfrm>
            <a:off x="838200" y="3944525"/>
            <a:ext cx="3200400" cy="22860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Display"/>
                <a:ea typeface="Red Hat Display"/>
                <a:cs typeface="Red Hat Display"/>
                <a:sym typeface="Red Hat Display"/>
              </a:rPr>
              <a:t>Production v3</a:t>
            </a:r>
            <a:endParaRPr>
              <a:latin typeface="Red Hat Display"/>
              <a:ea typeface="Red Hat Display"/>
              <a:cs typeface="Red Hat Display"/>
              <a:sym typeface="Red Hat Display"/>
            </a:endParaRPr>
          </a:p>
        </p:txBody>
      </p:sp>
      <p:pic>
        <p:nvPicPr>
          <p:cNvPr id="4470" name="Google Shape;4470;p186"/>
          <p:cNvPicPr preferRelativeResize="0"/>
          <p:nvPr/>
        </p:nvPicPr>
        <p:blipFill>
          <a:blip r:embed="rId3">
            <a:alphaModFix/>
          </a:blip>
          <a:stretch>
            <a:fillRect/>
          </a:stretch>
        </p:blipFill>
        <p:spPr>
          <a:xfrm>
            <a:off x="1154107" y="5118799"/>
            <a:ext cx="717973" cy="288747"/>
          </a:xfrm>
          <a:prstGeom prst="rect">
            <a:avLst/>
          </a:prstGeom>
          <a:noFill/>
          <a:ln cap="flat" cmpd="sng" w="38100">
            <a:solidFill>
              <a:schemeClr val="accent1"/>
            </a:solidFill>
            <a:prstDash val="solid"/>
            <a:round/>
            <a:headEnd len="sm" w="sm" type="none"/>
            <a:tailEnd len="sm" w="sm" type="none"/>
          </a:ln>
        </p:spPr>
      </p:pic>
      <p:sp>
        <p:nvSpPr>
          <p:cNvPr id="4467" name="Google Shape;4467;p186"/>
          <p:cNvSpPr/>
          <p:nvPr/>
        </p:nvSpPr>
        <p:spPr>
          <a:xfrm>
            <a:off x="8153400" y="3944525"/>
            <a:ext cx="3200400" cy="22860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Display"/>
                <a:ea typeface="Red Hat Display"/>
                <a:cs typeface="Red Hat Display"/>
                <a:sym typeface="Red Hat Display"/>
              </a:rPr>
              <a:t>Development v5</a:t>
            </a:r>
            <a:endParaRPr>
              <a:latin typeface="Red Hat Display"/>
              <a:ea typeface="Red Hat Display"/>
              <a:cs typeface="Red Hat Display"/>
              <a:sym typeface="Red Hat Display"/>
            </a:endParaRPr>
          </a:p>
        </p:txBody>
      </p:sp>
      <p:pic>
        <p:nvPicPr>
          <p:cNvPr id="4471" name="Google Shape;4471;p186"/>
          <p:cNvPicPr preferRelativeResize="0"/>
          <p:nvPr/>
        </p:nvPicPr>
        <p:blipFill>
          <a:blip r:embed="rId3">
            <a:alphaModFix/>
          </a:blip>
          <a:stretch>
            <a:fillRect/>
          </a:stretch>
        </p:blipFill>
        <p:spPr>
          <a:xfrm>
            <a:off x="9002707" y="5042599"/>
            <a:ext cx="717973" cy="288747"/>
          </a:xfrm>
          <a:prstGeom prst="rect">
            <a:avLst/>
          </a:prstGeom>
          <a:noFill/>
          <a:ln>
            <a:noFill/>
          </a:ln>
        </p:spPr>
      </p:pic>
      <p:pic>
        <p:nvPicPr>
          <p:cNvPr id="4472" name="Google Shape;4472;p186"/>
          <p:cNvPicPr preferRelativeResize="0"/>
          <p:nvPr/>
        </p:nvPicPr>
        <p:blipFill>
          <a:blip r:embed="rId3">
            <a:alphaModFix/>
          </a:blip>
          <a:stretch>
            <a:fillRect/>
          </a:stretch>
        </p:blipFill>
        <p:spPr>
          <a:xfrm>
            <a:off x="9612307" y="4585399"/>
            <a:ext cx="717973" cy="288747"/>
          </a:xfrm>
          <a:prstGeom prst="rect">
            <a:avLst/>
          </a:prstGeom>
          <a:noFill/>
          <a:ln>
            <a:noFill/>
          </a:ln>
        </p:spPr>
      </p:pic>
      <p:pic>
        <p:nvPicPr>
          <p:cNvPr id="4473" name="Google Shape;4473;p186"/>
          <p:cNvPicPr preferRelativeResize="0"/>
          <p:nvPr/>
        </p:nvPicPr>
        <p:blipFill>
          <a:blip r:embed="rId3">
            <a:alphaModFix/>
          </a:blip>
          <a:stretch>
            <a:fillRect/>
          </a:stretch>
        </p:blipFill>
        <p:spPr>
          <a:xfrm>
            <a:off x="2068507" y="5118799"/>
            <a:ext cx="717973" cy="288747"/>
          </a:xfrm>
          <a:prstGeom prst="rect">
            <a:avLst/>
          </a:prstGeom>
          <a:noFill/>
          <a:ln>
            <a:noFill/>
          </a:ln>
        </p:spPr>
      </p:pic>
      <p:pic>
        <p:nvPicPr>
          <p:cNvPr id="4474" name="Google Shape;4474;p186"/>
          <p:cNvPicPr preferRelativeResize="0"/>
          <p:nvPr/>
        </p:nvPicPr>
        <p:blipFill>
          <a:blip r:embed="rId3">
            <a:alphaModFix/>
          </a:blip>
          <a:stretch>
            <a:fillRect/>
          </a:stretch>
        </p:blipFill>
        <p:spPr>
          <a:xfrm>
            <a:off x="2068507" y="4585399"/>
            <a:ext cx="717973" cy="288747"/>
          </a:xfrm>
          <a:prstGeom prst="rect">
            <a:avLst/>
          </a:prstGeom>
          <a:noFill/>
          <a:ln>
            <a:noFill/>
          </a:ln>
        </p:spPr>
      </p:pic>
      <p:pic>
        <p:nvPicPr>
          <p:cNvPr id="4475" name="Google Shape;4475;p186"/>
          <p:cNvPicPr preferRelativeResize="0"/>
          <p:nvPr/>
        </p:nvPicPr>
        <p:blipFill>
          <a:blip r:embed="rId3">
            <a:alphaModFix/>
          </a:blip>
          <a:stretch>
            <a:fillRect/>
          </a:stretch>
        </p:blipFill>
        <p:spPr>
          <a:xfrm>
            <a:off x="5726107" y="4890199"/>
            <a:ext cx="717973" cy="288747"/>
          </a:xfrm>
          <a:prstGeom prst="rect">
            <a:avLst/>
          </a:prstGeom>
          <a:noFill/>
          <a:ln>
            <a:noFill/>
          </a:ln>
        </p:spPr>
      </p:pic>
      <p:pic>
        <p:nvPicPr>
          <p:cNvPr id="4476" name="Google Shape;4476;p186"/>
          <p:cNvPicPr preferRelativeResize="0"/>
          <p:nvPr/>
        </p:nvPicPr>
        <p:blipFill>
          <a:blip r:embed="rId3">
            <a:alphaModFix/>
          </a:blip>
          <a:stretch>
            <a:fillRect/>
          </a:stretch>
        </p:blipFill>
        <p:spPr>
          <a:xfrm>
            <a:off x="4811707" y="5194999"/>
            <a:ext cx="717973" cy="288747"/>
          </a:xfrm>
          <a:prstGeom prst="rect">
            <a:avLst/>
          </a:prstGeom>
          <a:noFill/>
          <a:ln cap="flat" cmpd="sng" w="38100">
            <a:solidFill>
              <a:schemeClr val="accent1"/>
            </a:solidFill>
            <a:prstDash val="solid"/>
            <a:round/>
            <a:headEnd len="sm" w="sm" type="none"/>
            <a:tailEnd len="sm" w="sm" type="none"/>
          </a:ln>
        </p:spPr>
      </p:pic>
      <p:pic>
        <p:nvPicPr>
          <p:cNvPr id="4477" name="Google Shape;4477;p186"/>
          <p:cNvPicPr preferRelativeResize="0"/>
          <p:nvPr/>
        </p:nvPicPr>
        <p:blipFill>
          <a:blip r:embed="rId3">
            <a:alphaModFix/>
          </a:blip>
          <a:stretch>
            <a:fillRect/>
          </a:stretch>
        </p:blipFill>
        <p:spPr>
          <a:xfrm>
            <a:off x="8469307" y="4585399"/>
            <a:ext cx="717973" cy="288747"/>
          </a:xfrm>
          <a:prstGeom prst="rect">
            <a:avLst/>
          </a:prstGeom>
          <a:noFill/>
          <a:ln cap="flat" cmpd="sng" w="38100">
            <a:solidFill>
              <a:schemeClr val="accent1"/>
            </a:solidFill>
            <a:prstDash val="solid"/>
            <a:round/>
            <a:headEnd len="sm" w="sm" type="none"/>
            <a:tailEnd len="sm" w="sm" type="none"/>
          </a:ln>
        </p:spPr>
      </p:pic>
      <p:pic>
        <p:nvPicPr>
          <p:cNvPr id="4478" name="Google Shape;4478;p186"/>
          <p:cNvPicPr preferRelativeResize="0"/>
          <p:nvPr/>
        </p:nvPicPr>
        <p:blipFill>
          <a:blip r:embed="rId3">
            <a:alphaModFix/>
          </a:blip>
          <a:stretch>
            <a:fillRect/>
          </a:stretch>
        </p:blipFill>
        <p:spPr>
          <a:xfrm>
            <a:off x="2068507" y="5652199"/>
            <a:ext cx="717973" cy="288747"/>
          </a:xfrm>
          <a:prstGeom prst="rect">
            <a:avLst/>
          </a:prstGeom>
          <a:noFill/>
          <a:ln>
            <a:noFill/>
          </a:ln>
        </p:spPr>
      </p:pic>
      <p:pic>
        <p:nvPicPr>
          <p:cNvPr id="4479" name="Google Shape;4479;p186"/>
          <p:cNvPicPr preferRelativeResize="0"/>
          <p:nvPr/>
        </p:nvPicPr>
        <p:blipFill>
          <a:blip r:embed="rId3">
            <a:alphaModFix/>
          </a:blip>
          <a:stretch>
            <a:fillRect/>
          </a:stretch>
        </p:blipFill>
        <p:spPr>
          <a:xfrm>
            <a:off x="6640507" y="5194999"/>
            <a:ext cx="717973" cy="288747"/>
          </a:xfrm>
          <a:prstGeom prst="rect">
            <a:avLst/>
          </a:prstGeom>
          <a:noFill/>
          <a:ln cap="flat" cmpd="sng" w="38100">
            <a:solidFill>
              <a:schemeClr val="accent1"/>
            </a:solidFill>
            <a:prstDash val="solid"/>
            <a:round/>
            <a:headEnd len="sm" w="sm" type="none"/>
            <a:tailEnd len="sm" w="sm" type="none"/>
          </a:ln>
        </p:spPr>
      </p:pic>
      <p:pic>
        <p:nvPicPr>
          <p:cNvPr id="4480" name="Google Shape;4480;p186"/>
          <p:cNvPicPr preferRelativeResize="0"/>
          <p:nvPr/>
        </p:nvPicPr>
        <p:blipFill>
          <a:blip r:embed="rId3">
            <a:alphaModFix/>
          </a:blip>
          <a:stretch>
            <a:fillRect/>
          </a:stretch>
        </p:blipFill>
        <p:spPr>
          <a:xfrm>
            <a:off x="5726107" y="5652199"/>
            <a:ext cx="717973" cy="288747"/>
          </a:xfrm>
          <a:prstGeom prst="rect">
            <a:avLst/>
          </a:prstGeom>
          <a:noFill/>
          <a:ln>
            <a:noFill/>
          </a:ln>
        </p:spPr>
      </p:pic>
      <p:pic>
        <p:nvPicPr>
          <p:cNvPr id="4481" name="Google Shape;4481;p186"/>
          <p:cNvPicPr preferRelativeResize="0"/>
          <p:nvPr/>
        </p:nvPicPr>
        <p:blipFill>
          <a:blip r:embed="rId3">
            <a:alphaModFix/>
          </a:blip>
          <a:stretch>
            <a:fillRect/>
          </a:stretch>
        </p:blipFill>
        <p:spPr>
          <a:xfrm>
            <a:off x="10526707" y="4585399"/>
            <a:ext cx="717973" cy="288747"/>
          </a:xfrm>
          <a:prstGeom prst="rect">
            <a:avLst/>
          </a:prstGeom>
          <a:noFill/>
          <a:ln cap="flat" cmpd="sng" w="38100">
            <a:solidFill>
              <a:schemeClr val="accent1"/>
            </a:solidFill>
            <a:prstDash val="solid"/>
            <a:round/>
            <a:headEnd len="sm" w="sm" type="none"/>
            <a:tailEnd len="sm" w="sm" type="none"/>
          </a:ln>
        </p:spPr>
      </p:pic>
      <p:pic>
        <p:nvPicPr>
          <p:cNvPr id="4482" name="Google Shape;4482;p186"/>
          <p:cNvPicPr preferRelativeResize="0"/>
          <p:nvPr/>
        </p:nvPicPr>
        <p:blipFill>
          <a:blip r:embed="rId3">
            <a:alphaModFix/>
          </a:blip>
          <a:stretch>
            <a:fillRect/>
          </a:stretch>
        </p:blipFill>
        <p:spPr>
          <a:xfrm>
            <a:off x="9155107" y="5499799"/>
            <a:ext cx="717973" cy="288747"/>
          </a:xfrm>
          <a:prstGeom prst="rect">
            <a:avLst/>
          </a:prstGeom>
          <a:noFill/>
          <a:ln>
            <a:noFill/>
          </a:ln>
        </p:spPr>
      </p:pic>
      <p:pic>
        <p:nvPicPr>
          <p:cNvPr id="4483" name="Google Shape;4483;p186"/>
          <p:cNvPicPr preferRelativeResize="0"/>
          <p:nvPr/>
        </p:nvPicPr>
        <p:blipFill>
          <a:blip r:embed="rId3">
            <a:alphaModFix/>
          </a:blip>
          <a:stretch>
            <a:fillRect/>
          </a:stretch>
        </p:blipFill>
        <p:spPr>
          <a:xfrm>
            <a:off x="1154107" y="4585399"/>
            <a:ext cx="717973" cy="288747"/>
          </a:xfrm>
          <a:prstGeom prst="rect">
            <a:avLst/>
          </a:prstGeom>
          <a:noFill/>
          <a:ln>
            <a:noFill/>
          </a:ln>
        </p:spPr>
      </p:pic>
      <p:pic>
        <p:nvPicPr>
          <p:cNvPr id="4484" name="Google Shape;4484;p186"/>
          <p:cNvPicPr preferRelativeResize="0"/>
          <p:nvPr/>
        </p:nvPicPr>
        <p:blipFill>
          <a:blip r:embed="rId3">
            <a:alphaModFix/>
          </a:blip>
          <a:stretch>
            <a:fillRect/>
          </a:stretch>
        </p:blipFill>
        <p:spPr>
          <a:xfrm>
            <a:off x="4811707" y="4737799"/>
            <a:ext cx="717973" cy="288747"/>
          </a:xfrm>
          <a:prstGeom prst="rect">
            <a:avLst/>
          </a:prstGeom>
          <a:noFill/>
          <a:ln>
            <a:noFill/>
          </a:ln>
        </p:spPr>
      </p:pic>
      <p:pic>
        <p:nvPicPr>
          <p:cNvPr id="4485" name="Google Shape;4485;p186"/>
          <p:cNvPicPr preferRelativeResize="0"/>
          <p:nvPr/>
        </p:nvPicPr>
        <p:blipFill>
          <a:blip r:embed="rId3">
            <a:alphaModFix/>
          </a:blip>
          <a:stretch>
            <a:fillRect/>
          </a:stretch>
        </p:blipFill>
        <p:spPr>
          <a:xfrm>
            <a:off x="6640507" y="4737799"/>
            <a:ext cx="717973" cy="288747"/>
          </a:xfrm>
          <a:prstGeom prst="rect">
            <a:avLst/>
          </a:prstGeom>
          <a:noFill/>
          <a:ln>
            <a:noFill/>
          </a:ln>
        </p:spPr>
      </p:pic>
      <p:pic>
        <p:nvPicPr>
          <p:cNvPr id="4486" name="Google Shape;4486;p186"/>
          <p:cNvPicPr preferRelativeResize="0"/>
          <p:nvPr/>
        </p:nvPicPr>
        <p:blipFill>
          <a:blip r:embed="rId3">
            <a:alphaModFix/>
          </a:blip>
          <a:stretch>
            <a:fillRect/>
          </a:stretch>
        </p:blipFill>
        <p:spPr>
          <a:xfrm>
            <a:off x="9917107" y="5042599"/>
            <a:ext cx="717973" cy="288747"/>
          </a:xfrm>
          <a:prstGeom prst="rect">
            <a:avLst/>
          </a:prstGeom>
          <a:noFill/>
          <a:ln>
            <a:noFill/>
          </a:ln>
        </p:spPr>
      </p:pic>
      <p:pic>
        <p:nvPicPr>
          <p:cNvPr id="4487" name="Google Shape;4487;p186"/>
          <p:cNvPicPr preferRelativeResize="0"/>
          <p:nvPr/>
        </p:nvPicPr>
        <p:blipFill>
          <a:blip r:embed="rId3">
            <a:alphaModFix/>
          </a:blip>
          <a:stretch>
            <a:fillRect/>
          </a:stretch>
        </p:blipFill>
        <p:spPr>
          <a:xfrm>
            <a:off x="10298107" y="5499799"/>
            <a:ext cx="717973" cy="288747"/>
          </a:xfrm>
          <a:prstGeom prst="rect">
            <a:avLst/>
          </a:prstGeom>
          <a:noFill/>
          <a:ln>
            <a:noFill/>
          </a:ln>
        </p:spPr>
      </p:pic>
      <p:sp>
        <p:nvSpPr>
          <p:cNvPr id="4488" name="Google Shape;4488;p186"/>
          <p:cNvSpPr txBox="1"/>
          <p:nvPr/>
        </p:nvSpPr>
        <p:spPr>
          <a:xfrm>
            <a:off x="8229600" y="1805950"/>
            <a:ext cx="914400" cy="36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Red Hat Display"/>
                <a:ea typeface="Red Hat Display"/>
                <a:cs typeface="Red Hat Display"/>
                <a:sym typeface="Red Hat Display"/>
              </a:rPr>
              <a:t>Now</a:t>
            </a:r>
            <a:endParaRPr>
              <a:solidFill>
                <a:schemeClr val="accent1"/>
              </a:solidFill>
              <a:latin typeface="Red Hat Display"/>
              <a:ea typeface="Red Hat Display"/>
              <a:cs typeface="Red Hat Display"/>
              <a:sym typeface="Red Hat Display"/>
            </a:endParaRPr>
          </a:p>
        </p:txBody>
      </p:sp>
      <p:sp>
        <p:nvSpPr>
          <p:cNvPr id="4489" name="Google Shape;4489;p186"/>
          <p:cNvSpPr txBox="1"/>
          <p:nvPr/>
        </p:nvSpPr>
        <p:spPr>
          <a:xfrm>
            <a:off x="4572000" y="2158450"/>
            <a:ext cx="914400" cy="36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ed Hat Display"/>
                <a:ea typeface="Red Hat Display"/>
                <a:cs typeface="Red Hat Display"/>
                <a:sym typeface="Red Hat Display"/>
              </a:rPr>
              <a:t>v3</a:t>
            </a:r>
            <a:endParaRPr>
              <a:solidFill>
                <a:schemeClr val="lt1"/>
              </a:solidFill>
              <a:latin typeface="Red Hat Display"/>
              <a:ea typeface="Red Hat Display"/>
              <a:cs typeface="Red Hat Display"/>
              <a:sym typeface="Red Hat Display"/>
            </a:endParaRPr>
          </a:p>
        </p:txBody>
      </p:sp>
      <p:sp>
        <p:nvSpPr>
          <p:cNvPr id="4490" name="Google Shape;4490;p186"/>
          <p:cNvSpPr txBox="1"/>
          <p:nvPr/>
        </p:nvSpPr>
        <p:spPr>
          <a:xfrm>
            <a:off x="6400800" y="2158450"/>
            <a:ext cx="914400" cy="36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ed Hat Display"/>
                <a:ea typeface="Red Hat Display"/>
                <a:cs typeface="Red Hat Display"/>
                <a:sym typeface="Red Hat Display"/>
              </a:rPr>
              <a:t>v4</a:t>
            </a:r>
            <a:endParaRPr>
              <a:solidFill>
                <a:schemeClr val="lt1"/>
              </a:solidFill>
              <a:latin typeface="Red Hat Display"/>
              <a:ea typeface="Red Hat Display"/>
              <a:cs typeface="Red Hat Display"/>
              <a:sym typeface="Red Hat Display"/>
            </a:endParaRPr>
          </a:p>
        </p:txBody>
      </p:sp>
      <p:sp>
        <p:nvSpPr>
          <p:cNvPr id="4491" name="Google Shape;4491;p186"/>
          <p:cNvSpPr txBox="1"/>
          <p:nvPr/>
        </p:nvSpPr>
        <p:spPr>
          <a:xfrm>
            <a:off x="8229600" y="2158450"/>
            <a:ext cx="914400" cy="36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ed Hat Display"/>
                <a:ea typeface="Red Hat Display"/>
                <a:cs typeface="Red Hat Display"/>
                <a:sym typeface="Red Hat Display"/>
              </a:rPr>
              <a:t>v5</a:t>
            </a:r>
            <a:endParaRPr>
              <a:solidFill>
                <a:schemeClr val="lt1"/>
              </a:solidFill>
              <a:latin typeface="Red Hat Display"/>
              <a:ea typeface="Red Hat Display"/>
              <a:cs typeface="Red Hat Display"/>
              <a:sym typeface="Red Hat Display"/>
            </a:endParaRPr>
          </a:p>
        </p:txBody>
      </p:sp>
    </p:spTree>
  </p:cSld>
  <p:clrMapOvr>
    <a:masterClrMapping/>
  </p:clrMapOvr>
  <mc:AlternateContent>
    <mc:Choice Requires="p14">
      <p:transition spd="slow" p14:dur="20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6"/>
                                        </p:tgtEl>
                                        <p:attrNameLst>
                                          <p:attrName>style.visibility</p:attrName>
                                        </p:attrNameLst>
                                      </p:cBhvr>
                                      <p:to>
                                        <p:strVal val="visible"/>
                                      </p:to>
                                    </p:set>
                                    <p:animEffect filter="fade" transition="in">
                                      <p:cBhvr>
                                        <p:cTn dur="1000"/>
                                        <p:tgtEl>
                                          <p:spTgt spid="4476"/>
                                        </p:tgtEl>
                                      </p:cBhvr>
                                    </p:animEffect>
                                  </p:childTnLst>
                                </p:cTn>
                              </p:par>
                              <p:par>
                                <p:cTn fill="hold" nodeType="withEffect" presetClass="entr" presetID="10" presetSubtype="0">
                                  <p:stCondLst>
                                    <p:cond delay="0"/>
                                  </p:stCondLst>
                                  <p:childTnLst>
                                    <p:set>
                                      <p:cBhvr>
                                        <p:cTn dur="1" fill="hold">
                                          <p:stCondLst>
                                            <p:cond delay="0"/>
                                          </p:stCondLst>
                                        </p:cTn>
                                        <p:tgtEl>
                                          <p:spTgt spid="4477"/>
                                        </p:tgtEl>
                                        <p:attrNameLst>
                                          <p:attrName>style.visibility</p:attrName>
                                        </p:attrNameLst>
                                      </p:cBhvr>
                                      <p:to>
                                        <p:strVal val="visible"/>
                                      </p:to>
                                    </p:set>
                                    <p:animEffect filter="fade" transition="in">
                                      <p:cBhvr>
                                        <p:cTn dur="1000"/>
                                        <p:tgtEl>
                                          <p:spTgt spid="4477"/>
                                        </p:tgtEl>
                                      </p:cBhvr>
                                    </p:animEffect>
                                  </p:childTnLst>
                                </p:cTn>
                              </p:par>
                              <p:par>
                                <p:cTn fill="hold" nodeType="withEffect" presetClass="entr" presetID="10" presetSubtype="0">
                                  <p:stCondLst>
                                    <p:cond delay="0"/>
                                  </p:stCondLst>
                                  <p:childTnLst>
                                    <p:set>
                                      <p:cBhvr>
                                        <p:cTn dur="1" fill="hold">
                                          <p:stCondLst>
                                            <p:cond delay="0"/>
                                          </p:stCondLst>
                                        </p:cTn>
                                        <p:tgtEl>
                                          <p:spTgt spid="4470"/>
                                        </p:tgtEl>
                                        <p:attrNameLst>
                                          <p:attrName>style.visibility</p:attrName>
                                        </p:attrNameLst>
                                      </p:cBhvr>
                                      <p:to>
                                        <p:strVal val="visible"/>
                                      </p:to>
                                    </p:set>
                                    <p:animEffect filter="fade" transition="in">
                                      <p:cBhvr>
                                        <p:cTn dur="1000"/>
                                        <p:tgtEl>
                                          <p:spTgt spid="4470"/>
                                        </p:tgtEl>
                                      </p:cBhvr>
                                    </p:animEffect>
                                  </p:childTnLst>
                                </p:cTn>
                              </p:par>
                              <p:par>
                                <p:cTn fill="hold" nodeType="withEffect" presetClass="entr" presetID="10" presetSubtype="0">
                                  <p:stCondLst>
                                    <p:cond delay="0"/>
                                  </p:stCondLst>
                                  <p:childTnLst>
                                    <p:set>
                                      <p:cBhvr>
                                        <p:cTn dur="1" fill="hold">
                                          <p:stCondLst>
                                            <p:cond delay="0"/>
                                          </p:stCondLst>
                                        </p:cTn>
                                        <p:tgtEl>
                                          <p:spTgt spid="4479"/>
                                        </p:tgtEl>
                                        <p:attrNameLst>
                                          <p:attrName>style.visibility</p:attrName>
                                        </p:attrNameLst>
                                      </p:cBhvr>
                                      <p:to>
                                        <p:strVal val="visible"/>
                                      </p:to>
                                    </p:set>
                                    <p:animEffect filter="fade" transition="in">
                                      <p:cBhvr>
                                        <p:cTn dur="1000"/>
                                        <p:tgtEl>
                                          <p:spTgt spid="4479"/>
                                        </p:tgtEl>
                                      </p:cBhvr>
                                    </p:animEffect>
                                  </p:childTnLst>
                                </p:cTn>
                              </p:par>
                              <p:par>
                                <p:cTn fill="hold" nodeType="withEffect" presetClass="entr" presetID="10" presetSubtype="0">
                                  <p:stCondLst>
                                    <p:cond delay="0"/>
                                  </p:stCondLst>
                                  <p:childTnLst>
                                    <p:set>
                                      <p:cBhvr>
                                        <p:cTn dur="1" fill="hold">
                                          <p:stCondLst>
                                            <p:cond delay="0"/>
                                          </p:stCondLst>
                                        </p:cTn>
                                        <p:tgtEl>
                                          <p:spTgt spid="4481"/>
                                        </p:tgtEl>
                                        <p:attrNameLst>
                                          <p:attrName>style.visibility</p:attrName>
                                        </p:attrNameLst>
                                      </p:cBhvr>
                                      <p:to>
                                        <p:strVal val="visible"/>
                                      </p:to>
                                    </p:set>
                                    <p:animEffect filter="fade" transition="in">
                                      <p:cBhvr>
                                        <p:cTn dur="1000"/>
                                        <p:tgtEl>
                                          <p:spTgt spid="44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5" name="Shape 4495"/>
        <p:cNvGrpSpPr/>
        <p:nvPr/>
      </p:nvGrpSpPr>
      <p:grpSpPr>
        <a:xfrm>
          <a:off x="0" y="0"/>
          <a:ext cx="0" cy="0"/>
          <a:chOff x="0" y="0"/>
          <a:chExt cx="0" cy="0"/>
        </a:xfrm>
      </p:grpSpPr>
      <p:sp>
        <p:nvSpPr>
          <p:cNvPr id="4496" name="Google Shape;4496;p187"/>
          <p:cNvSpPr txBox="1"/>
          <p:nvPr>
            <p:ph type="title"/>
          </p:nvPr>
        </p:nvSpPr>
        <p:spPr>
          <a:xfrm>
            <a:off x="1066764" y="1100350"/>
            <a:ext cx="100584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Standard Operating Environment</a:t>
            </a:r>
            <a:endParaRPr/>
          </a:p>
        </p:txBody>
      </p:sp>
      <p:sp>
        <p:nvSpPr>
          <p:cNvPr id="4497" name="Google Shape;4497;p187"/>
          <p:cNvSpPr txBox="1"/>
          <p:nvPr>
            <p:ph idx="4" type="subTitle"/>
          </p:nvPr>
        </p:nvSpPr>
        <p:spPr>
          <a:xfrm>
            <a:off x="1066836" y="1653550"/>
            <a:ext cx="10058400" cy="291900"/>
          </a:xfrm>
          <a:prstGeom prst="rect">
            <a:avLst/>
          </a:prstGeom>
        </p:spPr>
        <p:txBody>
          <a:bodyPr anchorCtr="0" anchor="t" bIns="0" lIns="0" spcFirstLastPara="1" rIns="0" wrap="square" tIns="0">
            <a:noAutofit/>
          </a:bodyPr>
          <a:lstStyle/>
          <a:p>
            <a:pPr indent="0" lvl="0" marL="0" rtl="0" algn="ctr">
              <a:spcBef>
                <a:spcPts val="0"/>
              </a:spcBef>
              <a:spcAft>
                <a:spcPts val="500"/>
              </a:spcAft>
              <a:buClr>
                <a:schemeClr val="dk1"/>
              </a:buClr>
              <a:buSzPts val="1100"/>
              <a:buFont typeface="Arial"/>
              <a:buNone/>
            </a:pPr>
            <a:r>
              <a:rPr lang="en"/>
              <a:t>Lifecycle Promotion Nov → Dec → Jan → Feb</a:t>
            </a:r>
            <a:endParaRPr/>
          </a:p>
        </p:txBody>
      </p:sp>
      <p:sp>
        <p:nvSpPr>
          <p:cNvPr id="4498" name="Google Shape;4498;p18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499" name="Google Shape;4499;p187"/>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Standard Operating Environment</a:t>
            </a:r>
            <a:endParaRPr/>
          </a:p>
        </p:txBody>
      </p:sp>
      <p:sp>
        <p:nvSpPr>
          <p:cNvPr id="4500" name="Google Shape;4500;p187"/>
          <p:cNvSpPr/>
          <p:nvPr/>
        </p:nvSpPr>
        <p:spPr>
          <a:xfrm>
            <a:off x="457200" y="2047150"/>
            <a:ext cx="10972800" cy="615300"/>
          </a:xfrm>
          <a:prstGeom prst="rightArrow">
            <a:avLst>
              <a:gd fmla="val 50000" name="adj1"/>
              <a:gd fmla="val 50000" name="adj2"/>
            </a:avLst>
          </a:prstGeom>
          <a:solidFill>
            <a:srgbClr val="F56D6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grpSp>
        <p:nvGrpSpPr>
          <p:cNvPr id="4501" name="Google Shape;4501;p187"/>
          <p:cNvGrpSpPr/>
          <p:nvPr/>
        </p:nvGrpSpPr>
        <p:grpSpPr>
          <a:xfrm>
            <a:off x="914400" y="2505561"/>
            <a:ext cx="914400" cy="729600"/>
            <a:chOff x="813675" y="2734161"/>
            <a:chExt cx="914400" cy="729600"/>
          </a:xfrm>
        </p:grpSpPr>
        <p:sp>
          <p:nvSpPr>
            <p:cNvPr id="4502" name="Google Shape;4502;p187"/>
            <p:cNvSpPr txBox="1"/>
            <p:nvPr/>
          </p:nvSpPr>
          <p:spPr>
            <a:xfrm>
              <a:off x="813675" y="3035961"/>
              <a:ext cx="914400" cy="42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Red Hat Display"/>
                  <a:ea typeface="Red Hat Display"/>
                  <a:cs typeface="Red Hat Display"/>
                  <a:sym typeface="Red Hat Display"/>
                </a:rPr>
                <a:t>Sept</a:t>
              </a:r>
              <a:endParaRPr sz="1800">
                <a:latin typeface="Red Hat Display"/>
                <a:ea typeface="Red Hat Display"/>
                <a:cs typeface="Red Hat Display"/>
                <a:sym typeface="Red Hat Display"/>
              </a:endParaRPr>
            </a:p>
          </p:txBody>
        </p:sp>
        <p:cxnSp>
          <p:nvCxnSpPr>
            <p:cNvPr id="4503" name="Google Shape;4503;p187"/>
            <p:cNvCxnSpPr/>
            <p:nvPr/>
          </p:nvCxnSpPr>
          <p:spPr>
            <a:xfrm flipH="1" rot="10800000">
              <a:off x="1270875" y="2734161"/>
              <a:ext cx="7200" cy="301800"/>
            </a:xfrm>
            <a:prstGeom prst="straightConnector1">
              <a:avLst/>
            </a:prstGeom>
            <a:noFill/>
            <a:ln cap="flat" cmpd="sng" w="9525">
              <a:solidFill>
                <a:schemeClr val="dk2"/>
              </a:solidFill>
              <a:prstDash val="solid"/>
              <a:round/>
              <a:headEnd len="med" w="med" type="none"/>
              <a:tailEnd len="med" w="med" type="triangle"/>
            </a:ln>
          </p:spPr>
        </p:cxnSp>
      </p:grpSp>
      <p:grpSp>
        <p:nvGrpSpPr>
          <p:cNvPr id="4504" name="Google Shape;4504;p187"/>
          <p:cNvGrpSpPr/>
          <p:nvPr/>
        </p:nvGrpSpPr>
        <p:grpSpPr>
          <a:xfrm>
            <a:off x="2743200" y="2505561"/>
            <a:ext cx="914400" cy="729600"/>
            <a:chOff x="813675" y="2734161"/>
            <a:chExt cx="914400" cy="729600"/>
          </a:xfrm>
        </p:grpSpPr>
        <p:sp>
          <p:nvSpPr>
            <p:cNvPr id="4505" name="Google Shape;4505;p187"/>
            <p:cNvSpPr txBox="1"/>
            <p:nvPr/>
          </p:nvSpPr>
          <p:spPr>
            <a:xfrm>
              <a:off x="813675" y="3035961"/>
              <a:ext cx="914400" cy="42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Red Hat Display"/>
                  <a:ea typeface="Red Hat Display"/>
                  <a:cs typeface="Red Hat Display"/>
                  <a:sym typeface="Red Hat Display"/>
                </a:rPr>
                <a:t>Oct</a:t>
              </a:r>
              <a:endParaRPr sz="1800">
                <a:latin typeface="Red Hat Display"/>
                <a:ea typeface="Red Hat Display"/>
                <a:cs typeface="Red Hat Display"/>
                <a:sym typeface="Red Hat Display"/>
              </a:endParaRPr>
            </a:p>
          </p:txBody>
        </p:sp>
        <p:cxnSp>
          <p:nvCxnSpPr>
            <p:cNvPr id="4506" name="Google Shape;4506;p187"/>
            <p:cNvCxnSpPr/>
            <p:nvPr/>
          </p:nvCxnSpPr>
          <p:spPr>
            <a:xfrm flipH="1" rot="10800000">
              <a:off x="1270875" y="2734161"/>
              <a:ext cx="7200" cy="301800"/>
            </a:xfrm>
            <a:prstGeom prst="straightConnector1">
              <a:avLst/>
            </a:prstGeom>
            <a:noFill/>
            <a:ln cap="flat" cmpd="sng" w="9525">
              <a:solidFill>
                <a:schemeClr val="dk2"/>
              </a:solidFill>
              <a:prstDash val="solid"/>
              <a:round/>
              <a:headEnd len="med" w="med" type="none"/>
              <a:tailEnd len="med" w="med" type="triangle"/>
            </a:ln>
          </p:spPr>
        </p:cxnSp>
      </p:grpSp>
      <p:grpSp>
        <p:nvGrpSpPr>
          <p:cNvPr id="4507" name="Google Shape;4507;p187"/>
          <p:cNvGrpSpPr/>
          <p:nvPr/>
        </p:nvGrpSpPr>
        <p:grpSpPr>
          <a:xfrm>
            <a:off x="4572000" y="2505561"/>
            <a:ext cx="914400" cy="729600"/>
            <a:chOff x="813675" y="2734161"/>
            <a:chExt cx="914400" cy="729600"/>
          </a:xfrm>
        </p:grpSpPr>
        <p:sp>
          <p:nvSpPr>
            <p:cNvPr id="4508" name="Google Shape;4508;p187"/>
            <p:cNvSpPr txBox="1"/>
            <p:nvPr/>
          </p:nvSpPr>
          <p:spPr>
            <a:xfrm>
              <a:off x="813675" y="3035961"/>
              <a:ext cx="914400" cy="42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Red Hat Display"/>
                  <a:ea typeface="Red Hat Display"/>
                  <a:cs typeface="Red Hat Display"/>
                  <a:sym typeface="Red Hat Display"/>
                </a:rPr>
                <a:t>Nov</a:t>
              </a:r>
              <a:endParaRPr sz="1800">
                <a:latin typeface="Red Hat Display"/>
                <a:ea typeface="Red Hat Display"/>
                <a:cs typeface="Red Hat Display"/>
                <a:sym typeface="Red Hat Display"/>
              </a:endParaRPr>
            </a:p>
          </p:txBody>
        </p:sp>
        <p:cxnSp>
          <p:nvCxnSpPr>
            <p:cNvPr id="4509" name="Google Shape;4509;p187"/>
            <p:cNvCxnSpPr/>
            <p:nvPr/>
          </p:nvCxnSpPr>
          <p:spPr>
            <a:xfrm flipH="1" rot="10800000">
              <a:off x="1270875" y="2734161"/>
              <a:ext cx="7200" cy="301800"/>
            </a:xfrm>
            <a:prstGeom prst="straightConnector1">
              <a:avLst/>
            </a:prstGeom>
            <a:noFill/>
            <a:ln cap="flat" cmpd="sng" w="9525">
              <a:solidFill>
                <a:schemeClr val="dk2"/>
              </a:solidFill>
              <a:prstDash val="solid"/>
              <a:round/>
              <a:headEnd len="med" w="med" type="none"/>
              <a:tailEnd len="med" w="med" type="triangle"/>
            </a:ln>
          </p:spPr>
        </p:cxnSp>
      </p:grpSp>
      <p:grpSp>
        <p:nvGrpSpPr>
          <p:cNvPr id="4510" name="Google Shape;4510;p187"/>
          <p:cNvGrpSpPr/>
          <p:nvPr/>
        </p:nvGrpSpPr>
        <p:grpSpPr>
          <a:xfrm>
            <a:off x="6400800" y="2505561"/>
            <a:ext cx="914400" cy="729600"/>
            <a:chOff x="813675" y="2734161"/>
            <a:chExt cx="914400" cy="729600"/>
          </a:xfrm>
        </p:grpSpPr>
        <p:sp>
          <p:nvSpPr>
            <p:cNvPr id="4511" name="Google Shape;4511;p187"/>
            <p:cNvSpPr txBox="1"/>
            <p:nvPr/>
          </p:nvSpPr>
          <p:spPr>
            <a:xfrm>
              <a:off x="813675" y="3035961"/>
              <a:ext cx="914400" cy="42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Red Hat Display"/>
                  <a:ea typeface="Red Hat Display"/>
                  <a:cs typeface="Red Hat Display"/>
                  <a:sym typeface="Red Hat Display"/>
                </a:rPr>
                <a:t>Dec</a:t>
              </a:r>
              <a:endParaRPr sz="1800">
                <a:latin typeface="Red Hat Display"/>
                <a:ea typeface="Red Hat Display"/>
                <a:cs typeface="Red Hat Display"/>
                <a:sym typeface="Red Hat Display"/>
              </a:endParaRPr>
            </a:p>
          </p:txBody>
        </p:sp>
        <p:cxnSp>
          <p:nvCxnSpPr>
            <p:cNvPr id="4512" name="Google Shape;4512;p187"/>
            <p:cNvCxnSpPr/>
            <p:nvPr/>
          </p:nvCxnSpPr>
          <p:spPr>
            <a:xfrm flipH="1" rot="10800000">
              <a:off x="1270875" y="2734161"/>
              <a:ext cx="7200" cy="301800"/>
            </a:xfrm>
            <a:prstGeom prst="straightConnector1">
              <a:avLst/>
            </a:prstGeom>
            <a:noFill/>
            <a:ln cap="flat" cmpd="sng" w="9525">
              <a:solidFill>
                <a:schemeClr val="dk2"/>
              </a:solidFill>
              <a:prstDash val="solid"/>
              <a:round/>
              <a:headEnd len="med" w="med" type="none"/>
              <a:tailEnd len="med" w="med" type="triangle"/>
            </a:ln>
          </p:spPr>
        </p:cxnSp>
      </p:grpSp>
      <p:grpSp>
        <p:nvGrpSpPr>
          <p:cNvPr id="4513" name="Google Shape;4513;p187"/>
          <p:cNvGrpSpPr/>
          <p:nvPr/>
        </p:nvGrpSpPr>
        <p:grpSpPr>
          <a:xfrm>
            <a:off x="8229600" y="2505561"/>
            <a:ext cx="914400" cy="729600"/>
            <a:chOff x="813675" y="2734161"/>
            <a:chExt cx="914400" cy="729600"/>
          </a:xfrm>
        </p:grpSpPr>
        <p:sp>
          <p:nvSpPr>
            <p:cNvPr id="4514" name="Google Shape;4514;p187"/>
            <p:cNvSpPr txBox="1"/>
            <p:nvPr/>
          </p:nvSpPr>
          <p:spPr>
            <a:xfrm>
              <a:off x="813675" y="3035961"/>
              <a:ext cx="914400" cy="42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Red Hat Display"/>
                  <a:ea typeface="Red Hat Display"/>
                  <a:cs typeface="Red Hat Display"/>
                  <a:sym typeface="Red Hat Display"/>
                </a:rPr>
                <a:t>Jan</a:t>
              </a:r>
              <a:endParaRPr sz="1800">
                <a:latin typeface="Red Hat Display"/>
                <a:ea typeface="Red Hat Display"/>
                <a:cs typeface="Red Hat Display"/>
                <a:sym typeface="Red Hat Display"/>
              </a:endParaRPr>
            </a:p>
          </p:txBody>
        </p:sp>
        <p:cxnSp>
          <p:nvCxnSpPr>
            <p:cNvPr id="4515" name="Google Shape;4515;p187"/>
            <p:cNvCxnSpPr/>
            <p:nvPr/>
          </p:nvCxnSpPr>
          <p:spPr>
            <a:xfrm flipH="1" rot="10800000">
              <a:off x="1270875" y="2734161"/>
              <a:ext cx="7200" cy="301800"/>
            </a:xfrm>
            <a:prstGeom prst="straightConnector1">
              <a:avLst/>
            </a:prstGeom>
            <a:noFill/>
            <a:ln cap="flat" cmpd="sng" w="9525">
              <a:solidFill>
                <a:schemeClr val="dk2"/>
              </a:solidFill>
              <a:prstDash val="solid"/>
              <a:round/>
              <a:headEnd len="med" w="med" type="none"/>
              <a:tailEnd len="med" w="med" type="triangle"/>
            </a:ln>
          </p:spPr>
        </p:cxnSp>
      </p:grpSp>
      <p:grpSp>
        <p:nvGrpSpPr>
          <p:cNvPr id="4516" name="Google Shape;4516;p187"/>
          <p:cNvGrpSpPr/>
          <p:nvPr/>
        </p:nvGrpSpPr>
        <p:grpSpPr>
          <a:xfrm>
            <a:off x="10058400" y="2505561"/>
            <a:ext cx="914400" cy="729600"/>
            <a:chOff x="813675" y="2734161"/>
            <a:chExt cx="914400" cy="729600"/>
          </a:xfrm>
        </p:grpSpPr>
        <p:sp>
          <p:nvSpPr>
            <p:cNvPr id="4517" name="Google Shape;4517;p187"/>
            <p:cNvSpPr txBox="1"/>
            <p:nvPr/>
          </p:nvSpPr>
          <p:spPr>
            <a:xfrm>
              <a:off x="813675" y="3035961"/>
              <a:ext cx="914400" cy="42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Red Hat Display"/>
                  <a:ea typeface="Red Hat Display"/>
                  <a:cs typeface="Red Hat Display"/>
                  <a:sym typeface="Red Hat Display"/>
                </a:rPr>
                <a:t>Feb</a:t>
              </a:r>
              <a:endParaRPr sz="1800">
                <a:latin typeface="Red Hat Display"/>
                <a:ea typeface="Red Hat Display"/>
                <a:cs typeface="Red Hat Display"/>
                <a:sym typeface="Red Hat Display"/>
              </a:endParaRPr>
            </a:p>
          </p:txBody>
        </p:sp>
        <p:cxnSp>
          <p:nvCxnSpPr>
            <p:cNvPr id="4518" name="Google Shape;4518;p187"/>
            <p:cNvCxnSpPr/>
            <p:nvPr/>
          </p:nvCxnSpPr>
          <p:spPr>
            <a:xfrm flipH="1" rot="10800000">
              <a:off x="1270875" y="2734161"/>
              <a:ext cx="7200" cy="301800"/>
            </a:xfrm>
            <a:prstGeom prst="straightConnector1">
              <a:avLst/>
            </a:prstGeom>
            <a:noFill/>
            <a:ln cap="flat" cmpd="sng" w="9525">
              <a:solidFill>
                <a:schemeClr val="dk2"/>
              </a:solidFill>
              <a:prstDash val="solid"/>
              <a:round/>
              <a:headEnd len="med" w="med" type="none"/>
              <a:tailEnd len="med" w="med" type="triangle"/>
            </a:ln>
          </p:spPr>
        </p:cxnSp>
      </p:grpSp>
      <p:cxnSp>
        <p:nvCxnSpPr>
          <p:cNvPr id="4519" name="Google Shape;4519;p187"/>
          <p:cNvCxnSpPr>
            <a:stCxn id="4520" idx="0"/>
            <a:endCxn id="4511" idx="2"/>
          </p:cNvCxnSpPr>
          <p:nvPr/>
        </p:nvCxnSpPr>
        <p:spPr>
          <a:xfrm rot="-5400000">
            <a:off x="4293450" y="1379975"/>
            <a:ext cx="709500" cy="4419600"/>
          </a:xfrm>
          <a:prstGeom prst="curvedConnector3">
            <a:avLst>
              <a:gd fmla="val 49990" name="adj1"/>
            </a:avLst>
          </a:prstGeom>
          <a:noFill/>
          <a:ln cap="flat" cmpd="sng" w="38100">
            <a:solidFill>
              <a:schemeClr val="accent1"/>
            </a:solidFill>
            <a:prstDash val="solid"/>
            <a:round/>
            <a:headEnd len="med" w="med" type="none"/>
            <a:tailEnd len="med" w="med" type="triangle"/>
          </a:ln>
        </p:spPr>
      </p:cxnSp>
      <p:cxnSp>
        <p:nvCxnSpPr>
          <p:cNvPr id="4521" name="Google Shape;4521;p187"/>
          <p:cNvCxnSpPr>
            <a:stCxn id="4522" idx="0"/>
            <a:endCxn id="4514" idx="2"/>
          </p:cNvCxnSpPr>
          <p:nvPr/>
        </p:nvCxnSpPr>
        <p:spPr>
          <a:xfrm rot="-5400000">
            <a:off x="7036650" y="2294375"/>
            <a:ext cx="709500" cy="2590800"/>
          </a:xfrm>
          <a:prstGeom prst="curvedConnector3">
            <a:avLst>
              <a:gd fmla="val 49990" name="adj1"/>
            </a:avLst>
          </a:prstGeom>
          <a:noFill/>
          <a:ln cap="flat" cmpd="sng" w="38100">
            <a:solidFill>
              <a:schemeClr val="accent1"/>
            </a:solidFill>
            <a:prstDash val="solid"/>
            <a:round/>
            <a:headEnd len="med" w="med" type="none"/>
            <a:tailEnd len="med" w="med" type="triangle"/>
          </a:ln>
        </p:spPr>
      </p:cxnSp>
      <p:cxnSp>
        <p:nvCxnSpPr>
          <p:cNvPr id="4523" name="Google Shape;4523;p187"/>
          <p:cNvCxnSpPr>
            <a:stCxn id="4524" idx="0"/>
            <a:endCxn id="4517" idx="2"/>
          </p:cNvCxnSpPr>
          <p:nvPr/>
        </p:nvCxnSpPr>
        <p:spPr>
          <a:xfrm rot="-5400000">
            <a:off x="9779850" y="3208775"/>
            <a:ext cx="709500" cy="762000"/>
          </a:xfrm>
          <a:prstGeom prst="curvedConnector3">
            <a:avLst>
              <a:gd fmla="val 49990" name="adj1"/>
            </a:avLst>
          </a:prstGeom>
          <a:noFill/>
          <a:ln cap="flat" cmpd="sng" w="38100">
            <a:solidFill>
              <a:schemeClr val="accent1"/>
            </a:solidFill>
            <a:prstDash val="solid"/>
            <a:round/>
            <a:headEnd len="med" w="med" type="none"/>
            <a:tailEnd len="med" w="med" type="triangle"/>
          </a:ln>
        </p:spPr>
      </p:cxnSp>
      <p:sp>
        <p:nvSpPr>
          <p:cNvPr id="4522" name="Google Shape;4522;p187"/>
          <p:cNvSpPr/>
          <p:nvPr/>
        </p:nvSpPr>
        <p:spPr>
          <a:xfrm>
            <a:off x="4495800" y="3944525"/>
            <a:ext cx="3200400" cy="22860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Display"/>
                <a:ea typeface="Red Hat Display"/>
                <a:cs typeface="Red Hat Display"/>
                <a:sym typeface="Red Hat Display"/>
              </a:rPr>
              <a:t>QA v5</a:t>
            </a:r>
            <a:endParaRPr>
              <a:latin typeface="Red Hat Display"/>
              <a:ea typeface="Red Hat Display"/>
              <a:cs typeface="Red Hat Display"/>
              <a:sym typeface="Red Hat Display"/>
            </a:endParaRPr>
          </a:p>
        </p:txBody>
      </p:sp>
      <p:pic>
        <p:nvPicPr>
          <p:cNvPr id="4525" name="Google Shape;4525;p187"/>
          <p:cNvPicPr preferRelativeResize="0"/>
          <p:nvPr/>
        </p:nvPicPr>
        <p:blipFill>
          <a:blip r:embed="rId3">
            <a:alphaModFix/>
          </a:blip>
          <a:stretch>
            <a:fillRect/>
          </a:stretch>
        </p:blipFill>
        <p:spPr>
          <a:xfrm>
            <a:off x="5726107" y="5271199"/>
            <a:ext cx="717973" cy="288747"/>
          </a:xfrm>
          <a:prstGeom prst="rect">
            <a:avLst/>
          </a:prstGeom>
          <a:noFill/>
          <a:ln>
            <a:noFill/>
          </a:ln>
        </p:spPr>
      </p:pic>
      <p:pic>
        <p:nvPicPr>
          <p:cNvPr id="4526" name="Google Shape;4526;p187"/>
          <p:cNvPicPr preferRelativeResize="0"/>
          <p:nvPr/>
        </p:nvPicPr>
        <p:blipFill>
          <a:blip r:embed="rId3">
            <a:alphaModFix/>
          </a:blip>
          <a:stretch>
            <a:fillRect/>
          </a:stretch>
        </p:blipFill>
        <p:spPr>
          <a:xfrm>
            <a:off x="5726107" y="4509199"/>
            <a:ext cx="717973" cy="288747"/>
          </a:xfrm>
          <a:prstGeom prst="rect">
            <a:avLst/>
          </a:prstGeom>
          <a:noFill/>
          <a:ln>
            <a:noFill/>
          </a:ln>
        </p:spPr>
      </p:pic>
      <p:sp>
        <p:nvSpPr>
          <p:cNvPr id="4520" name="Google Shape;4520;p187"/>
          <p:cNvSpPr/>
          <p:nvPr/>
        </p:nvSpPr>
        <p:spPr>
          <a:xfrm>
            <a:off x="838200" y="3944525"/>
            <a:ext cx="3200400" cy="22860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Display"/>
                <a:ea typeface="Red Hat Display"/>
                <a:cs typeface="Red Hat Display"/>
                <a:sym typeface="Red Hat Display"/>
              </a:rPr>
              <a:t>Production v4</a:t>
            </a:r>
            <a:endParaRPr>
              <a:latin typeface="Red Hat Display"/>
              <a:ea typeface="Red Hat Display"/>
              <a:cs typeface="Red Hat Display"/>
              <a:sym typeface="Red Hat Display"/>
            </a:endParaRPr>
          </a:p>
        </p:txBody>
      </p:sp>
      <p:pic>
        <p:nvPicPr>
          <p:cNvPr id="4527" name="Google Shape;4527;p187"/>
          <p:cNvPicPr preferRelativeResize="0"/>
          <p:nvPr/>
        </p:nvPicPr>
        <p:blipFill>
          <a:blip r:embed="rId3">
            <a:alphaModFix/>
          </a:blip>
          <a:stretch>
            <a:fillRect/>
          </a:stretch>
        </p:blipFill>
        <p:spPr>
          <a:xfrm>
            <a:off x="1154107" y="5118799"/>
            <a:ext cx="717973" cy="288747"/>
          </a:xfrm>
          <a:prstGeom prst="rect">
            <a:avLst/>
          </a:prstGeom>
          <a:noFill/>
          <a:ln>
            <a:noFill/>
          </a:ln>
        </p:spPr>
      </p:pic>
      <p:sp>
        <p:nvSpPr>
          <p:cNvPr id="4524" name="Google Shape;4524;p187"/>
          <p:cNvSpPr/>
          <p:nvPr/>
        </p:nvSpPr>
        <p:spPr>
          <a:xfrm>
            <a:off x="8153400" y="3944525"/>
            <a:ext cx="3200400" cy="22860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Display"/>
                <a:ea typeface="Red Hat Display"/>
                <a:cs typeface="Red Hat Display"/>
                <a:sym typeface="Red Hat Display"/>
              </a:rPr>
              <a:t>Development v6</a:t>
            </a:r>
            <a:endParaRPr>
              <a:latin typeface="Red Hat Display"/>
              <a:ea typeface="Red Hat Display"/>
              <a:cs typeface="Red Hat Display"/>
              <a:sym typeface="Red Hat Display"/>
            </a:endParaRPr>
          </a:p>
        </p:txBody>
      </p:sp>
      <p:pic>
        <p:nvPicPr>
          <p:cNvPr id="4528" name="Google Shape;4528;p187"/>
          <p:cNvPicPr preferRelativeResize="0"/>
          <p:nvPr/>
        </p:nvPicPr>
        <p:blipFill>
          <a:blip r:embed="rId3">
            <a:alphaModFix/>
          </a:blip>
          <a:stretch>
            <a:fillRect/>
          </a:stretch>
        </p:blipFill>
        <p:spPr>
          <a:xfrm>
            <a:off x="9002707" y="5042599"/>
            <a:ext cx="717973" cy="288747"/>
          </a:xfrm>
          <a:prstGeom prst="rect">
            <a:avLst/>
          </a:prstGeom>
          <a:noFill/>
          <a:ln>
            <a:noFill/>
          </a:ln>
        </p:spPr>
      </p:pic>
      <p:pic>
        <p:nvPicPr>
          <p:cNvPr id="4529" name="Google Shape;4529;p187"/>
          <p:cNvPicPr preferRelativeResize="0"/>
          <p:nvPr/>
        </p:nvPicPr>
        <p:blipFill>
          <a:blip r:embed="rId3">
            <a:alphaModFix/>
          </a:blip>
          <a:stretch>
            <a:fillRect/>
          </a:stretch>
        </p:blipFill>
        <p:spPr>
          <a:xfrm>
            <a:off x="9612307" y="4585399"/>
            <a:ext cx="717973" cy="288747"/>
          </a:xfrm>
          <a:prstGeom prst="rect">
            <a:avLst/>
          </a:prstGeom>
          <a:noFill/>
          <a:ln>
            <a:noFill/>
          </a:ln>
        </p:spPr>
      </p:pic>
      <p:pic>
        <p:nvPicPr>
          <p:cNvPr id="4530" name="Google Shape;4530;p187"/>
          <p:cNvPicPr preferRelativeResize="0"/>
          <p:nvPr/>
        </p:nvPicPr>
        <p:blipFill>
          <a:blip r:embed="rId3">
            <a:alphaModFix/>
          </a:blip>
          <a:stretch>
            <a:fillRect/>
          </a:stretch>
        </p:blipFill>
        <p:spPr>
          <a:xfrm>
            <a:off x="2068507" y="5118799"/>
            <a:ext cx="717973" cy="288747"/>
          </a:xfrm>
          <a:prstGeom prst="rect">
            <a:avLst/>
          </a:prstGeom>
          <a:noFill/>
          <a:ln>
            <a:noFill/>
          </a:ln>
        </p:spPr>
      </p:pic>
      <p:pic>
        <p:nvPicPr>
          <p:cNvPr id="4531" name="Google Shape;4531;p187"/>
          <p:cNvPicPr preferRelativeResize="0"/>
          <p:nvPr/>
        </p:nvPicPr>
        <p:blipFill>
          <a:blip r:embed="rId3">
            <a:alphaModFix/>
          </a:blip>
          <a:stretch>
            <a:fillRect/>
          </a:stretch>
        </p:blipFill>
        <p:spPr>
          <a:xfrm>
            <a:off x="2068507" y="4585399"/>
            <a:ext cx="717973" cy="288747"/>
          </a:xfrm>
          <a:prstGeom prst="rect">
            <a:avLst/>
          </a:prstGeom>
          <a:noFill/>
          <a:ln>
            <a:noFill/>
          </a:ln>
        </p:spPr>
      </p:pic>
      <p:pic>
        <p:nvPicPr>
          <p:cNvPr id="4532" name="Google Shape;4532;p187"/>
          <p:cNvPicPr preferRelativeResize="0"/>
          <p:nvPr/>
        </p:nvPicPr>
        <p:blipFill>
          <a:blip r:embed="rId3">
            <a:alphaModFix/>
          </a:blip>
          <a:stretch>
            <a:fillRect/>
          </a:stretch>
        </p:blipFill>
        <p:spPr>
          <a:xfrm>
            <a:off x="5726107" y="4890199"/>
            <a:ext cx="717973" cy="288747"/>
          </a:xfrm>
          <a:prstGeom prst="rect">
            <a:avLst/>
          </a:prstGeom>
          <a:noFill/>
          <a:ln>
            <a:noFill/>
          </a:ln>
        </p:spPr>
      </p:pic>
      <p:pic>
        <p:nvPicPr>
          <p:cNvPr id="4533" name="Google Shape;4533;p187"/>
          <p:cNvPicPr preferRelativeResize="0"/>
          <p:nvPr/>
        </p:nvPicPr>
        <p:blipFill>
          <a:blip r:embed="rId3">
            <a:alphaModFix/>
          </a:blip>
          <a:stretch>
            <a:fillRect/>
          </a:stretch>
        </p:blipFill>
        <p:spPr>
          <a:xfrm>
            <a:off x="4811707" y="5194999"/>
            <a:ext cx="717973" cy="288747"/>
          </a:xfrm>
          <a:prstGeom prst="rect">
            <a:avLst/>
          </a:prstGeom>
          <a:noFill/>
          <a:ln>
            <a:noFill/>
          </a:ln>
        </p:spPr>
      </p:pic>
      <p:pic>
        <p:nvPicPr>
          <p:cNvPr id="4534" name="Google Shape;4534;p187"/>
          <p:cNvPicPr preferRelativeResize="0"/>
          <p:nvPr/>
        </p:nvPicPr>
        <p:blipFill>
          <a:blip r:embed="rId3">
            <a:alphaModFix/>
          </a:blip>
          <a:stretch>
            <a:fillRect/>
          </a:stretch>
        </p:blipFill>
        <p:spPr>
          <a:xfrm>
            <a:off x="8469307" y="4585399"/>
            <a:ext cx="717973" cy="288747"/>
          </a:xfrm>
          <a:prstGeom prst="rect">
            <a:avLst/>
          </a:prstGeom>
          <a:noFill/>
          <a:ln>
            <a:noFill/>
          </a:ln>
        </p:spPr>
      </p:pic>
      <p:pic>
        <p:nvPicPr>
          <p:cNvPr id="4535" name="Google Shape;4535;p187"/>
          <p:cNvPicPr preferRelativeResize="0"/>
          <p:nvPr/>
        </p:nvPicPr>
        <p:blipFill>
          <a:blip r:embed="rId3">
            <a:alphaModFix/>
          </a:blip>
          <a:stretch>
            <a:fillRect/>
          </a:stretch>
        </p:blipFill>
        <p:spPr>
          <a:xfrm>
            <a:off x="2068507" y="5652199"/>
            <a:ext cx="717973" cy="288747"/>
          </a:xfrm>
          <a:prstGeom prst="rect">
            <a:avLst/>
          </a:prstGeom>
          <a:noFill/>
          <a:ln>
            <a:noFill/>
          </a:ln>
        </p:spPr>
      </p:pic>
      <p:pic>
        <p:nvPicPr>
          <p:cNvPr id="4536" name="Google Shape;4536;p187"/>
          <p:cNvPicPr preferRelativeResize="0"/>
          <p:nvPr/>
        </p:nvPicPr>
        <p:blipFill>
          <a:blip r:embed="rId3">
            <a:alphaModFix/>
          </a:blip>
          <a:stretch>
            <a:fillRect/>
          </a:stretch>
        </p:blipFill>
        <p:spPr>
          <a:xfrm>
            <a:off x="6640507" y="5194999"/>
            <a:ext cx="717973" cy="288747"/>
          </a:xfrm>
          <a:prstGeom prst="rect">
            <a:avLst/>
          </a:prstGeom>
          <a:noFill/>
          <a:ln>
            <a:noFill/>
          </a:ln>
        </p:spPr>
      </p:pic>
      <p:pic>
        <p:nvPicPr>
          <p:cNvPr id="4537" name="Google Shape;4537;p187"/>
          <p:cNvPicPr preferRelativeResize="0"/>
          <p:nvPr/>
        </p:nvPicPr>
        <p:blipFill>
          <a:blip r:embed="rId3">
            <a:alphaModFix/>
          </a:blip>
          <a:stretch>
            <a:fillRect/>
          </a:stretch>
        </p:blipFill>
        <p:spPr>
          <a:xfrm>
            <a:off x="5726107" y="5652199"/>
            <a:ext cx="717973" cy="288747"/>
          </a:xfrm>
          <a:prstGeom prst="rect">
            <a:avLst/>
          </a:prstGeom>
          <a:noFill/>
          <a:ln>
            <a:noFill/>
          </a:ln>
        </p:spPr>
      </p:pic>
      <p:pic>
        <p:nvPicPr>
          <p:cNvPr id="4538" name="Google Shape;4538;p187"/>
          <p:cNvPicPr preferRelativeResize="0"/>
          <p:nvPr/>
        </p:nvPicPr>
        <p:blipFill>
          <a:blip r:embed="rId3">
            <a:alphaModFix/>
          </a:blip>
          <a:stretch>
            <a:fillRect/>
          </a:stretch>
        </p:blipFill>
        <p:spPr>
          <a:xfrm>
            <a:off x="10526707" y="4585399"/>
            <a:ext cx="717973" cy="288747"/>
          </a:xfrm>
          <a:prstGeom prst="rect">
            <a:avLst/>
          </a:prstGeom>
          <a:noFill/>
          <a:ln>
            <a:noFill/>
          </a:ln>
        </p:spPr>
      </p:pic>
      <p:pic>
        <p:nvPicPr>
          <p:cNvPr id="4539" name="Google Shape;4539;p187"/>
          <p:cNvPicPr preferRelativeResize="0"/>
          <p:nvPr/>
        </p:nvPicPr>
        <p:blipFill>
          <a:blip r:embed="rId3">
            <a:alphaModFix/>
          </a:blip>
          <a:stretch>
            <a:fillRect/>
          </a:stretch>
        </p:blipFill>
        <p:spPr>
          <a:xfrm>
            <a:off x="9155107" y="5499799"/>
            <a:ext cx="717973" cy="288747"/>
          </a:xfrm>
          <a:prstGeom prst="rect">
            <a:avLst/>
          </a:prstGeom>
          <a:noFill/>
          <a:ln>
            <a:noFill/>
          </a:ln>
        </p:spPr>
      </p:pic>
      <p:pic>
        <p:nvPicPr>
          <p:cNvPr id="4540" name="Google Shape;4540;p187"/>
          <p:cNvPicPr preferRelativeResize="0"/>
          <p:nvPr/>
        </p:nvPicPr>
        <p:blipFill>
          <a:blip r:embed="rId3">
            <a:alphaModFix/>
          </a:blip>
          <a:stretch>
            <a:fillRect/>
          </a:stretch>
        </p:blipFill>
        <p:spPr>
          <a:xfrm>
            <a:off x="1154107" y="4585399"/>
            <a:ext cx="717973" cy="288747"/>
          </a:xfrm>
          <a:prstGeom prst="rect">
            <a:avLst/>
          </a:prstGeom>
          <a:noFill/>
          <a:ln>
            <a:noFill/>
          </a:ln>
        </p:spPr>
      </p:pic>
      <p:pic>
        <p:nvPicPr>
          <p:cNvPr id="4541" name="Google Shape;4541;p187"/>
          <p:cNvPicPr preferRelativeResize="0"/>
          <p:nvPr/>
        </p:nvPicPr>
        <p:blipFill>
          <a:blip r:embed="rId3">
            <a:alphaModFix/>
          </a:blip>
          <a:stretch>
            <a:fillRect/>
          </a:stretch>
        </p:blipFill>
        <p:spPr>
          <a:xfrm>
            <a:off x="4811707" y="4737799"/>
            <a:ext cx="717973" cy="288747"/>
          </a:xfrm>
          <a:prstGeom prst="rect">
            <a:avLst/>
          </a:prstGeom>
          <a:noFill/>
          <a:ln>
            <a:noFill/>
          </a:ln>
        </p:spPr>
      </p:pic>
      <p:pic>
        <p:nvPicPr>
          <p:cNvPr id="4542" name="Google Shape;4542;p187"/>
          <p:cNvPicPr preferRelativeResize="0"/>
          <p:nvPr/>
        </p:nvPicPr>
        <p:blipFill>
          <a:blip r:embed="rId3">
            <a:alphaModFix/>
          </a:blip>
          <a:stretch>
            <a:fillRect/>
          </a:stretch>
        </p:blipFill>
        <p:spPr>
          <a:xfrm>
            <a:off x="6640507" y="4737799"/>
            <a:ext cx="717973" cy="288747"/>
          </a:xfrm>
          <a:prstGeom prst="rect">
            <a:avLst/>
          </a:prstGeom>
          <a:noFill/>
          <a:ln>
            <a:noFill/>
          </a:ln>
        </p:spPr>
      </p:pic>
      <p:pic>
        <p:nvPicPr>
          <p:cNvPr id="4543" name="Google Shape;4543;p187"/>
          <p:cNvPicPr preferRelativeResize="0"/>
          <p:nvPr/>
        </p:nvPicPr>
        <p:blipFill>
          <a:blip r:embed="rId3">
            <a:alphaModFix/>
          </a:blip>
          <a:stretch>
            <a:fillRect/>
          </a:stretch>
        </p:blipFill>
        <p:spPr>
          <a:xfrm>
            <a:off x="9917107" y="5042599"/>
            <a:ext cx="717973" cy="288747"/>
          </a:xfrm>
          <a:prstGeom prst="rect">
            <a:avLst/>
          </a:prstGeom>
          <a:noFill/>
          <a:ln>
            <a:noFill/>
          </a:ln>
        </p:spPr>
      </p:pic>
      <p:pic>
        <p:nvPicPr>
          <p:cNvPr id="4544" name="Google Shape;4544;p187"/>
          <p:cNvPicPr preferRelativeResize="0"/>
          <p:nvPr/>
        </p:nvPicPr>
        <p:blipFill>
          <a:blip r:embed="rId3">
            <a:alphaModFix/>
          </a:blip>
          <a:stretch>
            <a:fillRect/>
          </a:stretch>
        </p:blipFill>
        <p:spPr>
          <a:xfrm>
            <a:off x="10298107" y="5499799"/>
            <a:ext cx="717973" cy="288747"/>
          </a:xfrm>
          <a:prstGeom prst="rect">
            <a:avLst/>
          </a:prstGeom>
          <a:noFill/>
          <a:ln>
            <a:noFill/>
          </a:ln>
        </p:spPr>
      </p:pic>
      <p:sp>
        <p:nvSpPr>
          <p:cNvPr id="4545" name="Google Shape;4545;p187"/>
          <p:cNvSpPr txBox="1"/>
          <p:nvPr/>
        </p:nvSpPr>
        <p:spPr>
          <a:xfrm>
            <a:off x="10058400" y="1805950"/>
            <a:ext cx="914400" cy="36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1"/>
                </a:solidFill>
                <a:latin typeface="Red Hat Display"/>
                <a:ea typeface="Red Hat Display"/>
                <a:cs typeface="Red Hat Display"/>
                <a:sym typeface="Red Hat Display"/>
              </a:rPr>
              <a:t>Now</a:t>
            </a:r>
            <a:endParaRPr>
              <a:solidFill>
                <a:schemeClr val="accent1"/>
              </a:solidFill>
              <a:latin typeface="Red Hat Display"/>
              <a:ea typeface="Red Hat Display"/>
              <a:cs typeface="Red Hat Display"/>
              <a:sym typeface="Red Hat Display"/>
            </a:endParaRPr>
          </a:p>
        </p:txBody>
      </p:sp>
      <p:sp>
        <p:nvSpPr>
          <p:cNvPr id="4546" name="Google Shape;4546;p187"/>
          <p:cNvSpPr txBox="1"/>
          <p:nvPr/>
        </p:nvSpPr>
        <p:spPr>
          <a:xfrm>
            <a:off x="6400800" y="2158450"/>
            <a:ext cx="914400" cy="36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ed Hat Display"/>
                <a:ea typeface="Red Hat Display"/>
                <a:cs typeface="Red Hat Display"/>
                <a:sym typeface="Red Hat Display"/>
              </a:rPr>
              <a:t>v4</a:t>
            </a:r>
            <a:endParaRPr>
              <a:solidFill>
                <a:schemeClr val="lt1"/>
              </a:solidFill>
              <a:latin typeface="Red Hat Display"/>
              <a:ea typeface="Red Hat Display"/>
              <a:cs typeface="Red Hat Display"/>
              <a:sym typeface="Red Hat Display"/>
            </a:endParaRPr>
          </a:p>
        </p:txBody>
      </p:sp>
      <p:sp>
        <p:nvSpPr>
          <p:cNvPr id="4547" name="Google Shape;4547;p187"/>
          <p:cNvSpPr txBox="1"/>
          <p:nvPr/>
        </p:nvSpPr>
        <p:spPr>
          <a:xfrm>
            <a:off x="8229600" y="2158450"/>
            <a:ext cx="914400" cy="36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ed Hat Display"/>
                <a:ea typeface="Red Hat Display"/>
                <a:cs typeface="Red Hat Display"/>
                <a:sym typeface="Red Hat Display"/>
              </a:rPr>
              <a:t>v5</a:t>
            </a:r>
            <a:endParaRPr>
              <a:solidFill>
                <a:schemeClr val="lt1"/>
              </a:solidFill>
              <a:latin typeface="Red Hat Display"/>
              <a:ea typeface="Red Hat Display"/>
              <a:cs typeface="Red Hat Display"/>
              <a:sym typeface="Red Hat Display"/>
            </a:endParaRPr>
          </a:p>
        </p:txBody>
      </p:sp>
      <p:sp>
        <p:nvSpPr>
          <p:cNvPr id="4548" name="Google Shape;4548;p187"/>
          <p:cNvSpPr txBox="1"/>
          <p:nvPr/>
        </p:nvSpPr>
        <p:spPr>
          <a:xfrm>
            <a:off x="10058400" y="2158450"/>
            <a:ext cx="914400" cy="36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ed Hat Display"/>
                <a:ea typeface="Red Hat Display"/>
                <a:cs typeface="Red Hat Display"/>
                <a:sym typeface="Red Hat Display"/>
              </a:rPr>
              <a:t>v6</a:t>
            </a:r>
            <a:endParaRPr>
              <a:solidFill>
                <a:schemeClr val="lt1"/>
              </a:solidFill>
              <a:latin typeface="Red Hat Display"/>
              <a:ea typeface="Red Hat Display"/>
              <a:cs typeface="Red Hat Display"/>
              <a:sym typeface="Red Hat Display"/>
            </a:endParaRPr>
          </a:p>
        </p:txBody>
      </p:sp>
    </p:spTree>
  </p:cSld>
  <p:clrMapOvr>
    <a:masterClrMapping/>
  </p:clrMapOvr>
  <mc:AlternateContent>
    <mc:Choice Requires="p14">
      <p:transition spd="slow" p14:dur="2000">
        <p:fade/>
      </p:transition>
    </mc:Choice>
    <mc:Fallback>
      <p:transition spd="slow">
        <p:fade/>
      </p:transition>
    </mc:Fallback>
  </mc:AlternateContent>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2" name="Shape 4552"/>
        <p:cNvGrpSpPr/>
        <p:nvPr/>
      </p:nvGrpSpPr>
      <p:grpSpPr>
        <a:xfrm>
          <a:off x="0" y="0"/>
          <a:ext cx="0" cy="0"/>
          <a:chOff x="0" y="0"/>
          <a:chExt cx="0" cy="0"/>
        </a:xfrm>
      </p:grpSpPr>
      <p:sp>
        <p:nvSpPr>
          <p:cNvPr id="4553" name="Google Shape;4553;p188"/>
          <p:cNvSpPr/>
          <p:nvPr/>
        </p:nvSpPr>
        <p:spPr>
          <a:xfrm>
            <a:off x="8153400" y="2057400"/>
            <a:ext cx="3200400" cy="1600200"/>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accent1"/>
                </a:solidFill>
                <a:latin typeface="Red Hat Display"/>
                <a:ea typeface="Red Hat Display"/>
                <a:cs typeface="Red Hat Display"/>
                <a:sym typeface="Red Hat Display"/>
              </a:rPr>
              <a:t>Control:</a:t>
            </a:r>
            <a:endParaRPr b="1" sz="1800">
              <a:solidFill>
                <a:schemeClr val="accent1"/>
              </a:solidFill>
              <a:latin typeface="Red Hat Display"/>
              <a:ea typeface="Red Hat Display"/>
              <a:cs typeface="Red Hat Display"/>
              <a:sym typeface="Red Hat Display"/>
            </a:endParaRPr>
          </a:p>
          <a:p>
            <a:pPr indent="0" lvl="0" marL="0" rtl="0" algn="ctr">
              <a:spcBef>
                <a:spcPts val="0"/>
              </a:spcBef>
              <a:spcAft>
                <a:spcPts val="0"/>
              </a:spcAft>
              <a:buNone/>
            </a:pPr>
            <a:r>
              <a:rPr b="1" lang="en" sz="1800">
                <a:solidFill>
                  <a:schemeClr val="accent1"/>
                </a:solidFill>
                <a:latin typeface="Red Hat Display"/>
                <a:ea typeface="Red Hat Display"/>
                <a:cs typeface="Red Hat Display"/>
                <a:sym typeface="Red Hat Display"/>
              </a:rPr>
              <a:t>Only the patches you want and need are exposed to hosts.</a:t>
            </a:r>
            <a:endParaRPr b="1" sz="1800">
              <a:solidFill>
                <a:schemeClr val="accent1"/>
              </a:solidFill>
              <a:latin typeface="Red Hat Display"/>
              <a:ea typeface="Red Hat Display"/>
              <a:cs typeface="Red Hat Display"/>
              <a:sym typeface="Red Hat Display"/>
            </a:endParaRPr>
          </a:p>
        </p:txBody>
      </p:sp>
      <p:sp>
        <p:nvSpPr>
          <p:cNvPr id="4554" name="Google Shape;4554;p188"/>
          <p:cNvSpPr txBox="1"/>
          <p:nvPr>
            <p:ph type="title"/>
          </p:nvPr>
        </p:nvSpPr>
        <p:spPr>
          <a:xfrm>
            <a:off x="1066800" y="1100350"/>
            <a:ext cx="100584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Standard Operating Environment</a:t>
            </a:r>
            <a:endParaRPr/>
          </a:p>
        </p:txBody>
      </p:sp>
      <p:sp>
        <p:nvSpPr>
          <p:cNvPr id="4555" name="Google Shape;4555;p188"/>
          <p:cNvSpPr txBox="1"/>
          <p:nvPr>
            <p:ph idx="4" type="subTitle"/>
          </p:nvPr>
        </p:nvSpPr>
        <p:spPr>
          <a:xfrm>
            <a:off x="1066800" y="1653550"/>
            <a:ext cx="10058400" cy="291900"/>
          </a:xfrm>
          <a:prstGeom prst="rect">
            <a:avLst/>
          </a:prstGeom>
        </p:spPr>
        <p:txBody>
          <a:bodyPr anchorCtr="0" anchor="t" bIns="0" lIns="0" spcFirstLastPara="1" rIns="0" wrap="square" tIns="0">
            <a:noAutofit/>
          </a:bodyPr>
          <a:lstStyle/>
          <a:p>
            <a:pPr indent="0" lvl="0" marL="0" rtl="0" algn="ctr">
              <a:spcBef>
                <a:spcPts val="0"/>
              </a:spcBef>
              <a:spcAft>
                <a:spcPts val="500"/>
              </a:spcAft>
              <a:buClr>
                <a:schemeClr val="dk1"/>
              </a:buClr>
              <a:buSzPts val="1100"/>
              <a:buFont typeface="Arial"/>
              <a:buNone/>
            </a:pPr>
            <a:r>
              <a:rPr lang="en"/>
              <a:t>SOE Means</a:t>
            </a:r>
            <a:endParaRPr/>
          </a:p>
        </p:txBody>
      </p:sp>
      <p:sp>
        <p:nvSpPr>
          <p:cNvPr id="4556" name="Google Shape;4556;p18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557" name="Google Shape;4557;p188"/>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Standard Operating Environment</a:t>
            </a:r>
            <a:endParaRPr/>
          </a:p>
        </p:txBody>
      </p:sp>
      <p:sp>
        <p:nvSpPr>
          <p:cNvPr id="4558" name="Google Shape;4558;p188"/>
          <p:cNvSpPr/>
          <p:nvPr/>
        </p:nvSpPr>
        <p:spPr>
          <a:xfrm>
            <a:off x="4495800" y="3944525"/>
            <a:ext cx="3200400" cy="22860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Display"/>
                <a:ea typeface="Red Hat Display"/>
                <a:cs typeface="Red Hat Display"/>
                <a:sym typeface="Red Hat Display"/>
              </a:rPr>
              <a:t>QA</a:t>
            </a:r>
            <a:endParaRPr>
              <a:latin typeface="Red Hat Display"/>
              <a:ea typeface="Red Hat Display"/>
              <a:cs typeface="Red Hat Display"/>
              <a:sym typeface="Red Hat Display"/>
            </a:endParaRPr>
          </a:p>
        </p:txBody>
      </p:sp>
      <p:pic>
        <p:nvPicPr>
          <p:cNvPr id="4559" name="Google Shape;4559;p188"/>
          <p:cNvPicPr preferRelativeResize="0"/>
          <p:nvPr/>
        </p:nvPicPr>
        <p:blipFill>
          <a:blip r:embed="rId3">
            <a:alphaModFix/>
          </a:blip>
          <a:stretch>
            <a:fillRect/>
          </a:stretch>
        </p:blipFill>
        <p:spPr>
          <a:xfrm>
            <a:off x="5726107" y="5271199"/>
            <a:ext cx="717973" cy="288747"/>
          </a:xfrm>
          <a:prstGeom prst="rect">
            <a:avLst/>
          </a:prstGeom>
          <a:noFill/>
          <a:ln>
            <a:noFill/>
          </a:ln>
        </p:spPr>
      </p:pic>
      <p:pic>
        <p:nvPicPr>
          <p:cNvPr id="4560" name="Google Shape;4560;p188"/>
          <p:cNvPicPr preferRelativeResize="0"/>
          <p:nvPr/>
        </p:nvPicPr>
        <p:blipFill>
          <a:blip r:embed="rId3">
            <a:alphaModFix/>
          </a:blip>
          <a:stretch>
            <a:fillRect/>
          </a:stretch>
        </p:blipFill>
        <p:spPr>
          <a:xfrm>
            <a:off x="5726107" y="4509199"/>
            <a:ext cx="717973" cy="288747"/>
          </a:xfrm>
          <a:prstGeom prst="rect">
            <a:avLst/>
          </a:prstGeom>
          <a:noFill/>
          <a:ln>
            <a:noFill/>
          </a:ln>
        </p:spPr>
      </p:pic>
      <p:sp>
        <p:nvSpPr>
          <p:cNvPr id="4561" name="Google Shape;4561;p188"/>
          <p:cNvSpPr/>
          <p:nvPr/>
        </p:nvSpPr>
        <p:spPr>
          <a:xfrm>
            <a:off x="838200" y="3944525"/>
            <a:ext cx="3200400" cy="22860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Display"/>
                <a:ea typeface="Red Hat Display"/>
                <a:cs typeface="Red Hat Display"/>
                <a:sym typeface="Red Hat Display"/>
              </a:rPr>
              <a:t>Production</a:t>
            </a:r>
            <a:endParaRPr>
              <a:latin typeface="Red Hat Display"/>
              <a:ea typeface="Red Hat Display"/>
              <a:cs typeface="Red Hat Display"/>
              <a:sym typeface="Red Hat Display"/>
            </a:endParaRPr>
          </a:p>
        </p:txBody>
      </p:sp>
      <p:pic>
        <p:nvPicPr>
          <p:cNvPr id="4562" name="Google Shape;4562;p188"/>
          <p:cNvPicPr preferRelativeResize="0"/>
          <p:nvPr/>
        </p:nvPicPr>
        <p:blipFill>
          <a:blip r:embed="rId3">
            <a:alphaModFix/>
          </a:blip>
          <a:stretch>
            <a:fillRect/>
          </a:stretch>
        </p:blipFill>
        <p:spPr>
          <a:xfrm>
            <a:off x="1154107" y="5118799"/>
            <a:ext cx="717973" cy="288747"/>
          </a:xfrm>
          <a:prstGeom prst="rect">
            <a:avLst/>
          </a:prstGeom>
          <a:noFill/>
          <a:ln>
            <a:noFill/>
          </a:ln>
        </p:spPr>
      </p:pic>
      <p:sp>
        <p:nvSpPr>
          <p:cNvPr id="4563" name="Google Shape;4563;p188"/>
          <p:cNvSpPr/>
          <p:nvPr/>
        </p:nvSpPr>
        <p:spPr>
          <a:xfrm>
            <a:off x="8153400" y="3944525"/>
            <a:ext cx="3200400" cy="22860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Display"/>
                <a:ea typeface="Red Hat Display"/>
                <a:cs typeface="Red Hat Display"/>
                <a:sym typeface="Red Hat Display"/>
              </a:rPr>
              <a:t>Development</a:t>
            </a:r>
            <a:endParaRPr>
              <a:latin typeface="Red Hat Display"/>
              <a:ea typeface="Red Hat Display"/>
              <a:cs typeface="Red Hat Display"/>
              <a:sym typeface="Red Hat Display"/>
            </a:endParaRPr>
          </a:p>
        </p:txBody>
      </p:sp>
      <p:pic>
        <p:nvPicPr>
          <p:cNvPr id="4564" name="Google Shape;4564;p188"/>
          <p:cNvPicPr preferRelativeResize="0"/>
          <p:nvPr/>
        </p:nvPicPr>
        <p:blipFill>
          <a:blip r:embed="rId3">
            <a:alphaModFix/>
          </a:blip>
          <a:stretch>
            <a:fillRect/>
          </a:stretch>
        </p:blipFill>
        <p:spPr>
          <a:xfrm>
            <a:off x="9002707" y="5042599"/>
            <a:ext cx="717973" cy="288747"/>
          </a:xfrm>
          <a:prstGeom prst="rect">
            <a:avLst/>
          </a:prstGeom>
          <a:noFill/>
          <a:ln>
            <a:noFill/>
          </a:ln>
        </p:spPr>
      </p:pic>
      <p:pic>
        <p:nvPicPr>
          <p:cNvPr id="4565" name="Google Shape;4565;p188"/>
          <p:cNvPicPr preferRelativeResize="0"/>
          <p:nvPr/>
        </p:nvPicPr>
        <p:blipFill>
          <a:blip r:embed="rId3">
            <a:alphaModFix/>
          </a:blip>
          <a:stretch>
            <a:fillRect/>
          </a:stretch>
        </p:blipFill>
        <p:spPr>
          <a:xfrm>
            <a:off x="9612307" y="4585399"/>
            <a:ext cx="717973" cy="288747"/>
          </a:xfrm>
          <a:prstGeom prst="rect">
            <a:avLst/>
          </a:prstGeom>
          <a:noFill/>
          <a:ln>
            <a:noFill/>
          </a:ln>
        </p:spPr>
      </p:pic>
      <p:pic>
        <p:nvPicPr>
          <p:cNvPr id="4566" name="Google Shape;4566;p188"/>
          <p:cNvPicPr preferRelativeResize="0"/>
          <p:nvPr/>
        </p:nvPicPr>
        <p:blipFill>
          <a:blip r:embed="rId3">
            <a:alphaModFix/>
          </a:blip>
          <a:stretch>
            <a:fillRect/>
          </a:stretch>
        </p:blipFill>
        <p:spPr>
          <a:xfrm>
            <a:off x="2068507" y="5118799"/>
            <a:ext cx="717973" cy="288747"/>
          </a:xfrm>
          <a:prstGeom prst="rect">
            <a:avLst/>
          </a:prstGeom>
          <a:noFill/>
          <a:ln>
            <a:noFill/>
          </a:ln>
        </p:spPr>
      </p:pic>
      <p:pic>
        <p:nvPicPr>
          <p:cNvPr id="4567" name="Google Shape;4567;p188"/>
          <p:cNvPicPr preferRelativeResize="0"/>
          <p:nvPr/>
        </p:nvPicPr>
        <p:blipFill>
          <a:blip r:embed="rId3">
            <a:alphaModFix/>
          </a:blip>
          <a:stretch>
            <a:fillRect/>
          </a:stretch>
        </p:blipFill>
        <p:spPr>
          <a:xfrm>
            <a:off x="2068507" y="4585399"/>
            <a:ext cx="717973" cy="288747"/>
          </a:xfrm>
          <a:prstGeom prst="rect">
            <a:avLst/>
          </a:prstGeom>
          <a:noFill/>
          <a:ln>
            <a:noFill/>
          </a:ln>
        </p:spPr>
      </p:pic>
      <p:pic>
        <p:nvPicPr>
          <p:cNvPr id="4568" name="Google Shape;4568;p188"/>
          <p:cNvPicPr preferRelativeResize="0"/>
          <p:nvPr/>
        </p:nvPicPr>
        <p:blipFill>
          <a:blip r:embed="rId3">
            <a:alphaModFix/>
          </a:blip>
          <a:stretch>
            <a:fillRect/>
          </a:stretch>
        </p:blipFill>
        <p:spPr>
          <a:xfrm>
            <a:off x="5726107" y="4890199"/>
            <a:ext cx="717973" cy="288747"/>
          </a:xfrm>
          <a:prstGeom prst="rect">
            <a:avLst/>
          </a:prstGeom>
          <a:noFill/>
          <a:ln>
            <a:noFill/>
          </a:ln>
        </p:spPr>
      </p:pic>
      <p:pic>
        <p:nvPicPr>
          <p:cNvPr id="4569" name="Google Shape;4569;p188"/>
          <p:cNvPicPr preferRelativeResize="0"/>
          <p:nvPr/>
        </p:nvPicPr>
        <p:blipFill>
          <a:blip r:embed="rId3">
            <a:alphaModFix/>
          </a:blip>
          <a:stretch>
            <a:fillRect/>
          </a:stretch>
        </p:blipFill>
        <p:spPr>
          <a:xfrm>
            <a:off x="4811707" y="5194999"/>
            <a:ext cx="717973" cy="288747"/>
          </a:xfrm>
          <a:prstGeom prst="rect">
            <a:avLst/>
          </a:prstGeom>
          <a:noFill/>
          <a:ln>
            <a:noFill/>
          </a:ln>
        </p:spPr>
      </p:pic>
      <p:pic>
        <p:nvPicPr>
          <p:cNvPr id="4570" name="Google Shape;4570;p188"/>
          <p:cNvPicPr preferRelativeResize="0"/>
          <p:nvPr/>
        </p:nvPicPr>
        <p:blipFill>
          <a:blip r:embed="rId3">
            <a:alphaModFix/>
          </a:blip>
          <a:stretch>
            <a:fillRect/>
          </a:stretch>
        </p:blipFill>
        <p:spPr>
          <a:xfrm>
            <a:off x="8469307" y="4585399"/>
            <a:ext cx="717973" cy="288747"/>
          </a:xfrm>
          <a:prstGeom prst="rect">
            <a:avLst/>
          </a:prstGeom>
          <a:noFill/>
          <a:ln>
            <a:noFill/>
          </a:ln>
        </p:spPr>
      </p:pic>
      <p:pic>
        <p:nvPicPr>
          <p:cNvPr id="4571" name="Google Shape;4571;p188"/>
          <p:cNvPicPr preferRelativeResize="0"/>
          <p:nvPr/>
        </p:nvPicPr>
        <p:blipFill>
          <a:blip r:embed="rId3">
            <a:alphaModFix/>
          </a:blip>
          <a:stretch>
            <a:fillRect/>
          </a:stretch>
        </p:blipFill>
        <p:spPr>
          <a:xfrm>
            <a:off x="2068507" y="5652199"/>
            <a:ext cx="717973" cy="288747"/>
          </a:xfrm>
          <a:prstGeom prst="rect">
            <a:avLst/>
          </a:prstGeom>
          <a:noFill/>
          <a:ln>
            <a:noFill/>
          </a:ln>
        </p:spPr>
      </p:pic>
      <p:pic>
        <p:nvPicPr>
          <p:cNvPr id="4572" name="Google Shape;4572;p188"/>
          <p:cNvPicPr preferRelativeResize="0"/>
          <p:nvPr/>
        </p:nvPicPr>
        <p:blipFill>
          <a:blip r:embed="rId3">
            <a:alphaModFix/>
          </a:blip>
          <a:stretch>
            <a:fillRect/>
          </a:stretch>
        </p:blipFill>
        <p:spPr>
          <a:xfrm>
            <a:off x="6640507" y="5194999"/>
            <a:ext cx="717973" cy="288747"/>
          </a:xfrm>
          <a:prstGeom prst="rect">
            <a:avLst/>
          </a:prstGeom>
          <a:noFill/>
          <a:ln>
            <a:noFill/>
          </a:ln>
        </p:spPr>
      </p:pic>
      <p:pic>
        <p:nvPicPr>
          <p:cNvPr id="4573" name="Google Shape;4573;p188"/>
          <p:cNvPicPr preferRelativeResize="0"/>
          <p:nvPr/>
        </p:nvPicPr>
        <p:blipFill>
          <a:blip r:embed="rId3">
            <a:alphaModFix/>
          </a:blip>
          <a:stretch>
            <a:fillRect/>
          </a:stretch>
        </p:blipFill>
        <p:spPr>
          <a:xfrm>
            <a:off x="5726107" y="5652199"/>
            <a:ext cx="717973" cy="288747"/>
          </a:xfrm>
          <a:prstGeom prst="rect">
            <a:avLst/>
          </a:prstGeom>
          <a:noFill/>
          <a:ln>
            <a:noFill/>
          </a:ln>
        </p:spPr>
      </p:pic>
      <p:pic>
        <p:nvPicPr>
          <p:cNvPr id="4574" name="Google Shape;4574;p188"/>
          <p:cNvPicPr preferRelativeResize="0"/>
          <p:nvPr/>
        </p:nvPicPr>
        <p:blipFill>
          <a:blip r:embed="rId3">
            <a:alphaModFix/>
          </a:blip>
          <a:stretch>
            <a:fillRect/>
          </a:stretch>
        </p:blipFill>
        <p:spPr>
          <a:xfrm>
            <a:off x="10526707" y="4585399"/>
            <a:ext cx="717973" cy="288747"/>
          </a:xfrm>
          <a:prstGeom prst="rect">
            <a:avLst/>
          </a:prstGeom>
          <a:noFill/>
          <a:ln>
            <a:noFill/>
          </a:ln>
        </p:spPr>
      </p:pic>
      <p:pic>
        <p:nvPicPr>
          <p:cNvPr id="4575" name="Google Shape;4575;p188"/>
          <p:cNvPicPr preferRelativeResize="0"/>
          <p:nvPr/>
        </p:nvPicPr>
        <p:blipFill>
          <a:blip r:embed="rId3">
            <a:alphaModFix/>
          </a:blip>
          <a:stretch>
            <a:fillRect/>
          </a:stretch>
        </p:blipFill>
        <p:spPr>
          <a:xfrm>
            <a:off x="9155107" y="5499799"/>
            <a:ext cx="717973" cy="288747"/>
          </a:xfrm>
          <a:prstGeom prst="rect">
            <a:avLst/>
          </a:prstGeom>
          <a:noFill/>
          <a:ln>
            <a:noFill/>
          </a:ln>
        </p:spPr>
      </p:pic>
      <p:pic>
        <p:nvPicPr>
          <p:cNvPr id="4576" name="Google Shape;4576;p188"/>
          <p:cNvPicPr preferRelativeResize="0"/>
          <p:nvPr/>
        </p:nvPicPr>
        <p:blipFill>
          <a:blip r:embed="rId3">
            <a:alphaModFix/>
          </a:blip>
          <a:stretch>
            <a:fillRect/>
          </a:stretch>
        </p:blipFill>
        <p:spPr>
          <a:xfrm>
            <a:off x="1154107" y="4585399"/>
            <a:ext cx="717973" cy="288747"/>
          </a:xfrm>
          <a:prstGeom prst="rect">
            <a:avLst/>
          </a:prstGeom>
          <a:noFill/>
          <a:ln>
            <a:noFill/>
          </a:ln>
        </p:spPr>
      </p:pic>
      <p:pic>
        <p:nvPicPr>
          <p:cNvPr id="4577" name="Google Shape;4577;p188"/>
          <p:cNvPicPr preferRelativeResize="0"/>
          <p:nvPr/>
        </p:nvPicPr>
        <p:blipFill>
          <a:blip r:embed="rId3">
            <a:alphaModFix/>
          </a:blip>
          <a:stretch>
            <a:fillRect/>
          </a:stretch>
        </p:blipFill>
        <p:spPr>
          <a:xfrm>
            <a:off x="4811707" y="4737799"/>
            <a:ext cx="717973" cy="288747"/>
          </a:xfrm>
          <a:prstGeom prst="rect">
            <a:avLst/>
          </a:prstGeom>
          <a:noFill/>
          <a:ln>
            <a:noFill/>
          </a:ln>
        </p:spPr>
      </p:pic>
      <p:pic>
        <p:nvPicPr>
          <p:cNvPr id="4578" name="Google Shape;4578;p188"/>
          <p:cNvPicPr preferRelativeResize="0"/>
          <p:nvPr/>
        </p:nvPicPr>
        <p:blipFill>
          <a:blip r:embed="rId3">
            <a:alphaModFix/>
          </a:blip>
          <a:stretch>
            <a:fillRect/>
          </a:stretch>
        </p:blipFill>
        <p:spPr>
          <a:xfrm>
            <a:off x="6640507" y="4737799"/>
            <a:ext cx="717973" cy="288747"/>
          </a:xfrm>
          <a:prstGeom prst="rect">
            <a:avLst/>
          </a:prstGeom>
          <a:noFill/>
          <a:ln>
            <a:noFill/>
          </a:ln>
        </p:spPr>
      </p:pic>
      <p:pic>
        <p:nvPicPr>
          <p:cNvPr id="4579" name="Google Shape;4579;p188"/>
          <p:cNvPicPr preferRelativeResize="0"/>
          <p:nvPr/>
        </p:nvPicPr>
        <p:blipFill>
          <a:blip r:embed="rId3">
            <a:alphaModFix/>
          </a:blip>
          <a:stretch>
            <a:fillRect/>
          </a:stretch>
        </p:blipFill>
        <p:spPr>
          <a:xfrm>
            <a:off x="9917107" y="5042599"/>
            <a:ext cx="717973" cy="288747"/>
          </a:xfrm>
          <a:prstGeom prst="rect">
            <a:avLst/>
          </a:prstGeom>
          <a:noFill/>
          <a:ln>
            <a:noFill/>
          </a:ln>
        </p:spPr>
      </p:pic>
      <p:pic>
        <p:nvPicPr>
          <p:cNvPr id="4580" name="Google Shape;4580;p188"/>
          <p:cNvPicPr preferRelativeResize="0"/>
          <p:nvPr/>
        </p:nvPicPr>
        <p:blipFill>
          <a:blip r:embed="rId3">
            <a:alphaModFix/>
          </a:blip>
          <a:stretch>
            <a:fillRect/>
          </a:stretch>
        </p:blipFill>
        <p:spPr>
          <a:xfrm>
            <a:off x="10298107" y="5499799"/>
            <a:ext cx="717973" cy="288747"/>
          </a:xfrm>
          <a:prstGeom prst="rect">
            <a:avLst/>
          </a:prstGeom>
          <a:noFill/>
          <a:ln>
            <a:noFill/>
          </a:ln>
        </p:spPr>
      </p:pic>
      <p:sp>
        <p:nvSpPr>
          <p:cNvPr id="4581" name="Google Shape;4581;p188"/>
          <p:cNvSpPr/>
          <p:nvPr/>
        </p:nvSpPr>
        <p:spPr>
          <a:xfrm>
            <a:off x="4495800" y="2057400"/>
            <a:ext cx="3200400" cy="1600200"/>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accent1"/>
                </a:solidFill>
                <a:latin typeface="Red Hat Display"/>
                <a:ea typeface="Red Hat Display"/>
                <a:cs typeface="Red Hat Display"/>
                <a:sym typeface="Red Hat Display"/>
              </a:rPr>
              <a:t>Vetting:</a:t>
            </a:r>
            <a:endParaRPr b="1" sz="1800">
              <a:solidFill>
                <a:schemeClr val="accent1"/>
              </a:solidFill>
              <a:latin typeface="Red Hat Display"/>
              <a:ea typeface="Red Hat Display"/>
              <a:cs typeface="Red Hat Display"/>
              <a:sym typeface="Red Hat Display"/>
            </a:endParaRPr>
          </a:p>
          <a:p>
            <a:pPr indent="0" lvl="0" marL="0" rtl="0" algn="ctr">
              <a:spcBef>
                <a:spcPts val="0"/>
              </a:spcBef>
              <a:spcAft>
                <a:spcPts val="0"/>
              </a:spcAft>
              <a:buNone/>
            </a:pPr>
            <a:r>
              <a:rPr b="1" lang="en" sz="1800">
                <a:solidFill>
                  <a:schemeClr val="accent1"/>
                </a:solidFill>
                <a:latin typeface="Red Hat Display"/>
                <a:ea typeface="Red Hat Display"/>
                <a:cs typeface="Red Hat Display"/>
                <a:sym typeface="Red Hat Display"/>
              </a:rPr>
              <a:t>Comprehensive testing of patches against QA workloads.</a:t>
            </a:r>
            <a:endParaRPr b="1" sz="1800">
              <a:solidFill>
                <a:schemeClr val="accent1"/>
              </a:solidFill>
              <a:latin typeface="Red Hat Display"/>
              <a:ea typeface="Red Hat Display"/>
              <a:cs typeface="Red Hat Display"/>
              <a:sym typeface="Red Hat Display"/>
            </a:endParaRPr>
          </a:p>
        </p:txBody>
      </p:sp>
      <p:sp>
        <p:nvSpPr>
          <p:cNvPr id="4582" name="Google Shape;4582;p188"/>
          <p:cNvSpPr/>
          <p:nvPr/>
        </p:nvSpPr>
        <p:spPr>
          <a:xfrm>
            <a:off x="838200" y="2057400"/>
            <a:ext cx="3200400" cy="1600200"/>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accent1"/>
                </a:solidFill>
                <a:latin typeface="Red Hat Display"/>
                <a:ea typeface="Red Hat Display"/>
                <a:cs typeface="Red Hat Display"/>
                <a:sym typeface="Red Hat Display"/>
              </a:rPr>
              <a:t>No Surprises:</a:t>
            </a:r>
            <a:br>
              <a:rPr b="1" lang="en" sz="1800">
                <a:solidFill>
                  <a:schemeClr val="accent1"/>
                </a:solidFill>
                <a:latin typeface="Red Hat Display"/>
                <a:ea typeface="Red Hat Display"/>
                <a:cs typeface="Red Hat Display"/>
                <a:sym typeface="Red Hat Display"/>
              </a:rPr>
            </a:br>
            <a:r>
              <a:rPr b="1" lang="en" sz="1800">
                <a:solidFill>
                  <a:schemeClr val="accent1"/>
                </a:solidFill>
                <a:latin typeface="Red Hat Display"/>
                <a:ea typeface="Red Hat Display"/>
                <a:cs typeface="Red Hat Display"/>
                <a:sym typeface="Red Hat Display"/>
              </a:rPr>
              <a:t>Promoting patches to production should be a non-event.</a:t>
            </a:r>
            <a:endParaRPr b="1" sz="1800">
              <a:solidFill>
                <a:schemeClr val="accent1"/>
              </a:solidFill>
              <a:latin typeface="Red Hat Display"/>
              <a:ea typeface="Red Hat Display"/>
              <a:cs typeface="Red Hat Display"/>
              <a:sym typeface="Red Hat Display"/>
            </a:endParaRPr>
          </a:p>
        </p:txBody>
      </p:sp>
    </p:spTree>
  </p:cSld>
  <p:clrMapOvr>
    <a:masterClrMapping/>
  </p:clrMapOvr>
  <mc:AlternateContent>
    <mc:Choice Requires="p14">
      <p:transition spd="slow" p14:dur="20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82"/>
                                        </p:tgtEl>
                                        <p:attrNameLst>
                                          <p:attrName>style.visibility</p:attrName>
                                        </p:attrNameLst>
                                      </p:cBhvr>
                                      <p:to>
                                        <p:strVal val="visible"/>
                                      </p:to>
                                    </p:set>
                                    <p:animEffect filter="fade" transition="in">
                                      <p:cBhvr>
                                        <p:cTn dur="1000"/>
                                        <p:tgtEl>
                                          <p:spTgt spid="45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81"/>
                                        </p:tgtEl>
                                        <p:attrNameLst>
                                          <p:attrName>style.visibility</p:attrName>
                                        </p:attrNameLst>
                                      </p:cBhvr>
                                      <p:to>
                                        <p:strVal val="visible"/>
                                      </p:to>
                                    </p:set>
                                    <p:animEffect filter="fade" transition="in">
                                      <p:cBhvr>
                                        <p:cTn dur="1000"/>
                                        <p:tgtEl>
                                          <p:spTgt spid="45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53"/>
                                        </p:tgtEl>
                                        <p:attrNameLst>
                                          <p:attrName>style.visibility</p:attrName>
                                        </p:attrNameLst>
                                      </p:cBhvr>
                                      <p:to>
                                        <p:strVal val="visible"/>
                                      </p:to>
                                    </p:set>
                                    <p:animEffect filter="fade" transition="in">
                                      <p:cBhvr>
                                        <p:cTn dur="1000"/>
                                        <p:tgtEl>
                                          <p:spTgt spid="45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6" name="Shape 4586"/>
        <p:cNvGrpSpPr/>
        <p:nvPr/>
      </p:nvGrpSpPr>
      <p:grpSpPr>
        <a:xfrm>
          <a:off x="0" y="0"/>
          <a:ext cx="0" cy="0"/>
          <a:chOff x="0" y="0"/>
          <a:chExt cx="0" cy="0"/>
        </a:xfrm>
      </p:grpSpPr>
      <p:sp>
        <p:nvSpPr>
          <p:cNvPr id="4587" name="Google Shape;4587;p189"/>
          <p:cNvSpPr txBox="1"/>
          <p:nvPr>
            <p:ph type="title"/>
          </p:nvPr>
        </p:nvSpPr>
        <p:spPr>
          <a:xfrm>
            <a:off x="609600" y="1100350"/>
            <a:ext cx="109728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Standard Operating Environment</a:t>
            </a:r>
            <a:endParaRPr/>
          </a:p>
        </p:txBody>
      </p:sp>
      <p:sp>
        <p:nvSpPr>
          <p:cNvPr id="4588" name="Google Shape;4588;p189"/>
          <p:cNvSpPr txBox="1"/>
          <p:nvPr>
            <p:ph idx="4" type="subTitle"/>
          </p:nvPr>
        </p:nvSpPr>
        <p:spPr>
          <a:xfrm>
            <a:off x="1066800" y="1653550"/>
            <a:ext cx="10058400" cy="291900"/>
          </a:xfrm>
          <a:prstGeom prst="rect">
            <a:avLst/>
          </a:prstGeom>
        </p:spPr>
        <p:txBody>
          <a:bodyPr anchorCtr="0" anchor="t" bIns="0" lIns="0" spcFirstLastPara="1" rIns="0" wrap="square" tIns="0">
            <a:noAutofit/>
          </a:bodyPr>
          <a:lstStyle/>
          <a:p>
            <a:pPr indent="0" lvl="0" marL="0" rtl="0" algn="ctr">
              <a:spcBef>
                <a:spcPts val="0"/>
              </a:spcBef>
              <a:spcAft>
                <a:spcPts val="500"/>
              </a:spcAft>
              <a:buClr>
                <a:schemeClr val="dk1"/>
              </a:buClr>
              <a:buSzPts val="1100"/>
              <a:buFont typeface="Arial"/>
              <a:buNone/>
            </a:pPr>
            <a:r>
              <a:rPr lang="en"/>
              <a:t>How does Satellite help?</a:t>
            </a:r>
            <a:endParaRPr/>
          </a:p>
        </p:txBody>
      </p:sp>
      <p:sp>
        <p:nvSpPr>
          <p:cNvPr id="4589" name="Google Shape;4589;p18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590" name="Google Shape;4590;p189"/>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Standard Operating Environment</a:t>
            </a:r>
            <a:endParaRPr/>
          </a:p>
        </p:txBody>
      </p:sp>
      <p:sp>
        <p:nvSpPr>
          <p:cNvPr id="4591" name="Google Shape;4591;p189"/>
          <p:cNvSpPr/>
          <p:nvPr/>
        </p:nvSpPr>
        <p:spPr>
          <a:xfrm>
            <a:off x="4495800" y="3944525"/>
            <a:ext cx="3200400" cy="22860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Display"/>
                <a:ea typeface="Red Hat Display"/>
                <a:cs typeface="Red Hat Display"/>
                <a:sym typeface="Red Hat Display"/>
              </a:rPr>
              <a:t>QA</a:t>
            </a:r>
            <a:endParaRPr>
              <a:latin typeface="Red Hat Display"/>
              <a:ea typeface="Red Hat Display"/>
              <a:cs typeface="Red Hat Display"/>
              <a:sym typeface="Red Hat Display"/>
            </a:endParaRPr>
          </a:p>
        </p:txBody>
      </p:sp>
      <p:pic>
        <p:nvPicPr>
          <p:cNvPr id="4592" name="Google Shape;4592;p189"/>
          <p:cNvPicPr preferRelativeResize="0"/>
          <p:nvPr/>
        </p:nvPicPr>
        <p:blipFill>
          <a:blip r:embed="rId3">
            <a:alphaModFix/>
          </a:blip>
          <a:stretch>
            <a:fillRect/>
          </a:stretch>
        </p:blipFill>
        <p:spPr>
          <a:xfrm>
            <a:off x="5726107" y="5271199"/>
            <a:ext cx="717973" cy="288747"/>
          </a:xfrm>
          <a:prstGeom prst="rect">
            <a:avLst/>
          </a:prstGeom>
          <a:noFill/>
          <a:ln>
            <a:noFill/>
          </a:ln>
        </p:spPr>
      </p:pic>
      <p:pic>
        <p:nvPicPr>
          <p:cNvPr id="4593" name="Google Shape;4593;p189"/>
          <p:cNvPicPr preferRelativeResize="0"/>
          <p:nvPr/>
        </p:nvPicPr>
        <p:blipFill>
          <a:blip r:embed="rId3">
            <a:alphaModFix/>
          </a:blip>
          <a:stretch>
            <a:fillRect/>
          </a:stretch>
        </p:blipFill>
        <p:spPr>
          <a:xfrm>
            <a:off x="5726107" y="4509199"/>
            <a:ext cx="717973" cy="288747"/>
          </a:xfrm>
          <a:prstGeom prst="rect">
            <a:avLst/>
          </a:prstGeom>
          <a:noFill/>
          <a:ln>
            <a:noFill/>
          </a:ln>
        </p:spPr>
      </p:pic>
      <p:sp>
        <p:nvSpPr>
          <p:cNvPr id="4594" name="Google Shape;4594;p189"/>
          <p:cNvSpPr/>
          <p:nvPr/>
        </p:nvSpPr>
        <p:spPr>
          <a:xfrm>
            <a:off x="838200" y="3944525"/>
            <a:ext cx="3200400" cy="22860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Display"/>
                <a:ea typeface="Red Hat Display"/>
                <a:cs typeface="Red Hat Display"/>
                <a:sym typeface="Red Hat Display"/>
              </a:rPr>
              <a:t>Production</a:t>
            </a:r>
            <a:endParaRPr>
              <a:latin typeface="Red Hat Display"/>
              <a:ea typeface="Red Hat Display"/>
              <a:cs typeface="Red Hat Display"/>
              <a:sym typeface="Red Hat Display"/>
            </a:endParaRPr>
          </a:p>
        </p:txBody>
      </p:sp>
      <p:pic>
        <p:nvPicPr>
          <p:cNvPr id="4595" name="Google Shape;4595;p189"/>
          <p:cNvPicPr preferRelativeResize="0"/>
          <p:nvPr/>
        </p:nvPicPr>
        <p:blipFill>
          <a:blip r:embed="rId3">
            <a:alphaModFix/>
          </a:blip>
          <a:stretch>
            <a:fillRect/>
          </a:stretch>
        </p:blipFill>
        <p:spPr>
          <a:xfrm>
            <a:off x="1154107" y="5118799"/>
            <a:ext cx="717973" cy="288747"/>
          </a:xfrm>
          <a:prstGeom prst="rect">
            <a:avLst/>
          </a:prstGeom>
          <a:noFill/>
          <a:ln>
            <a:noFill/>
          </a:ln>
        </p:spPr>
      </p:pic>
      <p:sp>
        <p:nvSpPr>
          <p:cNvPr id="4596" name="Google Shape;4596;p189"/>
          <p:cNvSpPr/>
          <p:nvPr/>
        </p:nvSpPr>
        <p:spPr>
          <a:xfrm>
            <a:off x="8153400" y="3944525"/>
            <a:ext cx="3200400" cy="22860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Display"/>
                <a:ea typeface="Red Hat Display"/>
                <a:cs typeface="Red Hat Display"/>
                <a:sym typeface="Red Hat Display"/>
              </a:rPr>
              <a:t>Development</a:t>
            </a:r>
            <a:endParaRPr>
              <a:latin typeface="Red Hat Display"/>
              <a:ea typeface="Red Hat Display"/>
              <a:cs typeface="Red Hat Display"/>
              <a:sym typeface="Red Hat Display"/>
            </a:endParaRPr>
          </a:p>
        </p:txBody>
      </p:sp>
      <p:pic>
        <p:nvPicPr>
          <p:cNvPr id="4597" name="Google Shape;4597;p189"/>
          <p:cNvPicPr preferRelativeResize="0"/>
          <p:nvPr/>
        </p:nvPicPr>
        <p:blipFill>
          <a:blip r:embed="rId3">
            <a:alphaModFix/>
          </a:blip>
          <a:stretch>
            <a:fillRect/>
          </a:stretch>
        </p:blipFill>
        <p:spPr>
          <a:xfrm>
            <a:off x="9002707" y="5042599"/>
            <a:ext cx="717973" cy="288747"/>
          </a:xfrm>
          <a:prstGeom prst="rect">
            <a:avLst/>
          </a:prstGeom>
          <a:noFill/>
          <a:ln>
            <a:noFill/>
          </a:ln>
        </p:spPr>
      </p:pic>
      <p:pic>
        <p:nvPicPr>
          <p:cNvPr id="4598" name="Google Shape;4598;p189"/>
          <p:cNvPicPr preferRelativeResize="0"/>
          <p:nvPr/>
        </p:nvPicPr>
        <p:blipFill>
          <a:blip r:embed="rId3">
            <a:alphaModFix/>
          </a:blip>
          <a:stretch>
            <a:fillRect/>
          </a:stretch>
        </p:blipFill>
        <p:spPr>
          <a:xfrm>
            <a:off x="9612307" y="4585399"/>
            <a:ext cx="717973" cy="288747"/>
          </a:xfrm>
          <a:prstGeom prst="rect">
            <a:avLst/>
          </a:prstGeom>
          <a:noFill/>
          <a:ln>
            <a:noFill/>
          </a:ln>
        </p:spPr>
      </p:pic>
      <p:pic>
        <p:nvPicPr>
          <p:cNvPr id="4599" name="Google Shape;4599;p189"/>
          <p:cNvPicPr preferRelativeResize="0"/>
          <p:nvPr/>
        </p:nvPicPr>
        <p:blipFill>
          <a:blip r:embed="rId3">
            <a:alphaModFix/>
          </a:blip>
          <a:stretch>
            <a:fillRect/>
          </a:stretch>
        </p:blipFill>
        <p:spPr>
          <a:xfrm>
            <a:off x="2068507" y="5118799"/>
            <a:ext cx="717973" cy="288747"/>
          </a:xfrm>
          <a:prstGeom prst="rect">
            <a:avLst/>
          </a:prstGeom>
          <a:noFill/>
          <a:ln>
            <a:noFill/>
          </a:ln>
        </p:spPr>
      </p:pic>
      <p:pic>
        <p:nvPicPr>
          <p:cNvPr id="4600" name="Google Shape;4600;p189"/>
          <p:cNvPicPr preferRelativeResize="0"/>
          <p:nvPr/>
        </p:nvPicPr>
        <p:blipFill>
          <a:blip r:embed="rId3">
            <a:alphaModFix/>
          </a:blip>
          <a:stretch>
            <a:fillRect/>
          </a:stretch>
        </p:blipFill>
        <p:spPr>
          <a:xfrm>
            <a:off x="2068507" y="4585399"/>
            <a:ext cx="717973" cy="288747"/>
          </a:xfrm>
          <a:prstGeom prst="rect">
            <a:avLst/>
          </a:prstGeom>
          <a:noFill/>
          <a:ln>
            <a:noFill/>
          </a:ln>
        </p:spPr>
      </p:pic>
      <p:pic>
        <p:nvPicPr>
          <p:cNvPr id="4601" name="Google Shape;4601;p189"/>
          <p:cNvPicPr preferRelativeResize="0"/>
          <p:nvPr/>
        </p:nvPicPr>
        <p:blipFill>
          <a:blip r:embed="rId3">
            <a:alphaModFix/>
          </a:blip>
          <a:stretch>
            <a:fillRect/>
          </a:stretch>
        </p:blipFill>
        <p:spPr>
          <a:xfrm>
            <a:off x="5726107" y="4890199"/>
            <a:ext cx="717973" cy="288747"/>
          </a:xfrm>
          <a:prstGeom prst="rect">
            <a:avLst/>
          </a:prstGeom>
          <a:noFill/>
          <a:ln>
            <a:noFill/>
          </a:ln>
        </p:spPr>
      </p:pic>
      <p:pic>
        <p:nvPicPr>
          <p:cNvPr id="4602" name="Google Shape;4602;p189"/>
          <p:cNvPicPr preferRelativeResize="0"/>
          <p:nvPr/>
        </p:nvPicPr>
        <p:blipFill>
          <a:blip r:embed="rId3">
            <a:alphaModFix/>
          </a:blip>
          <a:stretch>
            <a:fillRect/>
          </a:stretch>
        </p:blipFill>
        <p:spPr>
          <a:xfrm>
            <a:off x="4811707" y="5194999"/>
            <a:ext cx="717973" cy="288747"/>
          </a:xfrm>
          <a:prstGeom prst="rect">
            <a:avLst/>
          </a:prstGeom>
          <a:noFill/>
          <a:ln>
            <a:noFill/>
          </a:ln>
        </p:spPr>
      </p:pic>
      <p:pic>
        <p:nvPicPr>
          <p:cNvPr id="4603" name="Google Shape;4603;p189"/>
          <p:cNvPicPr preferRelativeResize="0"/>
          <p:nvPr/>
        </p:nvPicPr>
        <p:blipFill>
          <a:blip r:embed="rId3">
            <a:alphaModFix/>
          </a:blip>
          <a:stretch>
            <a:fillRect/>
          </a:stretch>
        </p:blipFill>
        <p:spPr>
          <a:xfrm>
            <a:off x="8469307" y="4585399"/>
            <a:ext cx="717973" cy="288747"/>
          </a:xfrm>
          <a:prstGeom prst="rect">
            <a:avLst/>
          </a:prstGeom>
          <a:noFill/>
          <a:ln>
            <a:noFill/>
          </a:ln>
        </p:spPr>
      </p:pic>
      <p:pic>
        <p:nvPicPr>
          <p:cNvPr id="4604" name="Google Shape;4604;p189"/>
          <p:cNvPicPr preferRelativeResize="0"/>
          <p:nvPr/>
        </p:nvPicPr>
        <p:blipFill>
          <a:blip r:embed="rId3">
            <a:alphaModFix/>
          </a:blip>
          <a:stretch>
            <a:fillRect/>
          </a:stretch>
        </p:blipFill>
        <p:spPr>
          <a:xfrm>
            <a:off x="2068507" y="5652199"/>
            <a:ext cx="717973" cy="288747"/>
          </a:xfrm>
          <a:prstGeom prst="rect">
            <a:avLst/>
          </a:prstGeom>
          <a:noFill/>
          <a:ln>
            <a:noFill/>
          </a:ln>
        </p:spPr>
      </p:pic>
      <p:pic>
        <p:nvPicPr>
          <p:cNvPr id="4605" name="Google Shape;4605;p189"/>
          <p:cNvPicPr preferRelativeResize="0"/>
          <p:nvPr/>
        </p:nvPicPr>
        <p:blipFill>
          <a:blip r:embed="rId3">
            <a:alphaModFix/>
          </a:blip>
          <a:stretch>
            <a:fillRect/>
          </a:stretch>
        </p:blipFill>
        <p:spPr>
          <a:xfrm>
            <a:off x="6640507" y="5194999"/>
            <a:ext cx="717973" cy="288747"/>
          </a:xfrm>
          <a:prstGeom prst="rect">
            <a:avLst/>
          </a:prstGeom>
          <a:noFill/>
          <a:ln>
            <a:noFill/>
          </a:ln>
        </p:spPr>
      </p:pic>
      <p:pic>
        <p:nvPicPr>
          <p:cNvPr id="4606" name="Google Shape;4606;p189"/>
          <p:cNvPicPr preferRelativeResize="0"/>
          <p:nvPr/>
        </p:nvPicPr>
        <p:blipFill>
          <a:blip r:embed="rId3">
            <a:alphaModFix/>
          </a:blip>
          <a:stretch>
            <a:fillRect/>
          </a:stretch>
        </p:blipFill>
        <p:spPr>
          <a:xfrm>
            <a:off x="5726107" y="5652199"/>
            <a:ext cx="717973" cy="288747"/>
          </a:xfrm>
          <a:prstGeom prst="rect">
            <a:avLst/>
          </a:prstGeom>
          <a:noFill/>
          <a:ln>
            <a:noFill/>
          </a:ln>
        </p:spPr>
      </p:pic>
      <p:pic>
        <p:nvPicPr>
          <p:cNvPr id="4607" name="Google Shape;4607;p189"/>
          <p:cNvPicPr preferRelativeResize="0"/>
          <p:nvPr/>
        </p:nvPicPr>
        <p:blipFill>
          <a:blip r:embed="rId3">
            <a:alphaModFix/>
          </a:blip>
          <a:stretch>
            <a:fillRect/>
          </a:stretch>
        </p:blipFill>
        <p:spPr>
          <a:xfrm>
            <a:off x="10526707" y="4585399"/>
            <a:ext cx="717973" cy="288747"/>
          </a:xfrm>
          <a:prstGeom prst="rect">
            <a:avLst/>
          </a:prstGeom>
          <a:noFill/>
          <a:ln>
            <a:noFill/>
          </a:ln>
        </p:spPr>
      </p:pic>
      <p:pic>
        <p:nvPicPr>
          <p:cNvPr id="4608" name="Google Shape;4608;p189"/>
          <p:cNvPicPr preferRelativeResize="0"/>
          <p:nvPr/>
        </p:nvPicPr>
        <p:blipFill>
          <a:blip r:embed="rId3">
            <a:alphaModFix/>
          </a:blip>
          <a:stretch>
            <a:fillRect/>
          </a:stretch>
        </p:blipFill>
        <p:spPr>
          <a:xfrm>
            <a:off x="9155107" y="5499799"/>
            <a:ext cx="717973" cy="288747"/>
          </a:xfrm>
          <a:prstGeom prst="rect">
            <a:avLst/>
          </a:prstGeom>
          <a:noFill/>
          <a:ln>
            <a:noFill/>
          </a:ln>
        </p:spPr>
      </p:pic>
      <p:pic>
        <p:nvPicPr>
          <p:cNvPr id="4609" name="Google Shape;4609;p189"/>
          <p:cNvPicPr preferRelativeResize="0"/>
          <p:nvPr/>
        </p:nvPicPr>
        <p:blipFill>
          <a:blip r:embed="rId3">
            <a:alphaModFix/>
          </a:blip>
          <a:stretch>
            <a:fillRect/>
          </a:stretch>
        </p:blipFill>
        <p:spPr>
          <a:xfrm>
            <a:off x="1154107" y="4585399"/>
            <a:ext cx="717973" cy="288747"/>
          </a:xfrm>
          <a:prstGeom prst="rect">
            <a:avLst/>
          </a:prstGeom>
          <a:noFill/>
          <a:ln>
            <a:noFill/>
          </a:ln>
        </p:spPr>
      </p:pic>
      <p:pic>
        <p:nvPicPr>
          <p:cNvPr id="4610" name="Google Shape;4610;p189"/>
          <p:cNvPicPr preferRelativeResize="0"/>
          <p:nvPr/>
        </p:nvPicPr>
        <p:blipFill>
          <a:blip r:embed="rId3">
            <a:alphaModFix/>
          </a:blip>
          <a:stretch>
            <a:fillRect/>
          </a:stretch>
        </p:blipFill>
        <p:spPr>
          <a:xfrm>
            <a:off x="4811707" y="4737799"/>
            <a:ext cx="717973" cy="288747"/>
          </a:xfrm>
          <a:prstGeom prst="rect">
            <a:avLst/>
          </a:prstGeom>
          <a:noFill/>
          <a:ln>
            <a:noFill/>
          </a:ln>
        </p:spPr>
      </p:pic>
      <p:pic>
        <p:nvPicPr>
          <p:cNvPr id="4611" name="Google Shape;4611;p189"/>
          <p:cNvPicPr preferRelativeResize="0"/>
          <p:nvPr/>
        </p:nvPicPr>
        <p:blipFill>
          <a:blip r:embed="rId3">
            <a:alphaModFix/>
          </a:blip>
          <a:stretch>
            <a:fillRect/>
          </a:stretch>
        </p:blipFill>
        <p:spPr>
          <a:xfrm>
            <a:off x="6640507" y="4737799"/>
            <a:ext cx="717973" cy="288747"/>
          </a:xfrm>
          <a:prstGeom prst="rect">
            <a:avLst/>
          </a:prstGeom>
          <a:noFill/>
          <a:ln>
            <a:noFill/>
          </a:ln>
        </p:spPr>
      </p:pic>
      <p:pic>
        <p:nvPicPr>
          <p:cNvPr id="4612" name="Google Shape;4612;p189"/>
          <p:cNvPicPr preferRelativeResize="0"/>
          <p:nvPr/>
        </p:nvPicPr>
        <p:blipFill>
          <a:blip r:embed="rId3">
            <a:alphaModFix/>
          </a:blip>
          <a:stretch>
            <a:fillRect/>
          </a:stretch>
        </p:blipFill>
        <p:spPr>
          <a:xfrm>
            <a:off x="9917107" y="5042599"/>
            <a:ext cx="717973" cy="288747"/>
          </a:xfrm>
          <a:prstGeom prst="rect">
            <a:avLst/>
          </a:prstGeom>
          <a:noFill/>
          <a:ln>
            <a:noFill/>
          </a:ln>
        </p:spPr>
      </p:pic>
      <p:pic>
        <p:nvPicPr>
          <p:cNvPr id="4613" name="Google Shape;4613;p189"/>
          <p:cNvPicPr preferRelativeResize="0"/>
          <p:nvPr/>
        </p:nvPicPr>
        <p:blipFill>
          <a:blip r:embed="rId3">
            <a:alphaModFix/>
          </a:blip>
          <a:stretch>
            <a:fillRect/>
          </a:stretch>
        </p:blipFill>
        <p:spPr>
          <a:xfrm>
            <a:off x="10298107" y="5499799"/>
            <a:ext cx="717973" cy="288747"/>
          </a:xfrm>
          <a:prstGeom prst="rect">
            <a:avLst/>
          </a:prstGeom>
          <a:noFill/>
          <a:ln>
            <a:noFill/>
          </a:ln>
        </p:spPr>
      </p:pic>
      <p:grpSp>
        <p:nvGrpSpPr>
          <p:cNvPr id="4614" name="Google Shape;4614;p189"/>
          <p:cNvGrpSpPr/>
          <p:nvPr/>
        </p:nvGrpSpPr>
        <p:grpSpPr>
          <a:xfrm>
            <a:off x="609600" y="2057400"/>
            <a:ext cx="10972800" cy="4343454"/>
            <a:chOff x="609600" y="2057400"/>
            <a:chExt cx="10972800" cy="4343454"/>
          </a:xfrm>
        </p:grpSpPr>
        <p:sp>
          <p:nvSpPr>
            <p:cNvPr id="4615" name="Google Shape;4615;p189"/>
            <p:cNvSpPr/>
            <p:nvPr/>
          </p:nvSpPr>
          <p:spPr>
            <a:xfrm>
              <a:off x="609600" y="3657654"/>
              <a:ext cx="10972800" cy="2743200"/>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4616" name="Google Shape;4616;p189"/>
            <p:cNvSpPr txBox="1"/>
            <p:nvPr/>
          </p:nvSpPr>
          <p:spPr>
            <a:xfrm>
              <a:off x="4724400" y="3429000"/>
              <a:ext cx="2743200" cy="36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accent1"/>
                  </a:solidFill>
                  <a:highlight>
                    <a:schemeClr val="lt1"/>
                  </a:highlight>
                  <a:latin typeface="Red Hat Display"/>
                  <a:ea typeface="Red Hat Display"/>
                  <a:cs typeface="Red Hat Display"/>
                  <a:sym typeface="Red Hat Display"/>
                </a:rPr>
                <a:t>Lifecycle Environment</a:t>
              </a:r>
              <a:endParaRPr>
                <a:solidFill>
                  <a:schemeClr val="accent1"/>
                </a:solidFill>
                <a:highlight>
                  <a:schemeClr val="lt1"/>
                </a:highlight>
                <a:latin typeface="Red Hat Display"/>
                <a:ea typeface="Red Hat Display"/>
                <a:cs typeface="Red Hat Display"/>
                <a:sym typeface="Red Hat Display"/>
              </a:endParaRPr>
            </a:p>
          </p:txBody>
        </p:sp>
        <p:sp>
          <p:nvSpPr>
            <p:cNvPr id="4617" name="Google Shape;4617;p189"/>
            <p:cNvSpPr/>
            <p:nvPr/>
          </p:nvSpPr>
          <p:spPr>
            <a:xfrm>
              <a:off x="609600" y="2286000"/>
              <a:ext cx="10972800" cy="914400"/>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4618" name="Google Shape;4618;p189"/>
            <p:cNvSpPr/>
            <p:nvPr/>
          </p:nvSpPr>
          <p:spPr>
            <a:xfrm>
              <a:off x="1261872" y="2514600"/>
              <a:ext cx="1371600" cy="457200"/>
            </a:xfrm>
            <a:prstGeom prst="roundRect">
              <a:avLst>
                <a:gd fmla="val 16667" name="adj"/>
              </a:avLst>
            </a:prstGeom>
            <a:solidFill>
              <a:schemeClr val="accent5"/>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141414"/>
                  </a:solidFill>
                  <a:latin typeface="Red Hat Display"/>
                  <a:ea typeface="Red Hat Display"/>
                  <a:cs typeface="Red Hat Display"/>
                  <a:sym typeface="Red Hat Display"/>
                </a:rPr>
                <a:t>Version 1</a:t>
              </a:r>
              <a:endParaRPr b="1" sz="1800">
                <a:solidFill>
                  <a:srgbClr val="141414"/>
                </a:solidFill>
                <a:latin typeface="Red Hat Display"/>
                <a:ea typeface="Red Hat Display"/>
                <a:cs typeface="Red Hat Display"/>
                <a:sym typeface="Red Hat Display"/>
              </a:endParaRPr>
            </a:p>
          </p:txBody>
        </p:sp>
        <p:sp>
          <p:nvSpPr>
            <p:cNvPr id="4619" name="Google Shape;4619;p189"/>
            <p:cNvSpPr/>
            <p:nvPr/>
          </p:nvSpPr>
          <p:spPr>
            <a:xfrm>
              <a:off x="2862072" y="2514600"/>
              <a:ext cx="1371600" cy="457200"/>
            </a:xfrm>
            <a:prstGeom prst="roundRect">
              <a:avLst>
                <a:gd fmla="val 16667" name="adj"/>
              </a:avLst>
            </a:prstGeom>
            <a:solidFill>
              <a:schemeClr val="accent5"/>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141414"/>
                  </a:solidFill>
                  <a:latin typeface="Red Hat Display"/>
                  <a:ea typeface="Red Hat Display"/>
                  <a:cs typeface="Red Hat Display"/>
                  <a:sym typeface="Red Hat Display"/>
                </a:rPr>
                <a:t>Version 2</a:t>
              </a:r>
              <a:endParaRPr b="1" sz="1800">
                <a:solidFill>
                  <a:srgbClr val="141414"/>
                </a:solidFill>
                <a:latin typeface="Red Hat Display"/>
                <a:ea typeface="Red Hat Display"/>
                <a:cs typeface="Red Hat Display"/>
                <a:sym typeface="Red Hat Display"/>
              </a:endParaRPr>
            </a:p>
          </p:txBody>
        </p:sp>
        <p:sp>
          <p:nvSpPr>
            <p:cNvPr id="4620" name="Google Shape;4620;p189"/>
            <p:cNvSpPr/>
            <p:nvPr/>
          </p:nvSpPr>
          <p:spPr>
            <a:xfrm>
              <a:off x="4462272" y="2514600"/>
              <a:ext cx="1371600" cy="457200"/>
            </a:xfrm>
            <a:prstGeom prst="roundRect">
              <a:avLst>
                <a:gd fmla="val 16667" name="adj"/>
              </a:avLst>
            </a:prstGeom>
            <a:solidFill>
              <a:schemeClr val="accent5"/>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141414"/>
                  </a:solidFill>
                  <a:latin typeface="Red Hat Display"/>
                  <a:ea typeface="Red Hat Display"/>
                  <a:cs typeface="Red Hat Display"/>
                  <a:sym typeface="Red Hat Display"/>
                </a:rPr>
                <a:t>Version 3</a:t>
              </a:r>
              <a:endParaRPr b="1" sz="1800">
                <a:solidFill>
                  <a:srgbClr val="141414"/>
                </a:solidFill>
                <a:latin typeface="Red Hat Display"/>
                <a:ea typeface="Red Hat Display"/>
                <a:cs typeface="Red Hat Display"/>
                <a:sym typeface="Red Hat Display"/>
              </a:endParaRPr>
            </a:p>
          </p:txBody>
        </p:sp>
        <p:sp>
          <p:nvSpPr>
            <p:cNvPr id="4621" name="Google Shape;4621;p189"/>
            <p:cNvSpPr/>
            <p:nvPr/>
          </p:nvSpPr>
          <p:spPr>
            <a:xfrm>
              <a:off x="6062472" y="2514600"/>
              <a:ext cx="1371600" cy="457200"/>
            </a:xfrm>
            <a:prstGeom prst="roundRect">
              <a:avLst>
                <a:gd fmla="val 16667" name="adj"/>
              </a:avLst>
            </a:prstGeom>
            <a:solidFill>
              <a:schemeClr val="accent5"/>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141414"/>
                  </a:solidFill>
                  <a:latin typeface="Red Hat Display"/>
                  <a:ea typeface="Red Hat Display"/>
                  <a:cs typeface="Red Hat Display"/>
                  <a:sym typeface="Red Hat Display"/>
                </a:rPr>
                <a:t>Version 4</a:t>
              </a:r>
              <a:endParaRPr b="1" sz="1800">
                <a:solidFill>
                  <a:srgbClr val="141414"/>
                </a:solidFill>
                <a:latin typeface="Red Hat Display"/>
                <a:ea typeface="Red Hat Display"/>
                <a:cs typeface="Red Hat Display"/>
                <a:sym typeface="Red Hat Display"/>
              </a:endParaRPr>
            </a:p>
          </p:txBody>
        </p:sp>
        <p:sp>
          <p:nvSpPr>
            <p:cNvPr id="4622" name="Google Shape;4622;p189"/>
            <p:cNvSpPr/>
            <p:nvPr/>
          </p:nvSpPr>
          <p:spPr>
            <a:xfrm>
              <a:off x="7662672" y="2514600"/>
              <a:ext cx="1371600" cy="457200"/>
            </a:xfrm>
            <a:prstGeom prst="roundRect">
              <a:avLst>
                <a:gd fmla="val 16667" name="adj"/>
              </a:avLst>
            </a:prstGeom>
            <a:solidFill>
              <a:schemeClr val="accent5"/>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141414"/>
                  </a:solidFill>
                  <a:latin typeface="Red Hat Display"/>
                  <a:ea typeface="Red Hat Display"/>
                  <a:cs typeface="Red Hat Display"/>
                  <a:sym typeface="Red Hat Display"/>
                </a:rPr>
                <a:t>Version 5</a:t>
              </a:r>
              <a:endParaRPr b="1" sz="1800">
                <a:solidFill>
                  <a:srgbClr val="141414"/>
                </a:solidFill>
                <a:latin typeface="Red Hat Display"/>
                <a:ea typeface="Red Hat Display"/>
                <a:cs typeface="Red Hat Display"/>
                <a:sym typeface="Red Hat Display"/>
              </a:endParaRPr>
            </a:p>
          </p:txBody>
        </p:sp>
        <p:sp>
          <p:nvSpPr>
            <p:cNvPr id="4623" name="Google Shape;4623;p189"/>
            <p:cNvSpPr/>
            <p:nvPr/>
          </p:nvSpPr>
          <p:spPr>
            <a:xfrm>
              <a:off x="9262872" y="2514600"/>
              <a:ext cx="1371600" cy="457200"/>
            </a:xfrm>
            <a:prstGeom prst="roundRect">
              <a:avLst>
                <a:gd fmla="val 16667" name="adj"/>
              </a:avLst>
            </a:prstGeom>
            <a:solidFill>
              <a:schemeClr val="accent5"/>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141414"/>
                  </a:solidFill>
                  <a:latin typeface="Red Hat Display"/>
                  <a:ea typeface="Red Hat Display"/>
                  <a:cs typeface="Red Hat Display"/>
                  <a:sym typeface="Red Hat Display"/>
                </a:rPr>
                <a:t>Version 6</a:t>
              </a:r>
              <a:endParaRPr b="1" sz="1800">
                <a:solidFill>
                  <a:srgbClr val="141414"/>
                </a:solidFill>
                <a:latin typeface="Red Hat Display"/>
                <a:ea typeface="Red Hat Display"/>
                <a:cs typeface="Red Hat Display"/>
                <a:sym typeface="Red Hat Display"/>
              </a:endParaRPr>
            </a:p>
          </p:txBody>
        </p:sp>
        <p:sp>
          <p:nvSpPr>
            <p:cNvPr id="4624" name="Google Shape;4624;p189"/>
            <p:cNvSpPr txBox="1"/>
            <p:nvPr/>
          </p:nvSpPr>
          <p:spPr>
            <a:xfrm>
              <a:off x="5181600" y="2057400"/>
              <a:ext cx="1828800" cy="36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accent1"/>
                  </a:solidFill>
                  <a:highlight>
                    <a:schemeClr val="lt1"/>
                  </a:highlight>
                  <a:latin typeface="Red Hat Display"/>
                  <a:ea typeface="Red Hat Display"/>
                  <a:cs typeface="Red Hat Display"/>
                  <a:sym typeface="Red Hat Display"/>
                </a:rPr>
                <a:t>Content view</a:t>
              </a:r>
              <a:endParaRPr>
                <a:solidFill>
                  <a:schemeClr val="accent1"/>
                </a:solidFill>
                <a:highlight>
                  <a:schemeClr val="lt1"/>
                </a:highlight>
                <a:latin typeface="Red Hat Display"/>
                <a:ea typeface="Red Hat Display"/>
                <a:cs typeface="Red Hat Display"/>
                <a:sym typeface="Red Hat Display"/>
              </a:endParaRPr>
            </a:p>
          </p:txBody>
        </p:sp>
      </p:grpSp>
    </p:spTree>
  </p:cSld>
  <p:clrMapOvr>
    <a:masterClrMapping/>
  </p:clrMapOvr>
  <mc:AlternateContent>
    <mc:Choice Requires="p14">
      <p:transition spd="slow" p14:dur="20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4"/>
                                        </p:tgtEl>
                                        <p:attrNameLst>
                                          <p:attrName>style.visibility</p:attrName>
                                        </p:attrNameLst>
                                      </p:cBhvr>
                                      <p:to>
                                        <p:strVal val="visible"/>
                                      </p:to>
                                    </p:set>
                                    <p:animEffect filter="fade" transition="in">
                                      <p:cBhvr>
                                        <p:cTn dur="1000"/>
                                        <p:tgtEl>
                                          <p:spTgt spid="46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8" name="Shape 4628"/>
        <p:cNvGrpSpPr/>
        <p:nvPr/>
      </p:nvGrpSpPr>
      <p:grpSpPr>
        <a:xfrm>
          <a:off x="0" y="0"/>
          <a:ext cx="0" cy="0"/>
          <a:chOff x="0" y="0"/>
          <a:chExt cx="0" cy="0"/>
        </a:xfrm>
      </p:grpSpPr>
      <p:sp>
        <p:nvSpPr>
          <p:cNvPr id="4629" name="Google Shape;4629;p190"/>
          <p:cNvSpPr/>
          <p:nvPr/>
        </p:nvSpPr>
        <p:spPr>
          <a:xfrm>
            <a:off x="8153400" y="5486400"/>
            <a:ext cx="3200400" cy="4572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Display"/>
                <a:ea typeface="Red Hat Display"/>
                <a:cs typeface="Red Hat Display"/>
                <a:sym typeface="Red Hat Display"/>
              </a:rPr>
              <a:t>Production Lifecycle</a:t>
            </a:r>
            <a:endParaRPr>
              <a:latin typeface="Red Hat Display"/>
              <a:ea typeface="Red Hat Display"/>
              <a:cs typeface="Red Hat Display"/>
              <a:sym typeface="Red Hat Display"/>
            </a:endParaRPr>
          </a:p>
        </p:txBody>
      </p:sp>
      <p:sp>
        <p:nvSpPr>
          <p:cNvPr id="4630" name="Google Shape;4630;p190"/>
          <p:cNvSpPr txBox="1"/>
          <p:nvPr>
            <p:ph type="title"/>
          </p:nvPr>
        </p:nvSpPr>
        <p:spPr>
          <a:xfrm>
            <a:off x="1066764" y="1100350"/>
            <a:ext cx="100584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Standard Operating Environment</a:t>
            </a:r>
            <a:endParaRPr/>
          </a:p>
        </p:txBody>
      </p:sp>
      <p:sp>
        <p:nvSpPr>
          <p:cNvPr id="4631" name="Google Shape;4631;p190"/>
          <p:cNvSpPr txBox="1"/>
          <p:nvPr>
            <p:ph idx="4" type="subTitle"/>
          </p:nvPr>
        </p:nvSpPr>
        <p:spPr>
          <a:xfrm>
            <a:off x="1066836" y="1653550"/>
            <a:ext cx="10058400" cy="291900"/>
          </a:xfrm>
          <a:prstGeom prst="rect">
            <a:avLst/>
          </a:prstGeom>
        </p:spPr>
        <p:txBody>
          <a:bodyPr anchorCtr="0" anchor="t" bIns="0" lIns="0" spcFirstLastPara="1" rIns="0" wrap="square" tIns="0">
            <a:noAutofit/>
          </a:bodyPr>
          <a:lstStyle/>
          <a:p>
            <a:pPr indent="0" lvl="0" marL="0" rtl="0" algn="ctr">
              <a:spcBef>
                <a:spcPts val="0"/>
              </a:spcBef>
              <a:spcAft>
                <a:spcPts val="500"/>
              </a:spcAft>
              <a:buClr>
                <a:schemeClr val="dk1"/>
              </a:buClr>
              <a:buSzPts val="1100"/>
              <a:buFont typeface="Arial"/>
              <a:buNone/>
            </a:pPr>
            <a:r>
              <a:rPr lang="en"/>
              <a:t>Content Views &amp; Lifecycle Environments + Publish &amp; Promote</a:t>
            </a:r>
            <a:endParaRPr/>
          </a:p>
        </p:txBody>
      </p:sp>
      <p:sp>
        <p:nvSpPr>
          <p:cNvPr id="4632" name="Google Shape;4632;p19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633" name="Google Shape;4633;p190"/>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Standard Operating Environment</a:t>
            </a:r>
            <a:endParaRPr/>
          </a:p>
        </p:txBody>
      </p:sp>
      <p:sp>
        <p:nvSpPr>
          <p:cNvPr id="4634" name="Google Shape;4634;p190"/>
          <p:cNvSpPr/>
          <p:nvPr/>
        </p:nvSpPr>
        <p:spPr>
          <a:xfrm>
            <a:off x="4495800" y="5486400"/>
            <a:ext cx="3200400" cy="4572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Display"/>
                <a:ea typeface="Red Hat Display"/>
                <a:cs typeface="Red Hat Display"/>
                <a:sym typeface="Red Hat Display"/>
              </a:rPr>
              <a:t>QA Lifecycle</a:t>
            </a:r>
            <a:endParaRPr>
              <a:latin typeface="Red Hat Display"/>
              <a:ea typeface="Red Hat Display"/>
              <a:cs typeface="Red Hat Display"/>
              <a:sym typeface="Red Hat Display"/>
            </a:endParaRPr>
          </a:p>
        </p:txBody>
      </p:sp>
      <p:sp>
        <p:nvSpPr>
          <p:cNvPr id="4635" name="Google Shape;4635;p190"/>
          <p:cNvSpPr/>
          <p:nvPr/>
        </p:nvSpPr>
        <p:spPr>
          <a:xfrm>
            <a:off x="838200" y="5486400"/>
            <a:ext cx="3200400" cy="4572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Display"/>
                <a:ea typeface="Red Hat Display"/>
                <a:cs typeface="Red Hat Display"/>
                <a:sym typeface="Red Hat Display"/>
              </a:rPr>
              <a:t>Development Lifecycle</a:t>
            </a:r>
            <a:endParaRPr>
              <a:latin typeface="Red Hat Display"/>
              <a:ea typeface="Red Hat Display"/>
              <a:cs typeface="Red Hat Display"/>
              <a:sym typeface="Red Hat Display"/>
            </a:endParaRPr>
          </a:p>
        </p:txBody>
      </p:sp>
      <p:grpSp>
        <p:nvGrpSpPr>
          <p:cNvPr id="4636" name="Google Shape;4636;p190"/>
          <p:cNvGrpSpPr/>
          <p:nvPr/>
        </p:nvGrpSpPr>
        <p:grpSpPr>
          <a:xfrm>
            <a:off x="838200" y="4724400"/>
            <a:ext cx="10520172" cy="457200"/>
            <a:chOff x="838200" y="4724400"/>
            <a:chExt cx="10520172" cy="457200"/>
          </a:xfrm>
        </p:grpSpPr>
        <p:sp>
          <p:nvSpPr>
            <p:cNvPr id="4637" name="Google Shape;4637;p190"/>
            <p:cNvSpPr/>
            <p:nvPr/>
          </p:nvSpPr>
          <p:spPr>
            <a:xfrm>
              <a:off x="838200" y="4724400"/>
              <a:ext cx="3200400" cy="4572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ed Hat Display"/>
                  <a:ea typeface="Red Hat Display"/>
                  <a:cs typeface="Red Hat Display"/>
                  <a:sym typeface="Red Hat Display"/>
                </a:rPr>
                <a:t>Content View</a:t>
              </a:r>
              <a:endParaRPr b="1" sz="1800">
                <a:solidFill>
                  <a:schemeClr val="lt1"/>
                </a:solidFill>
                <a:latin typeface="Red Hat Display"/>
                <a:ea typeface="Red Hat Display"/>
                <a:cs typeface="Red Hat Display"/>
                <a:sym typeface="Red Hat Display"/>
              </a:endParaRPr>
            </a:p>
          </p:txBody>
        </p:sp>
        <p:sp>
          <p:nvSpPr>
            <p:cNvPr id="4638" name="Google Shape;4638;p190"/>
            <p:cNvSpPr/>
            <p:nvPr/>
          </p:nvSpPr>
          <p:spPr>
            <a:xfrm>
              <a:off x="4271772" y="4724400"/>
              <a:ext cx="7086600" cy="457200"/>
            </a:xfrm>
            <a:prstGeom prst="roundRect">
              <a:avLst>
                <a:gd fmla="val 16667" name="adj"/>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RHEL base os packages, app stream modules, errata, files, container images</a:t>
              </a:r>
              <a:endParaRPr b="1" sz="1800">
                <a:solidFill>
                  <a:schemeClr val="dk1"/>
                </a:solidFill>
                <a:latin typeface="Red Hat Display"/>
                <a:ea typeface="Red Hat Display"/>
                <a:cs typeface="Red Hat Display"/>
                <a:sym typeface="Red Hat Display"/>
              </a:endParaRPr>
            </a:p>
          </p:txBody>
        </p:sp>
      </p:grpSp>
      <p:grpSp>
        <p:nvGrpSpPr>
          <p:cNvPr id="4639" name="Google Shape;4639;p190"/>
          <p:cNvGrpSpPr/>
          <p:nvPr/>
        </p:nvGrpSpPr>
        <p:grpSpPr>
          <a:xfrm>
            <a:off x="838200" y="4076700"/>
            <a:ext cx="10520172" cy="457200"/>
            <a:chOff x="838200" y="4063236"/>
            <a:chExt cx="10520172" cy="457200"/>
          </a:xfrm>
        </p:grpSpPr>
        <p:sp>
          <p:nvSpPr>
            <p:cNvPr id="4640" name="Google Shape;4640;p190"/>
            <p:cNvSpPr/>
            <p:nvPr/>
          </p:nvSpPr>
          <p:spPr>
            <a:xfrm>
              <a:off x="838200" y="4063236"/>
              <a:ext cx="3200400" cy="457200"/>
            </a:xfrm>
            <a:prstGeom prst="roundRect">
              <a:avLst>
                <a:gd fmla="val 16667" name="adj"/>
              </a:avLst>
            </a:prstGeom>
            <a:solidFill>
              <a:schemeClr val="accent5"/>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141414"/>
                  </a:solidFill>
                  <a:latin typeface="Red Hat Display"/>
                  <a:ea typeface="Red Hat Display"/>
                  <a:cs typeface="Red Hat Display"/>
                  <a:sym typeface="Red Hat Display"/>
                </a:rPr>
                <a:t>Version 1</a:t>
              </a:r>
              <a:endParaRPr b="1" sz="1800">
                <a:solidFill>
                  <a:srgbClr val="141414"/>
                </a:solidFill>
                <a:latin typeface="Red Hat Display"/>
                <a:ea typeface="Red Hat Display"/>
                <a:cs typeface="Red Hat Display"/>
                <a:sym typeface="Red Hat Display"/>
              </a:endParaRPr>
            </a:p>
          </p:txBody>
        </p:sp>
        <p:sp>
          <p:nvSpPr>
            <p:cNvPr id="4641" name="Google Shape;4641;p190"/>
            <p:cNvSpPr/>
            <p:nvPr/>
          </p:nvSpPr>
          <p:spPr>
            <a:xfrm>
              <a:off x="4271772" y="4063236"/>
              <a:ext cx="7086600" cy="457200"/>
            </a:xfrm>
            <a:prstGeom prst="roundRect">
              <a:avLst>
                <a:gd fmla="val 16667" name="adj"/>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1,000  packages, 0 errata, 10 files, 5 container images</a:t>
              </a:r>
              <a:endParaRPr b="1" sz="1800">
                <a:solidFill>
                  <a:schemeClr val="dk1"/>
                </a:solidFill>
                <a:latin typeface="Red Hat Display"/>
                <a:ea typeface="Red Hat Display"/>
                <a:cs typeface="Red Hat Display"/>
                <a:sym typeface="Red Hat Display"/>
              </a:endParaRPr>
            </a:p>
          </p:txBody>
        </p:sp>
      </p:grpSp>
      <p:grpSp>
        <p:nvGrpSpPr>
          <p:cNvPr id="4642" name="Google Shape;4642;p190"/>
          <p:cNvGrpSpPr/>
          <p:nvPr/>
        </p:nvGrpSpPr>
        <p:grpSpPr>
          <a:xfrm>
            <a:off x="838200" y="3429000"/>
            <a:ext cx="10520172" cy="457200"/>
            <a:chOff x="838200" y="3429000"/>
            <a:chExt cx="10520172" cy="457200"/>
          </a:xfrm>
        </p:grpSpPr>
        <p:sp>
          <p:nvSpPr>
            <p:cNvPr id="4643" name="Google Shape;4643;p190"/>
            <p:cNvSpPr/>
            <p:nvPr/>
          </p:nvSpPr>
          <p:spPr>
            <a:xfrm>
              <a:off x="838200" y="3429000"/>
              <a:ext cx="3200400" cy="457200"/>
            </a:xfrm>
            <a:prstGeom prst="roundRect">
              <a:avLst>
                <a:gd fmla="val 16667" name="adj"/>
              </a:avLst>
            </a:prstGeom>
            <a:solidFill>
              <a:srgbClr val="F4CCCC"/>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141414"/>
                  </a:solidFill>
                  <a:latin typeface="Red Hat Display"/>
                  <a:ea typeface="Red Hat Display"/>
                  <a:cs typeface="Red Hat Display"/>
                  <a:sym typeface="Red Hat Display"/>
                </a:rPr>
                <a:t>Version 2</a:t>
              </a:r>
              <a:endParaRPr b="1" sz="1800">
                <a:solidFill>
                  <a:srgbClr val="141414"/>
                </a:solidFill>
                <a:latin typeface="Red Hat Display"/>
                <a:ea typeface="Red Hat Display"/>
                <a:cs typeface="Red Hat Display"/>
                <a:sym typeface="Red Hat Display"/>
              </a:endParaRPr>
            </a:p>
          </p:txBody>
        </p:sp>
        <p:sp>
          <p:nvSpPr>
            <p:cNvPr id="4644" name="Google Shape;4644;p190"/>
            <p:cNvSpPr/>
            <p:nvPr/>
          </p:nvSpPr>
          <p:spPr>
            <a:xfrm>
              <a:off x="4271772" y="3429000"/>
              <a:ext cx="7086600" cy="457200"/>
            </a:xfrm>
            <a:prstGeom prst="roundRect">
              <a:avLst>
                <a:gd fmla="val 16667" name="adj"/>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1,010  packages, 10 errata, 12  files, 6 container images</a:t>
              </a:r>
              <a:endParaRPr b="1" sz="1800">
                <a:solidFill>
                  <a:schemeClr val="dk1"/>
                </a:solidFill>
                <a:latin typeface="Red Hat Display"/>
                <a:ea typeface="Red Hat Display"/>
                <a:cs typeface="Red Hat Display"/>
                <a:sym typeface="Red Hat Display"/>
              </a:endParaRPr>
            </a:p>
          </p:txBody>
        </p:sp>
      </p:grpSp>
      <p:grpSp>
        <p:nvGrpSpPr>
          <p:cNvPr id="4645" name="Google Shape;4645;p190"/>
          <p:cNvGrpSpPr/>
          <p:nvPr/>
        </p:nvGrpSpPr>
        <p:grpSpPr>
          <a:xfrm>
            <a:off x="838200" y="2781300"/>
            <a:ext cx="10520172" cy="457200"/>
            <a:chOff x="838200" y="2743200"/>
            <a:chExt cx="10520172" cy="457200"/>
          </a:xfrm>
        </p:grpSpPr>
        <p:sp>
          <p:nvSpPr>
            <p:cNvPr id="4646" name="Google Shape;4646;p190"/>
            <p:cNvSpPr/>
            <p:nvPr/>
          </p:nvSpPr>
          <p:spPr>
            <a:xfrm>
              <a:off x="838200" y="2743200"/>
              <a:ext cx="3200400" cy="457200"/>
            </a:xfrm>
            <a:prstGeom prst="roundRect">
              <a:avLst>
                <a:gd fmla="val 16667" name="adj"/>
              </a:avLst>
            </a:prstGeom>
            <a:solidFill>
              <a:srgbClr val="FFF2CC"/>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141414"/>
                  </a:solidFill>
                  <a:latin typeface="Red Hat Display"/>
                  <a:ea typeface="Red Hat Display"/>
                  <a:cs typeface="Red Hat Display"/>
                  <a:sym typeface="Red Hat Display"/>
                </a:rPr>
                <a:t>Version 3</a:t>
              </a:r>
              <a:endParaRPr b="1" sz="1800">
                <a:solidFill>
                  <a:srgbClr val="141414"/>
                </a:solidFill>
                <a:latin typeface="Red Hat Display"/>
                <a:ea typeface="Red Hat Display"/>
                <a:cs typeface="Red Hat Display"/>
                <a:sym typeface="Red Hat Display"/>
              </a:endParaRPr>
            </a:p>
          </p:txBody>
        </p:sp>
        <p:sp>
          <p:nvSpPr>
            <p:cNvPr id="4647" name="Google Shape;4647;p190"/>
            <p:cNvSpPr/>
            <p:nvPr/>
          </p:nvSpPr>
          <p:spPr>
            <a:xfrm>
              <a:off x="4271772" y="2743200"/>
              <a:ext cx="7086600" cy="457200"/>
            </a:xfrm>
            <a:prstGeom prst="roundRect">
              <a:avLst>
                <a:gd fmla="val 16667" name="adj"/>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1,020  packages, 20 errata, 15  files, 8 container images</a:t>
              </a:r>
              <a:endParaRPr b="1" sz="1800">
                <a:solidFill>
                  <a:schemeClr val="dk1"/>
                </a:solidFill>
                <a:latin typeface="Red Hat Display"/>
                <a:ea typeface="Red Hat Display"/>
                <a:cs typeface="Red Hat Display"/>
                <a:sym typeface="Red Hat Display"/>
              </a:endParaRPr>
            </a:p>
          </p:txBody>
        </p:sp>
      </p:grpSp>
      <p:grpSp>
        <p:nvGrpSpPr>
          <p:cNvPr id="4648" name="Google Shape;4648;p190"/>
          <p:cNvGrpSpPr/>
          <p:nvPr/>
        </p:nvGrpSpPr>
        <p:grpSpPr>
          <a:xfrm>
            <a:off x="838200" y="2133600"/>
            <a:ext cx="10520172" cy="457200"/>
            <a:chOff x="838200" y="2133600"/>
            <a:chExt cx="10520172" cy="457200"/>
          </a:xfrm>
        </p:grpSpPr>
        <p:sp>
          <p:nvSpPr>
            <p:cNvPr id="4649" name="Google Shape;4649;p190"/>
            <p:cNvSpPr/>
            <p:nvPr/>
          </p:nvSpPr>
          <p:spPr>
            <a:xfrm>
              <a:off x="838200" y="2133600"/>
              <a:ext cx="3200400" cy="457200"/>
            </a:xfrm>
            <a:prstGeom prst="roundRect">
              <a:avLst>
                <a:gd fmla="val 16667" name="adj"/>
              </a:avLst>
            </a:prstGeom>
            <a:solidFill>
              <a:srgbClr val="D9EAD3"/>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141414"/>
                  </a:solidFill>
                  <a:latin typeface="Red Hat Display"/>
                  <a:ea typeface="Red Hat Display"/>
                  <a:cs typeface="Red Hat Display"/>
                  <a:sym typeface="Red Hat Display"/>
                </a:rPr>
                <a:t>Version 4</a:t>
              </a:r>
              <a:endParaRPr b="1" sz="1800">
                <a:solidFill>
                  <a:srgbClr val="141414"/>
                </a:solidFill>
                <a:latin typeface="Red Hat Display"/>
                <a:ea typeface="Red Hat Display"/>
                <a:cs typeface="Red Hat Display"/>
                <a:sym typeface="Red Hat Display"/>
              </a:endParaRPr>
            </a:p>
          </p:txBody>
        </p:sp>
        <p:sp>
          <p:nvSpPr>
            <p:cNvPr id="4650" name="Google Shape;4650;p190"/>
            <p:cNvSpPr/>
            <p:nvPr/>
          </p:nvSpPr>
          <p:spPr>
            <a:xfrm>
              <a:off x="4271772" y="2133600"/>
              <a:ext cx="7086600" cy="457200"/>
            </a:xfrm>
            <a:prstGeom prst="roundRect">
              <a:avLst>
                <a:gd fmla="val 16667" name="adj"/>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1,050  packages, 50 errata, 15  files, 9 container images</a:t>
              </a:r>
              <a:endParaRPr b="1" sz="1800">
                <a:solidFill>
                  <a:schemeClr val="dk1"/>
                </a:solidFill>
                <a:latin typeface="Red Hat Display"/>
                <a:ea typeface="Red Hat Display"/>
                <a:cs typeface="Red Hat Display"/>
                <a:sym typeface="Red Hat Display"/>
              </a:endParaRPr>
            </a:p>
          </p:txBody>
        </p:sp>
      </p:grpSp>
      <p:grpSp>
        <p:nvGrpSpPr>
          <p:cNvPr id="4651" name="Google Shape;4651;p190"/>
          <p:cNvGrpSpPr/>
          <p:nvPr/>
        </p:nvGrpSpPr>
        <p:grpSpPr>
          <a:xfrm rot="10800000">
            <a:off x="166349" y="2225975"/>
            <a:ext cx="365700" cy="2743200"/>
            <a:chOff x="207601" y="2225975"/>
            <a:chExt cx="365700" cy="2743200"/>
          </a:xfrm>
        </p:grpSpPr>
        <p:cxnSp>
          <p:nvCxnSpPr>
            <p:cNvPr id="4652" name="Google Shape;4652;p190"/>
            <p:cNvCxnSpPr/>
            <p:nvPr/>
          </p:nvCxnSpPr>
          <p:spPr>
            <a:xfrm>
              <a:off x="376450" y="2225975"/>
              <a:ext cx="32700" cy="2743200"/>
            </a:xfrm>
            <a:prstGeom prst="straightConnector1">
              <a:avLst/>
            </a:prstGeom>
            <a:noFill/>
            <a:ln cap="flat" cmpd="sng" w="38100">
              <a:solidFill>
                <a:schemeClr val="accent1"/>
              </a:solidFill>
              <a:prstDash val="solid"/>
              <a:round/>
              <a:headEnd len="med" w="med" type="none"/>
              <a:tailEnd len="med" w="med" type="triangle"/>
            </a:ln>
          </p:spPr>
        </p:cxnSp>
        <p:sp>
          <p:nvSpPr>
            <p:cNvPr id="4653" name="Google Shape;4653;p190"/>
            <p:cNvSpPr txBox="1"/>
            <p:nvPr/>
          </p:nvSpPr>
          <p:spPr>
            <a:xfrm rot="5400000">
              <a:off x="47551" y="3360450"/>
              <a:ext cx="685800" cy="365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accent1"/>
                  </a:solidFill>
                  <a:highlight>
                    <a:schemeClr val="lt1"/>
                  </a:highlight>
                  <a:latin typeface="Red Hat Display"/>
                  <a:ea typeface="Red Hat Display"/>
                  <a:cs typeface="Red Hat Display"/>
                  <a:sym typeface="Red Hat Display"/>
                </a:rPr>
                <a:t>Publish</a:t>
              </a:r>
              <a:endParaRPr sz="1200">
                <a:solidFill>
                  <a:schemeClr val="accent1"/>
                </a:solidFill>
                <a:highlight>
                  <a:schemeClr val="lt1"/>
                </a:highlight>
                <a:latin typeface="Red Hat Display"/>
                <a:ea typeface="Red Hat Display"/>
                <a:cs typeface="Red Hat Display"/>
                <a:sym typeface="Red Hat Display"/>
              </a:endParaRPr>
            </a:p>
          </p:txBody>
        </p:sp>
      </p:grpSp>
      <p:grpSp>
        <p:nvGrpSpPr>
          <p:cNvPr id="4654" name="Google Shape;4654;p190"/>
          <p:cNvGrpSpPr/>
          <p:nvPr/>
        </p:nvGrpSpPr>
        <p:grpSpPr>
          <a:xfrm>
            <a:off x="914400" y="6030571"/>
            <a:ext cx="9829800" cy="365700"/>
            <a:chOff x="914400" y="6030571"/>
            <a:chExt cx="9829800" cy="365700"/>
          </a:xfrm>
        </p:grpSpPr>
        <p:cxnSp>
          <p:nvCxnSpPr>
            <p:cNvPr id="4655" name="Google Shape;4655;p190"/>
            <p:cNvCxnSpPr/>
            <p:nvPr/>
          </p:nvCxnSpPr>
          <p:spPr>
            <a:xfrm>
              <a:off x="914400" y="6216295"/>
              <a:ext cx="9829800" cy="16500"/>
            </a:xfrm>
            <a:prstGeom prst="straightConnector1">
              <a:avLst/>
            </a:prstGeom>
            <a:noFill/>
            <a:ln cap="flat" cmpd="sng" w="38100">
              <a:solidFill>
                <a:schemeClr val="accent1"/>
              </a:solidFill>
              <a:prstDash val="solid"/>
              <a:round/>
              <a:headEnd len="med" w="med" type="none"/>
              <a:tailEnd len="med" w="med" type="triangle"/>
            </a:ln>
          </p:spPr>
        </p:cxnSp>
        <p:sp>
          <p:nvSpPr>
            <p:cNvPr id="4656" name="Google Shape;4656;p190"/>
            <p:cNvSpPr txBox="1"/>
            <p:nvPr/>
          </p:nvSpPr>
          <p:spPr>
            <a:xfrm>
              <a:off x="5486400" y="6030571"/>
              <a:ext cx="914400" cy="365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accent1"/>
                  </a:solidFill>
                  <a:highlight>
                    <a:schemeClr val="lt1"/>
                  </a:highlight>
                  <a:latin typeface="Red Hat Display"/>
                  <a:ea typeface="Red Hat Display"/>
                  <a:cs typeface="Red Hat Display"/>
                  <a:sym typeface="Red Hat Display"/>
                </a:rPr>
                <a:t>Promote</a:t>
              </a:r>
              <a:endParaRPr sz="1200">
                <a:solidFill>
                  <a:schemeClr val="accent1"/>
                </a:solidFill>
                <a:highlight>
                  <a:schemeClr val="lt1"/>
                </a:highlight>
                <a:latin typeface="Red Hat Display"/>
                <a:ea typeface="Red Hat Display"/>
                <a:cs typeface="Red Hat Display"/>
                <a:sym typeface="Red Hat Display"/>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35"/>
                                        </p:tgtEl>
                                        <p:attrNameLst>
                                          <p:attrName>style.visibility</p:attrName>
                                        </p:attrNameLst>
                                      </p:cBhvr>
                                      <p:to>
                                        <p:strVal val="visible"/>
                                      </p:to>
                                    </p:set>
                                    <p:animEffect filter="fade" transition="in">
                                      <p:cBhvr>
                                        <p:cTn dur="1000"/>
                                        <p:tgtEl>
                                          <p:spTgt spid="46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34"/>
                                        </p:tgtEl>
                                        <p:attrNameLst>
                                          <p:attrName>style.visibility</p:attrName>
                                        </p:attrNameLst>
                                      </p:cBhvr>
                                      <p:to>
                                        <p:strVal val="visible"/>
                                      </p:to>
                                    </p:set>
                                    <p:animEffect filter="fade" transition="in">
                                      <p:cBhvr>
                                        <p:cTn dur="1000"/>
                                        <p:tgtEl>
                                          <p:spTgt spid="46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29"/>
                                        </p:tgtEl>
                                        <p:attrNameLst>
                                          <p:attrName>style.visibility</p:attrName>
                                        </p:attrNameLst>
                                      </p:cBhvr>
                                      <p:to>
                                        <p:strVal val="visible"/>
                                      </p:to>
                                    </p:set>
                                    <p:animEffect filter="fade" transition="in">
                                      <p:cBhvr>
                                        <p:cTn dur="1000"/>
                                        <p:tgtEl>
                                          <p:spTgt spid="46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36"/>
                                        </p:tgtEl>
                                        <p:attrNameLst>
                                          <p:attrName>style.visibility</p:attrName>
                                        </p:attrNameLst>
                                      </p:cBhvr>
                                      <p:to>
                                        <p:strVal val="visible"/>
                                      </p:to>
                                    </p:set>
                                    <p:animEffect filter="fade" transition="in">
                                      <p:cBhvr>
                                        <p:cTn dur="1000"/>
                                        <p:tgtEl>
                                          <p:spTgt spid="46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39"/>
                                        </p:tgtEl>
                                        <p:attrNameLst>
                                          <p:attrName>style.visibility</p:attrName>
                                        </p:attrNameLst>
                                      </p:cBhvr>
                                      <p:to>
                                        <p:strVal val="visible"/>
                                      </p:to>
                                    </p:set>
                                    <p:animEffect filter="fade" transition="in">
                                      <p:cBhvr>
                                        <p:cTn dur="1000"/>
                                        <p:tgtEl>
                                          <p:spTgt spid="46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42"/>
                                        </p:tgtEl>
                                        <p:attrNameLst>
                                          <p:attrName>style.visibility</p:attrName>
                                        </p:attrNameLst>
                                      </p:cBhvr>
                                      <p:to>
                                        <p:strVal val="visible"/>
                                      </p:to>
                                    </p:set>
                                    <p:animEffect filter="fade" transition="in">
                                      <p:cBhvr>
                                        <p:cTn dur="1000"/>
                                        <p:tgtEl>
                                          <p:spTgt spid="46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45"/>
                                        </p:tgtEl>
                                        <p:attrNameLst>
                                          <p:attrName>style.visibility</p:attrName>
                                        </p:attrNameLst>
                                      </p:cBhvr>
                                      <p:to>
                                        <p:strVal val="visible"/>
                                      </p:to>
                                    </p:set>
                                    <p:animEffect filter="fade" transition="in">
                                      <p:cBhvr>
                                        <p:cTn dur="1000"/>
                                        <p:tgtEl>
                                          <p:spTgt spid="46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48"/>
                                        </p:tgtEl>
                                        <p:attrNameLst>
                                          <p:attrName>style.visibility</p:attrName>
                                        </p:attrNameLst>
                                      </p:cBhvr>
                                      <p:to>
                                        <p:strVal val="visible"/>
                                      </p:to>
                                    </p:set>
                                    <p:animEffect filter="fade" transition="in">
                                      <p:cBhvr>
                                        <p:cTn dur="1000"/>
                                        <p:tgtEl>
                                          <p:spTgt spid="46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0" name="Shape 4660"/>
        <p:cNvGrpSpPr/>
        <p:nvPr/>
      </p:nvGrpSpPr>
      <p:grpSpPr>
        <a:xfrm>
          <a:off x="0" y="0"/>
          <a:ext cx="0" cy="0"/>
          <a:chOff x="0" y="0"/>
          <a:chExt cx="0" cy="0"/>
        </a:xfrm>
      </p:grpSpPr>
      <p:sp>
        <p:nvSpPr>
          <p:cNvPr id="4661" name="Google Shape;4661;p191"/>
          <p:cNvSpPr/>
          <p:nvPr/>
        </p:nvSpPr>
        <p:spPr>
          <a:xfrm>
            <a:off x="8153400" y="5486400"/>
            <a:ext cx="3200400" cy="4572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Display"/>
                <a:ea typeface="Red Hat Display"/>
                <a:cs typeface="Red Hat Display"/>
                <a:sym typeface="Red Hat Display"/>
              </a:rPr>
              <a:t>Production Lifecycle</a:t>
            </a:r>
            <a:endParaRPr>
              <a:latin typeface="Red Hat Display"/>
              <a:ea typeface="Red Hat Display"/>
              <a:cs typeface="Red Hat Display"/>
              <a:sym typeface="Red Hat Display"/>
            </a:endParaRPr>
          </a:p>
        </p:txBody>
      </p:sp>
      <p:sp>
        <p:nvSpPr>
          <p:cNvPr id="4662" name="Google Shape;4662;p191"/>
          <p:cNvSpPr txBox="1"/>
          <p:nvPr>
            <p:ph type="title"/>
          </p:nvPr>
        </p:nvSpPr>
        <p:spPr>
          <a:xfrm>
            <a:off x="1066764" y="1100350"/>
            <a:ext cx="100584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Standard Operating Environment</a:t>
            </a:r>
            <a:endParaRPr/>
          </a:p>
        </p:txBody>
      </p:sp>
      <p:sp>
        <p:nvSpPr>
          <p:cNvPr id="4663" name="Google Shape;4663;p191"/>
          <p:cNvSpPr txBox="1"/>
          <p:nvPr>
            <p:ph idx="4" type="subTitle"/>
          </p:nvPr>
        </p:nvSpPr>
        <p:spPr>
          <a:xfrm>
            <a:off x="1066836" y="1653550"/>
            <a:ext cx="10058400" cy="291900"/>
          </a:xfrm>
          <a:prstGeom prst="rect">
            <a:avLst/>
          </a:prstGeom>
        </p:spPr>
        <p:txBody>
          <a:bodyPr anchorCtr="0" anchor="t" bIns="0" lIns="0" spcFirstLastPara="1" rIns="0" wrap="square" tIns="0">
            <a:noAutofit/>
          </a:bodyPr>
          <a:lstStyle/>
          <a:p>
            <a:pPr indent="0" lvl="0" marL="0" rtl="0" algn="ctr">
              <a:spcBef>
                <a:spcPts val="0"/>
              </a:spcBef>
              <a:spcAft>
                <a:spcPts val="500"/>
              </a:spcAft>
              <a:buClr>
                <a:schemeClr val="dk1"/>
              </a:buClr>
              <a:buSzPts val="1100"/>
              <a:buFont typeface="Arial"/>
              <a:buNone/>
            </a:pPr>
            <a:r>
              <a:rPr lang="en"/>
              <a:t>Content Views &amp; Lifecycle Environments + Publish &amp; Promote</a:t>
            </a:r>
            <a:endParaRPr/>
          </a:p>
        </p:txBody>
      </p:sp>
      <p:sp>
        <p:nvSpPr>
          <p:cNvPr id="4664" name="Google Shape;4664;p19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665" name="Google Shape;4665;p191"/>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Standard Operating Environment</a:t>
            </a:r>
            <a:endParaRPr/>
          </a:p>
        </p:txBody>
      </p:sp>
      <p:sp>
        <p:nvSpPr>
          <p:cNvPr id="4666" name="Google Shape;4666;p191"/>
          <p:cNvSpPr/>
          <p:nvPr/>
        </p:nvSpPr>
        <p:spPr>
          <a:xfrm>
            <a:off x="4495800" y="5486400"/>
            <a:ext cx="3200400" cy="4572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Display"/>
                <a:ea typeface="Red Hat Display"/>
                <a:cs typeface="Red Hat Display"/>
                <a:sym typeface="Red Hat Display"/>
              </a:rPr>
              <a:t>QA Lifecycle</a:t>
            </a:r>
            <a:endParaRPr>
              <a:latin typeface="Red Hat Display"/>
              <a:ea typeface="Red Hat Display"/>
              <a:cs typeface="Red Hat Display"/>
              <a:sym typeface="Red Hat Display"/>
            </a:endParaRPr>
          </a:p>
        </p:txBody>
      </p:sp>
      <p:sp>
        <p:nvSpPr>
          <p:cNvPr id="4667" name="Google Shape;4667;p191"/>
          <p:cNvSpPr/>
          <p:nvPr/>
        </p:nvSpPr>
        <p:spPr>
          <a:xfrm>
            <a:off x="838200" y="5486400"/>
            <a:ext cx="3200400" cy="4572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Display"/>
                <a:ea typeface="Red Hat Display"/>
                <a:cs typeface="Red Hat Display"/>
                <a:sym typeface="Red Hat Display"/>
              </a:rPr>
              <a:t>Development Lifecycle</a:t>
            </a:r>
            <a:endParaRPr>
              <a:latin typeface="Red Hat Display"/>
              <a:ea typeface="Red Hat Display"/>
              <a:cs typeface="Red Hat Display"/>
              <a:sym typeface="Red Hat Display"/>
            </a:endParaRPr>
          </a:p>
        </p:txBody>
      </p:sp>
      <p:sp>
        <p:nvSpPr>
          <p:cNvPr id="4668" name="Google Shape;4668;p191"/>
          <p:cNvSpPr/>
          <p:nvPr/>
        </p:nvSpPr>
        <p:spPr>
          <a:xfrm>
            <a:off x="838200" y="4610100"/>
            <a:ext cx="3200400" cy="457200"/>
          </a:xfrm>
          <a:prstGeom prst="roundRect">
            <a:avLst>
              <a:gd fmla="val 16667" name="adj"/>
            </a:avLst>
          </a:prstGeom>
          <a:solidFill>
            <a:schemeClr val="accent5"/>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141414"/>
                </a:solidFill>
                <a:latin typeface="Red Hat Display"/>
                <a:ea typeface="Red Hat Display"/>
                <a:cs typeface="Red Hat Display"/>
                <a:sym typeface="Red Hat Display"/>
              </a:rPr>
              <a:t>Version 1</a:t>
            </a:r>
            <a:endParaRPr b="1" sz="1800">
              <a:solidFill>
                <a:srgbClr val="141414"/>
              </a:solidFill>
              <a:latin typeface="Red Hat Display"/>
              <a:ea typeface="Red Hat Display"/>
              <a:cs typeface="Red Hat Display"/>
              <a:sym typeface="Red Hat Display"/>
            </a:endParaRPr>
          </a:p>
        </p:txBody>
      </p:sp>
      <p:sp>
        <p:nvSpPr>
          <p:cNvPr id="4669" name="Google Shape;4669;p191"/>
          <p:cNvSpPr/>
          <p:nvPr/>
        </p:nvSpPr>
        <p:spPr>
          <a:xfrm>
            <a:off x="838200" y="3962400"/>
            <a:ext cx="3200400" cy="457200"/>
          </a:xfrm>
          <a:prstGeom prst="roundRect">
            <a:avLst>
              <a:gd fmla="val 16667" name="adj"/>
            </a:avLst>
          </a:prstGeom>
          <a:solidFill>
            <a:srgbClr val="F4CCCC"/>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141414"/>
                </a:solidFill>
                <a:latin typeface="Red Hat Display"/>
                <a:ea typeface="Red Hat Display"/>
                <a:cs typeface="Red Hat Display"/>
                <a:sym typeface="Red Hat Display"/>
              </a:rPr>
              <a:t>Version 2</a:t>
            </a:r>
            <a:endParaRPr b="1" sz="1800">
              <a:solidFill>
                <a:srgbClr val="141414"/>
              </a:solidFill>
              <a:latin typeface="Red Hat Display"/>
              <a:ea typeface="Red Hat Display"/>
              <a:cs typeface="Red Hat Display"/>
              <a:sym typeface="Red Hat Display"/>
            </a:endParaRPr>
          </a:p>
        </p:txBody>
      </p:sp>
      <p:sp>
        <p:nvSpPr>
          <p:cNvPr id="4670" name="Google Shape;4670;p191"/>
          <p:cNvSpPr/>
          <p:nvPr/>
        </p:nvSpPr>
        <p:spPr>
          <a:xfrm>
            <a:off x="838200" y="3314700"/>
            <a:ext cx="3200400" cy="457200"/>
          </a:xfrm>
          <a:prstGeom prst="roundRect">
            <a:avLst>
              <a:gd fmla="val 16667" name="adj"/>
            </a:avLst>
          </a:prstGeom>
          <a:solidFill>
            <a:srgbClr val="FFF2CC"/>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141414"/>
                </a:solidFill>
                <a:latin typeface="Red Hat Display"/>
                <a:ea typeface="Red Hat Display"/>
                <a:cs typeface="Red Hat Display"/>
                <a:sym typeface="Red Hat Display"/>
              </a:rPr>
              <a:t>Version 3</a:t>
            </a:r>
            <a:endParaRPr b="1" sz="1800">
              <a:solidFill>
                <a:srgbClr val="141414"/>
              </a:solidFill>
              <a:latin typeface="Red Hat Display"/>
              <a:ea typeface="Red Hat Display"/>
              <a:cs typeface="Red Hat Display"/>
              <a:sym typeface="Red Hat Display"/>
            </a:endParaRPr>
          </a:p>
        </p:txBody>
      </p:sp>
      <p:sp>
        <p:nvSpPr>
          <p:cNvPr id="4671" name="Google Shape;4671;p191"/>
          <p:cNvSpPr/>
          <p:nvPr/>
        </p:nvSpPr>
        <p:spPr>
          <a:xfrm>
            <a:off x="838200" y="2667000"/>
            <a:ext cx="3200400" cy="457200"/>
          </a:xfrm>
          <a:prstGeom prst="roundRect">
            <a:avLst>
              <a:gd fmla="val 16667" name="adj"/>
            </a:avLst>
          </a:prstGeom>
          <a:solidFill>
            <a:srgbClr val="D9EAD3"/>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141414"/>
                </a:solidFill>
                <a:latin typeface="Red Hat Display"/>
                <a:ea typeface="Red Hat Display"/>
                <a:cs typeface="Red Hat Display"/>
                <a:sym typeface="Red Hat Display"/>
              </a:rPr>
              <a:t>Version 4</a:t>
            </a:r>
            <a:endParaRPr b="1" sz="1800">
              <a:solidFill>
                <a:srgbClr val="141414"/>
              </a:solidFill>
              <a:latin typeface="Red Hat Display"/>
              <a:ea typeface="Red Hat Display"/>
              <a:cs typeface="Red Hat Display"/>
              <a:sym typeface="Red Hat Display"/>
            </a:endParaRPr>
          </a:p>
        </p:txBody>
      </p:sp>
      <p:grpSp>
        <p:nvGrpSpPr>
          <p:cNvPr id="4672" name="Google Shape;4672;p191"/>
          <p:cNvGrpSpPr/>
          <p:nvPr/>
        </p:nvGrpSpPr>
        <p:grpSpPr>
          <a:xfrm rot="10800000">
            <a:off x="166349" y="2225975"/>
            <a:ext cx="365700" cy="2743200"/>
            <a:chOff x="207601" y="2225975"/>
            <a:chExt cx="365700" cy="2743200"/>
          </a:xfrm>
        </p:grpSpPr>
        <p:cxnSp>
          <p:nvCxnSpPr>
            <p:cNvPr id="4673" name="Google Shape;4673;p191"/>
            <p:cNvCxnSpPr/>
            <p:nvPr/>
          </p:nvCxnSpPr>
          <p:spPr>
            <a:xfrm>
              <a:off x="376450" y="2225975"/>
              <a:ext cx="32700" cy="2743200"/>
            </a:xfrm>
            <a:prstGeom prst="straightConnector1">
              <a:avLst/>
            </a:prstGeom>
            <a:noFill/>
            <a:ln cap="flat" cmpd="sng" w="38100">
              <a:solidFill>
                <a:schemeClr val="accent1"/>
              </a:solidFill>
              <a:prstDash val="solid"/>
              <a:round/>
              <a:headEnd len="med" w="med" type="none"/>
              <a:tailEnd len="med" w="med" type="triangle"/>
            </a:ln>
          </p:spPr>
        </p:cxnSp>
        <p:sp>
          <p:nvSpPr>
            <p:cNvPr id="4674" name="Google Shape;4674;p191"/>
            <p:cNvSpPr txBox="1"/>
            <p:nvPr/>
          </p:nvSpPr>
          <p:spPr>
            <a:xfrm rot="5400000">
              <a:off x="47551" y="3360450"/>
              <a:ext cx="685800" cy="365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accent1"/>
                  </a:solidFill>
                  <a:highlight>
                    <a:schemeClr val="lt1"/>
                  </a:highlight>
                  <a:latin typeface="Red Hat Display"/>
                  <a:ea typeface="Red Hat Display"/>
                  <a:cs typeface="Red Hat Display"/>
                  <a:sym typeface="Red Hat Display"/>
                </a:rPr>
                <a:t>Publish</a:t>
              </a:r>
              <a:endParaRPr sz="1200">
                <a:solidFill>
                  <a:schemeClr val="accent1"/>
                </a:solidFill>
                <a:highlight>
                  <a:schemeClr val="lt1"/>
                </a:highlight>
                <a:latin typeface="Red Hat Display"/>
                <a:ea typeface="Red Hat Display"/>
                <a:cs typeface="Red Hat Display"/>
                <a:sym typeface="Red Hat Display"/>
              </a:endParaRPr>
            </a:p>
          </p:txBody>
        </p:sp>
      </p:grpSp>
      <p:grpSp>
        <p:nvGrpSpPr>
          <p:cNvPr id="4675" name="Google Shape;4675;p191"/>
          <p:cNvGrpSpPr/>
          <p:nvPr/>
        </p:nvGrpSpPr>
        <p:grpSpPr>
          <a:xfrm>
            <a:off x="914400" y="6030571"/>
            <a:ext cx="9829800" cy="365700"/>
            <a:chOff x="914400" y="6030571"/>
            <a:chExt cx="9829800" cy="365700"/>
          </a:xfrm>
        </p:grpSpPr>
        <p:cxnSp>
          <p:nvCxnSpPr>
            <p:cNvPr id="4676" name="Google Shape;4676;p191"/>
            <p:cNvCxnSpPr/>
            <p:nvPr/>
          </p:nvCxnSpPr>
          <p:spPr>
            <a:xfrm>
              <a:off x="914400" y="6216295"/>
              <a:ext cx="9829800" cy="16500"/>
            </a:xfrm>
            <a:prstGeom prst="straightConnector1">
              <a:avLst/>
            </a:prstGeom>
            <a:noFill/>
            <a:ln cap="flat" cmpd="sng" w="38100">
              <a:solidFill>
                <a:schemeClr val="accent1"/>
              </a:solidFill>
              <a:prstDash val="solid"/>
              <a:round/>
              <a:headEnd len="med" w="med" type="none"/>
              <a:tailEnd len="med" w="med" type="triangle"/>
            </a:ln>
          </p:spPr>
        </p:cxnSp>
        <p:sp>
          <p:nvSpPr>
            <p:cNvPr id="4677" name="Google Shape;4677;p191"/>
            <p:cNvSpPr txBox="1"/>
            <p:nvPr/>
          </p:nvSpPr>
          <p:spPr>
            <a:xfrm>
              <a:off x="5486400" y="6030571"/>
              <a:ext cx="914400" cy="365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accent1"/>
                  </a:solidFill>
                  <a:highlight>
                    <a:schemeClr val="lt1"/>
                  </a:highlight>
                  <a:latin typeface="Red Hat Display"/>
                  <a:ea typeface="Red Hat Display"/>
                  <a:cs typeface="Red Hat Display"/>
                  <a:sym typeface="Red Hat Display"/>
                </a:rPr>
                <a:t>Promote</a:t>
              </a:r>
              <a:endParaRPr sz="1200">
                <a:solidFill>
                  <a:schemeClr val="accent1"/>
                </a:solidFill>
                <a:highlight>
                  <a:schemeClr val="lt1"/>
                </a:highlight>
                <a:latin typeface="Red Hat Display"/>
                <a:ea typeface="Red Hat Display"/>
                <a:cs typeface="Red Hat Display"/>
                <a:sym typeface="Red Hat Display"/>
              </a:endParaRPr>
            </a:p>
          </p:txBody>
        </p:sp>
      </p:grpSp>
      <p:sp>
        <p:nvSpPr>
          <p:cNvPr id="4678" name="Google Shape;4678;p191"/>
          <p:cNvSpPr/>
          <p:nvPr/>
        </p:nvSpPr>
        <p:spPr>
          <a:xfrm>
            <a:off x="4495800" y="4610100"/>
            <a:ext cx="3200400" cy="457200"/>
          </a:xfrm>
          <a:prstGeom prst="roundRect">
            <a:avLst>
              <a:gd fmla="val 16667" name="adj"/>
            </a:avLst>
          </a:prstGeom>
          <a:solidFill>
            <a:schemeClr val="accent5"/>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141414"/>
                </a:solidFill>
                <a:latin typeface="Red Hat Display"/>
                <a:ea typeface="Red Hat Display"/>
                <a:cs typeface="Red Hat Display"/>
                <a:sym typeface="Red Hat Display"/>
              </a:rPr>
              <a:t>Version 1</a:t>
            </a:r>
            <a:endParaRPr b="1" sz="1800">
              <a:solidFill>
                <a:srgbClr val="141414"/>
              </a:solidFill>
              <a:latin typeface="Red Hat Display"/>
              <a:ea typeface="Red Hat Display"/>
              <a:cs typeface="Red Hat Display"/>
              <a:sym typeface="Red Hat Display"/>
            </a:endParaRPr>
          </a:p>
        </p:txBody>
      </p:sp>
      <p:sp>
        <p:nvSpPr>
          <p:cNvPr id="4679" name="Google Shape;4679;p191"/>
          <p:cNvSpPr/>
          <p:nvPr/>
        </p:nvSpPr>
        <p:spPr>
          <a:xfrm>
            <a:off x="4495800" y="3962400"/>
            <a:ext cx="3200400" cy="457200"/>
          </a:xfrm>
          <a:prstGeom prst="roundRect">
            <a:avLst>
              <a:gd fmla="val 16667" name="adj"/>
            </a:avLst>
          </a:prstGeom>
          <a:solidFill>
            <a:srgbClr val="F4CCCC"/>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141414"/>
                </a:solidFill>
                <a:latin typeface="Red Hat Display"/>
                <a:ea typeface="Red Hat Display"/>
                <a:cs typeface="Red Hat Display"/>
                <a:sym typeface="Red Hat Display"/>
              </a:rPr>
              <a:t>Version 2</a:t>
            </a:r>
            <a:endParaRPr b="1" sz="1800">
              <a:solidFill>
                <a:srgbClr val="141414"/>
              </a:solidFill>
              <a:latin typeface="Red Hat Display"/>
              <a:ea typeface="Red Hat Display"/>
              <a:cs typeface="Red Hat Display"/>
              <a:sym typeface="Red Hat Display"/>
            </a:endParaRPr>
          </a:p>
        </p:txBody>
      </p:sp>
      <p:sp>
        <p:nvSpPr>
          <p:cNvPr id="4680" name="Google Shape;4680;p191"/>
          <p:cNvSpPr/>
          <p:nvPr/>
        </p:nvSpPr>
        <p:spPr>
          <a:xfrm>
            <a:off x="4495800" y="3314700"/>
            <a:ext cx="3200400" cy="457200"/>
          </a:xfrm>
          <a:prstGeom prst="roundRect">
            <a:avLst>
              <a:gd fmla="val 16667" name="adj"/>
            </a:avLst>
          </a:prstGeom>
          <a:solidFill>
            <a:srgbClr val="FFF2CC"/>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141414"/>
                </a:solidFill>
                <a:latin typeface="Red Hat Display"/>
                <a:ea typeface="Red Hat Display"/>
                <a:cs typeface="Red Hat Display"/>
                <a:sym typeface="Red Hat Display"/>
              </a:rPr>
              <a:t>Version 3</a:t>
            </a:r>
            <a:endParaRPr b="1" sz="1800">
              <a:solidFill>
                <a:srgbClr val="141414"/>
              </a:solidFill>
              <a:latin typeface="Red Hat Display"/>
              <a:ea typeface="Red Hat Display"/>
              <a:cs typeface="Red Hat Display"/>
              <a:sym typeface="Red Hat Display"/>
            </a:endParaRPr>
          </a:p>
        </p:txBody>
      </p:sp>
      <p:sp>
        <p:nvSpPr>
          <p:cNvPr id="4681" name="Google Shape;4681;p191"/>
          <p:cNvSpPr/>
          <p:nvPr/>
        </p:nvSpPr>
        <p:spPr>
          <a:xfrm>
            <a:off x="8153400" y="4610100"/>
            <a:ext cx="3200400" cy="457200"/>
          </a:xfrm>
          <a:prstGeom prst="roundRect">
            <a:avLst>
              <a:gd fmla="val 16667" name="adj"/>
            </a:avLst>
          </a:prstGeom>
          <a:solidFill>
            <a:schemeClr val="accent5"/>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141414"/>
                </a:solidFill>
                <a:latin typeface="Red Hat Display"/>
                <a:ea typeface="Red Hat Display"/>
                <a:cs typeface="Red Hat Display"/>
                <a:sym typeface="Red Hat Display"/>
              </a:rPr>
              <a:t>Version 1</a:t>
            </a:r>
            <a:endParaRPr b="1" sz="1800">
              <a:solidFill>
                <a:srgbClr val="141414"/>
              </a:solidFill>
              <a:latin typeface="Red Hat Display"/>
              <a:ea typeface="Red Hat Display"/>
              <a:cs typeface="Red Hat Display"/>
              <a:sym typeface="Red Hat Display"/>
            </a:endParaRPr>
          </a:p>
        </p:txBody>
      </p:sp>
      <p:sp>
        <p:nvSpPr>
          <p:cNvPr id="4682" name="Google Shape;4682;p191"/>
          <p:cNvSpPr/>
          <p:nvPr/>
        </p:nvSpPr>
        <p:spPr>
          <a:xfrm>
            <a:off x="8153400" y="3962400"/>
            <a:ext cx="3200400" cy="457200"/>
          </a:xfrm>
          <a:prstGeom prst="roundRect">
            <a:avLst>
              <a:gd fmla="val 16667" name="adj"/>
            </a:avLst>
          </a:prstGeom>
          <a:solidFill>
            <a:srgbClr val="F4CCCC"/>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141414"/>
                </a:solidFill>
                <a:latin typeface="Red Hat Display"/>
                <a:ea typeface="Red Hat Display"/>
                <a:cs typeface="Red Hat Display"/>
                <a:sym typeface="Red Hat Display"/>
              </a:rPr>
              <a:t>Version 2</a:t>
            </a:r>
            <a:endParaRPr b="1" sz="1800">
              <a:solidFill>
                <a:srgbClr val="141414"/>
              </a:solidFill>
              <a:latin typeface="Red Hat Display"/>
              <a:ea typeface="Red Hat Display"/>
              <a:cs typeface="Red Hat Display"/>
              <a:sym typeface="Red Hat Displa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6"/>
                                        </p:tgtEl>
                                        <p:attrNameLst>
                                          <p:attrName>style.visibility</p:attrName>
                                        </p:attrNameLst>
                                      </p:cBhvr>
                                      <p:to>
                                        <p:strVal val="visible"/>
                                      </p:to>
                                    </p:set>
                                    <p:animEffect filter="fade" transition="in">
                                      <p:cBhvr>
                                        <p:cTn dur="1000"/>
                                        <p:tgtEl>
                                          <p:spTgt spid="4666"/>
                                        </p:tgtEl>
                                      </p:cBhvr>
                                    </p:animEffect>
                                  </p:childTnLst>
                                </p:cTn>
                              </p:par>
                              <p:par>
                                <p:cTn fill="hold" nodeType="withEffect" presetClass="entr" presetID="10" presetSubtype="0">
                                  <p:stCondLst>
                                    <p:cond delay="0"/>
                                  </p:stCondLst>
                                  <p:childTnLst>
                                    <p:set>
                                      <p:cBhvr>
                                        <p:cTn dur="1" fill="hold">
                                          <p:stCondLst>
                                            <p:cond delay="0"/>
                                          </p:stCondLst>
                                        </p:cTn>
                                        <p:tgtEl>
                                          <p:spTgt spid="4667"/>
                                        </p:tgtEl>
                                        <p:attrNameLst>
                                          <p:attrName>style.visibility</p:attrName>
                                        </p:attrNameLst>
                                      </p:cBhvr>
                                      <p:to>
                                        <p:strVal val="visible"/>
                                      </p:to>
                                    </p:set>
                                    <p:animEffect filter="fade" transition="in">
                                      <p:cBhvr>
                                        <p:cTn dur="1000"/>
                                        <p:tgtEl>
                                          <p:spTgt spid="4667"/>
                                        </p:tgtEl>
                                      </p:cBhvr>
                                    </p:animEffect>
                                  </p:childTnLst>
                                </p:cTn>
                              </p:par>
                              <p:par>
                                <p:cTn fill="hold" nodeType="withEffect" presetClass="entr" presetID="10" presetSubtype="0">
                                  <p:stCondLst>
                                    <p:cond delay="0"/>
                                  </p:stCondLst>
                                  <p:childTnLst>
                                    <p:set>
                                      <p:cBhvr>
                                        <p:cTn dur="1" fill="hold">
                                          <p:stCondLst>
                                            <p:cond delay="0"/>
                                          </p:stCondLst>
                                        </p:cTn>
                                        <p:tgtEl>
                                          <p:spTgt spid="4661"/>
                                        </p:tgtEl>
                                        <p:attrNameLst>
                                          <p:attrName>style.visibility</p:attrName>
                                        </p:attrNameLst>
                                      </p:cBhvr>
                                      <p:to>
                                        <p:strVal val="visible"/>
                                      </p:to>
                                    </p:set>
                                    <p:animEffect filter="fade" transition="in">
                                      <p:cBhvr>
                                        <p:cTn dur="1000"/>
                                        <p:tgtEl>
                                          <p:spTgt spid="46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8"/>
                                        </p:tgtEl>
                                        <p:attrNameLst>
                                          <p:attrName>style.visibility</p:attrName>
                                        </p:attrNameLst>
                                      </p:cBhvr>
                                      <p:to>
                                        <p:strVal val="visible"/>
                                      </p:to>
                                    </p:set>
                                    <p:animEffect filter="fade" transition="in">
                                      <p:cBhvr>
                                        <p:cTn dur="1000"/>
                                        <p:tgtEl>
                                          <p:spTgt spid="46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4668"/>
                                        </p:tgtEl>
                                      </p:cBhvr>
                                    </p:animEffect>
                                    <p:set>
                                      <p:cBhvr>
                                        <p:cTn dur="1" fill="hold">
                                          <p:stCondLst>
                                            <p:cond delay="1000"/>
                                          </p:stCondLst>
                                        </p:cTn>
                                        <p:tgtEl>
                                          <p:spTgt spid="466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4678"/>
                                        </p:tgtEl>
                                        <p:attrNameLst>
                                          <p:attrName>style.visibility</p:attrName>
                                        </p:attrNameLst>
                                      </p:cBhvr>
                                      <p:to>
                                        <p:strVal val="visible"/>
                                      </p:to>
                                    </p:set>
                                    <p:animEffect filter="fade" transition="in">
                                      <p:cBhvr>
                                        <p:cTn dur="1000"/>
                                        <p:tgtEl>
                                          <p:spTgt spid="46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9"/>
                                        </p:tgtEl>
                                        <p:attrNameLst>
                                          <p:attrName>style.visibility</p:attrName>
                                        </p:attrNameLst>
                                      </p:cBhvr>
                                      <p:to>
                                        <p:strVal val="visible"/>
                                      </p:to>
                                    </p:set>
                                    <p:animEffect filter="fade" transition="in">
                                      <p:cBhvr>
                                        <p:cTn dur="1000"/>
                                        <p:tgtEl>
                                          <p:spTgt spid="46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4678"/>
                                        </p:tgtEl>
                                      </p:cBhvr>
                                    </p:animEffect>
                                    <p:set>
                                      <p:cBhvr>
                                        <p:cTn dur="1" fill="hold">
                                          <p:stCondLst>
                                            <p:cond delay="1000"/>
                                          </p:stCondLst>
                                        </p:cTn>
                                        <p:tgtEl>
                                          <p:spTgt spid="467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4681"/>
                                        </p:tgtEl>
                                        <p:attrNameLst>
                                          <p:attrName>style.visibility</p:attrName>
                                        </p:attrNameLst>
                                      </p:cBhvr>
                                      <p:to>
                                        <p:strVal val="visible"/>
                                      </p:to>
                                    </p:set>
                                    <p:animEffect filter="fade" transition="in">
                                      <p:cBhvr>
                                        <p:cTn dur="1000"/>
                                        <p:tgtEl>
                                          <p:spTgt spid="4681"/>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1000"/>
                                        <p:tgtEl>
                                          <p:spTgt spid="4669"/>
                                        </p:tgtEl>
                                      </p:cBhvr>
                                    </p:animEffect>
                                    <p:set>
                                      <p:cBhvr>
                                        <p:cTn dur="1" fill="hold">
                                          <p:stCondLst>
                                            <p:cond delay="1000"/>
                                          </p:stCondLst>
                                        </p:cTn>
                                        <p:tgtEl>
                                          <p:spTgt spid="466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4679"/>
                                        </p:tgtEl>
                                        <p:attrNameLst>
                                          <p:attrName>style.visibility</p:attrName>
                                        </p:attrNameLst>
                                      </p:cBhvr>
                                      <p:to>
                                        <p:strVal val="visible"/>
                                      </p:to>
                                    </p:set>
                                    <p:animEffect filter="fade" transition="in">
                                      <p:cBhvr>
                                        <p:cTn dur="1000"/>
                                        <p:tgtEl>
                                          <p:spTgt spid="467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670"/>
                                        </p:tgtEl>
                                        <p:attrNameLst>
                                          <p:attrName>style.visibility</p:attrName>
                                        </p:attrNameLst>
                                      </p:cBhvr>
                                      <p:to>
                                        <p:strVal val="visible"/>
                                      </p:to>
                                    </p:set>
                                    <p:animEffect filter="fade" transition="in">
                                      <p:cBhvr>
                                        <p:cTn dur="1000"/>
                                        <p:tgtEl>
                                          <p:spTgt spid="46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4679"/>
                                        </p:tgtEl>
                                      </p:cBhvr>
                                    </p:animEffect>
                                    <p:set>
                                      <p:cBhvr>
                                        <p:cTn dur="1" fill="hold">
                                          <p:stCondLst>
                                            <p:cond delay="1000"/>
                                          </p:stCondLst>
                                        </p:cTn>
                                        <p:tgtEl>
                                          <p:spTgt spid="467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4682"/>
                                        </p:tgtEl>
                                        <p:attrNameLst>
                                          <p:attrName>style.visibility</p:attrName>
                                        </p:attrNameLst>
                                      </p:cBhvr>
                                      <p:to>
                                        <p:strVal val="visible"/>
                                      </p:to>
                                    </p:set>
                                    <p:animEffect filter="fade" transition="in">
                                      <p:cBhvr>
                                        <p:cTn dur="1000"/>
                                        <p:tgtEl>
                                          <p:spTgt spid="4682"/>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1000"/>
                                        <p:tgtEl>
                                          <p:spTgt spid="4670"/>
                                        </p:tgtEl>
                                      </p:cBhvr>
                                    </p:animEffect>
                                    <p:set>
                                      <p:cBhvr>
                                        <p:cTn dur="1" fill="hold">
                                          <p:stCondLst>
                                            <p:cond delay="1000"/>
                                          </p:stCondLst>
                                        </p:cTn>
                                        <p:tgtEl>
                                          <p:spTgt spid="467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4680"/>
                                        </p:tgtEl>
                                        <p:attrNameLst>
                                          <p:attrName>style.visibility</p:attrName>
                                        </p:attrNameLst>
                                      </p:cBhvr>
                                      <p:to>
                                        <p:strVal val="visible"/>
                                      </p:to>
                                    </p:set>
                                    <p:animEffect filter="fade" transition="in">
                                      <p:cBhvr>
                                        <p:cTn dur="1000"/>
                                        <p:tgtEl>
                                          <p:spTgt spid="468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671"/>
                                        </p:tgtEl>
                                        <p:attrNameLst>
                                          <p:attrName>style.visibility</p:attrName>
                                        </p:attrNameLst>
                                      </p:cBhvr>
                                      <p:to>
                                        <p:strVal val="visible"/>
                                      </p:to>
                                    </p:set>
                                    <p:animEffect filter="fade" transition="in">
                                      <p:cBhvr>
                                        <p:cTn dur="1000"/>
                                        <p:tgtEl>
                                          <p:spTgt spid="46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6" name="Shape 4686"/>
        <p:cNvGrpSpPr/>
        <p:nvPr/>
      </p:nvGrpSpPr>
      <p:grpSpPr>
        <a:xfrm>
          <a:off x="0" y="0"/>
          <a:ext cx="0" cy="0"/>
          <a:chOff x="0" y="0"/>
          <a:chExt cx="0" cy="0"/>
        </a:xfrm>
      </p:grpSpPr>
      <p:sp>
        <p:nvSpPr>
          <p:cNvPr id="4687" name="Google Shape;4687;p192"/>
          <p:cNvSpPr txBox="1"/>
          <p:nvPr>
            <p:ph type="title"/>
          </p:nvPr>
        </p:nvSpPr>
        <p:spPr>
          <a:xfrm>
            <a:off x="447775" y="1084575"/>
            <a:ext cx="6825000" cy="2105100"/>
          </a:xfrm>
          <a:prstGeom prst="rect">
            <a:avLst/>
          </a:prstGeom>
        </p:spPr>
        <p:txBody>
          <a:bodyPr anchorCtr="0" anchor="t" bIns="91425" lIns="457200" spcFirstLastPara="1" rIns="91425" wrap="square" tIns="91425">
            <a:noAutofit/>
          </a:bodyPr>
          <a:lstStyle/>
          <a:p>
            <a:pPr indent="0" lvl="0" marL="0" rtl="0" algn="l">
              <a:spcBef>
                <a:spcPts val="0"/>
              </a:spcBef>
              <a:spcAft>
                <a:spcPts val="0"/>
              </a:spcAft>
              <a:buNone/>
            </a:pPr>
            <a:r>
              <a:rPr lang="en" sz="4200"/>
              <a:t>Provisioning Workflow</a:t>
            </a:r>
            <a:endParaRPr sz="4200"/>
          </a:p>
        </p:txBody>
      </p:sp>
      <p:sp>
        <p:nvSpPr>
          <p:cNvPr id="4688" name="Google Shape;4688;p192"/>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4689" name="Google Shape;4689;p192"/>
          <p:cNvSpPr txBox="1"/>
          <p:nvPr>
            <p:ph idx="1" type="subTitle"/>
          </p:nvPr>
        </p:nvSpPr>
        <p:spPr>
          <a:xfrm>
            <a:off x="9251450" y="1743725"/>
            <a:ext cx="2124300" cy="33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690" name="Google Shape;4690;p19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4" name="Shape 4694"/>
        <p:cNvGrpSpPr/>
        <p:nvPr/>
      </p:nvGrpSpPr>
      <p:grpSpPr>
        <a:xfrm>
          <a:off x="0" y="0"/>
          <a:ext cx="0" cy="0"/>
          <a:chOff x="0" y="0"/>
          <a:chExt cx="0" cy="0"/>
        </a:xfrm>
      </p:grpSpPr>
      <p:sp>
        <p:nvSpPr>
          <p:cNvPr id="4695" name="Google Shape;4695;p19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Red Hat Infrastructure Standard Adoption Model</a:t>
            </a:r>
            <a:endParaRPr/>
          </a:p>
        </p:txBody>
      </p:sp>
      <p:sp>
        <p:nvSpPr>
          <p:cNvPr id="4696" name="Google Shape;4696;p19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697" name="Google Shape;4697;p193"/>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Create a Standard Image:</a:t>
            </a:r>
            <a:endParaRPr/>
          </a:p>
          <a:p>
            <a:pPr indent="0" lvl="0" marL="0" rtl="0" algn="ctr">
              <a:spcBef>
                <a:spcPts val="0"/>
              </a:spcBef>
              <a:spcAft>
                <a:spcPts val="0"/>
              </a:spcAft>
              <a:buNone/>
            </a:pPr>
            <a:r>
              <a:rPr lang="en"/>
              <a:t>First,  define the configuration</a:t>
            </a:r>
            <a:endParaRPr/>
          </a:p>
        </p:txBody>
      </p:sp>
      <p:sp>
        <p:nvSpPr>
          <p:cNvPr id="4698" name="Google Shape;4698;p193"/>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4699" name="Google Shape;4699;p193"/>
          <p:cNvSpPr/>
          <p:nvPr/>
        </p:nvSpPr>
        <p:spPr>
          <a:xfrm>
            <a:off x="902200" y="1954825"/>
            <a:ext cx="1285308" cy="816210"/>
          </a:xfrm>
          <a:prstGeom prst="flowChartDocumen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Text"/>
                <a:ea typeface="Red Hat Text"/>
                <a:cs typeface="Red Hat Text"/>
                <a:sym typeface="Red Hat Text"/>
              </a:rPr>
              <a:t>Define the Content</a:t>
            </a:r>
            <a:r>
              <a:rPr lang="en">
                <a:solidFill>
                  <a:schemeClr val="lt1"/>
                </a:solidFill>
                <a:latin typeface="Red Hat Text"/>
                <a:ea typeface="Red Hat Text"/>
                <a:cs typeface="Red Hat Text"/>
                <a:sym typeface="Red Hat Text"/>
              </a:rPr>
              <a:t> </a:t>
            </a:r>
            <a:endParaRPr>
              <a:solidFill>
                <a:schemeClr val="lt1"/>
              </a:solidFill>
              <a:latin typeface="Red Hat Text"/>
              <a:ea typeface="Red Hat Text"/>
              <a:cs typeface="Red Hat Text"/>
              <a:sym typeface="Red Hat Text"/>
            </a:endParaRPr>
          </a:p>
        </p:txBody>
      </p:sp>
      <p:sp>
        <p:nvSpPr>
          <p:cNvPr id="4700" name="Google Shape;4700;p193"/>
          <p:cNvSpPr/>
          <p:nvPr/>
        </p:nvSpPr>
        <p:spPr>
          <a:xfrm>
            <a:off x="2686322" y="1954825"/>
            <a:ext cx="1285308" cy="816210"/>
          </a:xfrm>
          <a:prstGeom prst="flowChartDocumen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Text"/>
                <a:ea typeface="Red Hat Text"/>
                <a:cs typeface="Red Hat Text"/>
                <a:sym typeface="Red Hat Text"/>
              </a:rPr>
              <a:t>Define the Layout</a:t>
            </a:r>
            <a:endParaRPr>
              <a:solidFill>
                <a:schemeClr val="lt1"/>
              </a:solidFill>
              <a:latin typeface="Red Hat Text"/>
              <a:ea typeface="Red Hat Text"/>
              <a:cs typeface="Red Hat Text"/>
              <a:sym typeface="Red Hat Text"/>
            </a:endParaRPr>
          </a:p>
        </p:txBody>
      </p:sp>
      <p:sp>
        <p:nvSpPr>
          <p:cNvPr id="4701" name="Google Shape;4701;p193"/>
          <p:cNvSpPr/>
          <p:nvPr/>
        </p:nvSpPr>
        <p:spPr>
          <a:xfrm>
            <a:off x="4470444" y="1954825"/>
            <a:ext cx="1285308" cy="816210"/>
          </a:xfrm>
          <a:prstGeom prst="flowChartDocumen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Text"/>
                <a:ea typeface="Red Hat Text"/>
                <a:cs typeface="Red Hat Text"/>
                <a:sym typeface="Red Hat Text"/>
              </a:rPr>
              <a:t>Define the Parameters</a:t>
            </a:r>
            <a:endParaRPr>
              <a:solidFill>
                <a:schemeClr val="lt1"/>
              </a:solidFill>
              <a:latin typeface="Red Hat Text"/>
              <a:ea typeface="Red Hat Text"/>
              <a:cs typeface="Red Hat Text"/>
              <a:sym typeface="Red Hat Text"/>
            </a:endParaRPr>
          </a:p>
        </p:txBody>
      </p:sp>
      <p:sp>
        <p:nvSpPr>
          <p:cNvPr id="4702" name="Google Shape;4702;p193"/>
          <p:cNvSpPr/>
          <p:nvPr/>
        </p:nvSpPr>
        <p:spPr>
          <a:xfrm rot="5400000">
            <a:off x="5836900" y="-2056250"/>
            <a:ext cx="347100" cy="10232400"/>
          </a:xfrm>
          <a:prstGeom prst="rightBrace">
            <a:avLst>
              <a:gd fmla="val 50000" name="adj1"/>
              <a:gd fmla="val 92610" name="adj2"/>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3" name="Google Shape;4703;p193"/>
          <p:cNvSpPr/>
          <p:nvPr/>
        </p:nvSpPr>
        <p:spPr>
          <a:xfrm>
            <a:off x="6254566" y="1954825"/>
            <a:ext cx="1285308" cy="816210"/>
          </a:xfrm>
          <a:prstGeom prst="flowChartDocumen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Text"/>
                <a:ea typeface="Red Hat Text"/>
                <a:cs typeface="Red Hat Text"/>
                <a:sym typeface="Red Hat Text"/>
              </a:rPr>
              <a:t>Define the Location</a:t>
            </a:r>
            <a:endParaRPr>
              <a:solidFill>
                <a:schemeClr val="lt1"/>
              </a:solidFill>
              <a:latin typeface="Red Hat Text"/>
              <a:ea typeface="Red Hat Text"/>
              <a:cs typeface="Red Hat Text"/>
              <a:sym typeface="Red Hat Text"/>
            </a:endParaRPr>
          </a:p>
        </p:txBody>
      </p:sp>
      <p:sp>
        <p:nvSpPr>
          <p:cNvPr id="4704" name="Google Shape;4704;p193"/>
          <p:cNvSpPr/>
          <p:nvPr/>
        </p:nvSpPr>
        <p:spPr>
          <a:xfrm>
            <a:off x="8038688" y="1954825"/>
            <a:ext cx="1285308" cy="816210"/>
          </a:xfrm>
          <a:prstGeom prst="flowChartDocumen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Text"/>
                <a:ea typeface="Red Hat Text"/>
                <a:cs typeface="Red Hat Text"/>
                <a:sym typeface="Red Hat Text"/>
              </a:rPr>
              <a:t>Define the </a:t>
            </a:r>
            <a:endParaRPr b="1">
              <a:solidFill>
                <a:schemeClr val="lt1"/>
              </a:solidFill>
              <a:latin typeface="Red Hat Text"/>
              <a:ea typeface="Red Hat Text"/>
              <a:cs typeface="Red Hat Text"/>
              <a:sym typeface="Red Hat Text"/>
            </a:endParaRPr>
          </a:p>
          <a:p>
            <a:pPr indent="0" lvl="0" marL="0" rtl="0" algn="l">
              <a:spcBef>
                <a:spcPts val="0"/>
              </a:spcBef>
              <a:spcAft>
                <a:spcPts val="0"/>
              </a:spcAft>
              <a:buNone/>
            </a:pPr>
            <a:r>
              <a:rPr b="1" lang="en">
                <a:solidFill>
                  <a:schemeClr val="lt1"/>
                </a:solidFill>
                <a:latin typeface="Red Hat Text"/>
                <a:ea typeface="Red Hat Text"/>
                <a:cs typeface="Red Hat Text"/>
                <a:sym typeface="Red Hat Text"/>
              </a:rPr>
              <a:t>Deployment</a:t>
            </a:r>
            <a:endParaRPr b="1">
              <a:solidFill>
                <a:schemeClr val="lt1"/>
              </a:solidFill>
              <a:latin typeface="Red Hat Text"/>
              <a:ea typeface="Red Hat Text"/>
              <a:cs typeface="Red Hat Text"/>
              <a:sym typeface="Red Hat Text"/>
            </a:endParaRPr>
          </a:p>
        </p:txBody>
      </p:sp>
      <p:sp>
        <p:nvSpPr>
          <p:cNvPr id="4705" name="Google Shape;4705;p193"/>
          <p:cNvSpPr/>
          <p:nvPr/>
        </p:nvSpPr>
        <p:spPr>
          <a:xfrm>
            <a:off x="1015927" y="3431917"/>
            <a:ext cx="1285308" cy="816210"/>
          </a:xfrm>
          <a:prstGeom prst="flowChartDocumen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Text"/>
                <a:ea typeface="Red Hat Text"/>
                <a:cs typeface="Red Hat Text"/>
                <a:sym typeface="Red Hat Text"/>
              </a:rPr>
              <a:t>Create a Host Group</a:t>
            </a:r>
            <a:endParaRPr>
              <a:solidFill>
                <a:schemeClr val="lt1"/>
              </a:solidFill>
              <a:latin typeface="Red Hat Text"/>
              <a:ea typeface="Red Hat Text"/>
              <a:cs typeface="Red Hat Text"/>
              <a:sym typeface="Red Hat Text"/>
            </a:endParaRPr>
          </a:p>
        </p:txBody>
      </p:sp>
      <p:sp>
        <p:nvSpPr>
          <p:cNvPr id="4706" name="Google Shape;4706;p193"/>
          <p:cNvSpPr/>
          <p:nvPr/>
        </p:nvSpPr>
        <p:spPr>
          <a:xfrm>
            <a:off x="9822810" y="1954825"/>
            <a:ext cx="1285308" cy="816210"/>
          </a:xfrm>
          <a:prstGeom prst="flowChartDocumen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Text"/>
                <a:ea typeface="Red Hat Text"/>
                <a:cs typeface="Red Hat Text"/>
                <a:sym typeface="Red Hat Text"/>
              </a:rPr>
              <a:t>Define</a:t>
            </a:r>
            <a:endParaRPr b="1">
              <a:solidFill>
                <a:schemeClr val="lt1"/>
              </a:solidFill>
              <a:latin typeface="Red Hat Text"/>
              <a:ea typeface="Red Hat Text"/>
              <a:cs typeface="Red Hat Text"/>
              <a:sym typeface="Red Hat Text"/>
            </a:endParaRPr>
          </a:p>
          <a:p>
            <a:pPr indent="0" lvl="0" marL="0" rtl="0" algn="l">
              <a:spcBef>
                <a:spcPts val="0"/>
              </a:spcBef>
              <a:spcAft>
                <a:spcPts val="0"/>
              </a:spcAft>
              <a:buNone/>
            </a:pPr>
            <a:r>
              <a:rPr b="1" lang="en">
                <a:solidFill>
                  <a:schemeClr val="lt1"/>
                </a:solidFill>
                <a:latin typeface="Red Hat Text"/>
                <a:ea typeface="Red Hat Text"/>
                <a:cs typeface="Red Hat Text"/>
                <a:sym typeface="Red Hat Text"/>
              </a:rPr>
              <a:t>Post Processing</a:t>
            </a:r>
            <a:endParaRPr b="1">
              <a:solidFill>
                <a:schemeClr val="lt1"/>
              </a:solidFill>
              <a:latin typeface="Red Hat Text"/>
              <a:ea typeface="Red Hat Text"/>
              <a:cs typeface="Red Hat Text"/>
              <a:sym typeface="Red Hat Text"/>
            </a:endParaRPr>
          </a:p>
        </p:txBody>
      </p:sp>
      <p:sp>
        <p:nvSpPr>
          <p:cNvPr id="4707" name="Google Shape;4707;p193"/>
          <p:cNvSpPr txBox="1"/>
          <p:nvPr/>
        </p:nvSpPr>
        <p:spPr>
          <a:xfrm>
            <a:off x="2686325" y="3181350"/>
            <a:ext cx="88200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Red Hat Text"/>
                <a:ea typeface="Red Hat Text"/>
                <a:cs typeface="Red Hat Text"/>
                <a:sym typeface="Red Hat Text"/>
              </a:rPr>
              <a:t>Satellite:</a:t>
            </a:r>
            <a:endParaRPr b="1">
              <a:latin typeface="Red Hat Text"/>
              <a:ea typeface="Red Hat Text"/>
              <a:cs typeface="Red Hat Text"/>
              <a:sym typeface="Red Hat Text"/>
            </a:endParaRPr>
          </a:p>
          <a:p>
            <a:pPr indent="0" lvl="0" marL="0" rtl="0" algn="l">
              <a:spcBef>
                <a:spcPts val="0"/>
              </a:spcBef>
              <a:spcAft>
                <a:spcPts val="0"/>
              </a:spcAft>
              <a:buNone/>
            </a:pPr>
            <a:r>
              <a:t/>
            </a:r>
            <a:endParaRPr>
              <a:latin typeface="Red Hat Text Light"/>
              <a:ea typeface="Red Hat Text Light"/>
              <a:cs typeface="Red Hat Text Light"/>
              <a:sym typeface="Red Hat Text Light"/>
            </a:endParaRPr>
          </a:p>
          <a:p>
            <a:pPr indent="0" lvl="0" marL="0" rtl="0" algn="l">
              <a:spcBef>
                <a:spcPts val="0"/>
              </a:spcBef>
              <a:spcAft>
                <a:spcPts val="0"/>
              </a:spcAft>
              <a:buNone/>
            </a:pPr>
            <a:r>
              <a:rPr b="1" lang="en">
                <a:latin typeface="Red Hat Text"/>
                <a:ea typeface="Red Hat Text"/>
                <a:cs typeface="Red Hat Text"/>
                <a:sym typeface="Red Hat Text"/>
              </a:rPr>
              <a:t>manages repositories</a:t>
            </a:r>
            <a:r>
              <a:rPr lang="en">
                <a:latin typeface="Red Hat Text Light"/>
                <a:ea typeface="Red Hat Text Light"/>
                <a:cs typeface="Red Hat Text Light"/>
                <a:sym typeface="Red Hat Text Light"/>
              </a:rPr>
              <a:t> - rpm, kickstart, source, os tree, containers, files, python code and more.</a:t>
            </a:r>
            <a:endParaRPr>
              <a:latin typeface="Red Hat Text Light"/>
              <a:ea typeface="Red Hat Text Light"/>
              <a:cs typeface="Red Hat Text Light"/>
              <a:sym typeface="Red Hat Text Light"/>
            </a:endParaRPr>
          </a:p>
          <a:p>
            <a:pPr indent="0" lvl="0" marL="0" rtl="0" algn="l">
              <a:spcBef>
                <a:spcPts val="0"/>
              </a:spcBef>
              <a:spcAft>
                <a:spcPts val="0"/>
              </a:spcAft>
              <a:buNone/>
            </a:pPr>
            <a:r>
              <a:rPr b="1" lang="en">
                <a:latin typeface="Red Hat Text"/>
                <a:ea typeface="Red Hat Text"/>
                <a:cs typeface="Red Hat Text"/>
                <a:sym typeface="Red Hat Text"/>
              </a:rPr>
              <a:t>stores and manages templates</a:t>
            </a:r>
            <a:r>
              <a:rPr lang="en">
                <a:latin typeface="Red Hat Text Light"/>
                <a:ea typeface="Red Hat Text Light"/>
                <a:cs typeface="Red Hat Text Light"/>
                <a:sym typeface="Red Hat Text Light"/>
              </a:rPr>
              <a:t> - kickstart, partition table, job and image initialization templates and synchronizes them with git repositories</a:t>
            </a:r>
            <a:endParaRPr>
              <a:latin typeface="Red Hat Text Light"/>
              <a:ea typeface="Red Hat Text Light"/>
              <a:cs typeface="Red Hat Text Light"/>
              <a:sym typeface="Red Hat Text Light"/>
            </a:endParaRPr>
          </a:p>
          <a:p>
            <a:pPr indent="0" lvl="0" marL="0" rtl="0" algn="l">
              <a:spcBef>
                <a:spcPts val="0"/>
              </a:spcBef>
              <a:spcAft>
                <a:spcPts val="0"/>
              </a:spcAft>
              <a:buNone/>
            </a:pPr>
            <a:r>
              <a:rPr b="1" lang="en">
                <a:latin typeface="Red Hat Text"/>
                <a:ea typeface="Red Hat Text"/>
                <a:cs typeface="Red Hat Text"/>
                <a:sym typeface="Red Hat Text"/>
              </a:rPr>
              <a:t>stores and manages parameters</a:t>
            </a:r>
            <a:endParaRPr b="1">
              <a:latin typeface="Red Hat Text"/>
              <a:ea typeface="Red Hat Text"/>
              <a:cs typeface="Red Hat Text"/>
              <a:sym typeface="Red Hat Text"/>
            </a:endParaRPr>
          </a:p>
          <a:p>
            <a:pPr indent="0" lvl="0" marL="0" rtl="0" algn="l">
              <a:spcBef>
                <a:spcPts val="0"/>
              </a:spcBef>
              <a:spcAft>
                <a:spcPts val="0"/>
              </a:spcAft>
              <a:buNone/>
            </a:pPr>
            <a:r>
              <a:rPr b="1" lang="en">
                <a:latin typeface="Red Hat Text"/>
                <a:ea typeface="Red Hat Text"/>
                <a:cs typeface="Red Hat Text"/>
                <a:sym typeface="Red Hat Text"/>
              </a:rPr>
              <a:t>defines and compute resources</a:t>
            </a:r>
            <a:r>
              <a:rPr lang="en">
                <a:latin typeface="Red Hat Text Light"/>
                <a:ea typeface="Red Hat Text Light"/>
                <a:cs typeface="Red Hat Text Light"/>
                <a:sym typeface="Red Hat Text Light"/>
              </a:rPr>
              <a:t> - the platforms to deploy systems on and how to connect to them</a:t>
            </a:r>
            <a:endParaRPr>
              <a:latin typeface="Red Hat Text Light"/>
              <a:ea typeface="Red Hat Text Light"/>
              <a:cs typeface="Red Hat Text Light"/>
              <a:sym typeface="Red Hat Text Light"/>
            </a:endParaRPr>
          </a:p>
          <a:p>
            <a:pPr indent="0" lvl="0" marL="0" rtl="0" algn="l">
              <a:spcBef>
                <a:spcPts val="0"/>
              </a:spcBef>
              <a:spcAft>
                <a:spcPts val="0"/>
              </a:spcAft>
              <a:buNone/>
            </a:pPr>
            <a:r>
              <a:rPr b="1" lang="en">
                <a:latin typeface="Red Hat Text"/>
                <a:ea typeface="Red Hat Text"/>
                <a:cs typeface="Red Hat Text"/>
                <a:sym typeface="Red Hat Text"/>
              </a:rPr>
              <a:t>stores the parameters to integrate with ansible</a:t>
            </a:r>
            <a:endParaRPr b="1">
              <a:latin typeface="Red Hat Text"/>
              <a:ea typeface="Red Hat Text"/>
              <a:cs typeface="Red Hat Text"/>
              <a:sym typeface="Red Hat Text"/>
            </a:endParaRPr>
          </a:p>
          <a:p>
            <a:pPr indent="0" lvl="0" marL="0" rtl="0" algn="l">
              <a:spcBef>
                <a:spcPts val="0"/>
              </a:spcBef>
              <a:spcAft>
                <a:spcPts val="0"/>
              </a:spcAft>
              <a:buNone/>
            </a:pPr>
            <a:r>
              <a:t/>
            </a:r>
            <a:endParaRPr b="1">
              <a:latin typeface="Red Hat Text"/>
              <a:ea typeface="Red Hat Text"/>
              <a:cs typeface="Red Hat Text"/>
              <a:sym typeface="Red Hat Text"/>
            </a:endParaRPr>
          </a:p>
          <a:p>
            <a:pPr indent="0" lvl="0" marL="0" rtl="0" algn="l">
              <a:spcBef>
                <a:spcPts val="0"/>
              </a:spcBef>
              <a:spcAft>
                <a:spcPts val="0"/>
              </a:spcAft>
              <a:buNone/>
            </a:pPr>
            <a:r>
              <a:rPr b="1" lang="en">
                <a:latin typeface="Red Hat Text"/>
                <a:ea typeface="Red Hat Text"/>
                <a:cs typeface="Red Hat Text"/>
                <a:sym typeface="Red Hat Text"/>
              </a:rPr>
              <a:t>It allows you to pull all of these configuration components together </a:t>
            </a:r>
            <a:r>
              <a:rPr b="1" lang="en">
                <a:solidFill>
                  <a:schemeClr val="accent1"/>
                </a:solidFill>
                <a:latin typeface="Red Hat Text"/>
                <a:ea typeface="Red Hat Text"/>
                <a:cs typeface="Red Hat Text"/>
                <a:sym typeface="Red Hat Text"/>
              </a:rPr>
              <a:t>declaratively</a:t>
            </a:r>
            <a:r>
              <a:rPr b="1" lang="en">
                <a:latin typeface="Red Hat Text"/>
                <a:ea typeface="Red Hat Text"/>
                <a:cs typeface="Red Hat Text"/>
                <a:sym typeface="Red Hat Text"/>
              </a:rPr>
              <a:t> in a template called a Host Group - the Host Group defines a “type” of system or a build.</a:t>
            </a:r>
            <a:endParaRPr b="1">
              <a:latin typeface="Red Hat Text"/>
              <a:ea typeface="Red Hat Text"/>
              <a:cs typeface="Red Hat Text"/>
              <a:sym typeface="Red Hat Text"/>
            </a:endParaRPr>
          </a:p>
          <a:p>
            <a:pPr indent="0" lvl="0" marL="0" rtl="0" algn="l">
              <a:spcBef>
                <a:spcPts val="0"/>
              </a:spcBef>
              <a:spcAft>
                <a:spcPts val="0"/>
              </a:spcAft>
              <a:buNone/>
            </a:pPr>
            <a:r>
              <a:t/>
            </a:r>
            <a:endParaRPr b="1">
              <a:latin typeface="Red Hat Text"/>
              <a:ea typeface="Red Hat Text"/>
              <a:cs typeface="Red Hat Text"/>
              <a:sym typeface="Red Hat Text"/>
            </a:endParaRPr>
          </a:p>
          <a:p>
            <a:pPr indent="0" lvl="0" marL="0" rtl="0" algn="l">
              <a:spcBef>
                <a:spcPts val="0"/>
              </a:spcBef>
              <a:spcAft>
                <a:spcPts val="0"/>
              </a:spcAft>
              <a:buNone/>
            </a:pPr>
            <a:r>
              <a:rPr b="1" lang="en">
                <a:latin typeface="Red Hat Text"/>
                <a:ea typeface="Red Hat Text"/>
                <a:cs typeface="Red Hat Text"/>
                <a:sym typeface="Red Hat Text"/>
              </a:rPr>
              <a:t>If desired or necessary, these parameters can be overridden at deployment time.</a:t>
            </a:r>
            <a:endParaRPr b="1">
              <a:latin typeface="Red Hat Text"/>
              <a:ea typeface="Red Hat Text"/>
              <a:cs typeface="Red Hat Text"/>
              <a:sym typeface="Red Hat Text"/>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1" name="Shape 4711"/>
        <p:cNvGrpSpPr/>
        <p:nvPr/>
      </p:nvGrpSpPr>
      <p:grpSpPr>
        <a:xfrm>
          <a:off x="0" y="0"/>
          <a:ext cx="0" cy="0"/>
          <a:chOff x="0" y="0"/>
          <a:chExt cx="0" cy="0"/>
        </a:xfrm>
      </p:grpSpPr>
      <p:sp>
        <p:nvSpPr>
          <p:cNvPr id="4712" name="Google Shape;4712;p19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Red Hat Infrastructure Standard Adoption Model</a:t>
            </a:r>
            <a:endParaRPr/>
          </a:p>
        </p:txBody>
      </p:sp>
      <p:sp>
        <p:nvSpPr>
          <p:cNvPr id="4713" name="Google Shape;4713;p19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714" name="Google Shape;4714;p194"/>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Create a Standard Image - Method 1</a:t>
            </a:r>
            <a:endParaRPr/>
          </a:p>
        </p:txBody>
      </p:sp>
      <p:sp>
        <p:nvSpPr>
          <p:cNvPr id="4715" name="Google Shape;4715;p194"/>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4716" name="Google Shape;4716;p194"/>
          <p:cNvSpPr/>
          <p:nvPr/>
        </p:nvSpPr>
        <p:spPr>
          <a:xfrm>
            <a:off x="1830775" y="2170300"/>
            <a:ext cx="1463550" cy="994450"/>
          </a:xfrm>
          <a:prstGeom prst="flowChart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Text"/>
                <a:ea typeface="Red Hat Text"/>
                <a:cs typeface="Red Hat Text"/>
                <a:sym typeface="Red Hat Text"/>
              </a:rPr>
              <a:t>Select a Host Group</a:t>
            </a:r>
            <a:endParaRPr b="1">
              <a:solidFill>
                <a:schemeClr val="lt1"/>
              </a:solidFill>
              <a:latin typeface="Red Hat Text"/>
              <a:ea typeface="Red Hat Text"/>
              <a:cs typeface="Red Hat Text"/>
              <a:sym typeface="Red Hat Text"/>
            </a:endParaRPr>
          </a:p>
        </p:txBody>
      </p:sp>
      <p:sp>
        <p:nvSpPr>
          <p:cNvPr id="4717" name="Google Shape;4717;p194"/>
          <p:cNvSpPr/>
          <p:nvPr/>
        </p:nvSpPr>
        <p:spPr>
          <a:xfrm>
            <a:off x="4142175" y="2170300"/>
            <a:ext cx="1463550" cy="994450"/>
          </a:xfrm>
          <a:prstGeom prst="flowChart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Text"/>
                <a:ea typeface="Red Hat Text"/>
                <a:cs typeface="Red Hat Text"/>
                <a:sym typeface="Red Hat Text"/>
              </a:rPr>
              <a:t>Set Parameters</a:t>
            </a:r>
            <a:endParaRPr b="1">
              <a:solidFill>
                <a:schemeClr val="lt1"/>
              </a:solidFill>
              <a:latin typeface="Red Hat Text"/>
              <a:ea typeface="Red Hat Text"/>
              <a:cs typeface="Red Hat Text"/>
              <a:sym typeface="Red Hat Text"/>
            </a:endParaRPr>
          </a:p>
        </p:txBody>
      </p:sp>
      <p:sp>
        <p:nvSpPr>
          <p:cNvPr id="4718" name="Google Shape;4718;p194"/>
          <p:cNvSpPr/>
          <p:nvPr/>
        </p:nvSpPr>
        <p:spPr>
          <a:xfrm>
            <a:off x="6453575" y="2170300"/>
            <a:ext cx="1463550" cy="994450"/>
          </a:xfrm>
          <a:prstGeom prst="flowChartPredefined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Text"/>
                <a:ea typeface="Red Hat Text"/>
                <a:cs typeface="Red Hat Text"/>
                <a:sym typeface="Red Hat Text"/>
              </a:rPr>
              <a:t>Deploy on VMware using Satellite</a:t>
            </a:r>
            <a:endParaRPr b="1">
              <a:solidFill>
                <a:schemeClr val="lt1"/>
              </a:solidFill>
              <a:latin typeface="Red Hat Text"/>
              <a:ea typeface="Red Hat Text"/>
              <a:cs typeface="Red Hat Text"/>
              <a:sym typeface="Red Hat Text"/>
            </a:endParaRPr>
          </a:p>
        </p:txBody>
      </p:sp>
      <p:cxnSp>
        <p:nvCxnSpPr>
          <p:cNvPr id="4719" name="Google Shape;4719;p194"/>
          <p:cNvCxnSpPr>
            <a:stCxn id="4716" idx="3"/>
            <a:endCxn id="4717" idx="1"/>
          </p:cNvCxnSpPr>
          <p:nvPr/>
        </p:nvCxnSpPr>
        <p:spPr>
          <a:xfrm>
            <a:off x="3294325" y="2667525"/>
            <a:ext cx="847800" cy="600"/>
          </a:xfrm>
          <a:prstGeom prst="curvedConnector3">
            <a:avLst>
              <a:gd fmla="val 50003" name="adj1"/>
            </a:avLst>
          </a:prstGeom>
          <a:noFill/>
          <a:ln cap="flat" cmpd="sng" w="19050">
            <a:solidFill>
              <a:schemeClr val="dk1"/>
            </a:solidFill>
            <a:prstDash val="solid"/>
            <a:round/>
            <a:headEnd len="med" w="med" type="none"/>
            <a:tailEnd len="med" w="med" type="triangle"/>
          </a:ln>
        </p:spPr>
      </p:cxnSp>
      <p:cxnSp>
        <p:nvCxnSpPr>
          <p:cNvPr id="4720" name="Google Shape;4720;p194"/>
          <p:cNvCxnSpPr>
            <a:stCxn id="4717" idx="3"/>
            <a:endCxn id="4718" idx="1"/>
          </p:cNvCxnSpPr>
          <p:nvPr/>
        </p:nvCxnSpPr>
        <p:spPr>
          <a:xfrm>
            <a:off x="5605725" y="2667525"/>
            <a:ext cx="847800" cy="600"/>
          </a:xfrm>
          <a:prstGeom prst="curvedConnector3">
            <a:avLst>
              <a:gd fmla="val 50003" name="adj1"/>
            </a:avLst>
          </a:prstGeom>
          <a:noFill/>
          <a:ln cap="flat" cmpd="sng" w="19050">
            <a:solidFill>
              <a:schemeClr val="dk1"/>
            </a:solidFill>
            <a:prstDash val="solid"/>
            <a:round/>
            <a:headEnd len="med" w="med" type="none"/>
            <a:tailEnd len="med" w="med" type="triangle"/>
          </a:ln>
        </p:spPr>
      </p:cxnSp>
      <p:cxnSp>
        <p:nvCxnSpPr>
          <p:cNvPr id="4721" name="Google Shape;4721;p194"/>
          <p:cNvCxnSpPr>
            <a:stCxn id="4718" idx="3"/>
            <a:endCxn id="4722" idx="1"/>
          </p:cNvCxnSpPr>
          <p:nvPr/>
        </p:nvCxnSpPr>
        <p:spPr>
          <a:xfrm>
            <a:off x="7917125" y="2667525"/>
            <a:ext cx="879600" cy="600"/>
          </a:xfrm>
          <a:prstGeom prst="curvedConnector3">
            <a:avLst>
              <a:gd fmla="val 50000" name="adj1"/>
            </a:avLst>
          </a:prstGeom>
          <a:noFill/>
          <a:ln cap="flat" cmpd="sng" w="19050">
            <a:solidFill>
              <a:schemeClr val="dk1"/>
            </a:solidFill>
            <a:prstDash val="solid"/>
            <a:round/>
            <a:headEnd len="med" w="med" type="none"/>
            <a:tailEnd len="med" w="med" type="triangle"/>
          </a:ln>
        </p:spPr>
      </p:cxnSp>
      <p:sp>
        <p:nvSpPr>
          <p:cNvPr id="4723" name="Google Shape;4723;p194"/>
          <p:cNvSpPr txBox="1"/>
          <p:nvPr/>
        </p:nvSpPr>
        <p:spPr>
          <a:xfrm>
            <a:off x="685800" y="1590675"/>
            <a:ext cx="3456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Build and Convert - VMware example</a:t>
            </a:r>
            <a:endParaRPr>
              <a:latin typeface="Overpass Light"/>
              <a:ea typeface="Overpass Light"/>
              <a:cs typeface="Overpass Light"/>
              <a:sym typeface="Overpass Light"/>
            </a:endParaRPr>
          </a:p>
        </p:txBody>
      </p:sp>
      <p:sp>
        <p:nvSpPr>
          <p:cNvPr id="4722" name="Google Shape;4722;p194"/>
          <p:cNvSpPr/>
          <p:nvPr/>
        </p:nvSpPr>
        <p:spPr>
          <a:xfrm>
            <a:off x="8796725" y="2170300"/>
            <a:ext cx="1604575" cy="994450"/>
          </a:xfrm>
          <a:prstGeom prst="flowChartPredefined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Text"/>
                <a:ea typeface="Red Hat Text"/>
                <a:cs typeface="Red Hat Text"/>
                <a:sym typeface="Red Hat Text"/>
              </a:rPr>
              <a:t>Automated</a:t>
            </a:r>
            <a:endParaRPr b="1">
              <a:solidFill>
                <a:schemeClr val="lt1"/>
              </a:solidFill>
              <a:latin typeface="Red Hat Text"/>
              <a:ea typeface="Red Hat Text"/>
              <a:cs typeface="Red Hat Text"/>
              <a:sym typeface="Red Hat Text"/>
            </a:endParaRPr>
          </a:p>
          <a:p>
            <a:pPr indent="0" lvl="0" marL="0" rtl="0" algn="l">
              <a:spcBef>
                <a:spcPts val="0"/>
              </a:spcBef>
              <a:spcAft>
                <a:spcPts val="0"/>
              </a:spcAft>
              <a:buNone/>
            </a:pPr>
            <a:r>
              <a:rPr b="1" lang="en">
                <a:solidFill>
                  <a:schemeClr val="lt1"/>
                </a:solidFill>
                <a:latin typeface="Red Hat Text"/>
                <a:ea typeface="Red Hat Text"/>
                <a:cs typeface="Red Hat Text"/>
                <a:sym typeface="Red Hat Text"/>
              </a:rPr>
              <a:t>Testing</a:t>
            </a:r>
            <a:endParaRPr b="1">
              <a:solidFill>
                <a:schemeClr val="lt1"/>
              </a:solidFill>
              <a:latin typeface="Red Hat Text"/>
              <a:ea typeface="Red Hat Text"/>
              <a:cs typeface="Red Hat Text"/>
              <a:sym typeface="Red Hat Text"/>
            </a:endParaRPr>
          </a:p>
        </p:txBody>
      </p:sp>
      <p:sp>
        <p:nvSpPr>
          <p:cNvPr id="4724" name="Google Shape;4724;p194"/>
          <p:cNvSpPr/>
          <p:nvPr/>
        </p:nvSpPr>
        <p:spPr>
          <a:xfrm>
            <a:off x="8825300" y="3856225"/>
            <a:ext cx="1604575" cy="994450"/>
          </a:xfrm>
          <a:prstGeom prst="flowChartPredefined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Text"/>
                <a:ea typeface="Red Hat Text"/>
                <a:cs typeface="Red Hat Text"/>
                <a:sym typeface="Red Hat Text"/>
              </a:rPr>
              <a:t>Convert to </a:t>
            </a:r>
            <a:endParaRPr b="1">
              <a:solidFill>
                <a:schemeClr val="lt1"/>
              </a:solidFill>
              <a:latin typeface="Red Hat Text"/>
              <a:ea typeface="Red Hat Text"/>
              <a:cs typeface="Red Hat Text"/>
              <a:sym typeface="Red Hat Text"/>
            </a:endParaRPr>
          </a:p>
          <a:p>
            <a:pPr indent="0" lvl="0" marL="0" rtl="0" algn="l">
              <a:spcBef>
                <a:spcPts val="0"/>
              </a:spcBef>
              <a:spcAft>
                <a:spcPts val="0"/>
              </a:spcAft>
              <a:buNone/>
            </a:pPr>
            <a:r>
              <a:rPr b="1" lang="en">
                <a:solidFill>
                  <a:schemeClr val="lt1"/>
                </a:solidFill>
                <a:latin typeface="Red Hat Text"/>
                <a:ea typeface="Red Hat Text"/>
                <a:cs typeface="Red Hat Text"/>
                <a:sym typeface="Red Hat Text"/>
              </a:rPr>
              <a:t>Template/ </a:t>
            </a:r>
            <a:endParaRPr b="1">
              <a:solidFill>
                <a:schemeClr val="lt1"/>
              </a:solidFill>
              <a:latin typeface="Red Hat Text"/>
              <a:ea typeface="Red Hat Text"/>
              <a:cs typeface="Red Hat Text"/>
              <a:sym typeface="Red Hat Text"/>
            </a:endParaRPr>
          </a:p>
          <a:p>
            <a:pPr indent="0" lvl="0" marL="0" rtl="0" algn="l">
              <a:spcBef>
                <a:spcPts val="0"/>
              </a:spcBef>
              <a:spcAft>
                <a:spcPts val="0"/>
              </a:spcAft>
              <a:buNone/>
            </a:pPr>
            <a:r>
              <a:rPr b="1" lang="en">
                <a:solidFill>
                  <a:schemeClr val="lt1"/>
                </a:solidFill>
                <a:latin typeface="Red Hat Text"/>
                <a:ea typeface="Red Hat Text"/>
                <a:cs typeface="Red Hat Text"/>
                <a:sym typeface="Red Hat Text"/>
              </a:rPr>
              <a:t>Image</a:t>
            </a:r>
            <a:endParaRPr b="1">
              <a:solidFill>
                <a:schemeClr val="lt1"/>
              </a:solidFill>
              <a:latin typeface="Red Hat Text"/>
              <a:ea typeface="Red Hat Text"/>
              <a:cs typeface="Red Hat Text"/>
              <a:sym typeface="Red Hat Text"/>
            </a:endParaRPr>
          </a:p>
        </p:txBody>
      </p:sp>
      <p:cxnSp>
        <p:nvCxnSpPr>
          <p:cNvPr id="4725" name="Google Shape;4725;p194"/>
          <p:cNvCxnSpPr>
            <a:stCxn id="4722" idx="3"/>
            <a:endCxn id="4724" idx="3"/>
          </p:cNvCxnSpPr>
          <p:nvPr/>
        </p:nvCxnSpPr>
        <p:spPr>
          <a:xfrm>
            <a:off x="10401300" y="2667525"/>
            <a:ext cx="28500" cy="1686000"/>
          </a:xfrm>
          <a:prstGeom prst="curvedConnector3">
            <a:avLst>
              <a:gd fmla="val 2640263" name="adj1"/>
            </a:avLst>
          </a:prstGeom>
          <a:noFill/>
          <a:ln cap="flat" cmpd="sng" w="19050">
            <a:solidFill>
              <a:schemeClr val="dk1"/>
            </a:solidFill>
            <a:prstDash val="solid"/>
            <a:round/>
            <a:headEnd len="med" w="med" type="none"/>
            <a:tailEnd len="med" w="med" type="triangle"/>
          </a:ln>
        </p:spPr>
      </p:cxnSp>
      <p:sp>
        <p:nvSpPr>
          <p:cNvPr id="4726" name="Google Shape;4726;p194"/>
          <p:cNvSpPr/>
          <p:nvPr/>
        </p:nvSpPr>
        <p:spPr>
          <a:xfrm>
            <a:off x="6415475" y="3856225"/>
            <a:ext cx="1604575" cy="994450"/>
          </a:xfrm>
          <a:prstGeom prst="flowChartPredefined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Text"/>
                <a:ea typeface="Red Hat Text"/>
                <a:cs typeface="Red Hat Text"/>
                <a:sym typeface="Red Hat Text"/>
              </a:rPr>
              <a:t>Register Image to Satellite</a:t>
            </a:r>
            <a:endParaRPr b="1">
              <a:solidFill>
                <a:schemeClr val="lt1"/>
              </a:solidFill>
              <a:latin typeface="Red Hat Text"/>
              <a:ea typeface="Red Hat Text"/>
              <a:cs typeface="Red Hat Text"/>
              <a:sym typeface="Red Hat Text"/>
            </a:endParaRPr>
          </a:p>
        </p:txBody>
      </p:sp>
      <p:sp>
        <p:nvSpPr>
          <p:cNvPr id="4727" name="Google Shape;4727;p194"/>
          <p:cNvSpPr/>
          <p:nvPr/>
        </p:nvSpPr>
        <p:spPr>
          <a:xfrm>
            <a:off x="4142175" y="3846700"/>
            <a:ext cx="1463550" cy="994450"/>
          </a:xfrm>
          <a:prstGeom prst="flowChart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Text"/>
                <a:ea typeface="Red Hat Text"/>
                <a:cs typeface="Red Hat Text"/>
                <a:sym typeface="Red Hat Text"/>
              </a:rPr>
              <a:t>Deploy and Use</a:t>
            </a:r>
            <a:endParaRPr b="1">
              <a:solidFill>
                <a:schemeClr val="lt1"/>
              </a:solidFill>
              <a:latin typeface="Red Hat Text"/>
              <a:ea typeface="Red Hat Text"/>
              <a:cs typeface="Red Hat Text"/>
              <a:sym typeface="Red Hat Text"/>
            </a:endParaRPr>
          </a:p>
        </p:txBody>
      </p:sp>
      <p:cxnSp>
        <p:nvCxnSpPr>
          <p:cNvPr id="4728" name="Google Shape;4728;p194"/>
          <p:cNvCxnSpPr>
            <a:stCxn id="4724" idx="1"/>
            <a:endCxn id="4726" idx="3"/>
          </p:cNvCxnSpPr>
          <p:nvPr/>
        </p:nvCxnSpPr>
        <p:spPr>
          <a:xfrm flipH="1">
            <a:off x="8020100" y="4353450"/>
            <a:ext cx="805200" cy="600"/>
          </a:xfrm>
          <a:prstGeom prst="curvedConnector3">
            <a:avLst>
              <a:gd fmla="val 50003" name="adj1"/>
            </a:avLst>
          </a:prstGeom>
          <a:noFill/>
          <a:ln cap="flat" cmpd="sng" w="19050">
            <a:solidFill>
              <a:schemeClr val="dk1"/>
            </a:solidFill>
            <a:prstDash val="solid"/>
            <a:round/>
            <a:headEnd len="med" w="med" type="none"/>
            <a:tailEnd len="med" w="med" type="triangle"/>
          </a:ln>
        </p:spPr>
      </p:cxnSp>
      <p:cxnSp>
        <p:nvCxnSpPr>
          <p:cNvPr id="4729" name="Google Shape;4729;p194"/>
          <p:cNvCxnSpPr>
            <a:stCxn id="4726" idx="1"/>
            <a:endCxn id="4727" idx="3"/>
          </p:cNvCxnSpPr>
          <p:nvPr/>
        </p:nvCxnSpPr>
        <p:spPr>
          <a:xfrm rot="10800000">
            <a:off x="5605775" y="4343850"/>
            <a:ext cx="809700" cy="9600"/>
          </a:xfrm>
          <a:prstGeom prst="curvedConnector3">
            <a:avLst>
              <a:gd fmla="val 50003" name="adj1"/>
            </a:avLst>
          </a:prstGeom>
          <a:noFill/>
          <a:ln cap="flat" cmpd="sng" w="19050">
            <a:solidFill>
              <a:schemeClr val="dk1"/>
            </a:solidFill>
            <a:prstDash val="solid"/>
            <a:round/>
            <a:headEnd len="med" w="med" type="none"/>
            <a:tailEnd len="med" w="med" type="triangle"/>
          </a:ln>
        </p:spPr>
      </p:cxnSp>
      <p:sp>
        <p:nvSpPr>
          <p:cNvPr id="4730" name="Google Shape;4730;p194"/>
          <p:cNvSpPr txBox="1"/>
          <p:nvPr/>
        </p:nvSpPr>
        <p:spPr>
          <a:xfrm>
            <a:off x="457200" y="3724275"/>
            <a:ext cx="36624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latin typeface="Overpass"/>
                <a:ea typeface="Overpass"/>
                <a:cs typeface="Overpass"/>
                <a:sym typeface="Overpass"/>
              </a:rPr>
              <a:t>Classic hypervisor method</a:t>
            </a:r>
            <a:endParaRPr sz="2000">
              <a:latin typeface="Overpass Light"/>
              <a:ea typeface="Overpass Light"/>
              <a:cs typeface="Overpass Light"/>
              <a:sym typeface="Overpass Light"/>
            </a:endParaRPr>
          </a:p>
          <a:p>
            <a:pPr indent="0" lvl="0" marL="0" rtl="0" algn="l">
              <a:spcBef>
                <a:spcPts val="0"/>
              </a:spcBef>
              <a:spcAft>
                <a:spcPts val="0"/>
              </a:spcAft>
              <a:buNone/>
            </a:pPr>
            <a:r>
              <a:t/>
            </a:r>
            <a:endParaRPr sz="2000">
              <a:latin typeface="Overpass Light"/>
              <a:ea typeface="Overpass Light"/>
              <a:cs typeface="Overpass Light"/>
              <a:sym typeface="Overpass Light"/>
            </a:endParaRPr>
          </a:p>
          <a:p>
            <a:pPr indent="0" lvl="0" marL="0" rtl="0" algn="l">
              <a:spcBef>
                <a:spcPts val="0"/>
              </a:spcBef>
              <a:spcAft>
                <a:spcPts val="0"/>
              </a:spcAft>
              <a:buNone/>
            </a:pPr>
            <a:r>
              <a:rPr lang="en" sz="2000">
                <a:latin typeface="Overpass Light"/>
                <a:ea typeface="Overpass Light"/>
                <a:cs typeface="Overpass Light"/>
                <a:sym typeface="Overpass Light"/>
              </a:rPr>
              <a:t>Ansible controls the workflow</a:t>
            </a:r>
            <a:endParaRPr sz="2000">
              <a:latin typeface="Overpass Light"/>
              <a:ea typeface="Overpass Light"/>
              <a:cs typeface="Overpass Light"/>
              <a:sym typeface="Overpass Light"/>
            </a:endParaRPr>
          </a:p>
          <a:p>
            <a:pPr indent="0" lvl="0" marL="0" rtl="0" algn="l">
              <a:spcBef>
                <a:spcPts val="0"/>
              </a:spcBef>
              <a:spcAft>
                <a:spcPts val="0"/>
              </a:spcAft>
              <a:buNone/>
            </a:pPr>
            <a:r>
              <a:rPr lang="en" sz="2000">
                <a:latin typeface="Overpass Light"/>
                <a:ea typeface="Overpass Light"/>
                <a:cs typeface="Overpass Light"/>
                <a:sym typeface="Overpass Light"/>
              </a:rPr>
              <a:t>Satellite orchestrates the tools </a:t>
            </a:r>
            <a:endParaRPr sz="2000">
              <a:latin typeface="Overpass Light"/>
              <a:ea typeface="Overpass Light"/>
              <a:cs typeface="Overpass Light"/>
              <a:sym typeface="Overpass Light"/>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4" name="Shape 4734"/>
        <p:cNvGrpSpPr/>
        <p:nvPr/>
      </p:nvGrpSpPr>
      <p:grpSpPr>
        <a:xfrm>
          <a:off x="0" y="0"/>
          <a:ext cx="0" cy="0"/>
          <a:chOff x="0" y="0"/>
          <a:chExt cx="0" cy="0"/>
        </a:xfrm>
      </p:grpSpPr>
      <p:sp>
        <p:nvSpPr>
          <p:cNvPr id="4735" name="Google Shape;4735;p19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Red Hat Infrastructure Standard Adoption Model</a:t>
            </a:r>
            <a:endParaRPr/>
          </a:p>
        </p:txBody>
      </p:sp>
      <p:sp>
        <p:nvSpPr>
          <p:cNvPr id="4736" name="Google Shape;4736;p19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737" name="Google Shape;4737;p195"/>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Create a Standard Image - Method 1</a:t>
            </a:r>
            <a:endParaRPr/>
          </a:p>
        </p:txBody>
      </p:sp>
      <p:sp>
        <p:nvSpPr>
          <p:cNvPr id="4738" name="Google Shape;4738;p195"/>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4739" name="Google Shape;4739;p195"/>
          <p:cNvSpPr/>
          <p:nvPr/>
        </p:nvSpPr>
        <p:spPr>
          <a:xfrm>
            <a:off x="1830775" y="2170300"/>
            <a:ext cx="1463550" cy="994450"/>
          </a:xfrm>
          <a:prstGeom prst="flowChart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Text"/>
                <a:ea typeface="Red Hat Text"/>
                <a:cs typeface="Red Hat Text"/>
                <a:sym typeface="Red Hat Text"/>
              </a:rPr>
              <a:t>Select a Host Group</a:t>
            </a:r>
            <a:endParaRPr b="1">
              <a:solidFill>
                <a:schemeClr val="lt1"/>
              </a:solidFill>
              <a:latin typeface="Red Hat Text"/>
              <a:ea typeface="Red Hat Text"/>
              <a:cs typeface="Red Hat Text"/>
              <a:sym typeface="Red Hat Text"/>
            </a:endParaRPr>
          </a:p>
        </p:txBody>
      </p:sp>
      <p:sp>
        <p:nvSpPr>
          <p:cNvPr id="4740" name="Google Shape;4740;p195"/>
          <p:cNvSpPr/>
          <p:nvPr/>
        </p:nvSpPr>
        <p:spPr>
          <a:xfrm>
            <a:off x="4142175" y="2170300"/>
            <a:ext cx="1463550" cy="994450"/>
          </a:xfrm>
          <a:prstGeom prst="flowChart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Text"/>
                <a:ea typeface="Red Hat Text"/>
                <a:cs typeface="Red Hat Text"/>
                <a:sym typeface="Red Hat Text"/>
              </a:rPr>
              <a:t>Set Parameters</a:t>
            </a:r>
            <a:endParaRPr b="1">
              <a:solidFill>
                <a:schemeClr val="lt1"/>
              </a:solidFill>
              <a:latin typeface="Red Hat Text"/>
              <a:ea typeface="Red Hat Text"/>
              <a:cs typeface="Red Hat Text"/>
              <a:sym typeface="Red Hat Text"/>
            </a:endParaRPr>
          </a:p>
        </p:txBody>
      </p:sp>
      <p:sp>
        <p:nvSpPr>
          <p:cNvPr id="4741" name="Google Shape;4741;p195"/>
          <p:cNvSpPr/>
          <p:nvPr/>
        </p:nvSpPr>
        <p:spPr>
          <a:xfrm>
            <a:off x="6415475" y="2170300"/>
            <a:ext cx="1604575" cy="994450"/>
          </a:xfrm>
          <a:prstGeom prst="flowChartPredefined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Text"/>
                <a:ea typeface="Red Hat Text"/>
                <a:cs typeface="Red Hat Text"/>
                <a:sym typeface="Red Hat Text"/>
              </a:rPr>
              <a:t>Deploy on Hypervisor using Satellite</a:t>
            </a:r>
            <a:endParaRPr b="1">
              <a:solidFill>
                <a:schemeClr val="lt1"/>
              </a:solidFill>
              <a:latin typeface="Red Hat Text"/>
              <a:ea typeface="Red Hat Text"/>
              <a:cs typeface="Red Hat Text"/>
              <a:sym typeface="Red Hat Text"/>
            </a:endParaRPr>
          </a:p>
        </p:txBody>
      </p:sp>
      <p:cxnSp>
        <p:nvCxnSpPr>
          <p:cNvPr id="4742" name="Google Shape;4742;p195"/>
          <p:cNvCxnSpPr>
            <a:stCxn id="4739" idx="3"/>
            <a:endCxn id="4740" idx="1"/>
          </p:cNvCxnSpPr>
          <p:nvPr/>
        </p:nvCxnSpPr>
        <p:spPr>
          <a:xfrm>
            <a:off x="3294325" y="2667525"/>
            <a:ext cx="847800" cy="600"/>
          </a:xfrm>
          <a:prstGeom prst="curvedConnector3">
            <a:avLst>
              <a:gd fmla="val 50003" name="adj1"/>
            </a:avLst>
          </a:prstGeom>
          <a:noFill/>
          <a:ln cap="flat" cmpd="sng" w="19050">
            <a:solidFill>
              <a:schemeClr val="dk1"/>
            </a:solidFill>
            <a:prstDash val="solid"/>
            <a:round/>
            <a:headEnd len="med" w="med" type="none"/>
            <a:tailEnd len="med" w="med" type="triangle"/>
          </a:ln>
        </p:spPr>
      </p:cxnSp>
      <p:cxnSp>
        <p:nvCxnSpPr>
          <p:cNvPr id="4743" name="Google Shape;4743;p195"/>
          <p:cNvCxnSpPr>
            <a:stCxn id="4740" idx="3"/>
            <a:endCxn id="4741" idx="1"/>
          </p:cNvCxnSpPr>
          <p:nvPr/>
        </p:nvCxnSpPr>
        <p:spPr>
          <a:xfrm>
            <a:off x="5605725" y="2667525"/>
            <a:ext cx="809700" cy="600"/>
          </a:xfrm>
          <a:prstGeom prst="curvedConnector3">
            <a:avLst>
              <a:gd fmla="val 50003" name="adj1"/>
            </a:avLst>
          </a:prstGeom>
          <a:noFill/>
          <a:ln cap="flat" cmpd="sng" w="19050">
            <a:solidFill>
              <a:schemeClr val="dk1"/>
            </a:solidFill>
            <a:prstDash val="solid"/>
            <a:round/>
            <a:headEnd len="med" w="med" type="none"/>
            <a:tailEnd len="med" w="med" type="triangle"/>
          </a:ln>
        </p:spPr>
      </p:cxnSp>
      <p:cxnSp>
        <p:nvCxnSpPr>
          <p:cNvPr id="4744" name="Google Shape;4744;p195"/>
          <p:cNvCxnSpPr>
            <a:stCxn id="4741" idx="3"/>
            <a:endCxn id="4745" idx="1"/>
          </p:cNvCxnSpPr>
          <p:nvPr/>
        </p:nvCxnSpPr>
        <p:spPr>
          <a:xfrm>
            <a:off x="8020050" y="2667525"/>
            <a:ext cx="776700" cy="600"/>
          </a:xfrm>
          <a:prstGeom prst="curvedConnector3">
            <a:avLst>
              <a:gd fmla="val 49998" name="adj1"/>
            </a:avLst>
          </a:prstGeom>
          <a:noFill/>
          <a:ln cap="flat" cmpd="sng" w="19050">
            <a:solidFill>
              <a:schemeClr val="dk1"/>
            </a:solidFill>
            <a:prstDash val="solid"/>
            <a:round/>
            <a:headEnd len="med" w="med" type="none"/>
            <a:tailEnd len="med" w="med" type="triangle"/>
          </a:ln>
        </p:spPr>
      </p:cxnSp>
      <p:sp>
        <p:nvSpPr>
          <p:cNvPr id="4746" name="Google Shape;4746;p195"/>
          <p:cNvSpPr txBox="1"/>
          <p:nvPr/>
        </p:nvSpPr>
        <p:spPr>
          <a:xfrm>
            <a:off x="685800" y="1590675"/>
            <a:ext cx="3456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Build and Convert - VMware example</a:t>
            </a:r>
            <a:endParaRPr>
              <a:latin typeface="Overpass Light"/>
              <a:ea typeface="Overpass Light"/>
              <a:cs typeface="Overpass Light"/>
              <a:sym typeface="Overpass Light"/>
            </a:endParaRPr>
          </a:p>
        </p:txBody>
      </p:sp>
      <p:sp>
        <p:nvSpPr>
          <p:cNvPr id="4745" name="Google Shape;4745;p195"/>
          <p:cNvSpPr/>
          <p:nvPr/>
        </p:nvSpPr>
        <p:spPr>
          <a:xfrm>
            <a:off x="8796725" y="2170300"/>
            <a:ext cx="1604575" cy="994450"/>
          </a:xfrm>
          <a:prstGeom prst="flowChartPredefined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Text"/>
                <a:ea typeface="Red Hat Text"/>
                <a:cs typeface="Red Hat Text"/>
                <a:sym typeface="Red Hat Text"/>
              </a:rPr>
              <a:t>Automated</a:t>
            </a:r>
            <a:endParaRPr b="1">
              <a:solidFill>
                <a:schemeClr val="lt1"/>
              </a:solidFill>
              <a:latin typeface="Red Hat Text"/>
              <a:ea typeface="Red Hat Text"/>
              <a:cs typeface="Red Hat Text"/>
              <a:sym typeface="Red Hat Text"/>
            </a:endParaRPr>
          </a:p>
          <a:p>
            <a:pPr indent="0" lvl="0" marL="0" rtl="0" algn="l">
              <a:spcBef>
                <a:spcPts val="0"/>
              </a:spcBef>
              <a:spcAft>
                <a:spcPts val="0"/>
              </a:spcAft>
              <a:buNone/>
            </a:pPr>
            <a:r>
              <a:rPr b="1" lang="en">
                <a:solidFill>
                  <a:schemeClr val="lt1"/>
                </a:solidFill>
                <a:latin typeface="Red Hat Text"/>
                <a:ea typeface="Red Hat Text"/>
                <a:cs typeface="Red Hat Text"/>
                <a:sym typeface="Red Hat Text"/>
              </a:rPr>
              <a:t>Testing</a:t>
            </a:r>
            <a:endParaRPr b="1">
              <a:solidFill>
                <a:schemeClr val="lt1"/>
              </a:solidFill>
              <a:latin typeface="Red Hat Text"/>
              <a:ea typeface="Red Hat Text"/>
              <a:cs typeface="Red Hat Text"/>
              <a:sym typeface="Red Hat Text"/>
            </a:endParaRPr>
          </a:p>
        </p:txBody>
      </p:sp>
      <p:sp>
        <p:nvSpPr>
          <p:cNvPr id="4747" name="Google Shape;4747;p195"/>
          <p:cNvSpPr/>
          <p:nvPr/>
        </p:nvSpPr>
        <p:spPr>
          <a:xfrm>
            <a:off x="8825300" y="3856225"/>
            <a:ext cx="1604575" cy="994450"/>
          </a:xfrm>
          <a:prstGeom prst="flowChartPredefined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Text"/>
                <a:ea typeface="Red Hat Text"/>
                <a:cs typeface="Red Hat Text"/>
                <a:sym typeface="Red Hat Text"/>
              </a:rPr>
              <a:t>Convert to </a:t>
            </a:r>
            <a:endParaRPr b="1">
              <a:solidFill>
                <a:schemeClr val="lt1"/>
              </a:solidFill>
              <a:latin typeface="Red Hat Text"/>
              <a:ea typeface="Red Hat Text"/>
              <a:cs typeface="Red Hat Text"/>
              <a:sym typeface="Red Hat Text"/>
            </a:endParaRPr>
          </a:p>
          <a:p>
            <a:pPr indent="0" lvl="0" marL="0" rtl="0" algn="l">
              <a:spcBef>
                <a:spcPts val="0"/>
              </a:spcBef>
              <a:spcAft>
                <a:spcPts val="0"/>
              </a:spcAft>
              <a:buNone/>
            </a:pPr>
            <a:r>
              <a:rPr b="1" lang="en">
                <a:solidFill>
                  <a:schemeClr val="lt1"/>
                </a:solidFill>
                <a:latin typeface="Red Hat Text"/>
                <a:ea typeface="Red Hat Text"/>
                <a:cs typeface="Red Hat Text"/>
                <a:sym typeface="Red Hat Text"/>
              </a:rPr>
              <a:t>Template/ </a:t>
            </a:r>
            <a:endParaRPr b="1">
              <a:solidFill>
                <a:schemeClr val="lt1"/>
              </a:solidFill>
              <a:latin typeface="Red Hat Text"/>
              <a:ea typeface="Red Hat Text"/>
              <a:cs typeface="Red Hat Text"/>
              <a:sym typeface="Red Hat Text"/>
            </a:endParaRPr>
          </a:p>
          <a:p>
            <a:pPr indent="0" lvl="0" marL="0" rtl="0" algn="l">
              <a:spcBef>
                <a:spcPts val="0"/>
              </a:spcBef>
              <a:spcAft>
                <a:spcPts val="0"/>
              </a:spcAft>
              <a:buNone/>
            </a:pPr>
            <a:r>
              <a:rPr b="1" lang="en">
                <a:solidFill>
                  <a:schemeClr val="lt1"/>
                </a:solidFill>
                <a:latin typeface="Red Hat Text"/>
                <a:ea typeface="Red Hat Text"/>
                <a:cs typeface="Red Hat Text"/>
                <a:sym typeface="Red Hat Text"/>
              </a:rPr>
              <a:t>Image</a:t>
            </a:r>
            <a:endParaRPr b="1">
              <a:solidFill>
                <a:schemeClr val="lt1"/>
              </a:solidFill>
              <a:latin typeface="Red Hat Text"/>
              <a:ea typeface="Red Hat Text"/>
              <a:cs typeface="Red Hat Text"/>
              <a:sym typeface="Red Hat Text"/>
            </a:endParaRPr>
          </a:p>
        </p:txBody>
      </p:sp>
      <p:cxnSp>
        <p:nvCxnSpPr>
          <p:cNvPr id="4748" name="Google Shape;4748;p195"/>
          <p:cNvCxnSpPr>
            <a:stCxn id="4745" idx="3"/>
            <a:endCxn id="4747" idx="3"/>
          </p:cNvCxnSpPr>
          <p:nvPr/>
        </p:nvCxnSpPr>
        <p:spPr>
          <a:xfrm>
            <a:off x="10401300" y="2667525"/>
            <a:ext cx="28500" cy="1686000"/>
          </a:xfrm>
          <a:prstGeom prst="curvedConnector3">
            <a:avLst>
              <a:gd fmla="val 2640263" name="adj1"/>
            </a:avLst>
          </a:prstGeom>
          <a:noFill/>
          <a:ln cap="flat" cmpd="sng" w="19050">
            <a:solidFill>
              <a:schemeClr val="dk1"/>
            </a:solidFill>
            <a:prstDash val="solid"/>
            <a:round/>
            <a:headEnd len="med" w="med" type="none"/>
            <a:tailEnd len="med" w="med" type="triangle"/>
          </a:ln>
        </p:spPr>
      </p:cxnSp>
      <p:sp>
        <p:nvSpPr>
          <p:cNvPr id="4749" name="Google Shape;4749;p195"/>
          <p:cNvSpPr/>
          <p:nvPr/>
        </p:nvSpPr>
        <p:spPr>
          <a:xfrm>
            <a:off x="6415475" y="3856225"/>
            <a:ext cx="1604575" cy="994450"/>
          </a:xfrm>
          <a:prstGeom prst="flowChartPredefined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Text"/>
                <a:ea typeface="Red Hat Text"/>
                <a:cs typeface="Red Hat Text"/>
                <a:sym typeface="Red Hat Text"/>
              </a:rPr>
              <a:t>Register Image to Satellite</a:t>
            </a:r>
            <a:endParaRPr b="1">
              <a:solidFill>
                <a:schemeClr val="lt1"/>
              </a:solidFill>
              <a:latin typeface="Red Hat Text"/>
              <a:ea typeface="Red Hat Text"/>
              <a:cs typeface="Red Hat Text"/>
              <a:sym typeface="Red Hat Text"/>
            </a:endParaRPr>
          </a:p>
        </p:txBody>
      </p:sp>
      <p:sp>
        <p:nvSpPr>
          <p:cNvPr id="4750" name="Google Shape;4750;p195"/>
          <p:cNvSpPr/>
          <p:nvPr/>
        </p:nvSpPr>
        <p:spPr>
          <a:xfrm>
            <a:off x="4142175" y="3846700"/>
            <a:ext cx="1463550" cy="994450"/>
          </a:xfrm>
          <a:prstGeom prst="flowChart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Text"/>
                <a:ea typeface="Red Hat Text"/>
                <a:cs typeface="Red Hat Text"/>
                <a:sym typeface="Red Hat Text"/>
              </a:rPr>
              <a:t>Deploy and Use</a:t>
            </a:r>
            <a:endParaRPr b="1">
              <a:solidFill>
                <a:schemeClr val="lt1"/>
              </a:solidFill>
              <a:latin typeface="Red Hat Text"/>
              <a:ea typeface="Red Hat Text"/>
              <a:cs typeface="Red Hat Text"/>
              <a:sym typeface="Red Hat Text"/>
            </a:endParaRPr>
          </a:p>
        </p:txBody>
      </p:sp>
      <p:cxnSp>
        <p:nvCxnSpPr>
          <p:cNvPr id="4751" name="Google Shape;4751;p195"/>
          <p:cNvCxnSpPr>
            <a:stCxn id="4747" idx="1"/>
            <a:endCxn id="4749" idx="3"/>
          </p:cNvCxnSpPr>
          <p:nvPr/>
        </p:nvCxnSpPr>
        <p:spPr>
          <a:xfrm flipH="1">
            <a:off x="8020100" y="4353450"/>
            <a:ext cx="805200" cy="600"/>
          </a:xfrm>
          <a:prstGeom prst="curvedConnector3">
            <a:avLst>
              <a:gd fmla="val 50003" name="adj1"/>
            </a:avLst>
          </a:prstGeom>
          <a:noFill/>
          <a:ln cap="flat" cmpd="sng" w="19050">
            <a:solidFill>
              <a:schemeClr val="dk1"/>
            </a:solidFill>
            <a:prstDash val="solid"/>
            <a:round/>
            <a:headEnd len="med" w="med" type="none"/>
            <a:tailEnd len="med" w="med" type="triangle"/>
          </a:ln>
        </p:spPr>
      </p:cxnSp>
      <p:cxnSp>
        <p:nvCxnSpPr>
          <p:cNvPr id="4752" name="Google Shape;4752;p195"/>
          <p:cNvCxnSpPr>
            <a:stCxn id="4749" idx="1"/>
            <a:endCxn id="4750" idx="3"/>
          </p:cNvCxnSpPr>
          <p:nvPr/>
        </p:nvCxnSpPr>
        <p:spPr>
          <a:xfrm rot="10800000">
            <a:off x="5605775" y="4343850"/>
            <a:ext cx="809700" cy="9600"/>
          </a:xfrm>
          <a:prstGeom prst="curvedConnector3">
            <a:avLst>
              <a:gd fmla="val 50003" name="adj1"/>
            </a:avLst>
          </a:prstGeom>
          <a:noFill/>
          <a:ln cap="flat" cmpd="sng" w="19050">
            <a:solidFill>
              <a:schemeClr val="dk1"/>
            </a:solidFill>
            <a:prstDash val="solid"/>
            <a:round/>
            <a:headEnd len="med" w="med" type="none"/>
            <a:tailEnd len="med" w="med" type="triangle"/>
          </a:ln>
        </p:spPr>
      </p:cxnSp>
      <p:sp>
        <p:nvSpPr>
          <p:cNvPr id="4753" name="Google Shape;4753;p195"/>
          <p:cNvSpPr txBox="1"/>
          <p:nvPr/>
        </p:nvSpPr>
        <p:spPr>
          <a:xfrm>
            <a:off x="457200" y="3724275"/>
            <a:ext cx="36624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latin typeface="Overpass"/>
                <a:ea typeface="Overpass"/>
                <a:cs typeface="Overpass"/>
                <a:sym typeface="Overpass"/>
              </a:rPr>
              <a:t>Classic hypervisor method</a:t>
            </a:r>
            <a:endParaRPr b="1" sz="2000">
              <a:latin typeface="Overpass"/>
              <a:ea typeface="Overpass"/>
              <a:cs typeface="Overpass"/>
              <a:sym typeface="Overpass"/>
            </a:endParaRPr>
          </a:p>
          <a:p>
            <a:pPr indent="0" lvl="0" marL="0" rtl="0" algn="l">
              <a:spcBef>
                <a:spcPts val="0"/>
              </a:spcBef>
              <a:spcAft>
                <a:spcPts val="0"/>
              </a:spcAft>
              <a:buNone/>
            </a:pPr>
            <a:r>
              <a:t/>
            </a:r>
            <a:endParaRPr b="1" sz="2000">
              <a:latin typeface="Overpass"/>
              <a:ea typeface="Overpass"/>
              <a:cs typeface="Overpass"/>
              <a:sym typeface="Overpass"/>
            </a:endParaRPr>
          </a:p>
          <a:p>
            <a:pPr indent="0" lvl="0" marL="0" rtl="0" algn="l">
              <a:spcBef>
                <a:spcPts val="0"/>
              </a:spcBef>
              <a:spcAft>
                <a:spcPts val="0"/>
              </a:spcAft>
              <a:buNone/>
            </a:pPr>
            <a:r>
              <a:rPr b="1" lang="en" sz="2000">
                <a:latin typeface="Overpass"/>
                <a:ea typeface="Overpass"/>
                <a:cs typeface="Overpass"/>
                <a:sym typeface="Overpass"/>
              </a:rPr>
              <a:t>Add Cloud Importer</a:t>
            </a:r>
            <a:endParaRPr b="1" sz="2000">
              <a:latin typeface="Overpass"/>
              <a:ea typeface="Overpass"/>
              <a:cs typeface="Overpass"/>
              <a:sym typeface="Overpass"/>
            </a:endParaRPr>
          </a:p>
          <a:p>
            <a:pPr indent="0" lvl="0" marL="0" rtl="0" algn="l">
              <a:spcBef>
                <a:spcPts val="0"/>
              </a:spcBef>
              <a:spcAft>
                <a:spcPts val="0"/>
              </a:spcAft>
              <a:buNone/>
            </a:pPr>
            <a:r>
              <a:t/>
            </a:r>
            <a:endParaRPr sz="2000">
              <a:latin typeface="Overpass Light"/>
              <a:ea typeface="Overpass Light"/>
              <a:cs typeface="Overpass Light"/>
              <a:sym typeface="Overpass Light"/>
            </a:endParaRPr>
          </a:p>
        </p:txBody>
      </p:sp>
      <p:sp>
        <p:nvSpPr>
          <p:cNvPr id="4754" name="Google Shape;4754;p195"/>
          <p:cNvSpPr/>
          <p:nvPr/>
        </p:nvSpPr>
        <p:spPr>
          <a:xfrm>
            <a:off x="8825300" y="5075425"/>
            <a:ext cx="1604575" cy="994450"/>
          </a:xfrm>
          <a:prstGeom prst="flowChartPredefined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Text"/>
                <a:ea typeface="Red Hat Text"/>
                <a:cs typeface="Red Hat Text"/>
                <a:sym typeface="Red Hat Text"/>
              </a:rPr>
              <a:t>Use Cloud Importer</a:t>
            </a:r>
            <a:endParaRPr b="1">
              <a:solidFill>
                <a:schemeClr val="lt1"/>
              </a:solidFill>
              <a:latin typeface="Red Hat Text"/>
              <a:ea typeface="Red Hat Text"/>
              <a:cs typeface="Red Hat Text"/>
              <a:sym typeface="Red Hat Text"/>
            </a:endParaRPr>
          </a:p>
          <a:p>
            <a:pPr indent="0" lvl="0" marL="0" rtl="0" algn="l">
              <a:spcBef>
                <a:spcPts val="0"/>
              </a:spcBef>
              <a:spcAft>
                <a:spcPts val="0"/>
              </a:spcAft>
              <a:buNone/>
            </a:pPr>
            <a:r>
              <a:rPr b="1" lang="en">
                <a:solidFill>
                  <a:schemeClr val="lt1"/>
                </a:solidFill>
                <a:latin typeface="Red Hat Text"/>
                <a:ea typeface="Red Hat Text"/>
                <a:cs typeface="Red Hat Text"/>
                <a:sym typeface="Red Hat Text"/>
              </a:rPr>
              <a:t>to Inject PAYG tags</a:t>
            </a:r>
            <a:endParaRPr b="1">
              <a:solidFill>
                <a:schemeClr val="lt1"/>
              </a:solidFill>
              <a:latin typeface="Red Hat Text"/>
              <a:ea typeface="Red Hat Text"/>
              <a:cs typeface="Red Hat Text"/>
              <a:sym typeface="Red Hat Text"/>
            </a:endParaRPr>
          </a:p>
        </p:txBody>
      </p:sp>
      <p:cxnSp>
        <p:nvCxnSpPr>
          <p:cNvPr id="4755" name="Google Shape;4755;p195"/>
          <p:cNvCxnSpPr>
            <a:stCxn id="4745" idx="3"/>
            <a:endCxn id="4754" idx="3"/>
          </p:cNvCxnSpPr>
          <p:nvPr/>
        </p:nvCxnSpPr>
        <p:spPr>
          <a:xfrm>
            <a:off x="10401300" y="2667525"/>
            <a:ext cx="28500" cy="2905200"/>
          </a:xfrm>
          <a:prstGeom prst="curvedConnector3">
            <a:avLst>
              <a:gd fmla="val 4800351" name="adj1"/>
            </a:avLst>
          </a:prstGeom>
          <a:noFill/>
          <a:ln cap="flat" cmpd="sng" w="19050">
            <a:solidFill>
              <a:schemeClr val="dk1"/>
            </a:solidFill>
            <a:prstDash val="solid"/>
            <a:round/>
            <a:headEnd len="med" w="med" type="none"/>
            <a:tailEnd len="med" w="med" type="triangle"/>
          </a:ln>
        </p:spPr>
      </p:cxnSp>
      <p:cxnSp>
        <p:nvCxnSpPr>
          <p:cNvPr id="4756" name="Google Shape;4756;p195"/>
          <p:cNvCxnSpPr>
            <a:stCxn id="4754" idx="1"/>
            <a:endCxn id="4749" idx="3"/>
          </p:cNvCxnSpPr>
          <p:nvPr/>
        </p:nvCxnSpPr>
        <p:spPr>
          <a:xfrm rot="10800000">
            <a:off x="8020100" y="4353450"/>
            <a:ext cx="805200" cy="1219200"/>
          </a:xfrm>
          <a:prstGeom prst="curvedConnector3">
            <a:avLst>
              <a:gd fmla="val 50003" name="adj1"/>
            </a:avLst>
          </a:prstGeom>
          <a:noFill/>
          <a:ln cap="flat" cmpd="sng" w="19050">
            <a:solidFill>
              <a:schemeClr val="dk1"/>
            </a:solidFill>
            <a:prstDash val="solid"/>
            <a:round/>
            <a:headEnd len="med" w="med" type="none"/>
            <a:tailEnd len="med" w="med" type="triangle"/>
          </a:ln>
        </p:spPr>
      </p:cxnSp>
      <p:sp>
        <p:nvSpPr>
          <p:cNvPr id="4757" name="Google Shape;4757;p195"/>
          <p:cNvSpPr txBox="1"/>
          <p:nvPr/>
        </p:nvSpPr>
        <p:spPr>
          <a:xfrm>
            <a:off x="9074125" y="3399375"/>
            <a:ext cx="1088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Display"/>
                <a:ea typeface="Red Hat Display"/>
                <a:cs typeface="Red Hat Display"/>
                <a:sym typeface="Red Hat Display"/>
              </a:rPr>
              <a:t>On Prem</a:t>
            </a:r>
            <a:endParaRPr>
              <a:latin typeface="Red Hat Display"/>
              <a:ea typeface="Red Hat Display"/>
              <a:cs typeface="Red Hat Display"/>
              <a:sym typeface="Red Hat Display"/>
            </a:endParaRPr>
          </a:p>
        </p:txBody>
      </p:sp>
      <p:sp>
        <p:nvSpPr>
          <p:cNvPr id="4758" name="Google Shape;4758;p195"/>
          <p:cNvSpPr txBox="1"/>
          <p:nvPr/>
        </p:nvSpPr>
        <p:spPr>
          <a:xfrm>
            <a:off x="9185250" y="6142575"/>
            <a:ext cx="805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Display"/>
                <a:ea typeface="Red Hat Display"/>
                <a:cs typeface="Red Hat Display"/>
                <a:sym typeface="Red Hat Display"/>
              </a:rPr>
              <a:t>Cloud</a:t>
            </a:r>
            <a:endParaRPr>
              <a:latin typeface="Red Hat Display"/>
              <a:ea typeface="Red Hat Display"/>
              <a:cs typeface="Red Hat Display"/>
              <a:sym typeface="Red Hat Display"/>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2" name="Shape 4762"/>
        <p:cNvGrpSpPr/>
        <p:nvPr/>
      </p:nvGrpSpPr>
      <p:grpSpPr>
        <a:xfrm>
          <a:off x="0" y="0"/>
          <a:ext cx="0" cy="0"/>
          <a:chOff x="0" y="0"/>
          <a:chExt cx="0" cy="0"/>
        </a:xfrm>
      </p:grpSpPr>
      <p:sp>
        <p:nvSpPr>
          <p:cNvPr id="4763" name="Google Shape;4763;p19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Red Hat Infrastructure Standard Adoption Model</a:t>
            </a:r>
            <a:endParaRPr/>
          </a:p>
        </p:txBody>
      </p:sp>
      <p:sp>
        <p:nvSpPr>
          <p:cNvPr id="4764" name="Google Shape;4764;p19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765" name="Google Shape;4765;p196"/>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Create a Standard Image - Method 2</a:t>
            </a:r>
            <a:endParaRPr/>
          </a:p>
        </p:txBody>
      </p:sp>
      <p:sp>
        <p:nvSpPr>
          <p:cNvPr id="4766" name="Google Shape;4766;p196"/>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4767" name="Google Shape;4767;p196"/>
          <p:cNvSpPr/>
          <p:nvPr/>
        </p:nvSpPr>
        <p:spPr>
          <a:xfrm>
            <a:off x="1830775" y="2170300"/>
            <a:ext cx="1463550" cy="994450"/>
          </a:xfrm>
          <a:prstGeom prst="flowChart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Text"/>
                <a:ea typeface="Red Hat Text"/>
                <a:cs typeface="Red Hat Text"/>
                <a:sym typeface="Red Hat Text"/>
              </a:rPr>
              <a:t>Define Content Views</a:t>
            </a:r>
            <a:endParaRPr b="1">
              <a:solidFill>
                <a:schemeClr val="lt1"/>
              </a:solidFill>
              <a:latin typeface="Red Hat Text"/>
              <a:ea typeface="Red Hat Text"/>
              <a:cs typeface="Red Hat Text"/>
              <a:sym typeface="Red Hat Text"/>
            </a:endParaRPr>
          </a:p>
        </p:txBody>
      </p:sp>
      <p:sp>
        <p:nvSpPr>
          <p:cNvPr id="4768" name="Google Shape;4768;p196"/>
          <p:cNvSpPr/>
          <p:nvPr/>
        </p:nvSpPr>
        <p:spPr>
          <a:xfrm>
            <a:off x="4142175" y="2170300"/>
            <a:ext cx="1463550" cy="994450"/>
          </a:xfrm>
          <a:prstGeom prst="flowChart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Text"/>
                <a:ea typeface="Red Hat Text"/>
                <a:cs typeface="Red Hat Text"/>
                <a:sym typeface="Red Hat Text"/>
              </a:rPr>
              <a:t>Define Image Blue Print</a:t>
            </a:r>
            <a:endParaRPr b="1">
              <a:solidFill>
                <a:schemeClr val="lt1"/>
              </a:solidFill>
              <a:latin typeface="Red Hat Text"/>
              <a:ea typeface="Red Hat Text"/>
              <a:cs typeface="Red Hat Text"/>
              <a:sym typeface="Red Hat Text"/>
            </a:endParaRPr>
          </a:p>
        </p:txBody>
      </p:sp>
      <p:sp>
        <p:nvSpPr>
          <p:cNvPr id="4769" name="Google Shape;4769;p196"/>
          <p:cNvSpPr/>
          <p:nvPr/>
        </p:nvSpPr>
        <p:spPr>
          <a:xfrm>
            <a:off x="6453575" y="2170300"/>
            <a:ext cx="1463550" cy="994450"/>
          </a:xfrm>
          <a:prstGeom prst="flowChartPredefined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lt1"/>
                </a:solidFill>
                <a:latin typeface="Red Hat Text"/>
                <a:ea typeface="Red Hat Text"/>
                <a:cs typeface="Red Hat Text"/>
                <a:sym typeface="Red Hat Text"/>
              </a:rPr>
              <a:t>Generate Image from Satellite Content</a:t>
            </a:r>
            <a:endParaRPr b="1" sz="1200">
              <a:solidFill>
                <a:schemeClr val="lt1"/>
              </a:solidFill>
              <a:latin typeface="Red Hat Text"/>
              <a:ea typeface="Red Hat Text"/>
              <a:cs typeface="Red Hat Text"/>
              <a:sym typeface="Red Hat Text"/>
            </a:endParaRPr>
          </a:p>
        </p:txBody>
      </p:sp>
      <p:cxnSp>
        <p:nvCxnSpPr>
          <p:cNvPr id="4770" name="Google Shape;4770;p196"/>
          <p:cNvCxnSpPr>
            <a:stCxn id="4767" idx="3"/>
            <a:endCxn id="4768" idx="1"/>
          </p:cNvCxnSpPr>
          <p:nvPr/>
        </p:nvCxnSpPr>
        <p:spPr>
          <a:xfrm>
            <a:off x="3294325" y="2667525"/>
            <a:ext cx="847800" cy="600"/>
          </a:xfrm>
          <a:prstGeom prst="curvedConnector3">
            <a:avLst>
              <a:gd fmla="val 50003" name="adj1"/>
            </a:avLst>
          </a:prstGeom>
          <a:noFill/>
          <a:ln cap="flat" cmpd="sng" w="19050">
            <a:solidFill>
              <a:schemeClr val="dk1"/>
            </a:solidFill>
            <a:prstDash val="solid"/>
            <a:round/>
            <a:headEnd len="med" w="med" type="none"/>
            <a:tailEnd len="med" w="med" type="triangle"/>
          </a:ln>
        </p:spPr>
      </p:cxnSp>
      <p:cxnSp>
        <p:nvCxnSpPr>
          <p:cNvPr id="4771" name="Google Shape;4771;p196"/>
          <p:cNvCxnSpPr>
            <a:stCxn id="4768" idx="3"/>
            <a:endCxn id="4769" idx="1"/>
          </p:cNvCxnSpPr>
          <p:nvPr/>
        </p:nvCxnSpPr>
        <p:spPr>
          <a:xfrm>
            <a:off x="5605725" y="2667525"/>
            <a:ext cx="847800" cy="600"/>
          </a:xfrm>
          <a:prstGeom prst="curvedConnector3">
            <a:avLst>
              <a:gd fmla="val 50003" name="adj1"/>
            </a:avLst>
          </a:prstGeom>
          <a:noFill/>
          <a:ln cap="flat" cmpd="sng" w="19050">
            <a:solidFill>
              <a:schemeClr val="dk1"/>
            </a:solidFill>
            <a:prstDash val="solid"/>
            <a:round/>
            <a:headEnd len="med" w="med" type="none"/>
            <a:tailEnd len="med" w="med" type="triangle"/>
          </a:ln>
        </p:spPr>
      </p:cxnSp>
      <p:cxnSp>
        <p:nvCxnSpPr>
          <p:cNvPr id="4772" name="Google Shape;4772;p196"/>
          <p:cNvCxnSpPr>
            <a:stCxn id="4769" idx="3"/>
            <a:endCxn id="4773" idx="1"/>
          </p:cNvCxnSpPr>
          <p:nvPr/>
        </p:nvCxnSpPr>
        <p:spPr>
          <a:xfrm>
            <a:off x="7917125" y="2667525"/>
            <a:ext cx="879600" cy="600"/>
          </a:xfrm>
          <a:prstGeom prst="curvedConnector3">
            <a:avLst>
              <a:gd fmla="val 50000" name="adj1"/>
            </a:avLst>
          </a:prstGeom>
          <a:noFill/>
          <a:ln cap="flat" cmpd="sng" w="19050">
            <a:solidFill>
              <a:schemeClr val="dk1"/>
            </a:solidFill>
            <a:prstDash val="solid"/>
            <a:round/>
            <a:headEnd len="med" w="med" type="none"/>
            <a:tailEnd len="med" w="med" type="triangle"/>
          </a:ln>
        </p:spPr>
      </p:cxnSp>
      <p:sp>
        <p:nvSpPr>
          <p:cNvPr id="4774" name="Google Shape;4774;p196"/>
          <p:cNvSpPr txBox="1"/>
          <p:nvPr/>
        </p:nvSpPr>
        <p:spPr>
          <a:xfrm>
            <a:off x="685800" y="1590675"/>
            <a:ext cx="451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Generate Blueprint and Image - Using Image Builder</a:t>
            </a:r>
            <a:endParaRPr>
              <a:latin typeface="Overpass Light"/>
              <a:ea typeface="Overpass Light"/>
              <a:cs typeface="Overpass Light"/>
              <a:sym typeface="Overpass Light"/>
            </a:endParaRPr>
          </a:p>
        </p:txBody>
      </p:sp>
      <p:sp>
        <p:nvSpPr>
          <p:cNvPr id="4773" name="Google Shape;4773;p196"/>
          <p:cNvSpPr/>
          <p:nvPr/>
        </p:nvSpPr>
        <p:spPr>
          <a:xfrm>
            <a:off x="8796725" y="2170300"/>
            <a:ext cx="1604575" cy="994450"/>
          </a:xfrm>
          <a:prstGeom prst="flowChartPredefined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lt1"/>
                </a:solidFill>
                <a:latin typeface="Red Hat Text"/>
                <a:ea typeface="Red Hat Text"/>
                <a:cs typeface="Red Hat Text"/>
                <a:sym typeface="Red Hat Text"/>
              </a:rPr>
              <a:t>Deploy Image to Cloud/</a:t>
            </a:r>
            <a:endParaRPr b="1" sz="1200">
              <a:solidFill>
                <a:schemeClr val="lt1"/>
              </a:solidFill>
              <a:latin typeface="Red Hat Text"/>
              <a:ea typeface="Red Hat Text"/>
              <a:cs typeface="Red Hat Text"/>
              <a:sym typeface="Red Hat Text"/>
            </a:endParaRPr>
          </a:p>
          <a:p>
            <a:pPr indent="0" lvl="0" marL="0" rtl="0" algn="l">
              <a:spcBef>
                <a:spcPts val="0"/>
              </a:spcBef>
              <a:spcAft>
                <a:spcPts val="0"/>
              </a:spcAft>
              <a:buNone/>
            </a:pPr>
            <a:r>
              <a:rPr b="1" lang="en" sz="1200">
                <a:solidFill>
                  <a:schemeClr val="lt1"/>
                </a:solidFill>
                <a:latin typeface="Red Hat Text"/>
                <a:ea typeface="Red Hat Text"/>
                <a:cs typeface="Red Hat Text"/>
                <a:sym typeface="Red Hat Text"/>
              </a:rPr>
              <a:t>Hypervisor</a:t>
            </a:r>
            <a:endParaRPr b="1" sz="1200">
              <a:solidFill>
                <a:schemeClr val="lt1"/>
              </a:solidFill>
              <a:latin typeface="Red Hat Text"/>
              <a:ea typeface="Red Hat Text"/>
              <a:cs typeface="Red Hat Text"/>
              <a:sym typeface="Red Hat Text"/>
            </a:endParaRPr>
          </a:p>
        </p:txBody>
      </p:sp>
      <p:sp>
        <p:nvSpPr>
          <p:cNvPr id="4775" name="Google Shape;4775;p196"/>
          <p:cNvSpPr/>
          <p:nvPr/>
        </p:nvSpPr>
        <p:spPr>
          <a:xfrm>
            <a:off x="8825300" y="3856225"/>
            <a:ext cx="1604575" cy="994450"/>
          </a:xfrm>
          <a:prstGeom prst="flowChartPredefined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lt1"/>
                </a:solidFill>
                <a:latin typeface="Red Hat Text"/>
                <a:ea typeface="Red Hat Text"/>
                <a:cs typeface="Red Hat Text"/>
                <a:sym typeface="Red Hat Text"/>
              </a:rPr>
              <a:t>Register Image to Satellite</a:t>
            </a:r>
            <a:endParaRPr b="1">
              <a:solidFill>
                <a:schemeClr val="lt1"/>
              </a:solidFill>
              <a:latin typeface="Red Hat Text"/>
              <a:ea typeface="Red Hat Text"/>
              <a:cs typeface="Red Hat Text"/>
              <a:sym typeface="Red Hat Text"/>
            </a:endParaRPr>
          </a:p>
        </p:txBody>
      </p:sp>
      <p:cxnSp>
        <p:nvCxnSpPr>
          <p:cNvPr id="4776" name="Google Shape;4776;p196"/>
          <p:cNvCxnSpPr>
            <a:stCxn id="4773" idx="3"/>
            <a:endCxn id="4775" idx="3"/>
          </p:cNvCxnSpPr>
          <p:nvPr/>
        </p:nvCxnSpPr>
        <p:spPr>
          <a:xfrm>
            <a:off x="10401300" y="2667525"/>
            <a:ext cx="28500" cy="1686000"/>
          </a:xfrm>
          <a:prstGeom prst="curvedConnector3">
            <a:avLst>
              <a:gd fmla="val 2640263" name="adj1"/>
            </a:avLst>
          </a:prstGeom>
          <a:noFill/>
          <a:ln cap="flat" cmpd="sng" w="19050">
            <a:solidFill>
              <a:schemeClr val="dk1"/>
            </a:solidFill>
            <a:prstDash val="solid"/>
            <a:round/>
            <a:headEnd len="med" w="med" type="none"/>
            <a:tailEnd len="med" w="med" type="triangle"/>
          </a:ln>
        </p:spPr>
      </p:cxnSp>
      <p:sp>
        <p:nvSpPr>
          <p:cNvPr id="4777" name="Google Shape;4777;p196"/>
          <p:cNvSpPr/>
          <p:nvPr/>
        </p:nvSpPr>
        <p:spPr>
          <a:xfrm>
            <a:off x="6466275" y="3846700"/>
            <a:ext cx="1463550" cy="994450"/>
          </a:xfrm>
          <a:prstGeom prst="flowChart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ed Hat Text"/>
                <a:ea typeface="Red Hat Text"/>
                <a:cs typeface="Red Hat Text"/>
                <a:sym typeface="Red Hat Text"/>
              </a:rPr>
              <a:t>Deploy and Use</a:t>
            </a:r>
            <a:endParaRPr b="1">
              <a:solidFill>
                <a:schemeClr val="lt1"/>
              </a:solidFill>
              <a:latin typeface="Red Hat Text"/>
              <a:ea typeface="Red Hat Text"/>
              <a:cs typeface="Red Hat Text"/>
              <a:sym typeface="Red Hat Text"/>
            </a:endParaRPr>
          </a:p>
        </p:txBody>
      </p:sp>
      <p:cxnSp>
        <p:nvCxnSpPr>
          <p:cNvPr id="4778" name="Google Shape;4778;p196"/>
          <p:cNvCxnSpPr>
            <a:stCxn id="4775" idx="1"/>
            <a:endCxn id="4777" idx="3"/>
          </p:cNvCxnSpPr>
          <p:nvPr/>
        </p:nvCxnSpPr>
        <p:spPr>
          <a:xfrm rot="10800000">
            <a:off x="7929800" y="4343850"/>
            <a:ext cx="895500" cy="9600"/>
          </a:xfrm>
          <a:prstGeom prst="curvedConnector3">
            <a:avLst>
              <a:gd fmla="val 49999" name="adj1"/>
            </a:avLst>
          </a:prstGeom>
          <a:noFill/>
          <a:ln cap="flat" cmpd="sng" w="19050">
            <a:solidFill>
              <a:schemeClr val="dk1"/>
            </a:solidFill>
            <a:prstDash val="solid"/>
            <a:round/>
            <a:headEnd len="med" w="med" type="none"/>
            <a:tailEnd len="med" w="med" type="triangle"/>
          </a:ln>
        </p:spPr>
      </p:cxnSp>
      <p:sp>
        <p:nvSpPr>
          <p:cNvPr id="4779" name="Google Shape;4779;p196"/>
          <p:cNvSpPr txBox="1"/>
          <p:nvPr/>
        </p:nvSpPr>
        <p:spPr>
          <a:xfrm>
            <a:off x="533400" y="3800475"/>
            <a:ext cx="34563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This is an image creation method.</a:t>
            </a:r>
            <a:endParaRPr>
              <a:latin typeface="Overpass Light"/>
              <a:ea typeface="Overpass Light"/>
              <a:cs typeface="Overpass Light"/>
              <a:sym typeface="Overpass Light"/>
            </a:endParaRPr>
          </a:p>
          <a:p>
            <a:pPr indent="0" lvl="0" marL="0" rtl="0" algn="l">
              <a:spcBef>
                <a:spcPts val="0"/>
              </a:spcBef>
              <a:spcAft>
                <a:spcPts val="0"/>
              </a:spcAft>
              <a:buNone/>
            </a:pPr>
            <a:r>
              <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Ansible functions as a “build master” and controls the overall process, Satellite is the content source and image builder is the image creation engine and pushes the finished image to the target deployment platform.</a:t>
            </a:r>
            <a:endParaRPr>
              <a:latin typeface="Overpass Light"/>
              <a:ea typeface="Overpass Light"/>
              <a:cs typeface="Overpass Light"/>
              <a:sym typeface="Overpass Light"/>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3" name="Shape 4783"/>
        <p:cNvGrpSpPr/>
        <p:nvPr/>
      </p:nvGrpSpPr>
      <p:grpSpPr>
        <a:xfrm>
          <a:off x="0" y="0"/>
          <a:ext cx="0" cy="0"/>
          <a:chOff x="0" y="0"/>
          <a:chExt cx="0" cy="0"/>
        </a:xfrm>
      </p:grpSpPr>
      <p:sp>
        <p:nvSpPr>
          <p:cNvPr id="4784" name="Google Shape;4784;p19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Red Hat Infrastructure Standard Adoption Model</a:t>
            </a:r>
            <a:endParaRPr/>
          </a:p>
        </p:txBody>
      </p:sp>
      <p:sp>
        <p:nvSpPr>
          <p:cNvPr id="4785" name="Google Shape;4785;p19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786" name="Google Shape;4786;p197"/>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Deploy an SOE System</a:t>
            </a:r>
            <a:endParaRPr/>
          </a:p>
        </p:txBody>
      </p:sp>
      <p:sp>
        <p:nvSpPr>
          <p:cNvPr id="4787" name="Google Shape;4787;p197"/>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4788" name="Google Shape;4788;p197"/>
          <p:cNvSpPr/>
          <p:nvPr/>
        </p:nvSpPr>
        <p:spPr>
          <a:xfrm>
            <a:off x="840175" y="2627500"/>
            <a:ext cx="1463550" cy="994450"/>
          </a:xfrm>
          <a:prstGeom prst="flowChart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ed Hat Text"/>
                <a:ea typeface="Red Hat Text"/>
                <a:cs typeface="Red Hat Text"/>
                <a:sym typeface="Red Hat Text"/>
              </a:rPr>
              <a:t>Select a Host Group</a:t>
            </a:r>
            <a:endParaRPr b="1">
              <a:solidFill>
                <a:schemeClr val="lt1"/>
              </a:solidFill>
              <a:latin typeface="Red Hat Text"/>
              <a:ea typeface="Red Hat Text"/>
              <a:cs typeface="Red Hat Text"/>
              <a:sym typeface="Red Hat Text"/>
            </a:endParaRPr>
          </a:p>
        </p:txBody>
      </p:sp>
      <p:sp>
        <p:nvSpPr>
          <p:cNvPr id="4789" name="Google Shape;4789;p197"/>
          <p:cNvSpPr/>
          <p:nvPr/>
        </p:nvSpPr>
        <p:spPr>
          <a:xfrm>
            <a:off x="3120619" y="2627500"/>
            <a:ext cx="1463550" cy="994450"/>
          </a:xfrm>
          <a:prstGeom prst="flowChart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ed Hat Text"/>
                <a:ea typeface="Red Hat Text"/>
                <a:cs typeface="Red Hat Text"/>
                <a:sym typeface="Red Hat Text"/>
              </a:rPr>
              <a:t>Set Parameters</a:t>
            </a:r>
            <a:endParaRPr b="1">
              <a:solidFill>
                <a:schemeClr val="lt1"/>
              </a:solidFill>
              <a:latin typeface="Red Hat Text"/>
              <a:ea typeface="Red Hat Text"/>
              <a:cs typeface="Red Hat Text"/>
              <a:sym typeface="Red Hat Text"/>
            </a:endParaRPr>
          </a:p>
        </p:txBody>
      </p:sp>
      <p:sp>
        <p:nvSpPr>
          <p:cNvPr id="4790" name="Google Shape;4790;p197"/>
          <p:cNvSpPr/>
          <p:nvPr/>
        </p:nvSpPr>
        <p:spPr>
          <a:xfrm>
            <a:off x="5401063" y="2627500"/>
            <a:ext cx="1463550" cy="994450"/>
          </a:xfrm>
          <a:prstGeom prst="flowChartPredefined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ed Hat Text"/>
                <a:ea typeface="Red Hat Text"/>
                <a:cs typeface="Red Hat Text"/>
                <a:sym typeface="Red Hat Text"/>
              </a:rPr>
              <a:t>Deploy</a:t>
            </a:r>
            <a:endParaRPr b="1">
              <a:solidFill>
                <a:schemeClr val="lt1"/>
              </a:solidFill>
              <a:latin typeface="Red Hat Text"/>
              <a:ea typeface="Red Hat Text"/>
              <a:cs typeface="Red Hat Text"/>
              <a:sym typeface="Red Hat Text"/>
            </a:endParaRPr>
          </a:p>
        </p:txBody>
      </p:sp>
      <p:cxnSp>
        <p:nvCxnSpPr>
          <p:cNvPr id="4791" name="Google Shape;4791;p197"/>
          <p:cNvCxnSpPr>
            <a:stCxn id="4788" idx="3"/>
            <a:endCxn id="4789" idx="1"/>
          </p:cNvCxnSpPr>
          <p:nvPr/>
        </p:nvCxnSpPr>
        <p:spPr>
          <a:xfrm>
            <a:off x="2303725" y="3124725"/>
            <a:ext cx="816900" cy="600"/>
          </a:xfrm>
          <a:prstGeom prst="curvedConnector3">
            <a:avLst>
              <a:gd fmla="val 50000" name="adj1"/>
            </a:avLst>
          </a:prstGeom>
          <a:noFill/>
          <a:ln cap="flat" cmpd="sng" w="19050">
            <a:solidFill>
              <a:schemeClr val="dk1"/>
            </a:solidFill>
            <a:prstDash val="solid"/>
            <a:round/>
            <a:headEnd len="med" w="med" type="none"/>
            <a:tailEnd len="med" w="med" type="triangle"/>
          </a:ln>
        </p:spPr>
      </p:cxnSp>
      <p:cxnSp>
        <p:nvCxnSpPr>
          <p:cNvPr id="4792" name="Google Shape;4792;p197"/>
          <p:cNvCxnSpPr>
            <a:stCxn id="4789" idx="3"/>
            <a:endCxn id="4790" idx="1"/>
          </p:cNvCxnSpPr>
          <p:nvPr/>
        </p:nvCxnSpPr>
        <p:spPr>
          <a:xfrm>
            <a:off x="4584169" y="3124725"/>
            <a:ext cx="816900" cy="600"/>
          </a:xfrm>
          <a:prstGeom prst="curvedConnector3">
            <a:avLst>
              <a:gd fmla="val 50000" name="adj1"/>
            </a:avLst>
          </a:prstGeom>
          <a:noFill/>
          <a:ln cap="flat" cmpd="sng" w="19050">
            <a:solidFill>
              <a:schemeClr val="dk1"/>
            </a:solidFill>
            <a:prstDash val="solid"/>
            <a:round/>
            <a:headEnd len="med" w="med" type="none"/>
            <a:tailEnd len="med" w="med" type="triangle"/>
          </a:ln>
        </p:spPr>
      </p:cxnSp>
      <p:cxnSp>
        <p:nvCxnSpPr>
          <p:cNvPr id="4793" name="Google Shape;4793;p197"/>
          <p:cNvCxnSpPr>
            <a:stCxn id="4790" idx="3"/>
            <a:endCxn id="4794" idx="1"/>
          </p:cNvCxnSpPr>
          <p:nvPr/>
        </p:nvCxnSpPr>
        <p:spPr>
          <a:xfrm>
            <a:off x="6864613" y="3124725"/>
            <a:ext cx="816900" cy="600"/>
          </a:xfrm>
          <a:prstGeom prst="curvedConnector3">
            <a:avLst>
              <a:gd fmla="val 50000" name="adj1"/>
            </a:avLst>
          </a:prstGeom>
          <a:noFill/>
          <a:ln cap="flat" cmpd="sng" w="19050">
            <a:solidFill>
              <a:schemeClr val="dk1"/>
            </a:solidFill>
            <a:prstDash val="solid"/>
            <a:round/>
            <a:headEnd len="med" w="med" type="none"/>
            <a:tailEnd len="med" w="med" type="triangle"/>
          </a:ln>
        </p:spPr>
      </p:cxnSp>
      <p:sp>
        <p:nvSpPr>
          <p:cNvPr id="4795" name="Google Shape;4795;p197"/>
          <p:cNvSpPr txBox="1"/>
          <p:nvPr/>
        </p:nvSpPr>
        <p:spPr>
          <a:xfrm>
            <a:off x="685800" y="1590675"/>
            <a:ext cx="3456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Same Process for every platform!</a:t>
            </a:r>
            <a:endParaRPr>
              <a:latin typeface="Overpass Light"/>
              <a:ea typeface="Overpass Light"/>
              <a:cs typeface="Overpass Light"/>
              <a:sym typeface="Overpass Light"/>
            </a:endParaRPr>
          </a:p>
        </p:txBody>
      </p:sp>
      <p:sp>
        <p:nvSpPr>
          <p:cNvPr id="4796" name="Google Shape;4796;p197"/>
          <p:cNvSpPr/>
          <p:nvPr/>
        </p:nvSpPr>
        <p:spPr>
          <a:xfrm>
            <a:off x="9961950" y="2627800"/>
            <a:ext cx="1463550" cy="994450"/>
          </a:xfrm>
          <a:prstGeom prst="flowChart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ed Hat Text"/>
                <a:ea typeface="Red Hat Text"/>
                <a:cs typeface="Red Hat Text"/>
                <a:sym typeface="Red Hat Text"/>
              </a:rPr>
              <a:t>Use</a:t>
            </a:r>
            <a:endParaRPr b="1">
              <a:solidFill>
                <a:schemeClr val="lt1"/>
              </a:solidFill>
              <a:latin typeface="Red Hat Text"/>
              <a:ea typeface="Red Hat Text"/>
              <a:cs typeface="Red Hat Text"/>
              <a:sym typeface="Red Hat Text"/>
            </a:endParaRPr>
          </a:p>
        </p:txBody>
      </p:sp>
      <p:sp>
        <p:nvSpPr>
          <p:cNvPr id="4794" name="Google Shape;4794;p197"/>
          <p:cNvSpPr/>
          <p:nvPr/>
        </p:nvSpPr>
        <p:spPr>
          <a:xfrm>
            <a:off x="7681506" y="2627500"/>
            <a:ext cx="1463550" cy="994450"/>
          </a:xfrm>
          <a:prstGeom prst="flowChartPredefinedProcess">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Red Hat Text"/>
                <a:ea typeface="Red Hat Text"/>
                <a:cs typeface="Red Hat Text"/>
                <a:sym typeface="Red Hat Text"/>
              </a:rPr>
              <a:t>Configure</a:t>
            </a:r>
            <a:endParaRPr b="1">
              <a:solidFill>
                <a:schemeClr val="lt1"/>
              </a:solidFill>
              <a:latin typeface="Red Hat Text"/>
              <a:ea typeface="Red Hat Text"/>
              <a:cs typeface="Red Hat Text"/>
              <a:sym typeface="Red Hat Text"/>
            </a:endParaRPr>
          </a:p>
        </p:txBody>
      </p:sp>
      <p:cxnSp>
        <p:nvCxnSpPr>
          <p:cNvPr id="4797" name="Google Shape;4797;p197"/>
          <p:cNvCxnSpPr>
            <a:stCxn id="4794" idx="3"/>
            <a:endCxn id="4796" idx="1"/>
          </p:cNvCxnSpPr>
          <p:nvPr/>
        </p:nvCxnSpPr>
        <p:spPr>
          <a:xfrm>
            <a:off x="9145056" y="3124725"/>
            <a:ext cx="816900" cy="600"/>
          </a:xfrm>
          <a:prstGeom prst="curvedConnector3">
            <a:avLst>
              <a:gd fmla="val 50000" name="adj1"/>
            </a:avLst>
          </a:prstGeom>
          <a:noFill/>
          <a:ln cap="flat" cmpd="sng" w="19050">
            <a:solidFill>
              <a:schemeClr val="dk1"/>
            </a:solidFill>
            <a:prstDash val="solid"/>
            <a:round/>
            <a:headEnd len="med" w="med" type="none"/>
            <a:tailEnd len="med" w="med" type="triangle"/>
          </a:ln>
        </p:spPr>
      </p:cxnSp>
      <p:sp>
        <p:nvSpPr>
          <p:cNvPr id="4798" name="Google Shape;4798;p197"/>
          <p:cNvSpPr txBox="1"/>
          <p:nvPr/>
        </p:nvSpPr>
        <p:spPr>
          <a:xfrm>
            <a:off x="876300" y="4029075"/>
            <a:ext cx="88677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Satellite abstracts away the need to understand much of each platforms automation objects and language</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You have less code to manage</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You have consistent process</a:t>
            </a:r>
            <a:endParaRPr>
              <a:latin typeface="Overpass Light"/>
              <a:ea typeface="Overpass Light"/>
              <a:cs typeface="Overpass Light"/>
              <a:sym typeface="Overpass Light"/>
            </a:endParaRPr>
          </a:p>
          <a:p>
            <a:pPr indent="0" lvl="0" marL="0" rtl="0" algn="l">
              <a:spcBef>
                <a:spcPts val="0"/>
              </a:spcBef>
              <a:spcAft>
                <a:spcPts val="0"/>
              </a:spcAft>
              <a:buNone/>
            </a:pPr>
            <a:r>
              <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And you can do more - faster - focusing on delivery vs. maintenance</a:t>
            </a:r>
            <a:endParaRPr>
              <a:latin typeface="Overpass Light"/>
              <a:ea typeface="Overpass Light"/>
              <a:cs typeface="Overpass Light"/>
              <a:sym typeface="Overpass Light"/>
            </a:endParaRPr>
          </a:p>
        </p:txBody>
      </p:sp>
      <p:sp>
        <p:nvSpPr>
          <p:cNvPr id="4799" name="Google Shape;4799;p197"/>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3" name="Shape 4803"/>
        <p:cNvGrpSpPr/>
        <p:nvPr/>
      </p:nvGrpSpPr>
      <p:grpSpPr>
        <a:xfrm>
          <a:off x="0" y="0"/>
          <a:ext cx="0" cy="0"/>
          <a:chOff x="0" y="0"/>
          <a:chExt cx="0" cy="0"/>
        </a:xfrm>
      </p:grpSpPr>
      <p:sp>
        <p:nvSpPr>
          <p:cNvPr id="4804" name="Google Shape;4804;p198"/>
          <p:cNvSpPr txBox="1"/>
          <p:nvPr>
            <p:ph type="title"/>
          </p:nvPr>
        </p:nvSpPr>
        <p:spPr>
          <a:xfrm>
            <a:off x="447775" y="1084575"/>
            <a:ext cx="6825000" cy="2105100"/>
          </a:xfrm>
          <a:prstGeom prst="rect">
            <a:avLst/>
          </a:prstGeom>
        </p:spPr>
        <p:txBody>
          <a:bodyPr anchorCtr="0" anchor="t" bIns="91425" lIns="457200" spcFirstLastPara="1" rIns="91425" wrap="square" tIns="91425">
            <a:noAutofit/>
          </a:bodyPr>
          <a:lstStyle/>
          <a:p>
            <a:pPr indent="0" lvl="0" marL="0" rtl="0" algn="l">
              <a:spcBef>
                <a:spcPts val="0"/>
              </a:spcBef>
              <a:spcAft>
                <a:spcPts val="0"/>
              </a:spcAft>
              <a:buNone/>
            </a:pPr>
            <a:r>
              <a:rPr lang="en" sz="4200"/>
              <a:t>Content Management</a:t>
            </a:r>
            <a:endParaRPr sz="4200"/>
          </a:p>
        </p:txBody>
      </p:sp>
      <p:sp>
        <p:nvSpPr>
          <p:cNvPr id="4805" name="Google Shape;4805;p198"/>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4806" name="Google Shape;4806;p198"/>
          <p:cNvSpPr txBox="1"/>
          <p:nvPr>
            <p:ph idx="1" type="subTitle"/>
          </p:nvPr>
        </p:nvSpPr>
        <p:spPr>
          <a:xfrm>
            <a:off x="9251450" y="1743725"/>
            <a:ext cx="2124300" cy="33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807" name="Google Shape;4807;p19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1" name="Shape 4811"/>
        <p:cNvGrpSpPr/>
        <p:nvPr/>
      </p:nvGrpSpPr>
      <p:grpSpPr>
        <a:xfrm>
          <a:off x="0" y="0"/>
          <a:ext cx="0" cy="0"/>
          <a:chOff x="0" y="0"/>
          <a:chExt cx="0" cy="0"/>
        </a:xfrm>
      </p:grpSpPr>
      <p:sp>
        <p:nvSpPr>
          <p:cNvPr id="4812" name="Google Shape;4812;p19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813" name="Google Shape;4813;p199"/>
          <p:cNvSpPr txBox="1"/>
          <p:nvPr>
            <p:ph idx="4294967295"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Remember</a:t>
            </a:r>
            <a:r>
              <a:rPr lang="en">
                <a:latin typeface="Red Hat Display Medium"/>
                <a:ea typeface="Red Hat Display Medium"/>
                <a:cs typeface="Red Hat Display Medium"/>
                <a:sym typeface="Red Hat Display Medium"/>
              </a:rPr>
              <a:t>…</a:t>
            </a:r>
            <a:endParaRPr>
              <a:latin typeface="Red Hat Display Medium"/>
              <a:ea typeface="Red Hat Display Medium"/>
              <a:cs typeface="Red Hat Display Medium"/>
              <a:sym typeface="Red Hat Display Medium"/>
            </a:endParaRPr>
          </a:p>
        </p:txBody>
      </p:sp>
      <p:sp>
        <p:nvSpPr>
          <p:cNvPr id="4814" name="Google Shape;4814;p19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pic>
        <p:nvPicPr>
          <p:cNvPr id="4815" name="Google Shape;4815;p199"/>
          <p:cNvPicPr preferRelativeResize="0"/>
          <p:nvPr/>
        </p:nvPicPr>
        <p:blipFill rotWithShape="1">
          <a:blip r:embed="rId3">
            <a:alphaModFix/>
          </a:blip>
          <a:srcRect b="0" l="845" r="845" t="0"/>
          <a:stretch/>
        </p:blipFill>
        <p:spPr>
          <a:xfrm>
            <a:off x="4014950" y="2480750"/>
            <a:ext cx="3939225" cy="1896500"/>
          </a:xfrm>
          <a:prstGeom prst="rect">
            <a:avLst/>
          </a:prstGeom>
          <a:noFill/>
          <a:ln>
            <a:noFill/>
          </a:ln>
        </p:spPr>
      </p:pic>
      <p:sp>
        <p:nvSpPr>
          <p:cNvPr id="4816" name="Google Shape;4816;p199"/>
          <p:cNvSpPr txBox="1"/>
          <p:nvPr/>
        </p:nvSpPr>
        <p:spPr>
          <a:xfrm>
            <a:off x="6481742" y="2111506"/>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Monitor</a:t>
            </a:r>
            <a:endParaRPr b="1">
              <a:latin typeface="Red Hat Display"/>
              <a:ea typeface="Red Hat Display"/>
              <a:cs typeface="Red Hat Display"/>
              <a:sym typeface="Red Hat Display"/>
            </a:endParaRPr>
          </a:p>
        </p:txBody>
      </p:sp>
      <p:sp>
        <p:nvSpPr>
          <p:cNvPr id="4817" name="Google Shape;4817;p199"/>
          <p:cNvSpPr txBox="1"/>
          <p:nvPr/>
        </p:nvSpPr>
        <p:spPr>
          <a:xfrm>
            <a:off x="6376892" y="4346294"/>
            <a:ext cx="10860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Configure</a:t>
            </a:r>
            <a:endParaRPr b="1">
              <a:latin typeface="Red Hat Display"/>
              <a:ea typeface="Red Hat Display"/>
              <a:cs typeface="Red Hat Display"/>
              <a:sym typeface="Red Hat Display"/>
            </a:endParaRPr>
          </a:p>
        </p:txBody>
      </p:sp>
      <p:sp>
        <p:nvSpPr>
          <p:cNvPr id="4818" name="Google Shape;4818;p199"/>
          <p:cNvSpPr txBox="1"/>
          <p:nvPr/>
        </p:nvSpPr>
        <p:spPr>
          <a:xfrm>
            <a:off x="4595608" y="2111506"/>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Deploy</a:t>
            </a:r>
            <a:endParaRPr b="1">
              <a:latin typeface="Red Hat Display"/>
              <a:ea typeface="Red Hat Display"/>
              <a:cs typeface="Red Hat Display"/>
              <a:sym typeface="Red Hat Display"/>
            </a:endParaRPr>
          </a:p>
        </p:txBody>
      </p:sp>
      <p:sp>
        <p:nvSpPr>
          <p:cNvPr id="4819" name="Google Shape;4819;p199"/>
          <p:cNvSpPr txBox="1"/>
          <p:nvPr/>
        </p:nvSpPr>
        <p:spPr>
          <a:xfrm>
            <a:off x="4595608" y="4346294"/>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Review</a:t>
            </a:r>
            <a:endParaRPr b="1">
              <a:latin typeface="Red Hat Display"/>
              <a:ea typeface="Red Hat Display"/>
              <a:cs typeface="Red Hat Display"/>
              <a:sym typeface="Red Hat Display"/>
            </a:endParaRPr>
          </a:p>
        </p:txBody>
      </p:sp>
      <p:sp>
        <p:nvSpPr>
          <p:cNvPr id="4820" name="Google Shape;4820;p199"/>
          <p:cNvSpPr txBox="1"/>
          <p:nvPr/>
        </p:nvSpPr>
        <p:spPr>
          <a:xfrm>
            <a:off x="7758275" y="2789750"/>
            <a:ext cx="20724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Maintain/Destroy</a:t>
            </a:r>
            <a:endParaRPr b="1">
              <a:latin typeface="Red Hat Display"/>
              <a:ea typeface="Red Hat Display"/>
              <a:cs typeface="Red Hat Display"/>
              <a:sym typeface="Red Hat Display"/>
            </a:endParaRPr>
          </a:p>
        </p:txBody>
      </p:sp>
      <p:sp>
        <p:nvSpPr>
          <p:cNvPr id="4821" name="Google Shape;4821;p199"/>
          <p:cNvSpPr txBox="1"/>
          <p:nvPr/>
        </p:nvSpPr>
        <p:spPr>
          <a:xfrm>
            <a:off x="7863125" y="3668050"/>
            <a:ext cx="1638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Manage/Test</a:t>
            </a:r>
            <a:endParaRPr b="1">
              <a:latin typeface="Red Hat Display"/>
              <a:ea typeface="Red Hat Display"/>
              <a:cs typeface="Red Hat Display"/>
              <a:sym typeface="Red Hat Display"/>
            </a:endParaRPr>
          </a:p>
        </p:txBody>
      </p:sp>
      <p:sp>
        <p:nvSpPr>
          <p:cNvPr id="4822" name="Google Shape;4822;p199"/>
          <p:cNvSpPr txBox="1"/>
          <p:nvPr/>
        </p:nvSpPr>
        <p:spPr>
          <a:xfrm>
            <a:off x="3209575" y="2789750"/>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Deliver</a:t>
            </a:r>
            <a:endParaRPr b="1">
              <a:latin typeface="Red Hat Display"/>
              <a:ea typeface="Red Hat Display"/>
              <a:cs typeface="Red Hat Display"/>
              <a:sym typeface="Red Hat Display"/>
            </a:endParaRPr>
          </a:p>
        </p:txBody>
      </p:sp>
      <p:sp>
        <p:nvSpPr>
          <p:cNvPr id="4823" name="Google Shape;4823;p199"/>
          <p:cNvSpPr txBox="1"/>
          <p:nvPr/>
        </p:nvSpPr>
        <p:spPr>
          <a:xfrm>
            <a:off x="3218329" y="3668040"/>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Define</a:t>
            </a:r>
            <a:endParaRPr b="1">
              <a:latin typeface="Red Hat Display"/>
              <a:ea typeface="Red Hat Display"/>
              <a:cs typeface="Red Hat Display"/>
              <a:sym typeface="Red Hat Display"/>
            </a:endParaRPr>
          </a:p>
        </p:txBody>
      </p:sp>
      <p:sp>
        <p:nvSpPr>
          <p:cNvPr id="4824" name="Google Shape;4824;p199"/>
          <p:cNvSpPr txBox="1"/>
          <p:nvPr>
            <p:ph idx="4294967295" type="title"/>
          </p:nvPr>
        </p:nvSpPr>
        <p:spPr>
          <a:xfrm>
            <a:off x="1752600" y="1390048"/>
            <a:ext cx="8686800" cy="5850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Model, Conditions, Control</a:t>
            </a:r>
            <a:endParaRPr>
              <a:latin typeface="Red Hat Display Medium"/>
              <a:ea typeface="Red Hat Display Medium"/>
              <a:cs typeface="Red Hat Display Medium"/>
              <a:sym typeface="Red Hat Display Medium"/>
            </a:endParaRPr>
          </a:p>
        </p:txBody>
      </p:sp>
      <p:sp>
        <p:nvSpPr>
          <p:cNvPr id="4825" name="Google Shape;4825;p199"/>
          <p:cNvSpPr txBox="1"/>
          <p:nvPr/>
        </p:nvSpPr>
        <p:spPr>
          <a:xfrm>
            <a:off x="2653200" y="5038725"/>
            <a:ext cx="72201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600">
                <a:latin typeface="Red Hat Display SemiBold"/>
                <a:ea typeface="Red Hat Display SemiBold"/>
                <a:cs typeface="Red Hat Display SemiBold"/>
                <a:sym typeface="Red Hat Display SemiBold"/>
              </a:rPr>
              <a:t>Goal: Deliver a pipeline for one or more models</a:t>
            </a:r>
            <a:endParaRPr sz="2600">
              <a:latin typeface="Red Hat Display SemiBold"/>
              <a:ea typeface="Red Hat Display SemiBold"/>
              <a:cs typeface="Red Hat Display SemiBold"/>
              <a:sym typeface="Red Hat Display SemiBo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4"/>
                                        </p:tgtEl>
                                        <p:attrNameLst>
                                          <p:attrName>style.visibility</p:attrName>
                                        </p:attrNameLst>
                                      </p:cBhvr>
                                      <p:to>
                                        <p:strVal val="visible"/>
                                      </p:to>
                                    </p:set>
                                    <p:animEffect filter="fade" transition="in">
                                      <p:cBhvr>
                                        <p:cTn dur="1000"/>
                                        <p:tgtEl>
                                          <p:spTgt spid="4824"/>
                                        </p:tgtEl>
                                      </p:cBhvr>
                                    </p:animEffect>
                                  </p:childTnLst>
                                </p:cTn>
                              </p:par>
                              <p:par>
                                <p:cTn fill="hold" nodeType="withEffect" presetClass="entr" presetID="10" presetSubtype="0">
                                  <p:stCondLst>
                                    <p:cond delay="0"/>
                                  </p:stCondLst>
                                  <p:childTnLst>
                                    <p:set>
                                      <p:cBhvr>
                                        <p:cTn dur="1" fill="hold">
                                          <p:stCondLst>
                                            <p:cond delay="0"/>
                                          </p:stCondLst>
                                        </p:cTn>
                                        <p:tgtEl>
                                          <p:spTgt spid="4815"/>
                                        </p:tgtEl>
                                        <p:attrNameLst>
                                          <p:attrName>style.visibility</p:attrName>
                                        </p:attrNameLst>
                                      </p:cBhvr>
                                      <p:to>
                                        <p:strVal val="visible"/>
                                      </p:to>
                                    </p:set>
                                    <p:animEffect filter="fade" transition="in">
                                      <p:cBhvr>
                                        <p:cTn dur="1000"/>
                                        <p:tgtEl>
                                          <p:spTgt spid="4815"/>
                                        </p:tgtEl>
                                      </p:cBhvr>
                                    </p:animEffect>
                                  </p:childTnLst>
                                </p:cTn>
                              </p:par>
                              <p:par>
                                <p:cTn fill="hold" nodeType="withEffect" presetClass="entr" presetID="10" presetSubtype="0">
                                  <p:stCondLst>
                                    <p:cond delay="0"/>
                                  </p:stCondLst>
                                  <p:childTnLst>
                                    <p:set>
                                      <p:cBhvr>
                                        <p:cTn dur="1" fill="hold">
                                          <p:stCondLst>
                                            <p:cond delay="0"/>
                                          </p:stCondLst>
                                        </p:cTn>
                                        <p:tgtEl>
                                          <p:spTgt spid="4816"/>
                                        </p:tgtEl>
                                        <p:attrNameLst>
                                          <p:attrName>style.visibility</p:attrName>
                                        </p:attrNameLst>
                                      </p:cBhvr>
                                      <p:to>
                                        <p:strVal val="visible"/>
                                      </p:to>
                                    </p:set>
                                    <p:animEffect filter="fade" transition="in">
                                      <p:cBhvr>
                                        <p:cTn dur="1000"/>
                                        <p:tgtEl>
                                          <p:spTgt spid="4816"/>
                                        </p:tgtEl>
                                      </p:cBhvr>
                                    </p:animEffect>
                                  </p:childTnLst>
                                </p:cTn>
                              </p:par>
                              <p:par>
                                <p:cTn fill="hold" nodeType="withEffect" presetClass="entr" presetID="10" presetSubtype="0">
                                  <p:stCondLst>
                                    <p:cond delay="0"/>
                                  </p:stCondLst>
                                  <p:childTnLst>
                                    <p:set>
                                      <p:cBhvr>
                                        <p:cTn dur="1" fill="hold">
                                          <p:stCondLst>
                                            <p:cond delay="0"/>
                                          </p:stCondLst>
                                        </p:cTn>
                                        <p:tgtEl>
                                          <p:spTgt spid="4817"/>
                                        </p:tgtEl>
                                        <p:attrNameLst>
                                          <p:attrName>style.visibility</p:attrName>
                                        </p:attrNameLst>
                                      </p:cBhvr>
                                      <p:to>
                                        <p:strVal val="visible"/>
                                      </p:to>
                                    </p:set>
                                    <p:animEffect filter="fade" transition="in">
                                      <p:cBhvr>
                                        <p:cTn dur="1000"/>
                                        <p:tgtEl>
                                          <p:spTgt spid="4817"/>
                                        </p:tgtEl>
                                      </p:cBhvr>
                                    </p:animEffect>
                                  </p:childTnLst>
                                </p:cTn>
                              </p:par>
                              <p:par>
                                <p:cTn fill="hold" nodeType="withEffect" presetClass="entr" presetID="10" presetSubtype="0">
                                  <p:stCondLst>
                                    <p:cond delay="0"/>
                                  </p:stCondLst>
                                  <p:childTnLst>
                                    <p:set>
                                      <p:cBhvr>
                                        <p:cTn dur="1" fill="hold">
                                          <p:stCondLst>
                                            <p:cond delay="0"/>
                                          </p:stCondLst>
                                        </p:cTn>
                                        <p:tgtEl>
                                          <p:spTgt spid="4818"/>
                                        </p:tgtEl>
                                        <p:attrNameLst>
                                          <p:attrName>style.visibility</p:attrName>
                                        </p:attrNameLst>
                                      </p:cBhvr>
                                      <p:to>
                                        <p:strVal val="visible"/>
                                      </p:to>
                                    </p:set>
                                    <p:animEffect filter="fade" transition="in">
                                      <p:cBhvr>
                                        <p:cTn dur="1000"/>
                                        <p:tgtEl>
                                          <p:spTgt spid="4818"/>
                                        </p:tgtEl>
                                      </p:cBhvr>
                                    </p:animEffect>
                                  </p:childTnLst>
                                </p:cTn>
                              </p:par>
                              <p:par>
                                <p:cTn fill="hold" nodeType="withEffect" presetClass="entr" presetID="10" presetSubtype="0">
                                  <p:stCondLst>
                                    <p:cond delay="0"/>
                                  </p:stCondLst>
                                  <p:childTnLst>
                                    <p:set>
                                      <p:cBhvr>
                                        <p:cTn dur="1" fill="hold">
                                          <p:stCondLst>
                                            <p:cond delay="0"/>
                                          </p:stCondLst>
                                        </p:cTn>
                                        <p:tgtEl>
                                          <p:spTgt spid="4819"/>
                                        </p:tgtEl>
                                        <p:attrNameLst>
                                          <p:attrName>style.visibility</p:attrName>
                                        </p:attrNameLst>
                                      </p:cBhvr>
                                      <p:to>
                                        <p:strVal val="visible"/>
                                      </p:to>
                                    </p:set>
                                    <p:animEffect filter="fade" transition="in">
                                      <p:cBhvr>
                                        <p:cTn dur="1000"/>
                                        <p:tgtEl>
                                          <p:spTgt spid="4819"/>
                                        </p:tgtEl>
                                      </p:cBhvr>
                                    </p:animEffect>
                                  </p:childTnLst>
                                </p:cTn>
                              </p:par>
                              <p:par>
                                <p:cTn fill="hold" nodeType="withEffect" presetClass="entr" presetID="10" presetSubtype="0">
                                  <p:stCondLst>
                                    <p:cond delay="0"/>
                                  </p:stCondLst>
                                  <p:childTnLst>
                                    <p:set>
                                      <p:cBhvr>
                                        <p:cTn dur="1" fill="hold">
                                          <p:stCondLst>
                                            <p:cond delay="0"/>
                                          </p:stCondLst>
                                        </p:cTn>
                                        <p:tgtEl>
                                          <p:spTgt spid="4820"/>
                                        </p:tgtEl>
                                        <p:attrNameLst>
                                          <p:attrName>style.visibility</p:attrName>
                                        </p:attrNameLst>
                                      </p:cBhvr>
                                      <p:to>
                                        <p:strVal val="visible"/>
                                      </p:to>
                                    </p:set>
                                    <p:animEffect filter="fade" transition="in">
                                      <p:cBhvr>
                                        <p:cTn dur="1000"/>
                                        <p:tgtEl>
                                          <p:spTgt spid="4820"/>
                                        </p:tgtEl>
                                      </p:cBhvr>
                                    </p:animEffect>
                                  </p:childTnLst>
                                </p:cTn>
                              </p:par>
                              <p:par>
                                <p:cTn fill="hold" nodeType="withEffect" presetClass="entr" presetID="10" presetSubtype="0">
                                  <p:stCondLst>
                                    <p:cond delay="0"/>
                                  </p:stCondLst>
                                  <p:childTnLst>
                                    <p:set>
                                      <p:cBhvr>
                                        <p:cTn dur="1" fill="hold">
                                          <p:stCondLst>
                                            <p:cond delay="0"/>
                                          </p:stCondLst>
                                        </p:cTn>
                                        <p:tgtEl>
                                          <p:spTgt spid="4821"/>
                                        </p:tgtEl>
                                        <p:attrNameLst>
                                          <p:attrName>style.visibility</p:attrName>
                                        </p:attrNameLst>
                                      </p:cBhvr>
                                      <p:to>
                                        <p:strVal val="visible"/>
                                      </p:to>
                                    </p:set>
                                    <p:animEffect filter="fade" transition="in">
                                      <p:cBhvr>
                                        <p:cTn dur="1000"/>
                                        <p:tgtEl>
                                          <p:spTgt spid="4821"/>
                                        </p:tgtEl>
                                      </p:cBhvr>
                                    </p:animEffect>
                                  </p:childTnLst>
                                </p:cTn>
                              </p:par>
                              <p:par>
                                <p:cTn fill="hold" nodeType="withEffect" presetClass="entr" presetID="10" presetSubtype="0">
                                  <p:stCondLst>
                                    <p:cond delay="0"/>
                                  </p:stCondLst>
                                  <p:childTnLst>
                                    <p:set>
                                      <p:cBhvr>
                                        <p:cTn dur="1" fill="hold">
                                          <p:stCondLst>
                                            <p:cond delay="0"/>
                                          </p:stCondLst>
                                        </p:cTn>
                                        <p:tgtEl>
                                          <p:spTgt spid="4822"/>
                                        </p:tgtEl>
                                        <p:attrNameLst>
                                          <p:attrName>style.visibility</p:attrName>
                                        </p:attrNameLst>
                                      </p:cBhvr>
                                      <p:to>
                                        <p:strVal val="visible"/>
                                      </p:to>
                                    </p:set>
                                    <p:animEffect filter="fade" transition="in">
                                      <p:cBhvr>
                                        <p:cTn dur="1000"/>
                                        <p:tgtEl>
                                          <p:spTgt spid="4822"/>
                                        </p:tgtEl>
                                      </p:cBhvr>
                                    </p:animEffect>
                                  </p:childTnLst>
                                </p:cTn>
                              </p:par>
                              <p:par>
                                <p:cTn fill="hold" nodeType="withEffect" presetClass="entr" presetID="10" presetSubtype="0">
                                  <p:stCondLst>
                                    <p:cond delay="0"/>
                                  </p:stCondLst>
                                  <p:childTnLst>
                                    <p:set>
                                      <p:cBhvr>
                                        <p:cTn dur="1" fill="hold">
                                          <p:stCondLst>
                                            <p:cond delay="0"/>
                                          </p:stCondLst>
                                        </p:cTn>
                                        <p:tgtEl>
                                          <p:spTgt spid="4823"/>
                                        </p:tgtEl>
                                        <p:attrNameLst>
                                          <p:attrName>style.visibility</p:attrName>
                                        </p:attrNameLst>
                                      </p:cBhvr>
                                      <p:to>
                                        <p:strVal val="visible"/>
                                      </p:to>
                                    </p:set>
                                    <p:animEffect filter="fade" transition="in">
                                      <p:cBhvr>
                                        <p:cTn dur="1000"/>
                                        <p:tgtEl>
                                          <p:spTgt spid="4823"/>
                                        </p:tgtEl>
                                      </p:cBhvr>
                                    </p:animEffect>
                                  </p:childTnLst>
                                </p:cTn>
                              </p:par>
                              <p:par>
                                <p:cTn fill="hold" nodeType="withEffect" presetClass="entr" presetID="10" presetSubtype="0">
                                  <p:stCondLst>
                                    <p:cond delay="0"/>
                                  </p:stCondLst>
                                  <p:childTnLst>
                                    <p:set>
                                      <p:cBhvr>
                                        <p:cTn dur="1" fill="hold">
                                          <p:stCondLst>
                                            <p:cond delay="0"/>
                                          </p:stCondLst>
                                        </p:cTn>
                                        <p:tgtEl>
                                          <p:spTgt spid="4825"/>
                                        </p:tgtEl>
                                        <p:attrNameLst>
                                          <p:attrName>style.visibility</p:attrName>
                                        </p:attrNameLst>
                                      </p:cBhvr>
                                      <p:to>
                                        <p:strVal val="visible"/>
                                      </p:to>
                                    </p:set>
                                    <p:animEffect filter="fade" transition="in">
                                      <p:cBhvr>
                                        <p:cTn dur="1000"/>
                                        <p:tgtEl>
                                          <p:spTgt spid="4825"/>
                                        </p:tgtEl>
                                      </p:cBhvr>
                                    </p:animEffect>
                                  </p:childTnLst>
                                </p:cTn>
                              </p:par>
                              <p:par>
                                <p:cTn fill="hold" nodeType="withEffect" presetClass="exit" presetID="10" presetSubtype="0">
                                  <p:stCondLst>
                                    <p:cond delay="0"/>
                                  </p:stCondLst>
                                  <p:childTnLst>
                                    <p:animEffect filter="fade" transition="out">
                                      <p:cBhvr>
                                        <p:cTn dur="1000"/>
                                        <p:tgtEl>
                                          <p:spTgt spid="4813"/>
                                        </p:tgtEl>
                                      </p:cBhvr>
                                    </p:animEffect>
                                    <p:set>
                                      <p:cBhvr>
                                        <p:cTn dur="1" fill="hold">
                                          <p:stCondLst>
                                            <p:cond delay="1000"/>
                                          </p:stCondLst>
                                        </p:cTn>
                                        <p:tgtEl>
                                          <p:spTgt spid="481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9" name="Shape 4829"/>
        <p:cNvGrpSpPr/>
        <p:nvPr/>
      </p:nvGrpSpPr>
      <p:grpSpPr>
        <a:xfrm>
          <a:off x="0" y="0"/>
          <a:ext cx="0" cy="0"/>
          <a:chOff x="0" y="0"/>
          <a:chExt cx="0" cy="0"/>
        </a:xfrm>
      </p:grpSpPr>
      <p:sp>
        <p:nvSpPr>
          <p:cNvPr id="4830" name="Google Shape;4830;p200"/>
          <p:cNvSpPr/>
          <p:nvPr/>
        </p:nvSpPr>
        <p:spPr>
          <a:xfrm>
            <a:off x="1076400" y="2561200"/>
            <a:ext cx="10160400" cy="3555900"/>
          </a:xfrm>
          <a:prstGeom prst="rect">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1" name="Google Shape;4831;p200"/>
          <p:cNvSpPr txBox="1"/>
          <p:nvPr>
            <p:ph type="title"/>
          </p:nvPr>
        </p:nvSpPr>
        <p:spPr>
          <a:xfrm>
            <a:off x="1752600" y="946000"/>
            <a:ext cx="8686800" cy="967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Seeing it as a pipeline model</a:t>
            </a:r>
            <a:endParaRPr>
              <a:latin typeface="Red Hat Display Medium"/>
              <a:ea typeface="Red Hat Display Medium"/>
              <a:cs typeface="Red Hat Display Medium"/>
              <a:sym typeface="Red Hat Display Medium"/>
            </a:endParaRPr>
          </a:p>
        </p:txBody>
      </p:sp>
      <p:sp>
        <p:nvSpPr>
          <p:cNvPr id="4832" name="Google Shape;4832;p200"/>
          <p:cNvSpPr txBox="1"/>
          <p:nvPr/>
        </p:nvSpPr>
        <p:spPr>
          <a:xfrm>
            <a:off x="7597748" y="2855706"/>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Monitor</a:t>
            </a:r>
            <a:endParaRPr b="1">
              <a:latin typeface="Red Hat Display"/>
              <a:ea typeface="Red Hat Display"/>
              <a:cs typeface="Red Hat Display"/>
              <a:sym typeface="Red Hat Display"/>
            </a:endParaRPr>
          </a:p>
        </p:txBody>
      </p:sp>
      <p:sp>
        <p:nvSpPr>
          <p:cNvPr id="4833" name="Google Shape;4833;p200"/>
          <p:cNvSpPr txBox="1"/>
          <p:nvPr/>
        </p:nvSpPr>
        <p:spPr>
          <a:xfrm>
            <a:off x="6334010" y="3951944"/>
            <a:ext cx="10860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Configure</a:t>
            </a:r>
            <a:endParaRPr b="1">
              <a:latin typeface="Red Hat Display"/>
              <a:ea typeface="Red Hat Display"/>
              <a:cs typeface="Red Hat Display"/>
              <a:sym typeface="Red Hat Display"/>
            </a:endParaRPr>
          </a:p>
        </p:txBody>
      </p:sp>
      <p:sp>
        <p:nvSpPr>
          <p:cNvPr id="4834" name="Google Shape;4834;p200"/>
          <p:cNvSpPr txBox="1"/>
          <p:nvPr/>
        </p:nvSpPr>
        <p:spPr>
          <a:xfrm>
            <a:off x="4746890" y="3951956"/>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Deploy</a:t>
            </a:r>
            <a:endParaRPr b="1">
              <a:latin typeface="Red Hat Display"/>
              <a:ea typeface="Red Hat Display"/>
              <a:cs typeface="Red Hat Display"/>
              <a:sym typeface="Red Hat Display"/>
            </a:endParaRPr>
          </a:p>
        </p:txBody>
      </p:sp>
      <p:sp>
        <p:nvSpPr>
          <p:cNvPr id="4835" name="Google Shape;4835;p200"/>
          <p:cNvSpPr txBox="1"/>
          <p:nvPr/>
        </p:nvSpPr>
        <p:spPr>
          <a:xfrm>
            <a:off x="3645433" y="2855694"/>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Review</a:t>
            </a:r>
            <a:endParaRPr b="1">
              <a:latin typeface="Red Hat Display"/>
              <a:ea typeface="Red Hat Display"/>
              <a:cs typeface="Red Hat Display"/>
              <a:sym typeface="Red Hat Display"/>
            </a:endParaRPr>
          </a:p>
        </p:txBody>
      </p:sp>
      <p:sp>
        <p:nvSpPr>
          <p:cNvPr id="4836" name="Google Shape;4836;p200"/>
          <p:cNvSpPr txBox="1"/>
          <p:nvPr/>
        </p:nvSpPr>
        <p:spPr>
          <a:xfrm>
            <a:off x="9717950" y="3951960"/>
            <a:ext cx="10860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Maintain</a:t>
            </a:r>
            <a:endParaRPr b="1">
              <a:latin typeface="Red Hat Display"/>
              <a:ea typeface="Red Hat Display"/>
              <a:cs typeface="Red Hat Display"/>
              <a:sym typeface="Red Hat Display"/>
            </a:endParaRPr>
          </a:p>
        </p:txBody>
      </p:sp>
      <p:sp>
        <p:nvSpPr>
          <p:cNvPr id="4837" name="Google Shape;4837;p200"/>
          <p:cNvSpPr txBox="1"/>
          <p:nvPr/>
        </p:nvSpPr>
        <p:spPr>
          <a:xfrm>
            <a:off x="8130830" y="3951940"/>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Manage</a:t>
            </a:r>
            <a:endParaRPr b="1">
              <a:latin typeface="Red Hat Display"/>
              <a:ea typeface="Red Hat Display"/>
              <a:cs typeface="Red Hat Display"/>
              <a:sym typeface="Red Hat Display"/>
            </a:endParaRPr>
          </a:p>
        </p:txBody>
      </p:sp>
      <p:sp>
        <p:nvSpPr>
          <p:cNvPr id="4838" name="Google Shape;4838;p200"/>
          <p:cNvSpPr txBox="1"/>
          <p:nvPr/>
        </p:nvSpPr>
        <p:spPr>
          <a:xfrm>
            <a:off x="3374738" y="3951950"/>
            <a:ext cx="7935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Deliver</a:t>
            </a:r>
            <a:endParaRPr b="1">
              <a:latin typeface="Red Hat Display"/>
              <a:ea typeface="Red Hat Display"/>
              <a:cs typeface="Red Hat Display"/>
              <a:sym typeface="Red Hat Display"/>
            </a:endParaRPr>
          </a:p>
        </p:txBody>
      </p:sp>
      <p:sp>
        <p:nvSpPr>
          <p:cNvPr id="4839" name="Google Shape;4839;p200"/>
          <p:cNvSpPr txBox="1"/>
          <p:nvPr/>
        </p:nvSpPr>
        <p:spPr>
          <a:xfrm>
            <a:off x="1848950" y="3951940"/>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Define</a:t>
            </a:r>
            <a:endParaRPr b="1">
              <a:latin typeface="Red Hat Display"/>
              <a:ea typeface="Red Hat Display"/>
              <a:cs typeface="Red Hat Display"/>
              <a:sym typeface="Red Hat Display"/>
            </a:endParaRPr>
          </a:p>
        </p:txBody>
      </p:sp>
      <p:sp>
        <p:nvSpPr>
          <p:cNvPr id="4840" name="Google Shape;4840;p200"/>
          <p:cNvSpPr/>
          <p:nvPr/>
        </p:nvSpPr>
        <p:spPr>
          <a:xfrm rot="5400000">
            <a:off x="6949375" y="220250"/>
            <a:ext cx="253200" cy="7064400"/>
          </a:xfrm>
          <a:prstGeom prst="leftBrace">
            <a:avLst>
              <a:gd fmla="val 50000" name="adj1"/>
              <a:gd fmla="val 36255" name="adj2"/>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41" name="Google Shape;4841;p200"/>
          <p:cNvCxnSpPr>
            <a:endCxn id="4835" idx="3"/>
          </p:cNvCxnSpPr>
          <p:nvPr/>
        </p:nvCxnSpPr>
        <p:spPr>
          <a:xfrm rot="10800000">
            <a:off x="4521733" y="3055794"/>
            <a:ext cx="3066600" cy="0"/>
          </a:xfrm>
          <a:prstGeom prst="straightConnector1">
            <a:avLst/>
          </a:prstGeom>
          <a:noFill/>
          <a:ln cap="flat" cmpd="sng" w="28575">
            <a:solidFill>
              <a:schemeClr val="accent1"/>
            </a:solidFill>
            <a:prstDash val="solid"/>
            <a:round/>
            <a:headEnd len="med" w="med" type="none"/>
            <a:tailEnd len="med" w="med" type="triangle"/>
          </a:ln>
        </p:spPr>
      </p:cxnSp>
      <p:cxnSp>
        <p:nvCxnSpPr>
          <p:cNvPr id="4842" name="Google Shape;4842;p200"/>
          <p:cNvCxnSpPr>
            <a:stCxn id="4835" idx="1"/>
            <a:endCxn id="4839" idx="0"/>
          </p:cNvCxnSpPr>
          <p:nvPr/>
        </p:nvCxnSpPr>
        <p:spPr>
          <a:xfrm flipH="1">
            <a:off x="2287033" y="3055794"/>
            <a:ext cx="1358400" cy="896100"/>
          </a:xfrm>
          <a:prstGeom prst="curvedConnector2">
            <a:avLst/>
          </a:prstGeom>
          <a:noFill/>
          <a:ln cap="flat" cmpd="sng" w="28575">
            <a:solidFill>
              <a:schemeClr val="accent1"/>
            </a:solidFill>
            <a:prstDash val="solid"/>
            <a:round/>
            <a:headEnd len="med" w="med" type="none"/>
            <a:tailEnd len="med" w="med" type="triangle"/>
          </a:ln>
        </p:spPr>
      </p:cxnSp>
      <p:cxnSp>
        <p:nvCxnSpPr>
          <p:cNvPr id="4843" name="Google Shape;4843;p200"/>
          <p:cNvCxnSpPr>
            <a:stCxn id="4839" idx="3"/>
            <a:endCxn id="4838" idx="1"/>
          </p:cNvCxnSpPr>
          <p:nvPr/>
        </p:nvCxnSpPr>
        <p:spPr>
          <a:xfrm>
            <a:off x="2725250" y="4152040"/>
            <a:ext cx="649500" cy="0"/>
          </a:xfrm>
          <a:prstGeom prst="straightConnector1">
            <a:avLst/>
          </a:prstGeom>
          <a:noFill/>
          <a:ln cap="flat" cmpd="sng" w="28575">
            <a:solidFill>
              <a:schemeClr val="accent1"/>
            </a:solidFill>
            <a:prstDash val="solid"/>
            <a:round/>
            <a:headEnd len="med" w="med" type="none"/>
            <a:tailEnd len="med" w="med" type="triangle"/>
          </a:ln>
        </p:spPr>
      </p:cxnSp>
      <p:cxnSp>
        <p:nvCxnSpPr>
          <p:cNvPr id="4844" name="Google Shape;4844;p200"/>
          <p:cNvCxnSpPr>
            <a:stCxn id="4838" idx="3"/>
            <a:endCxn id="4834" idx="1"/>
          </p:cNvCxnSpPr>
          <p:nvPr/>
        </p:nvCxnSpPr>
        <p:spPr>
          <a:xfrm>
            <a:off x="4168238" y="4152050"/>
            <a:ext cx="578700" cy="0"/>
          </a:xfrm>
          <a:prstGeom prst="straightConnector1">
            <a:avLst/>
          </a:prstGeom>
          <a:noFill/>
          <a:ln cap="flat" cmpd="sng" w="28575">
            <a:solidFill>
              <a:schemeClr val="accent1"/>
            </a:solidFill>
            <a:prstDash val="solid"/>
            <a:round/>
            <a:headEnd len="med" w="med" type="none"/>
            <a:tailEnd len="med" w="med" type="triangle"/>
          </a:ln>
        </p:spPr>
      </p:cxnSp>
      <p:cxnSp>
        <p:nvCxnSpPr>
          <p:cNvPr id="4845" name="Google Shape;4845;p200"/>
          <p:cNvCxnSpPr>
            <a:stCxn id="4834" idx="3"/>
            <a:endCxn id="4833" idx="1"/>
          </p:cNvCxnSpPr>
          <p:nvPr/>
        </p:nvCxnSpPr>
        <p:spPr>
          <a:xfrm>
            <a:off x="5623190" y="4152056"/>
            <a:ext cx="710700" cy="0"/>
          </a:xfrm>
          <a:prstGeom prst="straightConnector1">
            <a:avLst/>
          </a:prstGeom>
          <a:noFill/>
          <a:ln cap="flat" cmpd="sng" w="28575">
            <a:solidFill>
              <a:schemeClr val="accent1"/>
            </a:solidFill>
            <a:prstDash val="solid"/>
            <a:round/>
            <a:headEnd len="med" w="med" type="none"/>
            <a:tailEnd len="med" w="med" type="triangle"/>
          </a:ln>
        </p:spPr>
      </p:cxnSp>
      <p:cxnSp>
        <p:nvCxnSpPr>
          <p:cNvPr id="4846" name="Google Shape;4846;p200"/>
          <p:cNvCxnSpPr>
            <a:stCxn id="4833" idx="3"/>
            <a:endCxn id="4837" idx="1"/>
          </p:cNvCxnSpPr>
          <p:nvPr/>
        </p:nvCxnSpPr>
        <p:spPr>
          <a:xfrm>
            <a:off x="7420010" y="4152044"/>
            <a:ext cx="710700" cy="0"/>
          </a:xfrm>
          <a:prstGeom prst="straightConnector1">
            <a:avLst/>
          </a:prstGeom>
          <a:noFill/>
          <a:ln cap="flat" cmpd="sng" w="28575">
            <a:solidFill>
              <a:schemeClr val="accent1"/>
            </a:solidFill>
            <a:prstDash val="solid"/>
            <a:round/>
            <a:headEnd len="med" w="med" type="none"/>
            <a:tailEnd len="med" w="med" type="triangle"/>
          </a:ln>
        </p:spPr>
      </p:cxnSp>
      <p:cxnSp>
        <p:nvCxnSpPr>
          <p:cNvPr id="4847" name="Google Shape;4847;p200"/>
          <p:cNvCxnSpPr>
            <a:stCxn id="4837" idx="3"/>
            <a:endCxn id="4836" idx="1"/>
          </p:cNvCxnSpPr>
          <p:nvPr/>
        </p:nvCxnSpPr>
        <p:spPr>
          <a:xfrm>
            <a:off x="9007130" y="4152040"/>
            <a:ext cx="710700" cy="0"/>
          </a:xfrm>
          <a:prstGeom prst="straightConnector1">
            <a:avLst/>
          </a:prstGeom>
          <a:noFill/>
          <a:ln cap="flat" cmpd="sng" w="28575">
            <a:solidFill>
              <a:schemeClr val="accent1"/>
            </a:solidFill>
            <a:prstDash val="solid"/>
            <a:round/>
            <a:headEnd len="med" w="med" type="none"/>
            <a:tailEnd len="med" w="med" type="triangle"/>
          </a:ln>
        </p:spPr>
      </p:cxnSp>
      <p:cxnSp>
        <p:nvCxnSpPr>
          <p:cNvPr id="4848" name="Google Shape;4848;p200"/>
          <p:cNvCxnSpPr>
            <a:stCxn id="4840" idx="1"/>
            <a:endCxn id="4832" idx="2"/>
          </p:cNvCxnSpPr>
          <p:nvPr/>
        </p:nvCxnSpPr>
        <p:spPr>
          <a:xfrm rot="10800000">
            <a:off x="8035877" y="3255950"/>
            <a:ext cx="11100" cy="369900"/>
          </a:xfrm>
          <a:prstGeom prst="straightConnector1">
            <a:avLst/>
          </a:prstGeom>
          <a:noFill/>
          <a:ln cap="flat" cmpd="sng" w="28575">
            <a:solidFill>
              <a:schemeClr val="accent1"/>
            </a:solidFill>
            <a:prstDash val="solid"/>
            <a:round/>
            <a:headEnd len="med" w="med" type="none"/>
            <a:tailEnd len="med" w="med" type="triangle"/>
          </a:ln>
        </p:spPr>
      </p:cxnSp>
      <p:sp>
        <p:nvSpPr>
          <p:cNvPr id="4849" name="Google Shape;4849;p200"/>
          <p:cNvSpPr txBox="1"/>
          <p:nvPr/>
        </p:nvSpPr>
        <p:spPr>
          <a:xfrm>
            <a:off x="7159892" y="1761100"/>
            <a:ext cx="17520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New Content</a:t>
            </a:r>
            <a:endParaRPr b="1">
              <a:latin typeface="Red Hat Display"/>
              <a:ea typeface="Red Hat Display"/>
              <a:cs typeface="Red Hat Display"/>
              <a:sym typeface="Red Hat Display"/>
            </a:endParaRPr>
          </a:p>
        </p:txBody>
      </p:sp>
      <p:cxnSp>
        <p:nvCxnSpPr>
          <p:cNvPr id="4850" name="Google Shape;4850;p200"/>
          <p:cNvCxnSpPr>
            <a:stCxn id="4849" idx="2"/>
            <a:endCxn id="4832" idx="0"/>
          </p:cNvCxnSpPr>
          <p:nvPr/>
        </p:nvCxnSpPr>
        <p:spPr>
          <a:xfrm>
            <a:off x="8035892" y="2161300"/>
            <a:ext cx="0" cy="694500"/>
          </a:xfrm>
          <a:prstGeom prst="straightConnector1">
            <a:avLst/>
          </a:prstGeom>
          <a:noFill/>
          <a:ln cap="flat" cmpd="sng" w="28575">
            <a:solidFill>
              <a:schemeClr val="accent1"/>
            </a:solidFill>
            <a:prstDash val="solid"/>
            <a:round/>
            <a:headEnd len="med" w="med" type="none"/>
            <a:tailEnd len="med" w="med" type="triangle"/>
          </a:ln>
        </p:spPr>
      </p:cxnSp>
      <p:sp>
        <p:nvSpPr>
          <p:cNvPr id="4851" name="Google Shape;4851;p200"/>
          <p:cNvSpPr txBox="1"/>
          <p:nvPr/>
        </p:nvSpPr>
        <p:spPr>
          <a:xfrm>
            <a:off x="1780010" y="4324957"/>
            <a:ext cx="1022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Display"/>
                <a:ea typeface="Red Hat Display"/>
                <a:cs typeface="Red Hat Display"/>
                <a:sym typeface="Red Hat Display"/>
              </a:rPr>
              <a:t>(Publish)</a:t>
            </a:r>
            <a:endParaRPr>
              <a:latin typeface="Red Hat Display"/>
              <a:ea typeface="Red Hat Display"/>
              <a:cs typeface="Red Hat Display"/>
              <a:sym typeface="Red Hat Display"/>
            </a:endParaRPr>
          </a:p>
        </p:txBody>
      </p:sp>
      <p:sp>
        <p:nvSpPr>
          <p:cNvPr id="4852" name="Google Shape;4852;p200"/>
          <p:cNvSpPr txBox="1"/>
          <p:nvPr/>
        </p:nvSpPr>
        <p:spPr>
          <a:xfrm>
            <a:off x="3046662" y="4324950"/>
            <a:ext cx="1474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Display"/>
                <a:ea typeface="Red Hat Display"/>
                <a:cs typeface="Red Hat Display"/>
                <a:sym typeface="Red Hat Display"/>
              </a:rPr>
              <a:t>(Promote)</a:t>
            </a:r>
            <a:endParaRPr>
              <a:latin typeface="Red Hat Display"/>
              <a:ea typeface="Red Hat Display"/>
              <a:cs typeface="Red Hat Display"/>
              <a:sym typeface="Red Hat Display"/>
            </a:endParaRPr>
          </a:p>
        </p:txBody>
      </p:sp>
      <p:sp>
        <p:nvSpPr>
          <p:cNvPr id="4853" name="Google Shape;4853;p200"/>
          <p:cNvSpPr txBox="1"/>
          <p:nvPr/>
        </p:nvSpPr>
        <p:spPr>
          <a:xfrm>
            <a:off x="4494462" y="4324950"/>
            <a:ext cx="1474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Display"/>
                <a:ea typeface="Red Hat Display"/>
                <a:cs typeface="Red Hat Display"/>
                <a:sym typeface="Red Hat Display"/>
              </a:rPr>
              <a:t>(Provision)</a:t>
            </a:r>
            <a:endParaRPr>
              <a:latin typeface="Red Hat Display"/>
              <a:ea typeface="Red Hat Display"/>
              <a:cs typeface="Red Hat Display"/>
              <a:sym typeface="Red Hat Display"/>
            </a:endParaRPr>
          </a:p>
        </p:txBody>
      </p:sp>
      <p:sp>
        <p:nvSpPr>
          <p:cNvPr id="4854" name="Google Shape;4854;p200"/>
          <p:cNvSpPr/>
          <p:nvPr/>
        </p:nvSpPr>
        <p:spPr>
          <a:xfrm>
            <a:off x="1610442" y="4810412"/>
            <a:ext cx="1550124" cy="1091448"/>
          </a:xfrm>
          <a:prstGeom prst="flowChartDocumen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800">
                <a:solidFill>
                  <a:schemeClr val="dk1"/>
                </a:solidFill>
              </a:rPr>
              <a:t>Binary Content (rpms, etc..)</a:t>
            </a:r>
            <a:endParaRPr b="1" sz="800">
              <a:solidFill>
                <a:schemeClr val="dk1"/>
              </a:solidFill>
            </a:endParaRPr>
          </a:p>
          <a:p>
            <a:pPr indent="0" lvl="0" marL="0" rtl="0" algn="l">
              <a:spcBef>
                <a:spcPts val="0"/>
              </a:spcBef>
              <a:spcAft>
                <a:spcPts val="0"/>
              </a:spcAft>
              <a:buClr>
                <a:schemeClr val="dk1"/>
              </a:buClr>
              <a:buSzPts val="1100"/>
              <a:buFont typeface="Arial"/>
              <a:buNone/>
            </a:pPr>
            <a:r>
              <a:rPr b="1" lang="en" sz="800">
                <a:solidFill>
                  <a:schemeClr val="dk1"/>
                </a:solidFill>
              </a:rPr>
              <a:t>Configuration Code</a:t>
            </a:r>
            <a:endParaRPr b="1" sz="800">
              <a:solidFill>
                <a:schemeClr val="dk1"/>
              </a:solidFill>
            </a:endParaRPr>
          </a:p>
          <a:p>
            <a:pPr indent="0" lvl="0" marL="0" rtl="0" algn="l">
              <a:spcBef>
                <a:spcPts val="0"/>
              </a:spcBef>
              <a:spcAft>
                <a:spcPts val="0"/>
              </a:spcAft>
              <a:buClr>
                <a:schemeClr val="dk1"/>
              </a:buClr>
              <a:buSzPts val="1100"/>
              <a:buFont typeface="Arial"/>
              <a:buNone/>
            </a:pPr>
            <a:r>
              <a:rPr b="1" lang="en" sz="800">
                <a:solidFill>
                  <a:schemeClr val="dk1"/>
                </a:solidFill>
              </a:rPr>
              <a:t>Configuration Templates</a:t>
            </a:r>
            <a:endParaRPr b="1" sz="800">
              <a:solidFill>
                <a:schemeClr val="dk1"/>
              </a:solidFill>
            </a:endParaRPr>
          </a:p>
          <a:p>
            <a:pPr indent="0" lvl="0" marL="0" rtl="0" algn="l">
              <a:spcBef>
                <a:spcPts val="0"/>
              </a:spcBef>
              <a:spcAft>
                <a:spcPts val="0"/>
              </a:spcAft>
              <a:buClr>
                <a:schemeClr val="dk1"/>
              </a:buClr>
              <a:buSzPts val="1100"/>
              <a:buFont typeface="Arial"/>
              <a:buNone/>
            </a:pPr>
            <a:r>
              <a:rPr b="1" lang="en" sz="800">
                <a:solidFill>
                  <a:schemeClr val="dk1"/>
                </a:solidFill>
              </a:rPr>
              <a:t>Application Code / Containers</a:t>
            </a:r>
            <a:endParaRPr b="1" sz="800">
              <a:solidFill>
                <a:schemeClr val="dk1"/>
              </a:solidFill>
            </a:endParaRPr>
          </a:p>
        </p:txBody>
      </p:sp>
      <p:cxnSp>
        <p:nvCxnSpPr>
          <p:cNvPr id="4855" name="Google Shape;4855;p200"/>
          <p:cNvCxnSpPr>
            <a:stCxn id="4854" idx="3"/>
          </p:cNvCxnSpPr>
          <p:nvPr/>
        </p:nvCxnSpPr>
        <p:spPr>
          <a:xfrm>
            <a:off x="3160566" y="5356136"/>
            <a:ext cx="507600" cy="10200"/>
          </a:xfrm>
          <a:prstGeom prst="straightConnector1">
            <a:avLst/>
          </a:prstGeom>
          <a:noFill/>
          <a:ln cap="flat" cmpd="sng" w="28575">
            <a:solidFill>
              <a:schemeClr val="accent1"/>
            </a:solidFill>
            <a:prstDash val="solid"/>
            <a:round/>
            <a:headEnd len="med" w="med" type="none"/>
            <a:tailEnd len="med" w="med" type="triangle"/>
          </a:ln>
        </p:spPr>
      </p:cxnSp>
      <p:sp>
        <p:nvSpPr>
          <p:cNvPr id="4856" name="Google Shape;4856;p200"/>
          <p:cNvSpPr txBox="1"/>
          <p:nvPr/>
        </p:nvSpPr>
        <p:spPr>
          <a:xfrm>
            <a:off x="1076400" y="1759150"/>
            <a:ext cx="531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A generalized lifecycle environment where we manage the SOE</a:t>
            </a:r>
            <a:endParaRPr>
              <a:latin typeface="Red Hat Display"/>
              <a:ea typeface="Red Hat Display"/>
              <a:cs typeface="Red Hat Display"/>
              <a:sym typeface="Red Hat Display"/>
            </a:endParaRPr>
          </a:p>
        </p:txBody>
      </p:sp>
      <p:sp>
        <p:nvSpPr>
          <p:cNvPr id="4857" name="Google Shape;4857;p200"/>
          <p:cNvSpPr txBox="1"/>
          <p:nvPr/>
        </p:nvSpPr>
        <p:spPr>
          <a:xfrm>
            <a:off x="8159475" y="4425050"/>
            <a:ext cx="876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Test</a:t>
            </a:r>
            <a:endParaRPr b="1">
              <a:latin typeface="Red Hat Display"/>
              <a:ea typeface="Red Hat Display"/>
              <a:cs typeface="Red Hat Display"/>
              <a:sym typeface="Red Hat Display"/>
            </a:endParaRPr>
          </a:p>
        </p:txBody>
      </p:sp>
      <p:cxnSp>
        <p:nvCxnSpPr>
          <p:cNvPr id="4858" name="Google Shape;4858;p200"/>
          <p:cNvCxnSpPr>
            <a:stCxn id="4833" idx="3"/>
            <a:endCxn id="4857" idx="1"/>
          </p:cNvCxnSpPr>
          <p:nvPr/>
        </p:nvCxnSpPr>
        <p:spPr>
          <a:xfrm>
            <a:off x="7420010" y="4152044"/>
            <a:ext cx="739500" cy="473100"/>
          </a:xfrm>
          <a:prstGeom prst="curvedConnector3">
            <a:avLst>
              <a:gd fmla="val 49998" name="adj1"/>
            </a:avLst>
          </a:prstGeom>
          <a:noFill/>
          <a:ln cap="flat" cmpd="sng" w="28575">
            <a:solidFill>
              <a:schemeClr val="accent1"/>
            </a:solidFill>
            <a:prstDash val="solid"/>
            <a:round/>
            <a:headEnd len="med" w="med" type="none"/>
            <a:tailEnd len="med" w="med" type="triangle"/>
          </a:ln>
        </p:spPr>
      </p:cxnSp>
      <p:cxnSp>
        <p:nvCxnSpPr>
          <p:cNvPr id="4859" name="Google Shape;4859;p200"/>
          <p:cNvCxnSpPr>
            <a:stCxn id="4857" idx="3"/>
            <a:endCxn id="4860" idx="1"/>
          </p:cNvCxnSpPr>
          <p:nvPr/>
        </p:nvCxnSpPr>
        <p:spPr>
          <a:xfrm>
            <a:off x="9035775" y="4625150"/>
            <a:ext cx="682200" cy="600"/>
          </a:xfrm>
          <a:prstGeom prst="curvedConnector3">
            <a:avLst>
              <a:gd fmla="val 49998" name="adj1"/>
            </a:avLst>
          </a:prstGeom>
          <a:noFill/>
          <a:ln cap="flat" cmpd="sng" w="28575">
            <a:solidFill>
              <a:schemeClr val="accent1"/>
            </a:solidFill>
            <a:prstDash val="solid"/>
            <a:round/>
            <a:headEnd len="med" w="med" type="none"/>
            <a:tailEnd len="med" w="med" type="triangle"/>
          </a:ln>
        </p:spPr>
      </p:cxnSp>
      <p:sp>
        <p:nvSpPr>
          <p:cNvPr id="4860" name="Google Shape;4860;p200"/>
          <p:cNvSpPr txBox="1"/>
          <p:nvPr/>
        </p:nvSpPr>
        <p:spPr>
          <a:xfrm>
            <a:off x="9717950" y="4425050"/>
            <a:ext cx="9813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Red Hat Display"/>
                <a:ea typeface="Red Hat Display"/>
                <a:cs typeface="Red Hat Display"/>
                <a:sym typeface="Red Hat Display"/>
              </a:rPr>
              <a:t>Destroy</a:t>
            </a:r>
            <a:endParaRPr b="1">
              <a:latin typeface="Red Hat Display"/>
              <a:ea typeface="Red Hat Display"/>
              <a:cs typeface="Red Hat Display"/>
              <a:sym typeface="Red Hat Display"/>
            </a:endParaRPr>
          </a:p>
        </p:txBody>
      </p:sp>
      <p:pic>
        <p:nvPicPr>
          <p:cNvPr id="4861" name="Google Shape;4861;p200"/>
          <p:cNvPicPr preferRelativeResize="0"/>
          <p:nvPr/>
        </p:nvPicPr>
        <p:blipFill>
          <a:blip r:embed="rId3">
            <a:alphaModFix/>
          </a:blip>
          <a:stretch>
            <a:fillRect/>
          </a:stretch>
        </p:blipFill>
        <p:spPr>
          <a:xfrm>
            <a:off x="5933137" y="2743275"/>
            <a:ext cx="253200" cy="253200"/>
          </a:xfrm>
          <a:prstGeom prst="rect">
            <a:avLst/>
          </a:prstGeom>
          <a:noFill/>
          <a:ln>
            <a:noFill/>
          </a:ln>
        </p:spPr>
      </p:pic>
      <p:pic>
        <p:nvPicPr>
          <p:cNvPr id="4862" name="Google Shape;4862;p200"/>
          <p:cNvPicPr preferRelativeResize="0"/>
          <p:nvPr/>
        </p:nvPicPr>
        <p:blipFill>
          <a:blip r:embed="rId3">
            <a:alphaModFix/>
          </a:blip>
          <a:stretch>
            <a:fillRect/>
          </a:stretch>
        </p:blipFill>
        <p:spPr>
          <a:xfrm>
            <a:off x="2362074" y="3043350"/>
            <a:ext cx="253200" cy="253200"/>
          </a:xfrm>
          <a:prstGeom prst="rect">
            <a:avLst/>
          </a:prstGeom>
          <a:noFill/>
          <a:ln>
            <a:noFill/>
          </a:ln>
        </p:spPr>
      </p:pic>
      <p:pic>
        <p:nvPicPr>
          <p:cNvPr id="4863" name="Google Shape;4863;p200"/>
          <p:cNvPicPr preferRelativeResize="0"/>
          <p:nvPr/>
        </p:nvPicPr>
        <p:blipFill>
          <a:blip r:embed="rId4">
            <a:alphaModFix/>
          </a:blip>
          <a:stretch>
            <a:fillRect/>
          </a:stretch>
        </p:blipFill>
        <p:spPr>
          <a:xfrm>
            <a:off x="2839625" y="3879060"/>
            <a:ext cx="253200" cy="253903"/>
          </a:xfrm>
          <a:prstGeom prst="rect">
            <a:avLst/>
          </a:prstGeom>
          <a:noFill/>
          <a:ln>
            <a:noFill/>
          </a:ln>
        </p:spPr>
      </p:pic>
      <p:pic>
        <p:nvPicPr>
          <p:cNvPr id="4864" name="Google Shape;4864;p200"/>
          <p:cNvPicPr preferRelativeResize="0"/>
          <p:nvPr/>
        </p:nvPicPr>
        <p:blipFill>
          <a:blip r:embed="rId4">
            <a:alphaModFix/>
          </a:blip>
          <a:stretch>
            <a:fillRect/>
          </a:stretch>
        </p:blipFill>
        <p:spPr>
          <a:xfrm>
            <a:off x="4287425" y="3879060"/>
            <a:ext cx="253200" cy="253903"/>
          </a:xfrm>
          <a:prstGeom prst="rect">
            <a:avLst/>
          </a:prstGeom>
          <a:noFill/>
          <a:ln>
            <a:noFill/>
          </a:ln>
        </p:spPr>
      </p:pic>
      <p:pic>
        <p:nvPicPr>
          <p:cNvPr id="4865" name="Google Shape;4865;p200"/>
          <p:cNvPicPr preferRelativeResize="0"/>
          <p:nvPr/>
        </p:nvPicPr>
        <p:blipFill>
          <a:blip r:embed="rId4">
            <a:alphaModFix/>
          </a:blip>
          <a:stretch>
            <a:fillRect/>
          </a:stretch>
        </p:blipFill>
        <p:spPr>
          <a:xfrm>
            <a:off x="5811425" y="3879060"/>
            <a:ext cx="253200" cy="253903"/>
          </a:xfrm>
          <a:prstGeom prst="rect">
            <a:avLst/>
          </a:prstGeom>
          <a:noFill/>
          <a:ln>
            <a:noFill/>
          </a:ln>
        </p:spPr>
      </p:pic>
      <p:pic>
        <p:nvPicPr>
          <p:cNvPr id="4866" name="Google Shape;4866;p200"/>
          <p:cNvPicPr preferRelativeResize="0"/>
          <p:nvPr/>
        </p:nvPicPr>
        <p:blipFill>
          <a:blip r:embed="rId4">
            <a:alphaModFix/>
          </a:blip>
          <a:stretch>
            <a:fillRect/>
          </a:stretch>
        </p:blipFill>
        <p:spPr>
          <a:xfrm>
            <a:off x="7564025" y="3879060"/>
            <a:ext cx="253200" cy="253903"/>
          </a:xfrm>
          <a:prstGeom prst="rect">
            <a:avLst/>
          </a:prstGeom>
          <a:noFill/>
          <a:ln>
            <a:noFill/>
          </a:ln>
        </p:spPr>
      </p:pic>
      <p:pic>
        <p:nvPicPr>
          <p:cNvPr id="4867" name="Google Shape;4867;p200"/>
          <p:cNvPicPr preferRelativeResize="0"/>
          <p:nvPr/>
        </p:nvPicPr>
        <p:blipFill>
          <a:blip r:embed="rId4">
            <a:alphaModFix/>
          </a:blip>
          <a:stretch>
            <a:fillRect/>
          </a:stretch>
        </p:blipFill>
        <p:spPr>
          <a:xfrm>
            <a:off x="9088025" y="3879060"/>
            <a:ext cx="253200" cy="253903"/>
          </a:xfrm>
          <a:prstGeom prst="rect">
            <a:avLst/>
          </a:prstGeom>
          <a:noFill/>
          <a:ln>
            <a:noFill/>
          </a:ln>
        </p:spPr>
      </p:pic>
      <p:pic>
        <p:nvPicPr>
          <p:cNvPr id="4868" name="Google Shape;4868;p200"/>
          <p:cNvPicPr preferRelativeResize="0"/>
          <p:nvPr/>
        </p:nvPicPr>
        <p:blipFill>
          <a:blip r:embed="rId4">
            <a:alphaModFix/>
          </a:blip>
          <a:stretch>
            <a:fillRect/>
          </a:stretch>
        </p:blipFill>
        <p:spPr>
          <a:xfrm>
            <a:off x="8173625" y="3345660"/>
            <a:ext cx="253200" cy="253903"/>
          </a:xfrm>
          <a:prstGeom prst="rect">
            <a:avLst/>
          </a:prstGeom>
          <a:noFill/>
          <a:ln>
            <a:noFill/>
          </a:ln>
        </p:spPr>
      </p:pic>
      <p:pic>
        <p:nvPicPr>
          <p:cNvPr id="4869" name="Google Shape;4869;p200"/>
          <p:cNvPicPr preferRelativeResize="0"/>
          <p:nvPr/>
        </p:nvPicPr>
        <p:blipFill>
          <a:blip r:embed="rId4">
            <a:alphaModFix/>
          </a:blip>
          <a:stretch>
            <a:fillRect/>
          </a:stretch>
        </p:blipFill>
        <p:spPr>
          <a:xfrm>
            <a:off x="8173625" y="2202660"/>
            <a:ext cx="253200" cy="253903"/>
          </a:xfrm>
          <a:prstGeom prst="rect">
            <a:avLst/>
          </a:prstGeom>
          <a:noFill/>
          <a:ln>
            <a:noFill/>
          </a:ln>
        </p:spPr>
      </p:pic>
      <p:sp>
        <p:nvSpPr>
          <p:cNvPr id="4870" name="Google Shape;4870;p200"/>
          <p:cNvSpPr txBox="1"/>
          <p:nvPr/>
        </p:nvSpPr>
        <p:spPr>
          <a:xfrm>
            <a:off x="9057700" y="1748750"/>
            <a:ext cx="2829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New Code, Revisions, Errata,</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Vulnerability Data, Configuration Recommendations</a:t>
            </a:r>
            <a:endParaRPr>
              <a:latin typeface="Red Hat Display"/>
              <a:ea typeface="Red Hat Display"/>
              <a:cs typeface="Red Hat Display"/>
              <a:sym typeface="Red Hat Display"/>
            </a:endParaRPr>
          </a:p>
        </p:txBody>
      </p:sp>
      <p:sp>
        <p:nvSpPr>
          <p:cNvPr id="4871" name="Google Shape;4871;p200"/>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p>
            <a:pPr indent="0" lvl="0" marL="0" rtl="0" algn="l">
              <a:spcBef>
                <a:spcPts val="0"/>
              </a:spcBef>
              <a:spcAft>
                <a:spcPts val="0"/>
              </a:spcAft>
              <a:buNone/>
            </a:pPr>
            <a:r>
              <a:rPr lang="en"/>
              <a:t>Red Hat Infrastructure Standard Adoption Model</a:t>
            </a:r>
            <a:endParaRPr/>
          </a:p>
        </p:txBody>
      </p:sp>
      <p:pic>
        <p:nvPicPr>
          <p:cNvPr id="4872" name="Google Shape;4872;p200"/>
          <p:cNvPicPr preferRelativeResize="0"/>
          <p:nvPr/>
        </p:nvPicPr>
        <p:blipFill>
          <a:blip r:embed="rId5">
            <a:alphaModFix/>
          </a:blip>
          <a:stretch>
            <a:fillRect/>
          </a:stretch>
        </p:blipFill>
        <p:spPr>
          <a:xfrm>
            <a:off x="9902820" y="349509"/>
            <a:ext cx="2038500" cy="835688"/>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6" name="Shape 4876"/>
        <p:cNvGrpSpPr/>
        <p:nvPr/>
      </p:nvGrpSpPr>
      <p:grpSpPr>
        <a:xfrm>
          <a:off x="0" y="0"/>
          <a:ext cx="0" cy="0"/>
          <a:chOff x="0" y="0"/>
          <a:chExt cx="0" cy="0"/>
        </a:xfrm>
      </p:grpSpPr>
      <p:sp>
        <p:nvSpPr>
          <p:cNvPr id="4877" name="Google Shape;4877;p20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878" name="Google Shape;4878;p201"/>
          <p:cNvSpPr/>
          <p:nvPr/>
        </p:nvSpPr>
        <p:spPr>
          <a:xfrm>
            <a:off x="-152400" y="1328950"/>
            <a:ext cx="12573000" cy="4728900"/>
          </a:xfrm>
          <a:prstGeom prst="rect">
            <a:avLst/>
          </a:prstGeom>
          <a:solidFill>
            <a:srgbClr val="F7F7F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879" name="Google Shape;4879;p201"/>
          <p:cNvPicPr preferRelativeResize="0"/>
          <p:nvPr/>
        </p:nvPicPr>
        <p:blipFill>
          <a:blip r:embed="rId3">
            <a:alphaModFix/>
          </a:blip>
          <a:stretch>
            <a:fillRect/>
          </a:stretch>
        </p:blipFill>
        <p:spPr>
          <a:xfrm>
            <a:off x="152400" y="3309851"/>
            <a:ext cx="12191999" cy="2371898"/>
          </a:xfrm>
          <a:prstGeom prst="rect">
            <a:avLst/>
          </a:prstGeom>
          <a:solidFill>
            <a:srgbClr val="F7F7F7"/>
          </a:solidFill>
          <a:ln>
            <a:noFill/>
          </a:ln>
        </p:spPr>
      </p:pic>
      <p:sp>
        <p:nvSpPr>
          <p:cNvPr id="4880" name="Google Shape;4880;p201"/>
          <p:cNvSpPr txBox="1"/>
          <p:nvPr>
            <p:ph idx="4294967295"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700">
                <a:latin typeface="Red Hat Display Medium"/>
                <a:ea typeface="Red Hat Display Medium"/>
                <a:cs typeface="Red Hat Display Medium"/>
                <a:sym typeface="Red Hat Display Medium"/>
              </a:rPr>
              <a:t>Automating SOE Delivery and Testing Pipeline</a:t>
            </a:r>
            <a:endParaRPr sz="2700">
              <a:latin typeface="Red Hat Display Medium"/>
              <a:ea typeface="Red Hat Display Medium"/>
              <a:cs typeface="Red Hat Display Medium"/>
              <a:sym typeface="Red Hat Display Medium"/>
            </a:endParaRPr>
          </a:p>
          <a:p>
            <a:pPr indent="0" lvl="0" marL="0" rtl="0" algn="l">
              <a:spcBef>
                <a:spcPts val="0"/>
              </a:spcBef>
              <a:spcAft>
                <a:spcPts val="0"/>
              </a:spcAft>
              <a:buNone/>
            </a:pPr>
            <a:r>
              <a:rPr lang="en" sz="2800"/>
              <a:t> </a:t>
            </a:r>
            <a:endParaRPr sz="2800"/>
          </a:p>
        </p:txBody>
      </p:sp>
      <p:sp>
        <p:nvSpPr>
          <p:cNvPr id="4881" name="Google Shape;4881;p201"/>
          <p:cNvSpPr txBox="1"/>
          <p:nvPr/>
        </p:nvSpPr>
        <p:spPr>
          <a:xfrm>
            <a:off x="2305050" y="5038725"/>
            <a:ext cx="18384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Update Errata Filter end date and Publish</a:t>
            </a:r>
            <a:endParaRPr>
              <a:latin typeface="Red Hat Text"/>
              <a:ea typeface="Red Hat Text"/>
              <a:cs typeface="Red Hat Text"/>
              <a:sym typeface="Red Hat Text"/>
            </a:endParaRPr>
          </a:p>
          <a:p>
            <a:pPr indent="0" lvl="0" marL="0" rtl="0" algn="ctr">
              <a:spcBef>
                <a:spcPts val="0"/>
              </a:spcBef>
              <a:spcAft>
                <a:spcPts val="0"/>
              </a:spcAft>
              <a:buNone/>
            </a:pPr>
            <a:r>
              <a:rPr b="1" lang="en">
                <a:latin typeface="Red Hat Text"/>
                <a:ea typeface="Red Hat Text"/>
                <a:cs typeface="Red Hat Text"/>
                <a:sym typeface="Red Hat Text"/>
              </a:rPr>
              <a:t>[Define]</a:t>
            </a:r>
            <a:endParaRPr b="1">
              <a:latin typeface="Red Hat Text"/>
              <a:ea typeface="Red Hat Text"/>
              <a:cs typeface="Red Hat Text"/>
              <a:sym typeface="Red Hat Text"/>
            </a:endParaRPr>
          </a:p>
        </p:txBody>
      </p:sp>
      <p:sp>
        <p:nvSpPr>
          <p:cNvPr id="4882" name="Google Shape;4882;p201"/>
          <p:cNvSpPr txBox="1"/>
          <p:nvPr/>
        </p:nvSpPr>
        <p:spPr>
          <a:xfrm>
            <a:off x="4972050" y="5038725"/>
            <a:ext cx="18384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Promote CVs and CCVs to Dev</a:t>
            </a:r>
            <a:endParaRPr>
              <a:latin typeface="Red Hat Text"/>
              <a:ea typeface="Red Hat Text"/>
              <a:cs typeface="Red Hat Text"/>
              <a:sym typeface="Red Hat Text"/>
            </a:endParaRPr>
          </a:p>
          <a:p>
            <a:pPr indent="0" lvl="0" marL="0" rtl="0" algn="ctr">
              <a:spcBef>
                <a:spcPts val="0"/>
              </a:spcBef>
              <a:spcAft>
                <a:spcPts val="0"/>
              </a:spcAft>
              <a:buNone/>
            </a:pPr>
            <a:r>
              <a:rPr b="1" lang="en">
                <a:latin typeface="Red Hat Text"/>
                <a:ea typeface="Red Hat Text"/>
                <a:cs typeface="Red Hat Text"/>
                <a:sym typeface="Red Hat Text"/>
              </a:rPr>
              <a:t>[Deliver]</a:t>
            </a:r>
            <a:endParaRPr b="1">
              <a:latin typeface="Red Hat Text"/>
              <a:ea typeface="Red Hat Text"/>
              <a:cs typeface="Red Hat Text"/>
              <a:sym typeface="Red Hat Text"/>
            </a:endParaRPr>
          </a:p>
        </p:txBody>
      </p:sp>
      <p:sp>
        <p:nvSpPr>
          <p:cNvPr id="4883" name="Google Shape;4883;p201"/>
          <p:cNvSpPr txBox="1"/>
          <p:nvPr/>
        </p:nvSpPr>
        <p:spPr>
          <a:xfrm>
            <a:off x="7410450" y="5038725"/>
            <a:ext cx="18384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Build Test Systems from Host Groups</a:t>
            </a:r>
            <a:endParaRPr>
              <a:latin typeface="Red Hat Text"/>
              <a:ea typeface="Red Hat Text"/>
              <a:cs typeface="Red Hat Text"/>
              <a:sym typeface="Red Hat Text"/>
            </a:endParaRPr>
          </a:p>
          <a:p>
            <a:pPr indent="0" lvl="0" marL="0" rtl="0" algn="ctr">
              <a:spcBef>
                <a:spcPts val="0"/>
              </a:spcBef>
              <a:spcAft>
                <a:spcPts val="0"/>
              </a:spcAft>
              <a:buNone/>
            </a:pPr>
            <a:r>
              <a:rPr b="1" lang="en">
                <a:latin typeface="Red Hat Text"/>
                <a:ea typeface="Red Hat Text"/>
                <a:cs typeface="Red Hat Text"/>
                <a:sym typeface="Red Hat Text"/>
              </a:rPr>
              <a:t>[Deploy]</a:t>
            </a:r>
            <a:endParaRPr b="1">
              <a:latin typeface="Red Hat Text"/>
              <a:ea typeface="Red Hat Text"/>
              <a:cs typeface="Red Hat Text"/>
              <a:sym typeface="Red Hat Text"/>
            </a:endParaRPr>
          </a:p>
        </p:txBody>
      </p:sp>
      <p:pic>
        <p:nvPicPr>
          <p:cNvPr id="4884" name="Google Shape;4884;p201"/>
          <p:cNvPicPr preferRelativeResize="0"/>
          <p:nvPr/>
        </p:nvPicPr>
        <p:blipFill>
          <a:blip r:embed="rId4">
            <a:alphaModFix/>
          </a:blip>
          <a:stretch>
            <a:fillRect/>
          </a:stretch>
        </p:blipFill>
        <p:spPr>
          <a:xfrm>
            <a:off x="432675" y="1856450"/>
            <a:ext cx="11683123" cy="1407399"/>
          </a:xfrm>
          <a:prstGeom prst="rect">
            <a:avLst/>
          </a:prstGeom>
          <a:noFill/>
          <a:ln>
            <a:noFill/>
          </a:ln>
        </p:spPr>
      </p:pic>
      <p:sp>
        <p:nvSpPr>
          <p:cNvPr id="4885" name="Google Shape;4885;p201"/>
          <p:cNvSpPr txBox="1"/>
          <p:nvPr/>
        </p:nvSpPr>
        <p:spPr>
          <a:xfrm>
            <a:off x="9944100" y="5038725"/>
            <a:ext cx="20385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Snapshots for Future Tests if Necessary</a:t>
            </a:r>
            <a:endParaRPr>
              <a:latin typeface="Red Hat Text"/>
              <a:ea typeface="Red Hat Text"/>
              <a:cs typeface="Red Hat Text"/>
              <a:sym typeface="Red Hat Text"/>
            </a:endParaRPr>
          </a:p>
        </p:txBody>
      </p:sp>
      <p:sp>
        <p:nvSpPr>
          <p:cNvPr id="4886" name="Google Shape;4886;p201"/>
          <p:cNvSpPr/>
          <p:nvPr/>
        </p:nvSpPr>
        <p:spPr>
          <a:xfrm>
            <a:off x="438475" y="2128156"/>
            <a:ext cx="5047500" cy="9447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7" name="Google Shape;4887;p20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pic>
        <p:nvPicPr>
          <p:cNvPr id="4888" name="Google Shape;4888;p201"/>
          <p:cNvPicPr preferRelativeResize="0"/>
          <p:nvPr/>
        </p:nvPicPr>
        <p:blipFill>
          <a:blip r:embed="rId5">
            <a:alphaModFix/>
          </a:blip>
          <a:stretch>
            <a:fillRect/>
          </a:stretch>
        </p:blipFill>
        <p:spPr>
          <a:xfrm>
            <a:off x="9902820" y="349509"/>
            <a:ext cx="2038500" cy="835688"/>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2" name="Shape 4892"/>
        <p:cNvGrpSpPr/>
        <p:nvPr/>
      </p:nvGrpSpPr>
      <p:grpSpPr>
        <a:xfrm>
          <a:off x="0" y="0"/>
          <a:ext cx="0" cy="0"/>
          <a:chOff x="0" y="0"/>
          <a:chExt cx="0" cy="0"/>
        </a:xfrm>
      </p:grpSpPr>
      <p:sp>
        <p:nvSpPr>
          <p:cNvPr id="4893" name="Google Shape;4893;p20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894" name="Google Shape;4894;p202"/>
          <p:cNvSpPr txBox="1"/>
          <p:nvPr>
            <p:ph idx="4294967295"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700">
                <a:latin typeface="Red Hat Display Medium"/>
                <a:ea typeface="Red Hat Display Medium"/>
                <a:cs typeface="Red Hat Display Medium"/>
                <a:sym typeface="Red Hat Display Medium"/>
              </a:rPr>
              <a:t>Automating SOE Delivery and Testing Pipeline</a:t>
            </a:r>
            <a:endParaRPr sz="2700">
              <a:latin typeface="Red Hat Display Medium"/>
              <a:ea typeface="Red Hat Display Medium"/>
              <a:cs typeface="Red Hat Display Medium"/>
              <a:sym typeface="Red Hat Display Medium"/>
            </a:endParaRPr>
          </a:p>
        </p:txBody>
      </p:sp>
      <p:sp>
        <p:nvSpPr>
          <p:cNvPr id="4895" name="Google Shape;4895;p202"/>
          <p:cNvSpPr/>
          <p:nvPr/>
        </p:nvSpPr>
        <p:spPr>
          <a:xfrm>
            <a:off x="-152400" y="1320063"/>
            <a:ext cx="12649800" cy="4731600"/>
          </a:xfrm>
          <a:prstGeom prst="rect">
            <a:avLst/>
          </a:prstGeom>
          <a:solidFill>
            <a:srgbClr val="F7F7F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896" name="Google Shape;4896;p202"/>
          <p:cNvPicPr preferRelativeResize="0"/>
          <p:nvPr/>
        </p:nvPicPr>
        <p:blipFill>
          <a:blip r:embed="rId3">
            <a:alphaModFix/>
          </a:blip>
          <a:stretch>
            <a:fillRect/>
          </a:stretch>
        </p:blipFill>
        <p:spPr>
          <a:xfrm>
            <a:off x="2098100" y="2710627"/>
            <a:ext cx="9919426" cy="2810500"/>
          </a:xfrm>
          <a:prstGeom prst="rect">
            <a:avLst/>
          </a:prstGeom>
          <a:noFill/>
          <a:ln>
            <a:noFill/>
          </a:ln>
        </p:spPr>
      </p:pic>
      <p:sp>
        <p:nvSpPr>
          <p:cNvPr id="4897" name="Google Shape;4897;p202"/>
          <p:cNvSpPr/>
          <p:nvPr/>
        </p:nvSpPr>
        <p:spPr>
          <a:xfrm>
            <a:off x="8152675" y="3616148"/>
            <a:ext cx="562800" cy="297600"/>
          </a:xfrm>
          <a:prstGeom prst="rect">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8" name="Google Shape;4898;p202"/>
          <p:cNvSpPr txBox="1"/>
          <p:nvPr/>
        </p:nvSpPr>
        <p:spPr>
          <a:xfrm>
            <a:off x="2047875" y="5276850"/>
            <a:ext cx="28386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Install/Configure </a:t>
            </a:r>
            <a:r>
              <a:rPr lang="en">
                <a:latin typeface="Red Hat Text"/>
                <a:ea typeface="Red Hat Text"/>
                <a:cs typeface="Red Hat Text"/>
                <a:sym typeface="Red Hat Text"/>
              </a:rPr>
              <a:t>Application</a:t>
            </a:r>
            <a:endParaRPr>
              <a:latin typeface="Red Hat Text"/>
              <a:ea typeface="Red Hat Text"/>
              <a:cs typeface="Red Hat Text"/>
              <a:sym typeface="Red Hat Text"/>
            </a:endParaRPr>
          </a:p>
          <a:p>
            <a:pPr indent="0" lvl="0" marL="0" rtl="0" algn="ctr">
              <a:spcBef>
                <a:spcPts val="0"/>
              </a:spcBef>
              <a:spcAft>
                <a:spcPts val="0"/>
              </a:spcAft>
              <a:buNone/>
            </a:pPr>
            <a:r>
              <a:rPr b="1" lang="en">
                <a:latin typeface="Red Hat Text"/>
                <a:ea typeface="Red Hat Text"/>
                <a:cs typeface="Red Hat Text"/>
                <a:sym typeface="Red Hat Text"/>
              </a:rPr>
              <a:t>[Configure]</a:t>
            </a:r>
            <a:endParaRPr b="1">
              <a:latin typeface="Red Hat Text"/>
              <a:ea typeface="Red Hat Text"/>
              <a:cs typeface="Red Hat Text"/>
              <a:sym typeface="Red Hat Text"/>
            </a:endParaRPr>
          </a:p>
        </p:txBody>
      </p:sp>
      <p:sp>
        <p:nvSpPr>
          <p:cNvPr id="4899" name="Google Shape;4899;p202"/>
          <p:cNvSpPr txBox="1"/>
          <p:nvPr/>
        </p:nvSpPr>
        <p:spPr>
          <a:xfrm>
            <a:off x="5038725" y="5276850"/>
            <a:ext cx="1838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Test Application</a:t>
            </a:r>
            <a:endParaRPr>
              <a:latin typeface="Red Hat Text"/>
              <a:ea typeface="Red Hat Text"/>
              <a:cs typeface="Red Hat Text"/>
              <a:sym typeface="Red Hat Text"/>
            </a:endParaRPr>
          </a:p>
          <a:p>
            <a:pPr indent="0" lvl="0" marL="0" rtl="0" algn="ctr">
              <a:spcBef>
                <a:spcPts val="0"/>
              </a:spcBef>
              <a:spcAft>
                <a:spcPts val="0"/>
              </a:spcAft>
              <a:buNone/>
            </a:pPr>
            <a:r>
              <a:rPr b="1" lang="en">
                <a:latin typeface="Red Hat Text"/>
                <a:ea typeface="Red Hat Text"/>
                <a:cs typeface="Red Hat Text"/>
                <a:sym typeface="Red Hat Text"/>
              </a:rPr>
              <a:t>[Test]</a:t>
            </a:r>
            <a:endParaRPr b="1">
              <a:latin typeface="Red Hat Text"/>
              <a:ea typeface="Red Hat Text"/>
              <a:cs typeface="Red Hat Text"/>
              <a:sym typeface="Red Hat Text"/>
            </a:endParaRPr>
          </a:p>
        </p:txBody>
      </p:sp>
      <p:sp>
        <p:nvSpPr>
          <p:cNvPr id="4900" name="Google Shape;4900;p202"/>
          <p:cNvSpPr txBox="1"/>
          <p:nvPr/>
        </p:nvSpPr>
        <p:spPr>
          <a:xfrm>
            <a:off x="7553325" y="4514850"/>
            <a:ext cx="18384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Promote CVs and CCVs to QA if </a:t>
            </a:r>
            <a:r>
              <a:rPr b="1" lang="en">
                <a:latin typeface="Red Hat Text"/>
                <a:ea typeface="Red Hat Text"/>
                <a:cs typeface="Red Hat Text"/>
                <a:sym typeface="Red Hat Text"/>
              </a:rPr>
              <a:t>ALL</a:t>
            </a:r>
            <a:r>
              <a:rPr lang="en">
                <a:latin typeface="Red Hat Text"/>
                <a:ea typeface="Red Hat Text"/>
                <a:cs typeface="Red Hat Text"/>
                <a:sym typeface="Red Hat Text"/>
              </a:rPr>
              <a:t> tests succeed!</a:t>
            </a:r>
            <a:endParaRPr>
              <a:latin typeface="Red Hat Text"/>
              <a:ea typeface="Red Hat Text"/>
              <a:cs typeface="Red Hat Text"/>
              <a:sym typeface="Red Hat Text"/>
            </a:endParaRPr>
          </a:p>
        </p:txBody>
      </p:sp>
      <p:sp>
        <p:nvSpPr>
          <p:cNvPr id="4901" name="Google Shape;4901;p202"/>
          <p:cNvSpPr txBox="1"/>
          <p:nvPr/>
        </p:nvSpPr>
        <p:spPr>
          <a:xfrm>
            <a:off x="9991725" y="4514850"/>
            <a:ext cx="1838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Delete Snapshots</a:t>
            </a:r>
            <a:endParaRPr>
              <a:latin typeface="Red Hat Text"/>
              <a:ea typeface="Red Hat Text"/>
              <a:cs typeface="Red Hat Text"/>
              <a:sym typeface="Red Hat Text"/>
            </a:endParaRPr>
          </a:p>
          <a:p>
            <a:pPr indent="0" lvl="0" marL="0" rtl="0" algn="ctr">
              <a:spcBef>
                <a:spcPts val="0"/>
              </a:spcBef>
              <a:spcAft>
                <a:spcPts val="0"/>
              </a:spcAft>
              <a:buNone/>
            </a:pPr>
            <a:r>
              <a:rPr b="1" lang="en">
                <a:latin typeface="Red Hat Text"/>
                <a:ea typeface="Red Hat Text"/>
                <a:cs typeface="Red Hat Text"/>
                <a:sym typeface="Red Hat Text"/>
              </a:rPr>
              <a:t>[Destroy]</a:t>
            </a:r>
            <a:endParaRPr b="1">
              <a:latin typeface="Red Hat Text"/>
              <a:ea typeface="Red Hat Text"/>
              <a:cs typeface="Red Hat Text"/>
              <a:sym typeface="Red Hat Text"/>
            </a:endParaRPr>
          </a:p>
        </p:txBody>
      </p:sp>
      <p:sp>
        <p:nvSpPr>
          <p:cNvPr id="4902" name="Google Shape;4902;p202"/>
          <p:cNvSpPr txBox="1"/>
          <p:nvPr/>
        </p:nvSpPr>
        <p:spPr>
          <a:xfrm>
            <a:off x="5775" y="4876800"/>
            <a:ext cx="21945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Not Shown: </a:t>
            </a:r>
            <a:endParaRPr>
              <a:latin typeface="Red Hat Text"/>
              <a:ea typeface="Red Hat Text"/>
              <a:cs typeface="Red Hat Text"/>
              <a:sym typeface="Red Hat Text"/>
            </a:endParaRPr>
          </a:p>
          <a:p>
            <a:pPr indent="0" lvl="0" marL="0" rtl="0" algn="ctr">
              <a:spcBef>
                <a:spcPts val="0"/>
              </a:spcBef>
              <a:spcAft>
                <a:spcPts val="0"/>
              </a:spcAft>
              <a:buNone/>
            </a:pPr>
            <a:r>
              <a:t/>
            </a:r>
            <a:endParaRPr>
              <a:latin typeface="Red Hat Text"/>
              <a:ea typeface="Red Hat Text"/>
              <a:cs typeface="Red Hat Text"/>
              <a:sym typeface="Red Hat Text"/>
            </a:endParaRPr>
          </a:p>
          <a:p>
            <a:pPr indent="0" lvl="0" marL="0" rtl="0" algn="ctr">
              <a:spcBef>
                <a:spcPts val="0"/>
              </a:spcBef>
              <a:spcAft>
                <a:spcPts val="0"/>
              </a:spcAft>
              <a:buNone/>
            </a:pPr>
            <a:r>
              <a:rPr lang="en">
                <a:latin typeface="Red Hat Text"/>
                <a:ea typeface="Red Hat Text"/>
                <a:cs typeface="Red Hat Text"/>
                <a:sym typeface="Red Hat Text"/>
              </a:rPr>
              <a:t>On Failure Page OnCall Automation Admin</a:t>
            </a:r>
            <a:endParaRPr>
              <a:latin typeface="Red Hat Text"/>
              <a:ea typeface="Red Hat Text"/>
              <a:cs typeface="Red Hat Text"/>
              <a:sym typeface="Red Hat Text"/>
            </a:endParaRPr>
          </a:p>
        </p:txBody>
      </p:sp>
      <p:sp>
        <p:nvSpPr>
          <p:cNvPr id="4903" name="Google Shape;4903;p20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pic>
        <p:nvPicPr>
          <p:cNvPr id="4904" name="Google Shape;4904;p202"/>
          <p:cNvPicPr preferRelativeResize="0"/>
          <p:nvPr/>
        </p:nvPicPr>
        <p:blipFill>
          <a:blip r:embed="rId4">
            <a:alphaModFix/>
          </a:blip>
          <a:stretch>
            <a:fillRect/>
          </a:stretch>
        </p:blipFill>
        <p:spPr>
          <a:xfrm>
            <a:off x="432675" y="1551650"/>
            <a:ext cx="11683123" cy="1407399"/>
          </a:xfrm>
          <a:prstGeom prst="rect">
            <a:avLst/>
          </a:prstGeom>
          <a:noFill/>
          <a:ln>
            <a:noFill/>
          </a:ln>
        </p:spPr>
      </p:pic>
      <p:pic>
        <p:nvPicPr>
          <p:cNvPr id="4905" name="Google Shape;4905;p202"/>
          <p:cNvPicPr preferRelativeResize="0"/>
          <p:nvPr/>
        </p:nvPicPr>
        <p:blipFill>
          <a:blip r:embed="rId5">
            <a:alphaModFix/>
          </a:blip>
          <a:stretch>
            <a:fillRect/>
          </a:stretch>
        </p:blipFill>
        <p:spPr>
          <a:xfrm>
            <a:off x="9902820" y="349509"/>
            <a:ext cx="2038500" cy="835688"/>
          </a:xfrm>
          <a:prstGeom prst="rect">
            <a:avLst/>
          </a:prstGeom>
          <a:noFill/>
          <a:ln>
            <a:noFill/>
          </a:ln>
        </p:spPr>
      </p:pic>
      <p:sp>
        <p:nvSpPr>
          <p:cNvPr id="4906" name="Google Shape;4906;p202"/>
          <p:cNvSpPr/>
          <p:nvPr/>
        </p:nvSpPr>
        <p:spPr>
          <a:xfrm>
            <a:off x="5541125" y="1642500"/>
            <a:ext cx="4400400" cy="12684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0" name="Shape 4910"/>
        <p:cNvGrpSpPr/>
        <p:nvPr/>
      </p:nvGrpSpPr>
      <p:grpSpPr>
        <a:xfrm>
          <a:off x="0" y="0"/>
          <a:ext cx="0" cy="0"/>
          <a:chOff x="0" y="0"/>
          <a:chExt cx="0" cy="0"/>
        </a:xfrm>
      </p:grpSpPr>
      <p:sp>
        <p:nvSpPr>
          <p:cNvPr id="4911" name="Google Shape;4911;p20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912" name="Google Shape;4912;p203"/>
          <p:cNvSpPr txBox="1"/>
          <p:nvPr>
            <p:ph idx="4294967295"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700">
                <a:latin typeface="Red Hat Display Medium"/>
                <a:ea typeface="Red Hat Display Medium"/>
                <a:cs typeface="Red Hat Display Medium"/>
                <a:sym typeface="Red Hat Display Medium"/>
              </a:rPr>
              <a:t>Automating SOE Delivery and Testing Pipeline</a:t>
            </a:r>
            <a:endParaRPr sz="2700">
              <a:latin typeface="Red Hat Display Medium"/>
              <a:ea typeface="Red Hat Display Medium"/>
              <a:cs typeface="Red Hat Display Medium"/>
              <a:sym typeface="Red Hat Display Medium"/>
            </a:endParaRPr>
          </a:p>
        </p:txBody>
      </p:sp>
      <p:sp>
        <p:nvSpPr>
          <p:cNvPr id="4913" name="Google Shape;4913;p203"/>
          <p:cNvSpPr/>
          <p:nvPr/>
        </p:nvSpPr>
        <p:spPr>
          <a:xfrm>
            <a:off x="-152400" y="1320063"/>
            <a:ext cx="12649800" cy="4731600"/>
          </a:xfrm>
          <a:prstGeom prst="rect">
            <a:avLst/>
          </a:prstGeom>
          <a:solidFill>
            <a:srgbClr val="F7F7F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4" name="Google Shape;4914;p203"/>
          <p:cNvSpPr/>
          <p:nvPr/>
        </p:nvSpPr>
        <p:spPr>
          <a:xfrm>
            <a:off x="8152675" y="3616148"/>
            <a:ext cx="562800" cy="297600"/>
          </a:xfrm>
          <a:prstGeom prst="rect">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915" name="Google Shape;4915;p203"/>
          <p:cNvPicPr preferRelativeResize="0"/>
          <p:nvPr/>
        </p:nvPicPr>
        <p:blipFill>
          <a:blip r:embed="rId3">
            <a:alphaModFix/>
          </a:blip>
          <a:stretch>
            <a:fillRect/>
          </a:stretch>
        </p:blipFill>
        <p:spPr>
          <a:xfrm>
            <a:off x="2005025" y="2769150"/>
            <a:ext cx="9319226" cy="3069675"/>
          </a:xfrm>
          <a:prstGeom prst="rect">
            <a:avLst/>
          </a:prstGeom>
          <a:solidFill>
            <a:srgbClr val="F7F7F7"/>
          </a:solidFill>
          <a:ln>
            <a:noFill/>
          </a:ln>
        </p:spPr>
      </p:pic>
      <p:sp>
        <p:nvSpPr>
          <p:cNvPr id="4916" name="Google Shape;4916;p203"/>
          <p:cNvSpPr txBox="1"/>
          <p:nvPr/>
        </p:nvSpPr>
        <p:spPr>
          <a:xfrm>
            <a:off x="5566418" y="4895850"/>
            <a:ext cx="1838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Approval Action</a:t>
            </a:r>
            <a:endParaRPr>
              <a:latin typeface="Red Hat Text"/>
              <a:ea typeface="Red Hat Text"/>
              <a:cs typeface="Red Hat Text"/>
              <a:sym typeface="Red Hat Text"/>
            </a:endParaRPr>
          </a:p>
          <a:p>
            <a:pPr indent="0" lvl="0" marL="0" rtl="0" algn="ctr">
              <a:spcBef>
                <a:spcPts val="0"/>
              </a:spcBef>
              <a:spcAft>
                <a:spcPts val="0"/>
              </a:spcAft>
              <a:buNone/>
            </a:pPr>
            <a:r>
              <a:rPr b="1" lang="en">
                <a:latin typeface="Red Hat Text"/>
                <a:ea typeface="Red Hat Text"/>
                <a:cs typeface="Red Hat Text"/>
                <a:sym typeface="Red Hat Text"/>
              </a:rPr>
              <a:t>[Review]</a:t>
            </a:r>
            <a:endParaRPr b="1">
              <a:latin typeface="Red Hat Text"/>
              <a:ea typeface="Red Hat Text"/>
              <a:cs typeface="Red Hat Text"/>
              <a:sym typeface="Red Hat Text"/>
            </a:endParaRPr>
          </a:p>
        </p:txBody>
      </p:sp>
      <p:sp>
        <p:nvSpPr>
          <p:cNvPr id="4917" name="Google Shape;4917;p203"/>
          <p:cNvSpPr txBox="1"/>
          <p:nvPr/>
        </p:nvSpPr>
        <p:spPr>
          <a:xfrm>
            <a:off x="2676525" y="4895850"/>
            <a:ext cx="1838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Delete Snapshots</a:t>
            </a:r>
            <a:endParaRPr>
              <a:latin typeface="Red Hat Text"/>
              <a:ea typeface="Red Hat Text"/>
              <a:cs typeface="Red Hat Text"/>
              <a:sym typeface="Red Hat Text"/>
            </a:endParaRPr>
          </a:p>
          <a:p>
            <a:pPr indent="0" lvl="0" marL="0" rtl="0" algn="ctr">
              <a:spcBef>
                <a:spcPts val="0"/>
              </a:spcBef>
              <a:spcAft>
                <a:spcPts val="0"/>
              </a:spcAft>
              <a:buNone/>
            </a:pPr>
            <a:r>
              <a:rPr b="1" lang="en">
                <a:latin typeface="Red Hat Text"/>
                <a:ea typeface="Red Hat Text"/>
                <a:cs typeface="Red Hat Text"/>
                <a:sym typeface="Red Hat Text"/>
              </a:rPr>
              <a:t>[Destroy]</a:t>
            </a:r>
            <a:endParaRPr b="1">
              <a:latin typeface="Red Hat Text"/>
              <a:ea typeface="Red Hat Text"/>
              <a:cs typeface="Red Hat Text"/>
              <a:sym typeface="Red Hat Text"/>
            </a:endParaRPr>
          </a:p>
        </p:txBody>
      </p:sp>
      <p:sp>
        <p:nvSpPr>
          <p:cNvPr id="4918" name="Google Shape;4918;p203"/>
          <p:cNvSpPr txBox="1"/>
          <p:nvPr/>
        </p:nvSpPr>
        <p:spPr>
          <a:xfrm>
            <a:off x="5775" y="4648200"/>
            <a:ext cx="2194500" cy="126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Alternately, we can have an Approval Action on deleting or reverting the snaphot</a:t>
            </a:r>
            <a:endParaRPr>
              <a:latin typeface="Red Hat Text"/>
              <a:ea typeface="Red Hat Text"/>
              <a:cs typeface="Red Hat Text"/>
              <a:sym typeface="Red Hat Text"/>
            </a:endParaRPr>
          </a:p>
          <a:p>
            <a:pPr indent="0" lvl="0" marL="0" rtl="0" algn="ctr">
              <a:spcBef>
                <a:spcPts val="0"/>
              </a:spcBef>
              <a:spcAft>
                <a:spcPts val="0"/>
              </a:spcAft>
              <a:buNone/>
            </a:pPr>
            <a:r>
              <a:t/>
            </a:r>
            <a:endParaRPr>
              <a:latin typeface="Red Hat Text"/>
              <a:ea typeface="Red Hat Text"/>
              <a:cs typeface="Red Hat Text"/>
              <a:sym typeface="Red Hat Text"/>
            </a:endParaRPr>
          </a:p>
        </p:txBody>
      </p:sp>
      <p:sp>
        <p:nvSpPr>
          <p:cNvPr id="4919" name="Google Shape;4919;p20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pic>
        <p:nvPicPr>
          <p:cNvPr id="4920" name="Google Shape;4920;p203"/>
          <p:cNvPicPr preferRelativeResize="0"/>
          <p:nvPr/>
        </p:nvPicPr>
        <p:blipFill>
          <a:blip r:embed="rId4">
            <a:alphaModFix/>
          </a:blip>
          <a:stretch>
            <a:fillRect/>
          </a:stretch>
        </p:blipFill>
        <p:spPr>
          <a:xfrm>
            <a:off x="432675" y="1551650"/>
            <a:ext cx="11683123" cy="1407399"/>
          </a:xfrm>
          <a:prstGeom prst="rect">
            <a:avLst/>
          </a:prstGeom>
          <a:noFill/>
          <a:ln>
            <a:noFill/>
          </a:ln>
        </p:spPr>
      </p:pic>
      <p:pic>
        <p:nvPicPr>
          <p:cNvPr id="4921" name="Google Shape;4921;p203"/>
          <p:cNvPicPr preferRelativeResize="0"/>
          <p:nvPr/>
        </p:nvPicPr>
        <p:blipFill>
          <a:blip r:embed="rId5">
            <a:alphaModFix/>
          </a:blip>
          <a:stretch>
            <a:fillRect/>
          </a:stretch>
        </p:blipFill>
        <p:spPr>
          <a:xfrm>
            <a:off x="9902820" y="349509"/>
            <a:ext cx="2038500" cy="835688"/>
          </a:xfrm>
          <a:prstGeom prst="rect">
            <a:avLst/>
          </a:prstGeom>
          <a:noFill/>
          <a:ln>
            <a:noFill/>
          </a:ln>
        </p:spPr>
      </p:pic>
      <p:sp>
        <p:nvSpPr>
          <p:cNvPr id="4922" name="Google Shape;4922;p203"/>
          <p:cNvSpPr/>
          <p:nvPr/>
        </p:nvSpPr>
        <p:spPr>
          <a:xfrm>
            <a:off x="8982875" y="1642500"/>
            <a:ext cx="3168300" cy="12684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3" name="Google Shape;4923;p203"/>
          <p:cNvSpPr txBox="1"/>
          <p:nvPr/>
        </p:nvSpPr>
        <p:spPr>
          <a:xfrm>
            <a:off x="10443218" y="4514850"/>
            <a:ext cx="18384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Power Off for further analysis</a:t>
            </a:r>
            <a:endParaRPr>
              <a:latin typeface="Red Hat Text"/>
              <a:ea typeface="Red Hat Text"/>
              <a:cs typeface="Red Hat Text"/>
              <a:sym typeface="Red Hat Text"/>
            </a:endParaRPr>
          </a:p>
          <a:p>
            <a:pPr indent="0" lvl="0" marL="0" rtl="0" algn="ctr">
              <a:spcBef>
                <a:spcPts val="0"/>
              </a:spcBef>
              <a:spcAft>
                <a:spcPts val="0"/>
              </a:spcAft>
              <a:buNone/>
            </a:pPr>
            <a:r>
              <a:rPr b="1" lang="en">
                <a:latin typeface="Red Hat Text"/>
                <a:ea typeface="Red Hat Text"/>
                <a:cs typeface="Red Hat Text"/>
                <a:sym typeface="Red Hat Text"/>
              </a:rPr>
              <a:t>[Review]</a:t>
            </a:r>
            <a:endParaRPr b="1">
              <a:latin typeface="Red Hat Text"/>
              <a:ea typeface="Red Hat Text"/>
              <a:cs typeface="Red Hat Text"/>
              <a:sym typeface="Red Hat Text"/>
            </a:endParaRPr>
          </a:p>
        </p:txBody>
      </p:sp>
      <p:sp>
        <p:nvSpPr>
          <p:cNvPr id="4924" name="Google Shape;4924;p203"/>
          <p:cNvSpPr txBox="1"/>
          <p:nvPr/>
        </p:nvSpPr>
        <p:spPr>
          <a:xfrm>
            <a:off x="10443218" y="3676650"/>
            <a:ext cx="183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Cleanup</a:t>
            </a:r>
            <a:endParaRPr b="1">
              <a:latin typeface="Red Hat Text"/>
              <a:ea typeface="Red Hat Text"/>
              <a:cs typeface="Red Hat Text"/>
              <a:sym typeface="Red Hat Text"/>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8" name="Shape 4928"/>
        <p:cNvGrpSpPr/>
        <p:nvPr/>
      </p:nvGrpSpPr>
      <p:grpSpPr>
        <a:xfrm>
          <a:off x="0" y="0"/>
          <a:ext cx="0" cy="0"/>
          <a:chOff x="0" y="0"/>
          <a:chExt cx="0" cy="0"/>
        </a:xfrm>
      </p:grpSpPr>
      <p:sp>
        <p:nvSpPr>
          <p:cNvPr id="4929" name="Google Shape;4929;p204"/>
          <p:cNvSpPr txBox="1"/>
          <p:nvPr>
            <p:ph idx="12" type="sldNum"/>
          </p:nvPr>
        </p:nvSpPr>
        <p:spPr>
          <a:xfrm>
            <a:off x="81975" y="6169556"/>
            <a:ext cx="731700" cy="14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800"/>
              <a:t>‹#›</a:t>
            </a:fld>
            <a:endParaRPr sz="800"/>
          </a:p>
        </p:txBody>
      </p:sp>
      <p:sp>
        <p:nvSpPr>
          <p:cNvPr id="4930" name="Google Shape;4930;p204"/>
          <p:cNvSpPr txBox="1"/>
          <p:nvPr>
            <p:ph type="title"/>
          </p:nvPr>
        </p:nvSpPr>
        <p:spPr>
          <a:xfrm>
            <a:off x="1752600" y="930825"/>
            <a:ext cx="8686800" cy="967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a:t>Remember:</a:t>
            </a:r>
            <a:r>
              <a:rPr lang="en">
                <a:latin typeface="Red Hat Display Medium"/>
                <a:ea typeface="Red Hat Display Medium"/>
                <a:cs typeface="Red Hat Display Medium"/>
                <a:sym typeface="Red Hat Display Medium"/>
              </a:rPr>
              <a:t> Seeing it as a series of pipeline models</a:t>
            </a:r>
            <a:endParaRPr>
              <a:latin typeface="Red Hat Display Medium"/>
              <a:ea typeface="Red Hat Display Medium"/>
              <a:cs typeface="Red Hat Display Medium"/>
              <a:sym typeface="Red Hat Display Medium"/>
            </a:endParaRPr>
          </a:p>
        </p:txBody>
      </p:sp>
      <p:grpSp>
        <p:nvGrpSpPr>
          <p:cNvPr id="4931" name="Google Shape;4931;p204"/>
          <p:cNvGrpSpPr/>
          <p:nvPr/>
        </p:nvGrpSpPr>
        <p:grpSpPr>
          <a:xfrm>
            <a:off x="466786" y="1604700"/>
            <a:ext cx="11650254" cy="4809000"/>
            <a:chOff x="466786" y="1604700"/>
            <a:chExt cx="11650254" cy="4809000"/>
          </a:xfrm>
        </p:grpSpPr>
        <p:grpSp>
          <p:nvGrpSpPr>
            <p:cNvPr id="4932" name="Google Shape;4932;p204"/>
            <p:cNvGrpSpPr/>
            <p:nvPr/>
          </p:nvGrpSpPr>
          <p:grpSpPr>
            <a:xfrm>
              <a:off x="466786" y="1604700"/>
              <a:ext cx="4608757" cy="2378480"/>
              <a:chOff x="1076400" y="1937729"/>
              <a:chExt cx="10160400" cy="4179371"/>
            </a:xfrm>
          </p:grpSpPr>
          <p:sp>
            <p:nvSpPr>
              <p:cNvPr id="4933" name="Google Shape;4933;p204"/>
              <p:cNvSpPr/>
              <p:nvPr/>
            </p:nvSpPr>
            <p:spPr>
              <a:xfrm>
                <a:off x="1076400" y="2561200"/>
                <a:ext cx="10160400" cy="35559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4" name="Google Shape;4934;p204"/>
              <p:cNvSpPr txBox="1"/>
              <p:nvPr/>
            </p:nvSpPr>
            <p:spPr>
              <a:xfrm>
                <a:off x="7597748" y="2855706"/>
                <a:ext cx="876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Mon</a:t>
                </a:r>
                <a:endParaRPr b="1" sz="800">
                  <a:latin typeface="Red Hat Display"/>
                  <a:ea typeface="Red Hat Display"/>
                  <a:cs typeface="Red Hat Display"/>
                  <a:sym typeface="Red Hat Display"/>
                </a:endParaRPr>
              </a:p>
            </p:txBody>
          </p:sp>
          <p:sp>
            <p:nvSpPr>
              <p:cNvPr id="4935" name="Google Shape;4935;p204"/>
              <p:cNvSpPr txBox="1"/>
              <p:nvPr/>
            </p:nvSpPr>
            <p:spPr>
              <a:xfrm>
                <a:off x="6334010" y="3951944"/>
                <a:ext cx="10860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Con</a:t>
                </a:r>
                <a:endParaRPr b="1" sz="800">
                  <a:latin typeface="Red Hat Display"/>
                  <a:ea typeface="Red Hat Display"/>
                  <a:cs typeface="Red Hat Display"/>
                  <a:sym typeface="Red Hat Display"/>
                </a:endParaRPr>
              </a:p>
            </p:txBody>
          </p:sp>
          <p:sp>
            <p:nvSpPr>
              <p:cNvPr id="4936" name="Google Shape;4936;p204"/>
              <p:cNvSpPr txBox="1"/>
              <p:nvPr/>
            </p:nvSpPr>
            <p:spPr>
              <a:xfrm>
                <a:off x="4746890" y="3951956"/>
                <a:ext cx="876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Dep</a:t>
                </a:r>
                <a:endParaRPr b="1" sz="800">
                  <a:latin typeface="Red Hat Display"/>
                  <a:ea typeface="Red Hat Display"/>
                  <a:cs typeface="Red Hat Display"/>
                  <a:sym typeface="Red Hat Display"/>
                </a:endParaRPr>
              </a:p>
            </p:txBody>
          </p:sp>
          <p:sp>
            <p:nvSpPr>
              <p:cNvPr id="4937" name="Google Shape;4937;p204"/>
              <p:cNvSpPr txBox="1"/>
              <p:nvPr/>
            </p:nvSpPr>
            <p:spPr>
              <a:xfrm>
                <a:off x="3645433" y="2855694"/>
                <a:ext cx="876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Rev</a:t>
                </a:r>
                <a:endParaRPr b="1" sz="800">
                  <a:latin typeface="Red Hat Display"/>
                  <a:ea typeface="Red Hat Display"/>
                  <a:cs typeface="Red Hat Display"/>
                  <a:sym typeface="Red Hat Display"/>
                </a:endParaRPr>
              </a:p>
            </p:txBody>
          </p:sp>
          <p:sp>
            <p:nvSpPr>
              <p:cNvPr id="4938" name="Google Shape;4938;p204"/>
              <p:cNvSpPr txBox="1"/>
              <p:nvPr/>
            </p:nvSpPr>
            <p:spPr>
              <a:xfrm>
                <a:off x="9717950" y="3951960"/>
                <a:ext cx="10860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Main</a:t>
                </a:r>
                <a:endParaRPr b="1" sz="800">
                  <a:latin typeface="Red Hat Display"/>
                  <a:ea typeface="Red Hat Display"/>
                  <a:cs typeface="Red Hat Display"/>
                  <a:sym typeface="Red Hat Display"/>
                </a:endParaRPr>
              </a:p>
            </p:txBody>
          </p:sp>
          <p:sp>
            <p:nvSpPr>
              <p:cNvPr id="4939" name="Google Shape;4939;p204"/>
              <p:cNvSpPr txBox="1"/>
              <p:nvPr/>
            </p:nvSpPr>
            <p:spPr>
              <a:xfrm>
                <a:off x="8130830" y="3951940"/>
                <a:ext cx="876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Man</a:t>
                </a:r>
                <a:endParaRPr b="1" sz="800">
                  <a:latin typeface="Red Hat Display"/>
                  <a:ea typeface="Red Hat Display"/>
                  <a:cs typeface="Red Hat Display"/>
                  <a:sym typeface="Red Hat Display"/>
                </a:endParaRPr>
              </a:p>
            </p:txBody>
          </p:sp>
          <p:sp>
            <p:nvSpPr>
              <p:cNvPr id="4940" name="Google Shape;4940;p204"/>
              <p:cNvSpPr txBox="1"/>
              <p:nvPr/>
            </p:nvSpPr>
            <p:spPr>
              <a:xfrm>
                <a:off x="3374738" y="3951950"/>
                <a:ext cx="7935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Del</a:t>
                </a:r>
                <a:endParaRPr b="1" sz="800">
                  <a:latin typeface="Red Hat Display"/>
                  <a:ea typeface="Red Hat Display"/>
                  <a:cs typeface="Red Hat Display"/>
                  <a:sym typeface="Red Hat Display"/>
                </a:endParaRPr>
              </a:p>
            </p:txBody>
          </p:sp>
          <p:sp>
            <p:nvSpPr>
              <p:cNvPr id="4941" name="Google Shape;4941;p204"/>
              <p:cNvSpPr txBox="1"/>
              <p:nvPr/>
            </p:nvSpPr>
            <p:spPr>
              <a:xfrm>
                <a:off x="1848950" y="3951940"/>
                <a:ext cx="876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Def</a:t>
                </a:r>
                <a:endParaRPr b="1" sz="800">
                  <a:latin typeface="Red Hat Display"/>
                  <a:ea typeface="Red Hat Display"/>
                  <a:cs typeface="Red Hat Display"/>
                  <a:sym typeface="Red Hat Display"/>
                </a:endParaRPr>
              </a:p>
            </p:txBody>
          </p:sp>
          <p:sp>
            <p:nvSpPr>
              <p:cNvPr id="4942" name="Google Shape;4942;p204"/>
              <p:cNvSpPr/>
              <p:nvPr/>
            </p:nvSpPr>
            <p:spPr>
              <a:xfrm rot="5400000">
                <a:off x="6949375" y="220250"/>
                <a:ext cx="253200" cy="7064400"/>
              </a:xfrm>
              <a:prstGeom prst="leftBrace">
                <a:avLst>
                  <a:gd fmla="val 50000" name="adj1"/>
                  <a:gd fmla="val 36255"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43" name="Google Shape;4943;p204"/>
              <p:cNvCxnSpPr>
                <a:endCxn id="4937" idx="3"/>
              </p:cNvCxnSpPr>
              <p:nvPr/>
            </p:nvCxnSpPr>
            <p:spPr>
              <a:xfrm rot="10800000">
                <a:off x="4521733" y="3055794"/>
                <a:ext cx="3066600" cy="0"/>
              </a:xfrm>
              <a:prstGeom prst="straightConnector1">
                <a:avLst/>
              </a:prstGeom>
              <a:noFill/>
              <a:ln cap="flat" cmpd="sng" w="19050">
                <a:solidFill>
                  <a:schemeClr val="accent1"/>
                </a:solidFill>
                <a:prstDash val="solid"/>
                <a:round/>
                <a:headEnd len="med" w="med" type="none"/>
                <a:tailEnd len="med" w="med" type="triangle"/>
              </a:ln>
            </p:spPr>
          </p:cxnSp>
          <p:cxnSp>
            <p:nvCxnSpPr>
              <p:cNvPr id="4944" name="Google Shape;4944;p204"/>
              <p:cNvCxnSpPr>
                <a:stCxn id="4937" idx="1"/>
                <a:endCxn id="4941" idx="0"/>
              </p:cNvCxnSpPr>
              <p:nvPr/>
            </p:nvCxnSpPr>
            <p:spPr>
              <a:xfrm flipH="1">
                <a:off x="2287033" y="3055794"/>
                <a:ext cx="1358400" cy="896100"/>
              </a:xfrm>
              <a:prstGeom prst="curvedConnector2">
                <a:avLst/>
              </a:prstGeom>
              <a:noFill/>
              <a:ln cap="flat" cmpd="sng" w="19050">
                <a:solidFill>
                  <a:schemeClr val="accent1"/>
                </a:solidFill>
                <a:prstDash val="solid"/>
                <a:round/>
                <a:headEnd len="med" w="med" type="none"/>
                <a:tailEnd len="med" w="med" type="triangle"/>
              </a:ln>
            </p:spPr>
          </p:cxnSp>
          <p:cxnSp>
            <p:nvCxnSpPr>
              <p:cNvPr id="4945" name="Google Shape;4945;p204"/>
              <p:cNvCxnSpPr>
                <a:stCxn id="4941" idx="3"/>
                <a:endCxn id="4940" idx="1"/>
              </p:cNvCxnSpPr>
              <p:nvPr/>
            </p:nvCxnSpPr>
            <p:spPr>
              <a:xfrm>
                <a:off x="2725250" y="4152040"/>
                <a:ext cx="649500" cy="0"/>
              </a:xfrm>
              <a:prstGeom prst="straightConnector1">
                <a:avLst/>
              </a:prstGeom>
              <a:noFill/>
              <a:ln cap="flat" cmpd="sng" w="19050">
                <a:solidFill>
                  <a:schemeClr val="accent1"/>
                </a:solidFill>
                <a:prstDash val="solid"/>
                <a:round/>
                <a:headEnd len="med" w="med" type="none"/>
                <a:tailEnd len="med" w="med" type="triangle"/>
              </a:ln>
            </p:spPr>
          </p:cxnSp>
          <p:cxnSp>
            <p:nvCxnSpPr>
              <p:cNvPr id="4946" name="Google Shape;4946;p204"/>
              <p:cNvCxnSpPr>
                <a:stCxn id="4940" idx="3"/>
                <a:endCxn id="4936" idx="1"/>
              </p:cNvCxnSpPr>
              <p:nvPr/>
            </p:nvCxnSpPr>
            <p:spPr>
              <a:xfrm>
                <a:off x="4168238" y="4152050"/>
                <a:ext cx="578700" cy="0"/>
              </a:xfrm>
              <a:prstGeom prst="straightConnector1">
                <a:avLst/>
              </a:prstGeom>
              <a:noFill/>
              <a:ln cap="flat" cmpd="sng" w="19050">
                <a:solidFill>
                  <a:schemeClr val="accent1"/>
                </a:solidFill>
                <a:prstDash val="solid"/>
                <a:round/>
                <a:headEnd len="med" w="med" type="none"/>
                <a:tailEnd len="med" w="med" type="triangle"/>
              </a:ln>
            </p:spPr>
          </p:cxnSp>
          <p:cxnSp>
            <p:nvCxnSpPr>
              <p:cNvPr id="4947" name="Google Shape;4947;p204"/>
              <p:cNvCxnSpPr>
                <a:stCxn id="4936" idx="3"/>
                <a:endCxn id="4935" idx="1"/>
              </p:cNvCxnSpPr>
              <p:nvPr/>
            </p:nvCxnSpPr>
            <p:spPr>
              <a:xfrm>
                <a:off x="5623190" y="4152056"/>
                <a:ext cx="710700" cy="0"/>
              </a:xfrm>
              <a:prstGeom prst="straightConnector1">
                <a:avLst/>
              </a:prstGeom>
              <a:noFill/>
              <a:ln cap="flat" cmpd="sng" w="19050">
                <a:solidFill>
                  <a:schemeClr val="accent1"/>
                </a:solidFill>
                <a:prstDash val="solid"/>
                <a:round/>
                <a:headEnd len="med" w="med" type="none"/>
                <a:tailEnd len="med" w="med" type="triangle"/>
              </a:ln>
            </p:spPr>
          </p:cxnSp>
          <p:cxnSp>
            <p:nvCxnSpPr>
              <p:cNvPr id="4948" name="Google Shape;4948;p204"/>
              <p:cNvCxnSpPr>
                <a:stCxn id="4935" idx="3"/>
                <a:endCxn id="4939" idx="1"/>
              </p:cNvCxnSpPr>
              <p:nvPr/>
            </p:nvCxnSpPr>
            <p:spPr>
              <a:xfrm>
                <a:off x="7420010" y="4152044"/>
                <a:ext cx="710700" cy="0"/>
              </a:xfrm>
              <a:prstGeom prst="straightConnector1">
                <a:avLst/>
              </a:prstGeom>
              <a:noFill/>
              <a:ln cap="flat" cmpd="sng" w="19050">
                <a:solidFill>
                  <a:schemeClr val="accent1"/>
                </a:solidFill>
                <a:prstDash val="solid"/>
                <a:round/>
                <a:headEnd len="med" w="med" type="none"/>
                <a:tailEnd len="med" w="med" type="triangle"/>
              </a:ln>
            </p:spPr>
          </p:cxnSp>
          <p:cxnSp>
            <p:nvCxnSpPr>
              <p:cNvPr id="4949" name="Google Shape;4949;p204"/>
              <p:cNvCxnSpPr>
                <a:stCxn id="4939" idx="3"/>
                <a:endCxn id="4938" idx="1"/>
              </p:cNvCxnSpPr>
              <p:nvPr/>
            </p:nvCxnSpPr>
            <p:spPr>
              <a:xfrm>
                <a:off x="9007130" y="4152040"/>
                <a:ext cx="710700" cy="0"/>
              </a:xfrm>
              <a:prstGeom prst="straightConnector1">
                <a:avLst/>
              </a:prstGeom>
              <a:noFill/>
              <a:ln cap="flat" cmpd="sng" w="19050">
                <a:solidFill>
                  <a:schemeClr val="accent1"/>
                </a:solidFill>
                <a:prstDash val="solid"/>
                <a:round/>
                <a:headEnd len="med" w="med" type="none"/>
                <a:tailEnd len="med" w="med" type="triangle"/>
              </a:ln>
            </p:spPr>
          </p:cxnSp>
          <p:cxnSp>
            <p:nvCxnSpPr>
              <p:cNvPr id="4950" name="Google Shape;4950;p204"/>
              <p:cNvCxnSpPr>
                <a:stCxn id="4942" idx="1"/>
                <a:endCxn id="4934" idx="2"/>
              </p:cNvCxnSpPr>
              <p:nvPr/>
            </p:nvCxnSpPr>
            <p:spPr>
              <a:xfrm rot="10800000">
                <a:off x="8035877" y="3255950"/>
                <a:ext cx="11100" cy="369900"/>
              </a:xfrm>
              <a:prstGeom prst="straightConnector1">
                <a:avLst/>
              </a:prstGeom>
              <a:noFill/>
              <a:ln cap="flat" cmpd="sng" w="19050">
                <a:solidFill>
                  <a:schemeClr val="accent1"/>
                </a:solidFill>
                <a:prstDash val="solid"/>
                <a:round/>
                <a:headEnd len="med" w="med" type="none"/>
                <a:tailEnd len="med" w="med" type="triangle"/>
              </a:ln>
            </p:spPr>
          </p:cxnSp>
          <p:sp>
            <p:nvSpPr>
              <p:cNvPr id="4951" name="Google Shape;4951;p204"/>
              <p:cNvSpPr txBox="1"/>
              <p:nvPr/>
            </p:nvSpPr>
            <p:spPr>
              <a:xfrm>
                <a:off x="7097951" y="1937729"/>
                <a:ext cx="18759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New Content</a:t>
                </a:r>
                <a:endParaRPr b="1" sz="800">
                  <a:latin typeface="Red Hat Display"/>
                  <a:ea typeface="Red Hat Display"/>
                  <a:cs typeface="Red Hat Display"/>
                  <a:sym typeface="Red Hat Display"/>
                </a:endParaRPr>
              </a:p>
            </p:txBody>
          </p:sp>
          <p:cxnSp>
            <p:nvCxnSpPr>
              <p:cNvPr id="4952" name="Google Shape;4952;p204"/>
              <p:cNvCxnSpPr>
                <a:stCxn id="4951" idx="2"/>
                <a:endCxn id="4934" idx="0"/>
              </p:cNvCxnSpPr>
              <p:nvPr/>
            </p:nvCxnSpPr>
            <p:spPr>
              <a:xfrm>
                <a:off x="8035901" y="2337929"/>
                <a:ext cx="0" cy="517800"/>
              </a:xfrm>
              <a:prstGeom prst="straightConnector1">
                <a:avLst/>
              </a:prstGeom>
              <a:noFill/>
              <a:ln cap="flat" cmpd="sng" w="19050">
                <a:solidFill>
                  <a:schemeClr val="accent1"/>
                </a:solidFill>
                <a:prstDash val="solid"/>
                <a:round/>
                <a:headEnd len="med" w="med" type="none"/>
                <a:tailEnd len="med" w="med" type="triangle"/>
              </a:ln>
            </p:spPr>
          </p:cxnSp>
          <p:sp>
            <p:nvSpPr>
              <p:cNvPr id="4953" name="Google Shape;4953;p204"/>
              <p:cNvSpPr/>
              <p:nvPr/>
            </p:nvSpPr>
            <p:spPr>
              <a:xfrm>
                <a:off x="1504950" y="4829175"/>
                <a:ext cx="1550124" cy="1091448"/>
              </a:xfrm>
              <a:prstGeom prst="flowChartDocument">
                <a:avLst/>
              </a:prstGeom>
              <a:solidFill>
                <a:srgbClr val="FFD96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400">
                    <a:solidFill>
                      <a:schemeClr val="dk1"/>
                    </a:solidFill>
                  </a:rPr>
                  <a:t>Binary Content (rpms, etc..)</a:t>
                </a:r>
                <a:endParaRPr b="1" sz="400">
                  <a:solidFill>
                    <a:schemeClr val="dk1"/>
                  </a:solidFill>
                </a:endParaRPr>
              </a:p>
              <a:p>
                <a:pPr indent="0" lvl="0" marL="0" rtl="0" algn="l">
                  <a:spcBef>
                    <a:spcPts val="0"/>
                  </a:spcBef>
                  <a:spcAft>
                    <a:spcPts val="0"/>
                  </a:spcAft>
                  <a:buClr>
                    <a:schemeClr val="dk1"/>
                  </a:buClr>
                  <a:buSzPts val="1100"/>
                  <a:buFont typeface="Arial"/>
                  <a:buNone/>
                </a:pPr>
                <a:r>
                  <a:rPr b="1" lang="en" sz="400">
                    <a:solidFill>
                      <a:schemeClr val="dk1"/>
                    </a:solidFill>
                  </a:rPr>
                  <a:t>Configuration Code</a:t>
                </a:r>
                <a:endParaRPr b="1" sz="400">
                  <a:solidFill>
                    <a:schemeClr val="dk1"/>
                  </a:solidFill>
                </a:endParaRPr>
              </a:p>
              <a:p>
                <a:pPr indent="0" lvl="0" marL="0" rtl="0" algn="l">
                  <a:spcBef>
                    <a:spcPts val="0"/>
                  </a:spcBef>
                  <a:spcAft>
                    <a:spcPts val="0"/>
                  </a:spcAft>
                  <a:buClr>
                    <a:schemeClr val="dk1"/>
                  </a:buClr>
                  <a:buSzPts val="1100"/>
                  <a:buFont typeface="Arial"/>
                  <a:buNone/>
                </a:pPr>
                <a:r>
                  <a:rPr b="1" lang="en" sz="400">
                    <a:solidFill>
                      <a:schemeClr val="dk1"/>
                    </a:solidFill>
                  </a:rPr>
                  <a:t>Configuration Templates</a:t>
                </a:r>
                <a:endParaRPr b="1" sz="400">
                  <a:solidFill>
                    <a:schemeClr val="dk1"/>
                  </a:solidFill>
                </a:endParaRPr>
              </a:p>
              <a:p>
                <a:pPr indent="0" lvl="0" marL="0" rtl="0" algn="l">
                  <a:spcBef>
                    <a:spcPts val="0"/>
                  </a:spcBef>
                  <a:spcAft>
                    <a:spcPts val="0"/>
                  </a:spcAft>
                  <a:buClr>
                    <a:schemeClr val="dk1"/>
                  </a:buClr>
                  <a:buSzPts val="1100"/>
                  <a:buFont typeface="Arial"/>
                  <a:buNone/>
                </a:pPr>
                <a:r>
                  <a:rPr b="1" lang="en" sz="400">
                    <a:solidFill>
                      <a:schemeClr val="dk1"/>
                    </a:solidFill>
                  </a:rPr>
                  <a:t>Application Code / Containers</a:t>
                </a:r>
                <a:endParaRPr b="1" sz="400">
                  <a:solidFill>
                    <a:schemeClr val="dk1"/>
                  </a:solidFill>
                </a:endParaRPr>
              </a:p>
            </p:txBody>
          </p:sp>
          <p:cxnSp>
            <p:nvCxnSpPr>
              <p:cNvPr id="4954" name="Google Shape;4954;p204"/>
              <p:cNvCxnSpPr>
                <a:stCxn id="4953" idx="3"/>
              </p:cNvCxnSpPr>
              <p:nvPr/>
            </p:nvCxnSpPr>
            <p:spPr>
              <a:xfrm>
                <a:off x="3055074" y="5374899"/>
                <a:ext cx="507600" cy="10200"/>
              </a:xfrm>
              <a:prstGeom prst="straightConnector1">
                <a:avLst/>
              </a:prstGeom>
              <a:noFill/>
              <a:ln cap="flat" cmpd="sng" w="19050">
                <a:solidFill>
                  <a:schemeClr val="accent1"/>
                </a:solidFill>
                <a:prstDash val="solid"/>
                <a:round/>
                <a:headEnd len="med" w="med" type="none"/>
                <a:tailEnd len="med" w="med" type="triangle"/>
              </a:ln>
            </p:spPr>
          </p:cxnSp>
          <p:sp>
            <p:nvSpPr>
              <p:cNvPr id="4955" name="Google Shape;4955;p204"/>
              <p:cNvSpPr txBox="1"/>
              <p:nvPr/>
            </p:nvSpPr>
            <p:spPr>
              <a:xfrm>
                <a:off x="8159475" y="4425050"/>
                <a:ext cx="876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Test</a:t>
                </a:r>
                <a:endParaRPr b="1" sz="800">
                  <a:latin typeface="Red Hat Display"/>
                  <a:ea typeface="Red Hat Display"/>
                  <a:cs typeface="Red Hat Display"/>
                  <a:sym typeface="Red Hat Display"/>
                </a:endParaRPr>
              </a:p>
            </p:txBody>
          </p:sp>
          <p:cxnSp>
            <p:nvCxnSpPr>
              <p:cNvPr id="4956" name="Google Shape;4956;p204"/>
              <p:cNvCxnSpPr>
                <a:stCxn id="4935" idx="3"/>
                <a:endCxn id="4955" idx="1"/>
              </p:cNvCxnSpPr>
              <p:nvPr/>
            </p:nvCxnSpPr>
            <p:spPr>
              <a:xfrm>
                <a:off x="7420010" y="4152044"/>
                <a:ext cx="739500" cy="473100"/>
              </a:xfrm>
              <a:prstGeom prst="curvedConnector3">
                <a:avLst>
                  <a:gd fmla="val 49998" name="adj1"/>
                </a:avLst>
              </a:prstGeom>
              <a:noFill/>
              <a:ln cap="flat" cmpd="sng" w="19050">
                <a:solidFill>
                  <a:schemeClr val="accent1"/>
                </a:solidFill>
                <a:prstDash val="solid"/>
                <a:round/>
                <a:headEnd len="med" w="med" type="none"/>
                <a:tailEnd len="med" w="med" type="triangle"/>
              </a:ln>
            </p:spPr>
          </p:cxnSp>
          <p:cxnSp>
            <p:nvCxnSpPr>
              <p:cNvPr id="4957" name="Google Shape;4957;p204"/>
              <p:cNvCxnSpPr>
                <a:stCxn id="4955" idx="3"/>
                <a:endCxn id="4958" idx="1"/>
              </p:cNvCxnSpPr>
              <p:nvPr/>
            </p:nvCxnSpPr>
            <p:spPr>
              <a:xfrm>
                <a:off x="9035775" y="4625150"/>
                <a:ext cx="682200" cy="900"/>
              </a:xfrm>
              <a:prstGeom prst="curvedConnector3">
                <a:avLst>
                  <a:gd fmla="val 49998" name="adj1"/>
                </a:avLst>
              </a:prstGeom>
              <a:noFill/>
              <a:ln cap="flat" cmpd="sng" w="19050">
                <a:solidFill>
                  <a:schemeClr val="accent1"/>
                </a:solidFill>
                <a:prstDash val="solid"/>
                <a:round/>
                <a:headEnd len="med" w="med" type="none"/>
                <a:tailEnd len="med" w="med" type="triangle"/>
              </a:ln>
            </p:spPr>
          </p:cxnSp>
          <p:sp>
            <p:nvSpPr>
              <p:cNvPr id="4958" name="Google Shape;4958;p204"/>
              <p:cNvSpPr txBox="1"/>
              <p:nvPr/>
            </p:nvSpPr>
            <p:spPr>
              <a:xfrm>
                <a:off x="9717950" y="4425050"/>
                <a:ext cx="981300" cy="40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Dest</a:t>
                </a:r>
                <a:endParaRPr b="1" sz="800">
                  <a:latin typeface="Red Hat Display"/>
                  <a:ea typeface="Red Hat Display"/>
                  <a:cs typeface="Red Hat Display"/>
                  <a:sym typeface="Red Hat Display"/>
                </a:endParaRPr>
              </a:p>
            </p:txBody>
          </p:sp>
        </p:grpSp>
        <p:sp>
          <p:nvSpPr>
            <p:cNvPr id="4959" name="Google Shape;4959;p204"/>
            <p:cNvSpPr/>
            <p:nvPr/>
          </p:nvSpPr>
          <p:spPr>
            <a:xfrm>
              <a:off x="4756199" y="4093125"/>
              <a:ext cx="3595800" cy="20238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0" name="Google Shape;4960;p204"/>
            <p:cNvSpPr txBox="1"/>
            <p:nvPr/>
          </p:nvSpPr>
          <p:spPr>
            <a:xfrm>
              <a:off x="6701470" y="4260721"/>
              <a:ext cx="3975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Mon</a:t>
              </a:r>
              <a:endParaRPr b="1" sz="800">
                <a:latin typeface="Red Hat Display"/>
                <a:ea typeface="Red Hat Display"/>
                <a:cs typeface="Red Hat Display"/>
                <a:sym typeface="Red Hat Display"/>
              </a:endParaRPr>
            </a:p>
          </p:txBody>
        </p:sp>
        <p:sp>
          <p:nvSpPr>
            <p:cNvPr id="4961" name="Google Shape;4961;p204"/>
            <p:cNvSpPr txBox="1"/>
            <p:nvPr/>
          </p:nvSpPr>
          <p:spPr>
            <a:xfrm>
              <a:off x="6128238" y="4884590"/>
              <a:ext cx="4926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Con</a:t>
              </a:r>
              <a:endParaRPr b="1" sz="800">
                <a:latin typeface="Red Hat Display"/>
                <a:ea typeface="Red Hat Display"/>
                <a:cs typeface="Red Hat Display"/>
                <a:sym typeface="Red Hat Display"/>
              </a:endParaRPr>
            </a:p>
          </p:txBody>
        </p:sp>
        <p:sp>
          <p:nvSpPr>
            <p:cNvPr id="4962" name="Google Shape;4962;p204"/>
            <p:cNvSpPr txBox="1"/>
            <p:nvPr/>
          </p:nvSpPr>
          <p:spPr>
            <a:xfrm>
              <a:off x="5179721" y="4884597"/>
              <a:ext cx="3975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Dep</a:t>
              </a:r>
              <a:endParaRPr b="1" sz="800">
                <a:latin typeface="Red Hat Display"/>
                <a:ea typeface="Red Hat Display"/>
                <a:cs typeface="Red Hat Display"/>
                <a:sym typeface="Red Hat Display"/>
              </a:endParaRPr>
            </a:p>
          </p:txBody>
        </p:sp>
        <p:sp>
          <p:nvSpPr>
            <p:cNvPr id="4963" name="Google Shape;4963;p204"/>
            <p:cNvSpPr txBox="1"/>
            <p:nvPr/>
          </p:nvSpPr>
          <p:spPr>
            <a:xfrm>
              <a:off x="5823100" y="4260714"/>
              <a:ext cx="3975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Rev</a:t>
              </a:r>
              <a:endParaRPr b="1" sz="800">
                <a:latin typeface="Red Hat Display"/>
                <a:ea typeface="Red Hat Display"/>
                <a:cs typeface="Red Hat Display"/>
                <a:sym typeface="Red Hat Display"/>
              </a:endParaRPr>
            </a:p>
          </p:txBody>
        </p:sp>
        <p:sp>
          <p:nvSpPr>
            <p:cNvPr id="4964" name="Google Shape;4964;p204"/>
            <p:cNvSpPr txBox="1"/>
            <p:nvPr/>
          </p:nvSpPr>
          <p:spPr>
            <a:xfrm>
              <a:off x="7663193" y="4884599"/>
              <a:ext cx="4926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Main</a:t>
              </a:r>
              <a:endParaRPr b="1" sz="800">
                <a:latin typeface="Red Hat Display"/>
                <a:ea typeface="Red Hat Display"/>
                <a:cs typeface="Red Hat Display"/>
                <a:sym typeface="Red Hat Display"/>
              </a:endParaRPr>
            </a:p>
          </p:txBody>
        </p:sp>
        <p:sp>
          <p:nvSpPr>
            <p:cNvPr id="4965" name="Google Shape;4965;p204"/>
            <p:cNvSpPr txBox="1"/>
            <p:nvPr/>
          </p:nvSpPr>
          <p:spPr>
            <a:xfrm>
              <a:off x="6943276" y="4884587"/>
              <a:ext cx="3975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Man</a:t>
              </a:r>
              <a:endParaRPr b="1" sz="800">
                <a:latin typeface="Red Hat Display"/>
                <a:ea typeface="Red Hat Display"/>
                <a:cs typeface="Red Hat Display"/>
                <a:sym typeface="Red Hat Display"/>
              </a:endParaRPr>
            </a:p>
          </p:txBody>
        </p:sp>
        <p:sp>
          <p:nvSpPr>
            <p:cNvPr id="4966" name="Google Shape;4966;p204"/>
            <p:cNvSpPr/>
            <p:nvPr/>
          </p:nvSpPr>
          <p:spPr>
            <a:xfrm rot="5400000">
              <a:off x="7034550" y="3743650"/>
              <a:ext cx="144000" cy="2054700"/>
            </a:xfrm>
            <a:prstGeom prst="leftBrace">
              <a:avLst>
                <a:gd fmla="val 50000" name="adj1"/>
                <a:gd fmla="val 59984"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67" name="Google Shape;4967;p204"/>
            <p:cNvCxnSpPr>
              <a:stCxn id="4960" idx="1"/>
              <a:endCxn id="4963" idx="3"/>
            </p:cNvCxnSpPr>
            <p:nvPr/>
          </p:nvCxnSpPr>
          <p:spPr>
            <a:xfrm rot="10800000">
              <a:off x="6220570" y="4374571"/>
              <a:ext cx="480900" cy="0"/>
            </a:xfrm>
            <a:prstGeom prst="straightConnector1">
              <a:avLst/>
            </a:prstGeom>
            <a:noFill/>
            <a:ln cap="flat" cmpd="sng" w="19050">
              <a:solidFill>
                <a:schemeClr val="accent1"/>
              </a:solidFill>
              <a:prstDash val="solid"/>
              <a:round/>
              <a:headEnd len="med" w="med" type="none"/>
              <a:tailEnd len="med" w="med" type="triangle"/>
            </a:ln>
          </p:spPr>
        </p:cxnSp>
        <p:cxnSp>
          <p:nvCxnSpPr>
            <p:cNvPr id="4968" name="Google Shape;4968;p204"/>
            <p:cNvCxnSpPr>
              <a:stCxn id="4963" idx="1"/>
              <a:endCxn id="4962" idx="0"/>
            </p:cNvCxnSpPr>
            <p:nvPr/>
          </p:nvCxnSpPr>
          <p:spPr>
            <a:xfrm flipH="1">
              <a:off x="5378500" y="4374564"/>
              <a:ext cx="444600" cy="510000"/>
            </a:xfrm>
            <a:prstGeom prst="curvedConnector2">
              <a:avLst/>
            </a:prstGeom>
            <a:noFill/>
            <a:ln cap="flat" cmpd="sng" w="19050">
              <a:solidFill>
                <a:schemeClr val="accent1"/>
              </a:solidFill>
              <a:prstDash val="solid"/>
              <a:round/>
              <a:headEnd len="med" w="med" type="none"/>
              <a:tailEnd len="med" w="med" type="triangle"/>
            </a:ln>
          </p:spPr>
        </p:cxnSp>
        <p:cxnSp>
          <p:nvCxnSpPr>
            <p:cNvPr id="4969" name="Google Shape;4969;p204"/>
            <p:cNvCxnSpPr>
              <a:stCxn id="4962" idx="3"/>
              <a:endCxn id="4961" idx="1"/>
            </p:cNvCxnSpPr>
            <p:nvPr/>
          </p:nvCxnSpPr>
          <p:spPr>
            <a:xfrm>
              <a:off x="5577221" y="4998447"/>
              <a:ext cx="551100" cy="0"/>
            </a:xfrm>
            <a:prstGeom prst="straightConnector1">
              <a:avLst/>
            </a:prstGeom>
            <a:noFill/>
            <a:ln cap="flat" cmpd="sng" w="19050">
              <a:solidFill>
                <a:schemeClr val="accent1"/>
              </a:solidFill>
              <a:prstDash val="solid"/>
              <a:round/>
              <a:headEnd len="med" w="med" type="none"/>
              <a:tailEnd len="med" w="med" type="triangle"/>
            </a:ln>
          </p:spPr>
        </p:cxnSp>
        <p:cxnSp>
          <p:nvCxnSpPr>
            <p:cNvPr id="4970" name="Google Shape;4970;p204"/>
            <p:cNvCxnSpPr>
              <a:stCxn id="4961" idx="3"/>
              <a:endCxn id="4965" idx="1"/>
            </p:cNvCxnSpPr>
            <p:nvPr/>
          </p:nvCxnSpPr>
          <p:spPr>
            <a:xfrm>
              <a:off x="6620838" y="4998440"/>
              <a:ext cx="322500" cy="0"/>
            </a:xfrm>
            <a:prstGeom prst="straightConnector1">
              <a:avLst/>
            </a:prstGeom>
            <a:noFill/>
            <a:ln cap="flat" cmpd="sng" w="19050">
              <a:solidFill>
                <a:schemeClr val="accent1"/>
              </a:solidFill>
              <a:prstDash val="solid"/>
              <a:round/>
              <a:headEnd len="med" w="med" type="none"/>
              <a:tailEnd len="med" w="med" type="triangle"/>
            </a:ln>
          </p:spPr>
        </p:cxnSp>
        <p:cxnSp>
          <p:nvCxnSpPr>
            <p:cNvPr id="4971" name="Google Shape;4971;p204"/>
            <p:cNvCxnSpPr>
              <a:stCxn id="4965" idx="3"/>
              <a:endCxn id="4964" idx="1"/>
            </p:cNvCxnSpPr>
            <p:nvPr/>
          </p:nvCxnSpPr>
          <p:spPr>
            <a:xfrm>
              <a:off x="7340776" y="4998437"/>
              <a:ext cx="322500" cy="0"/>
            </a:xfrm>
            <a:prstGeom prst="straightConnector1">
              <a:avLst/>
            </a:prstGeom>
            <a:noFill/>
            <a:ln cap="flat" cmpd="sng" w="19050">
              <a:solidFill>
                <a:schemeClr val="accent1"/>
              </a:solidFill>
              <a:prstDash val="solid"/>
              <a:round/>
              <a:headEnd len="med" w="med" type="none"/>
              <a:tailEnd len="med" w="med" type="triangle"/>
            </a:ln>
          </p:spPr>
        </p:cxnSp>
        <p:cxnSp>
          <p:nvCxnSpPr>
            <p:cNvPr id="4972" name="Google Shape;4972;p204"/>
            <p:cNvCxnSpPr>
              <a:stCxn id="4966" idx="1"/>
              <a:endCxn id="4960" idx="2"/>
            </p:cNvCxnSpPr>
            <p:nvPr/>
          </p:nvCxnSpPr>
          <p:spPr>
            <a:xfrm rot="10800000">
              <a:off x="6900209" y="4488400"/>
              <a:ext cx="1200" cy="210600"/>
            </a:xfrm>
            <a:prstGeom prst="straightConnector1">
              <a:avLst/>
            </a:prstGeom>
            <a:noFill/>
            <a:ln cap="flat" cmpd="sng" w="19050">
              <a:solidFill>
                <a:schemeClr val="accent1"/>
              </a:solidFill>
              <a:prstDash val="solid"/>
              <a:round/>
              <a:headEnd len="med" w="med" type="none"/>
              <a:tailEnd len="med" w="med" type="triangle"/>
            </a:ln>
          </p:spPr>
        </p:cxnSp>
        <p:sp>
          <p:nvSpPr>
            <p:cNvPr id="4973" name="Google Shape;4973;p204"/>
            <p:cNvSpPr txBox="1"/>
            <p:nvPr/>
          </p:nvSpPr>
          <p:spPr>
            <a:xfrm>
              <a:off x="6413011" y="3698475"/>
              <a:ext cx="9744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New Content</a:t>
              </a:r>
              <a:endParaRPr b="1" sz="800">
                <a:latin typeface="Red Hat Display"/>
                <a:ea typeface="Red Hat Display"/>
                <a:cs typeface="Red Hat Display"/>
                <a:sym typeface="Red Hat Display"/>
              </a:endParaRPr>
            </a:p>
          </p:txBody>
        </p:sp>
        <p:cxnSp>
          <p:nvCxnSpPr>
            <p:cNvPr id="4974" name="Google Shape;4974;p204"/>
            <p:cNvCxnSpPr>
              <a:stCxn id="4973" idx="2"/>
              <a:endCxn id="4960" idx="0"/>
            </p:cNvCxnSpPr>
            <p:nvPr/>
          </p:nvCxnSpPr>
          <p:spPr>
            <a:xfrm>
              <a:off x="6900211" y="3926175"/>
              <a:ext cx="0" cy="334500"/>
            </a:xfrm>
            <a:prstGeom prst="straightConnector1">
              <a:avLst/>
            </a:prstGeom>
            <a:noFill/>
            <a:ln cap="flat" cmpd="sng" w="19050">
              <a:solidFill>
                <a:schemeClr val="accent1"/>
              </a:solidFill>
              <a:prstDash val="solid"/>
              <a:round/>
              <a:headEnd len="med" w="med" type="none"/>
              <a:tailEnd len="med" w="med" type="triangle"/>
            </a:ln>
          </p:spPr>
        </p:cxnSp>
        <p:sp>
          <p:nvSpPr>
            <p:cNvPr id="4975" name="Google Shape;4975;p204"/>
            <p:cNvSpPr/>
            <p:nvPr/>
          </p:nvSpPr>
          <p:spPr>
            <a:xfrm>
              <a:off x="5080777" y="5307622"/>
              <a:ext cx="703134" cy="621162"/>
            </a:xfrm>
            <a:prstGeom prst="flowChartDocument">
              <a:avLst/>
            </a:prstGeom>
            <a:solidFill>
              <a:srgbClr val="FFD96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400">
                  <a:solidFill>
                    <a:schemeClr val="dk1"/>
                  </a:solidFill>
                </a:rPr>
                <a:t>Binary Content (rpms, etc..)</a:t>
              </a:r>
              <a:endParaRPr b="1" sz="400">
                <a:solidFill>
                  <a:schemeClr val="dk1"/>
                </a:solidFill>
              </a:endParaRPr>
            </a:p>
            <a:p>
              <a:pPr indent="0" lvl="0" marL="0" rtl="0" algn="l">
                <a:spcBef>
                  <a:spcPts val="0"/>
                </a:spcBef>
                <a:spcAft>
                  <a:spcPts val="0"/>
                </a:spcAft>
                <a:buClr>
                  <a:schemeClr val="dk1"/>
                </a:buClr>
                <a:buSzPts val="1100"/>
                <a:buFont typeface="Arial"/>
                <a:buNone/>
              </a:pPr>
              <a:r>
                <a:rPr b="1" lang="en" sz="400">
                  <a:solidFill>
                    <a:schemeClr val="dk1"/>
                  </a:solidFill>
                </a:rPr>
                <a:t>Configuration Code</a:t>
              </a:r>
              <a:endParaRPr b="1" sz="400">
                <a:solidFill>
                  <a:schemeClr val="dk1"/>
                </a:solidFill>
              </a:endParaRPr>
            </a:p>
            <a:p>
              <a:pPr indent="0" lvl="0" marL="0" rtl="0" algn="l">
                <a:spcBef>
                  <a:spcPts val="0"/>
                </a:spcBef>
                <a:spcAft>
                  <a:spcPts val="0"/>
                </a:spcAft>
                <a:buClr>
                  <a:schemeClr val="dk1"/>
                </a:buClr>
                <a:buSzPts val="1100"/>
                <a:buFont typeface="Arial"/>
                <a:buNone/>
              </a:pPr>
              <a:r>
                <a:rPr b="1" lang="en" sz="400">
                  <a:solidFill>
                    <a:schemeClr val="dk1"/>
                  </a:solidFill>
                </a:rPr>
                <a:t>Configuration Templates</a:t>
              </a:r>
              <a:endParaRPr b="1" sz="400">
                <a:solidFill>
                  <a:schemeClr val="dk1"/>
                </a:solidFill>
              </a:endParaRPr>
            </a:p>
            <a:p>
              <a:pPr indent="0" lvl="0" marL="0" rtl="0" algn="l">
                <a:spcBef>
                  <a:spcPts val="0"/>
                </a:spcBef>
                <a:spcAft>
                  <a:spcPts val="0"/>
                </a:spcAft>
                <a:buClr>
                  <a:schemeClr val="dk1"/>
                </a:buClr>
                <a:buSzPts val="1100"/>
                <a:buFont typeface="Arial"/>
                <a:buNone/>
              </a:pPr>
              <a:r>
                <a:rPr b="1" lang="en" sz="400">
                  <a:solidFill>
                    <a:schemeClr val="dk1"/>
                  </a:solidFill>
                </a:rPr>
                <a:t>Application Code / Containers</a:t>
              </a:r>
              <a:endParaRPr b="1" sz="400">
                <a:solidFill>
                  <a:schemeClr val="dk1"/>
                </a:solidFill>
              </a:endParaRPr>
            </a:p>
          </p:txBody>
        </p:sp>
        <p:cxnSp>
          <p:nvCxnSpPr>
            <p:cNvPr id="4976" name="Google Shape;4976;p204"/>
            <p:cNvCxnSpPr/>
            <p:nvPr/>
          </p:nvCxnSpPr>
          <p:spPr>
            <a:xfrm>
              <a:off x="5783913" y="5618193"/>
              <a:ext cx="230100" cy="5700"/>
            </a:xfrm>
            <a:prstGeom prst="straightConnector1">
              <a:avLst/>
            </a:prstGeom>
            <a:noFill/>
            <a:ln cap="flat" cmpd="sng" w="19050">
              <a:solidFill>
                <a:schemeClr val="accent1"/>
              </a:solidFill>
              <a:prstDash val="solid"/>
              <a:round/>
              <a:headEnd len="med" w="med" type="none"/>
              <a:tailEnd len="med" w="med" type="triangle"/>
            </a:ln>
          </p:spPr>
        </p:cxnSp>
        <p:sp>
          <p:nvSpPr>
            <p:cNvPr id="4977" name="Google Shape;4977;p204"/>
            <p:cNvSpPr txBox="1"/>
            <p:nvPr/>
          </p:nvSpPr>
          <p:spPr>
            <a:xfrm>
              <a:off x="6956269" y="5153834"/>
              <a:ext cx="3975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Test</a:t>
              </a:r>
              <a:endParaRPr b="1" sz="800">
                <a:latin typeface="Red Hat Display"/>
                <a:ea typeface="Red Hat Display"/>
                <a:cs typeface="Red Hat Display"/>
                <a:sym typeface="Red Hat Display"/>
              </a:endParaRPr>
            </a:p>
          </p:txBody>
        </p:sp>
        <p:cxnSp>
          <p:nvCxnSpPr>
            <p:cNvPr id="4978" name="Google Shape;4978;p204"/>
            <p:cNvCxnSpPr>
              <a:stCxn id="4961" idx="3"/>
              <a:endCxn id="4977" idx="1"/>
            </p:cNvCxnSpPr>
            <p:nvPr/>
          </p:nvCxnSpPr>
          <p:spPr>
            <a:xfrm>
              <a:off x="6620838" y="4998440"/>
              <a:ext cx="335400" cy="269100"/>
            </a:xfrm>
            <a:prstGeom prst="curvedConnector3">
              <a:avLst>
                <a:gd fmla="val 49998" name="adj1"/>
              </a:avLst>
            </a:prstGeom>
            <a:noFill/>
            <a:ln cap="flat" cmpd="sng" w="19050">
              <a:solidFill>
                <a:schemeClr val="accent1"/>
              </a:solidFill>
              <a:prstDash val="solid"/>
              <a:round/>
              <a:headEnd len="med" w="med" type="none"/>
              <a:tailEnd len="med" w="med" type="triangle"/>
            </a:ln>
          </p:spPr>
        </p:cxnSp>
        <p:cxnSp>
          <p:nvCxnSpPr>
            <p:cNvPr id="4979" name="Google Shape;4979;p204"/>
            <p:cNvCxnSpPr>
              <a:stCxn id="4977" idx="3"/>
              <a:endCxn id="4980" idx="1"/>
            </p:cNvCxnSpPr>
            <p:nvPr/>
          </p:nvCxnSpPr>
          <p:spPr>
            <a:xfrm>
              <a:off x="7353769" y="5267684"/>
              <a:ext cx="309300" cy="600"/>
            </a:xfrm>
            <a:prstGeom prst="curvedConnector3">
              <a:avLst>
                <a:gd fmla="val 49998" name="adj1"/>
              </a:avLst>
            </a:prstGeom>
            <a:noFill/>
            <a:ln cap="flat" cmpd="sng" w="19050">
              <a:solidFill>
                <a:schemeClr val="accent1"/>
              </a:solidFill>
              <a:prstDash val="solid"/>
              <a:round/>
              <a:headEnd len="med" w="med" type="none"/>
              <a:tailEnd len="med" w="med" type="triangle"/>
            </a:ln>
          </p:spPr>
        </p:cxnSp>
        <p:sp>
          <p:nvSpPr>
            <p:cNvPr id="4980" name="Google Shape;4980;p204"/>
            <p:cNvSpPr txBox="1"/>
            <p:nvPr/>
          </p:nvSpPr>
          <p:spPr>
            <a:xfrm>
              <a:off x="7663193" y="5153834"/>
              <a:ext cx="4452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Dest</a:t>
              </a:r>
              <a:endParaRPr b="1" sz="800">
                <a:latin typeface="Red Hat Display"/>
                <a:ea typeface="Red Hat Display"/>
                <a:cs typeface="Red Hat Display"/>
                <a:sym typeface="Red Hat Display"/>
              </a:endParaRPr>
            </a:p>
          </p:txBody>
        </p:sp>
        <p:cxnSp>
          <p:nvCxnSpPr>
            <p:cNvPr id="4981" name="Google Shape;4981;p204"/>
            <p:cNvCxnSpPr>
              <a:stCxn id="4933" idx="3"/>
              <a:endCxn id="4973" idx="0"/>
            </p:cNvCxnSpPr>
            <p:nvPr/>
          </p:nvCxnSpPr>
          <p:spPr>
            <a:xfrm>
              <a:off x="5075544" y="2971349"/>
              <a:ext cx="1824600" cy="727200"/>
            </a:xfrm>
            <a:prstGeom prst="curvedConnector2">
              <a:avLst/>
            </a:prstGeom>
            <a:noFill/>
            <a:ln cap="flat" cmpd="sng" w="28575">
              <a:solidFill>
                <a:schemeClr val="accent1"/>
              </a:solidFill>
              <a:prstDash val="solid"/>
              <a:round/>
              <a:headEnd len="med" w="med" type="none"/>
              <a:tailEnd len="med" w="med" type="triangle"/>
            </a:ln>
          </p:spPr>
        </p:cxnSp>
        <p:cxnSp>
          <p:nvCxnSpPr>
            <p:cNvPr id="4982" name="Google Shape;4982;p204"/>
            <p:cNvCxnSpPr>
              <a:stCxn id="4959" idx="3"/>
              <a:endCxn id="4983" idx="0"/>
            </p:cNvCxnSpPr>
            <p:nvPr/>
          </p:nvCxnSpPr>
          <p:spPr>
            <a:xfrm>
              <a:off x="8351999" y="5105025"/>
              <a:ext cx="1990800" cy="905400"/>
            </a:xfrm>
            <a:prstGeom prst="curvedConnector2">
              <a:avLst/>
            </a:prstGeom>
            <a:noFill/>
            <a:ln cap="flat" cmpd="sng" w="28575">
              <a:solidFill>
                <a:schemeClr val="accent1"/>
              </a:solidFill>
              <a:prstDash val="solid"/>
              <a:round/>
              <a:headEnd len="med" w="med" type="none"/>
              <a:tailEnd len="med" w="med" type="triangle"/>
            </a:ln>
          </p:spPr>
        </p:cxnSp>
        <p:sp>
          <p:nvSpPr>
            <p:cNvPr id="4983" name="Google Shape;4983;p204"/>
            <p:cNvSpPr txBox="1"/>
            <p:nvPr/>
          </p:nvSpPr>
          <p:spPr>
            <a:xfrm>
              <a:off x="9855648" y="6010500"/>
              <a:ext cx="974400" cy="2277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ed Hat Display"/>
                  <a:ea typeface="Red Hat Display"/>
                  <a:cs typeface="Red Hat Display"/>
                  <a:sym typeface="Red Hat Display"/>
                </a:rPr>
                <a:t>New Content</a:t>
              </a:r>
              <a:endParaRPr b="1" sz="800">
                <a:latin typeface="Red Hat Display"/>
                <a:ea typeface="Red Hat Display"/>
                <a:cs typeface="Red Hat Display"/>
                <a:sym typeface="Red Hat Display"/>
              </a:endParaRPr>
            </a:p>
          </p:txBody>
        </p:sp>
        <p:cxnSp>
          <p:nvCxnSpPr>
            <p:cNvPr id="4984" name="Google Shape;4984;p204"/>
            <p:cNvCxnSpPr>
              <a:stCxn id="4983" idx="2"/>
              <a:endCxn id="4985" idx="0"/>
            </p:cNvCxnSpPr>
            <p:nvPr/>
          </p:nvCxnSpPr>
          <p:spPr>
            <a:xfrm>
              <a:off x="10342848" y="6238200"/>
              <a:ext cx="0" cy="175500"/>
            </a:xfrm>
            <a:prstGeom prst="straightConnector1">
              <a:avLst/>
            </a:prstGeom>
            <a:noFill/>
            <a:ln cap="flat" cmpd="sng" w="19050">
              <a:solidFill>
                <a:schemeClr val="accent1"/>
              </a:solidFill>
              <a:prstDash val="solid"/>
              <a:round/>
              <a:headEnd len="med" w="med" type="none"/>
              <a:tailEnd len="med" w="med" type="triangle"/>
            </a:ln>
          </p:spPr>
        </p:cxnSp>
        <p:sp>
          <p:nvSpPr>
            <p:cNvPr id="4986" name="Google Shape;4986;p204"/>
            <p:cNvSpPr txBox="1"/>
            <p:nvPr/>
          </p:nvSpPr>
          <p:spPr>
            <a:xfrm>
              <a:off x="5096550" y="1956812"/>
              <a:ext cx="178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Development</a:t>
              </a:r>
              <a:endParaRPr>
                <a:latin typeface="Red Hat Display"/>
                <a:ea typeface="Red Hat Display"/>
                <a:cs typeface="Red Hat Display"/>
                <a:sym typeface="Red Hat Display"/>
              </a:endParaRPr>
            </a:p>
          </p:txBody>
        </p:sp>
        <p:sp>
          <p:nvSpPr>
            <p:cNvPr id="4987" name="Google Shape;4987;p204"/>
            <p:cNvSpPr txBox="1"/>
            <p:nvPr/>
          </p:nvSpPr>
          <p:spPr>
            <a:xfrm>
              <a:off x="8353240" y="4090412"/>
              <a:ext cx="178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Qualification</a:t>
              </a:r>
              <a:endParaRPr>
                <a:latin typeface="Red Hat Display"/>
                <a:ea typeface="Red Hat Display"/>
                <a:cs typeface="Red Hat Display"/>
                <a:sym typeface="Red Hat Display"/>
              </a:endParaRPr>
            </a:p>
          </p:txBody>
        </p:sp>
        <p:sp>
          <p:nvSpPr>
            <p:cNvPr id="4988" name="Google Shape;4988;p204"/>
            <p:cNvSpPr txBox="1"/>
            <p:nvPr/>
          </p:nvSpPr>
          <p:spPr>
            <a:xfrm>
              <a:off x="10334440" y="5233412"/>
              <a:ext cx="178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next…</a:t>
              </a:r>
              <a:endParaRPr>
                <a:latin typeface="Red Hat Display"/>
                <a:ea typeface="Red Hat Display"/>
                <a:cs typeface="Red Hat Display"/>
                <a:sym typeface="Red Hat Display"/>
              </a:endParaRPr>
            </a:p>
          </p:txBody>
        </p:sp>
        <p:pic>
          <p:nvPicPr>
            <p:cNvPr id="4989" name="Google Shape;4989;p204"/>
            <p:cNvPicPr preferRelativeResize="0"/>
            <p:nvPr/>
          </p:nvPicPr>
          <p:blipFill>
            <a:blip r:embed="rId3">
              <a:alphaModFix/>
            </a:blip>
            <a:stretch>
              <a:fillRect/>
            </a:stretch>
          </p:blipFill>
          <p:spPr>
            <a:xfrm>
              <a:off x="6192425" y="2736043"/>
              <a:ext cx="399057" cy="400200"/>
            </a:xfrm>
            <a:prstGeom prst="rect">
              <a:avLst/>
            </a:prstGeom>
            <a:noFill/>
            <a:ln>
              <a:noFill/>
            </a:ln>
          </p:spPr>
        </p:pic>
        <p:pic>
          <p:nvPicPr>
            <p:cNvPr id="4990" name="Google Shape;4990;p204"/>
            <p:cNvPicPr preferRelativeResize="0"/>
            <p:nvPr/>
          </p:nvPicPr>
          <p:blipFill>
            <a:blip r:embed="rId3">
              <a:alphaModFix/>
            </a:blip>
            <a:stretch>
              <a:fillRect/>
            </a:stretch>
          </p:blipFill>
          <p:spPr>
            <a:xfrm>
              <a:off x="9392825" y="4869643"/>
              <a:ext cx="399057" cy="400200"/>
            </a:xfrm>
            <a:prstGeom prst="rect">
              <a:avLst/>
            </a:prstGeom>
            <a:noFill/>
            <a:ln>
              <a:noFill/>
            </a:ln>
          </p:spPr>
        </p:pic>
        <p:cxnSp>
          <p:nvCxnSpPr>
            <p:cNvPr id="4991" name="Google Shape;4991;p204"/>
            <p:cNvCxnSpPr>
              <a:stCxn id="4959" idx="1"/>
              <a:endCxn id="4933" idx="2"/>
            </p:cNvCxnSpPr>
            <p:nvPr/>
          </p:nvCxnSpPr>
          <p:spPr>
            <a:xfrm rot="10800000">
              <a:off x="2771099" y="3983325"/>
              <a:ext cx="1985100" cy="1121700"/>
            </a:xfrm>
            <a:prstGeom prst="curvedConnector2">
              <a:avLst/>
            </a:prstGeom>
            <a:noFill/>
            <a:ln cap="flat" cmpd="sng" w="28575">
              <a:solidFill>
                <a:schemeClr val="accent1"/>
              </a:solidFill>
              <a:prstDash val="solid"/>
              <a:round/>
              <a:headEnd len="med" w="med" type="none"/>
              <a:tailEnd len="med" w="med" type="triangle"/>
            </a:ln>
          </p:spPr>
        </p:cxnSp>
        <p:sp>
          <p:nvSpPr>
            <p:cNvPr id="4992" name="Google Shape;4992;p204"/>
            <p:cNvSpPr txBox="1"/>
            <p:nvPr/>
          </p:nvSpPr>
          <p:spPr>
            <a:xfrm>
              <a:off x="2034402" y="4415750"/>
              <a:ext cx="13818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Feedback</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Test Results</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Error Reports</a:t>
              </a:r>
              <a:endParaRPr>
                <a:latin typeface="Red Hat Display"/>
                <a:ea typeface="Red Hat Display"/>
                <a:cs typeface="Red Hat Display"/>
                <a:sym typeface="Red Hat Display"/>
              </a:endParaRPr>
            </a:p>
          </p:txBody>
        </p:sp>
        <p:sp>
          <p:nvSpPr>
            <p:cNvPr id="4993" name="Google Shape;4993;p204"/>
            <p:cNvSpPr txBox="1"/>
            <p:nvPr/>
          </p:nvSpPr>
          <p:spPr>
            <a:xfrm>
              <a:off x="6625275" y="2732799"/>
              <a:ext cx="178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Automated Delivery</a:t>
              </a:r>
              <a:endParaRPr>
                <a:latin typeface="Red Hat Display"/>
                <a:ea typeface="Red Hat Display"/>
                <a:cs typeface="Red Hat Display"/>
                <a:sym typeface="Red Hat Display"/>
              </a:endParaRPr>
            </a:p>
          </p:txBody>
        </p:sp>
      </p:grpSp>
      <p:sp>
        <p:nvSpPr>
          <p:cNvPr id="4994" name="Google Shape;4994;p204"/>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p>
            <a:pPr indent="0" lvl="0" marL="0" rtl="0" algn="l">
              <a:spcBef>
                <a:spcPts val="0"/>
              </a:spcBef>
              <a:spcAft>
                <a:spcPts val="0"/>
              </a:spcAft>
              <a:buClr>
                <a:schemeClr val="dk1"/>
              </a:buClr>
              <a:buSzPts val="1100"/>
              <a:buFont typeface="Arial"/>
              <a:buNone/>
            </a:pPr>
            <a:r>
              <a:rPr lang="en" sz="1000">
                <a:solidFill>
                  <a:schemeClr val="accent1"/>
                </a:solidFill>
                <a:latin typeface="Red Hat Display SemiBold"/>
                <a:ea typeface="Red Hat Display SemiBold"/>
                <a:cs typeface="Red Hat Display SemiBold"/>
                <a:sym typeface="Red Hat Display SemiBold"/>
              </a:rPr>
              <a:t>Red Hat Infrastructure Standard Adoption Model</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8" name="Shape 4998"/>
        <p:cNvGrpSpPr/>
        <p:nvPr/>
      </p:nvGrpSpPr>
      <p:grpSpPr>
        <a:xfrm>
          <a:off x="0" y="0"/>
          <a:ext cx="0" cy="0"/>
          <a:chOff x="0" y="0"/>
          <a:chExt cx="0" cy="0"/>
        </a:xfrm>
      </p:grpSpPr>
      <p:sp>
        <p:nvSpPr>
          <p:cNvPr id="4999" name="Google Shape;4999;p20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000" name="Google Shape;5000;p205"/>
          <p:cNvSpPr/>
          <p:nvPr/>
        </p:nvSpPr>
        <p:spPr>
          <a:xfrm>
            <a:off x="-190450" y="1289425"/>
            <a:ext cx="12573000" cy="4728900"/>
          </a:xfrm>
          <a:prstGeom prst="rect">
            <a:avLst/>
          </a:prstGeom>
          <a:solidFill>
            <a:srgbClr val="F7F7F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1" name="Google Shape;5001;p205"/>
          <p:cNvSpPr txBox="1"/>
          <p:nvPr>
            <p:ph idx="4294967295"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800"/>
              <a:t>Automating SOE Delivery and Testing Pipeline Flow</a:t>
            </a:r>
            <a:endParaRPr sz="2800"/>
          </a:p>
          <a:p>
            <a:pPr indent="0" lvl="0" marL="0" rtl="0" algn="l">
              <a:spcBef>
                <a:spcPts val="0"/>
              </a:spcBef>
              <a:spcAft>
                <a:spcPts val="0"/>
              </a:spcAft>
              <a:buNone/>
            </a:pPr>
            <a:r>
              <a:rPr lang="en" sz="2800"/>
              <a:t> </a:t>
            </a:r>
            <a:endParaRPr sz="2800"/>
          </a:p>
        </p:txBody>
      </p:sp>
      <p:sp>
        <p:nvSpPr>
          <p:cNvPr id="5002" name="Google Shape;5002;p20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Red Hat Display SemiBold"/>
                <a:ea typeface="Red Hat Display SemiBold"/>
                <a:cs typeface="Red Hat Display SemiBold"/>
                <a:sym typeface="Red Hat Display SemiBold"/>
              </a:rPr>
              <a:t>Red Hat Infrastructure Standard Adoption Model</a:t>
            </a:r>
            <a:endParaRPr/>
          </a:p>
        </p:txBody>
      </p:sp>
      <p:pic>
        <p:nvPicPr>
          <p:cNvPr id="5003" name="Google Shape;5003;p205"/>
          <p:cNvPicPr preferRelativeResize="0"/>
          <p:nvPr/>
        </p:nvPicPr>
        <p:blipFill>
          <a:blip r:embed="rId3">
            <a:alphaModFix/>
          </a:blip>
          <a:stretch>
            <a:fillRect/>
          </a:stretch>
        </p:blipFill>
        <p:spPr>
          <a:xfrm>
            <a:off x="9850025" y="1593043"/>
            <a:ext cx="399057" cy="400200"/>
          </a:xfrm>
          <a:prstGeom prst="rect">
            <a:avLst/>
          </a:prstGeom>
          <a:noFill/>
          <a:ln>
            <a:noFill/>
          </a:ln>
        </p:spPr>
      </p:pic>
      <p:sp>
        <p:nvSpPr>
          <p:cNvPr id="5004" name="Google Shape;5004;p205"/>
          <p:cNvSpPr txBox="1"/>
          <p:nvPr/>
        </p:nvSpPr>
        <p:spPr>
          <a:xfrm>
            <a:off x="10282875" y="1589799"/>
            <a:ext cx="178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Automated Delivery</a:t>
            </a:r>
            <a:endParaRPr>
              <a:latin typeface="Red Hat Display"/>
              <a:ea typeface="Red Hat Display"/>
              <a:cs typeface="Red Hat Display"/>
              <a:sym typeface="Red Hat Display"/>
            </a:endParaRPr>
          </a:p>
        </p:txBody>
      </p:sp>
      <p:pic>
        <p:nvPicPr>
          <p:cNvPr id="5005" name="Google Shape;5005;p205"/>
          <p:cNvPicPr preferRelativeResize="0"/>
          <p:nvPr/>
        </p:nvPicPr>
        <p:blipFill>
          <a:blip r:embed="rId4">
            <a:alphaModFix/>
          </a:blip>
          <a:stretch>
            <a:fillRect/>
          </a:stretch>
        </p:blipFill>
        <p:spPr>
          <a:xfrm>
            <a:off x="0" y="2708950"/>
            <a:ext cx="12429424" cy="1901825"/>
          </a:xfrm>
          <a:prstGeom prst="rect">
            <a:avLst/>
          </a:prstGeom>
          <a:solidFill>
            <a:srgbClr val="F7F7F7"/>
          </a:solidFill>
          <a:ln>
            <a:noFill/>
          </a:ln>
        </p:spPr>
      </p:pic>
      <p:sp>
        <p:nvSpPr>
          <p:cNvPr id="5006" name="Google Shape;5006;p205"/>
          <p:cNvSpPr txBox="1"/>
          <p:nvPr/>
        </p:nvSpPr>
        <p:spPr>
          <a:xfrm>
            <a:off x="2359125" y="4068900"/>
            <a:ext cx="235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Red Hat Display"/>
                <a:ea typeface="Red Hat Display"/>
                <a:cs typeface="Red Hat Display"/>
                <a:sym typeface="Red Hat Display"/>
              </a:rPr>
              <a:t>QUALIFICATION</a:t>
            </a:r>
            <a:endParaRPr b="1">
              <a:latin typeface="Red Hat Display"/>
              <a:ea typeface="Red Hat Display"/>
              <a:cs typeface="Red Hat Display"/>
              <a:sym typeface="Red Hat Display"/>
            </a:endParaRPr>
          </a:p>
        </p:txBody>
      </p:sp>
      <p:pic>
        <p:nvPicPr>
          <p:cNvPr id="5007" name="Google Shape;5007;p205"/>
          <p:cNvPicPr preferRelativeResize="0"/>
          <p:nvPr/>
        </p:nvPicPr>
        <p:blipFill>
          <a:blip r:embed="rId3">
            <a:alphaModFix/>
          </a:blip>
          <a:stretch>
            <a:fillRect/>
          </a:stretch>
        </p:blipFill>
        <p:spPr>
          <a:xfrm>
            <a:off x="7294205" y="3148968"/>
            <a:ext cx="184746" cy="185275"/>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1" name="Shape 5011"/>
        <p:cNvGrpSpPr/>
        <p:nvPr/>
      </p:nvGrpSpPr>
      <p:grpSpPr>
        <a:xfrm>
          <a:off x="0" y="0"/>
          <a:ext cx="0" cy="0"/>
          <a:chOff x="0" y="0"/>
          <a:chExt cx="0" cy="0"/>
        </a:xfrm>
      </p:grpSpPr>
      <p:sp>
        <p:nvSpPr>
          <p:cNvPr id="5012" name="Google Shape;5012;p20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013" name="Google Shape;5013;p206"/>
          <p:cNvSpPr/>
          <p:nvPr/>
        </p:nvSpPr>
        <p:spPr>
          <a:xfrm>
            <a:off x="-190450" y="1289425"/>
            <a:ext cx="12573000" cy="4728900"/>
          </a:xfrm>
          <a:prstGeom prst="rect">
            <a:avLst/>
          </a:prstGeom>
          <a:solidFill>
            <a:srgbClr val="F7F7F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4" name="Google Shape;5014;p206"/>
          <p:cNvSpPr txBox="1"/>
          <p:nvPr>
            <p:ph idx="4294967295"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800"/>
              <a:t>Automating SOE Delivery and Testing Pipeline Flow</a:t>
            </a:r>
            <a:endParaRPr sz="2800"/>
          </a:p>
          <a:p>
            <a:pPr indent="0" lvl="0" marL="0" rtl="0" algn="l">
              <a:spcBef>
                <a:spcPts val="0"/>
              </a:spcBef>
              <a:spcAft>
                <a:spcPts val="0"/>
              </a:spcAft>
              <a:buNone/>
            </a:pPr>
            <a:r>
              <a:rPr lang="en" sz="2800"/>
              <a:t> </a:t>
            </a:r>
            <a:endParaRPr sz="2800"/>
          </a:p>
        </p:txBody>
      </p:sp>
      <p:sp>
        <p:nvSpPr>
          <p:cNvPr id="5015" name="Google Shape;5015;p20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Red Hat Display SemiBold"/>
                <a:ea typeface="Red Hat Display SemiBold"/>
                <a:cs typeface="Red Hat Display SemiBold"/>
                <a:sym typeface="Red Hat Display SemiBold"/>
              </a:rPr>
              <a:t>Red Hat Infrastructure Standard Adoption Model</a:t>
            </a:r>
            <a:endParaRPr/>
          </a:p>
        </p:txBody>
      </p:sp>
      <p:pic>
        <p:nvPicPr>
          <p:cNvPr id="5016" name="Google Shape;5016;p206"/>
          <p:cNvPicPr preferRelativeResize="0"/>
          <p:nvPr/>
        </p:nvPicPr>
        <p:blipFill>
          <a:blip r:embed="rId3">
            <a:alphaModFix/>
          </a:blip>
          <a:stretch>
            <a:fillRect/>
          </a:stretch>
        </p:blipFill>
        <p:spPr>
          <a:xfrm>
            <a:off x="81978" y="1742975"/>
            <a:ext cx="9576796" cy="1153662"/>
          </a:xfrm>
          <a:prstGeom prst="rect">
            <a:avLst/>
          </a:prstGeom>
          <a:noFill/>
          <a:ln>
            <a:noFill/>
          </a:ln>
        </p:spPr>
      </p:pic>
      <p:sp>
        <p:nvSpPr>
          <p:cNvPr id="5017" name="Google Shape;5017;p206"/>
          <p:cNvSpPr txBox="1"/>
          <p:nvPr/>
        </p:nvSpPr>
        <p:spPr>
          <a:xfrm>
            <a:off x="766825" y="2627250"/>
            <a:ext cx="235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Red Hat Display"/>
                <a:ea typeface="Red Hat Display"/>
                <a:cs typeface="Red Hat Display"/>
                <a:sym typeface="Red Hat Display"/>
              </a:rPr>
              <a:t>DEVELOPMENT</a:t>
            </a:r>
            <a:endParaRPr b="1">
              <a:latin typeface="Red Hat Display"/>
              <a:ea typeface="Red Hat Display"/>
              <a:cs typeface="Red Hat Display"/>
              <a:sym typeface="Red Hat Display"/>
            </a:endParaRPr>
          </a:p>
        </p:txBody>
      </p:sp>
      <p:pic>
        <p:nvPicPr>
          <p:cNvPr id="5018" name="Google Shape;5018;p206"/>
          <p:cNvPicPr preferRelativeResize="0"/>
          <p:nvPr/>
        </p:nvPicPr>
        <p:blipFill rotWithShape="1">
          <a:blip r:embed="rId4">
            <a:alphaModFix/>
          </a:blip>
          <a:srcRect b="41177" l="0" r="89067" t="41409"/>
          <a:stretch/>
        </p:blipFill>
        <p:spPr>
          <a:xfrm>
            <a:off x="7960900" y="5652400"/>
            <a:ext cx="1000701" cy="306350"/>
          </a:xfrm>
          <a:prstGeom prst="rect">
            <a:avLst/>
          </a:prstGeom>
          <a:noFill/>
          <a:ln>
            <a:noFill/>
          </a:ln>
        </p:spPr>
      </p:pic>
      <p:sp>
        <p:nvSpPr>
          <p:cNvPr id="5019" name="Google Shape;5019;p206"/>
          <p:cNvSpPr txBox="1"/>
          <p:nvPr/>
        </p:nvSpPr>
        <p:spPr>
          <a:xfrm>
            <a:off x="9339650" y="5592900"/>
            <a:ext cx="235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Red Hat Display"/>
                <a:ea typeface="Red Hat Display"/>
                <a:cs typeface="Red Hat Display"/>
                <a:sym typeface="Red Hat Display"/>
              </a:rPr>
              <a:t>NEXT</a:t>
            </a:r>
            <a:endParaRPr b="1">
              <a:latin typeface="Red Hat Display"/>
              <a:ea typeface="Red Hat Display"/>
              <a:cs typeface="Red Hat Display"/>
              <a:sym typeface="Red Hat Display"/>
            </a:endParaRPr>
          </a:p>
        </p:txBody>
      </p:sp>
      <p:pic>
        <p:nvPicPr>
          <p:cNvPr id="5020" name="Google Shape;5020;p206"/>
          <p:cNvPicPr preferRelativeResize="0"/>
          <p:nvPr/>
        </p:nvPicPr>
        <p:blipFill>
          <a:blip r:embed="rId5">
            <a:alphaModFix/>
          </a:blip>
          <a:stretch>
            <a:fillRect/>
          </a:stretch>
        </p:blipFill>
        <p:spPr>
          <a:xfrm>
            <a:off x="9850025" y="1593043"/>
            <a:ext cx="399057" cy="400200"/>
          </a:xfrm>
          <a:prstGeom prst="rect">
            <a:avLst/>
          </a:prstGeom>
          <a:noFill/>
          <a:ln>
            <a:noFill/>
          </a:ln>
        </p:spPr>
      </p:pic>
      <p:sp>
        <p:nvSpPr>
          <p:cNvPr id="5021" name="Google Shape;5021;p206"/>
          <p:cNvSpPr txBox="1"/>
          <p:nvPr/>
        </p:nvSpPr>
        <p:spPr>
          <a:xfrm>
            <a:off x="10282875" y="1589799"/>
            <a:ext cx="178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Automated Delivery</a:t>
            </a:r>
            <a:endParaRPr>
              <a:latin typeface="Red Hat Display"/>
              <a:ea typeface="Red Hat Display"/>
              <a:cs typeface="Red Hat Display"/>
              <a:sym typeface="Red Hat Display"/>
            </a:endParaRPr>
          </a:p>
        </p:txBody>
      </p:sp>
      <p:pic>
        <p:nvPicPr>
          <p:cNvPr id="5022" name="Google Shape;5022;p206"/>
          <p:cNvPicPr preferRelativeResize="0"/>
          <p:nvPr/>
        </p:nvPicPr>
        <p:blipFill>
          <a:blip r:embed="rId5">
            <a:alphaModFix/>
          </a:blip>
          <a:stretch>
            <a:fillRect/>
          </a:stretch>
        </p:blipFill>
        <p:spPr>
          <a:xfrm>
            <a:off x="6482041" y="1894036"/>
            <a:ext cx="184746" cy="185275"/>
          </a:xfrm>
          <a:prstGeom prst="rect">
            <a:avLst/>
          </a:prstGeom>
          <a:noFill/>
          <a:ln>
            <a:noFill/>
          </a:ln>
        </p:spPr>
      </p:pic>
      <p:pic>
        <p:nvPicPr>
          <p:cNvPr id="5023" name="Google Shape;5023;p206"/>
          <p:cNvPicPr preferRelativeResize="0"/>
          <p:nvPr/>
        </p:nvPicPr>
        <p:blipFill>
          <a:blip r:embed="rId5">
            <a:alphaModFix/>
          </a:blip>
          <a:stretch>
            <a:fillRect/>
          </a:stretch>
        </p:blipFill>
        <p:spPr>
          <a:xfrm>
            <a:off x="1963626" y="1899745"/>
            <a:ext cx="184746" cy="185275"/>
          </a:xfrm>
          <a:prstGeom prst="rect">
            <a:avLst/>
          </a:prstGeom>
          <a:noFill/>
          <a:ln>
            <a:noFill/>
          </a:ln>
        </p:spPr>
      </p:pic>
      <p:sp>
        <p:nvSpPr>
          <p:cNvPr id="5024" name="Google Shape;5024;p206"/>
          <p:cNvSpPr txBox="1"/>
          <p:nvPr>
            <p:ph idx="4294967295" type="title"/>
          </p:nvPr>
        </p:nvSpPr>
        <p:spPr>
          <a:xfrm>
            <a:off x="607899" y="6214637"/>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700"/>
              <a:t>via chained Ansible Automation Platform workflow templates incorporating feedback loops</a:t>
            </a:r>
            <a:endParaRPr sz="1700"/>
          </a:p>
          <a:p>
            <a:pPr indent="0" lvl="0" marL="0" rtl="0" algn="l">
              <a:spcBef>
                <a:spcPts val="0"/>
              </a:spcBef>
              <a:spcAft>
                <a:spcPts val="0"/>
              </a:spcAft>
              <a:buNone/>
            </a:pPr>
            <a:r>
              <a:rPr lang="en" sz="2800"/>
              <a:t> </a:t>
            </a:r>
            <a:endParaRPr sz="2800"/>
          </a:p>
        </p:txBody>
      </p:sp>
      <p:pic>
        <p:nvPicPr>
          <p:cNvPr id="5025" name="Google Shape;5025;p206"/>
          <p:cNvPicPr preferRelativeResize="0"/>
          <p:nvPr/>
        </p:nvPicPr>
        <p:blipFill>
          <a:blip r:embed="rId6">
            <a:alphaModFix/>
          </a:blip>
          <a:stretch>
            <a:fillRect/>
          </a:stretch>
        </p:blipFill>
        <p:spPr>
          <a:xfrm>
            <a:off x="1028525" y="2964374"/>
            <a:ext cx="10760070" cy="1646400"/>
          </a:xfrm>
          <a:prstGeom prst="rect">
            <a:avLst/>
          </a:prstGeom>
          <a:solidFill>
            <a:srgbClr val="F7F7F7"/>
          </a:solidFill>
          <a:ln>
            <a:noFill/>
          </a:ln>
        </p:spPr>
      </p:pic>
      <p:cxnSp>
        <p:nvCxnSpPr>
          <p:cNvPr id="5026" name="Google Shape;5026;p206"/>
          <p:cNvCxnSpPr>
            <a:stCxn id="5016" idx="3"/>
            <a:endCxn id="5025" idx="1"/>
          </p:cNvCxnSpPr>
          <p:nvPr/>
        </p:nvCxnSpPr>
        <p:spPr>
          <a:xfrm flipH="1">
            <a:off x="1028674" y="2319806"/>
            <a:ext cx="8630100" cy="1467900"/>
          </a:xfrm>
          <a:prstGeom prst="curvedConnector5">
            <a:avLst>
              <a:gd fmla="val -7338" name="adj1"/>
              <a:gd fmla="val 45035" name="adj2"/>
              <a:gd fmla="val 102761" name="adj3"/>
            </a:avLst>
          </a:prstGeom>
          <a:noFill/>
          <a:ln cap="flat" cmpd="sng" w="9525">
            <a:solidFill>
              <a:schemeClr val="dk2"/>
            </a:solidFill>
            <a:prstDash val="solid"/>
            <a:round/>
            <a:headEnd len="med" w="med" type="none"/>
            <a:tailEnd len="med" w="med" type="triangle"/>
          </a:ln>
        </p:spPr>
      </p:cxnSp>
      <p:sp>
        <p:nvSpPr>
          <p:cNvPr id="5027" name="Google Shape;5027;p206"/>
          <p:cNvSpPr txBox="1"/>
          <p:nvPr/>
        </p:nvSpPr>
        <p:spPr>
          <a:xfrm>
            <a:off x="2359125" y="4068900"/>
            <a:ext cx="235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Red Hat Display"/>
                <a:ea typeface="Red Hat Display"/>
                <a:cs typeface="Red Hat Display"/>
                <a:sym typeface="Red Hat Display"/>
              </a:rPr>
              <a:t>QUALIFICATION</a:t>
            </a:r>
            <a:endParaRPr b="1">
              <a:latin typeface="Red Hat Display"/>
              <a:ea typeface="Red Hat Display"/>
              <a:cs typeface="Red Hat Display"/>
              <a:sym typeface="Red Hat Display"/>
            </a:endParaRPr>
          </a:p>
        </p:txBody>
      </p:sp>
      <p:pic>
        <p:nvPicPr>
          <p:cNvPr id="5028" name="Google Shape;5028;p206"/>
          <p:cNvPicPr preferRelativeResize="0"/>
          <p:nvPr/>
        </p:nvPicPr>
        <p:blipFill>
          <a:blip r:embed="rId5">
            <a:alphaModFix/>
          </a:blip>
          <a:stretch>
            <a:fillRect/>
          </a:stretch>
        </p:blipFill>
        <p:spPr>
          <a:xfrm>
            <a:off x="7330123" y="3357427"/>
            <a:ext cx="184746" cy="185275"/>
          </a:xfrm>
          <a:prstGeom prst="rect">
            <a:avLst/>
          </a:prstGeom>
          <a:noFill/>
          <a:ln>
            <a:noFill/>
          </a:ln>
        </p:spPr>
      </p:pic>
      <p:cxnSp>
        <p:nvCxnSpPr>
          <p:cNvPr id="5029" name="Google Shape;5029;p206"/>
          <p:cNvCxnSpPr>
            <a:stCxn id="5025" idx="3"/>
            <a:endCxn id="5018" idx="1"/>
          </p:cNvCxnSpPr>
          <p:nvPr/>
        </p:nvCxnSpPr>
        <p:spPr>
          <a:xfrm flipH="1">
            <a:off x="7960895" y="3787574"/>
            <a:ext cx="3827700" cy="2018100"/>
          </a:xfrm>
          <a:prstGeom prst="curvedConnector5">
            <a:avLst>
              <a:gd fmla="val -6221" name="adj1"/>
              <a:gd fmla="val 66598" name="adj2"/>
              <a:gd fmla="val 106221" name="adj3"/>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3" name="Shape 5033"/>
        <p:cNvGrpSpPr/>
        <p:nvPr/>
      </p:nvGrpSpPr>
      <p:grpSpPr>
        <a:xfrm>
          <a:off x="0" y="0"/>
          <a:ext cx="0" cy="0"/>
          <a:chOff x="0" y="0"/>
          <a:chExt cx="0" cy="0"/>
        </a:xfrm>
      </p:grpSpPr>
      <p:sp>
        <p:nvSpPr>
          <p:cNvPr id="5034" name="Google Shape;5034;p207"/>
          <p:cNvSpPr txBox="1"/>
          <p:nvPr>
            <p:ph type="title"/>
          </p:nvPr>
        </p:nvSpPr>
        <p:spPr>
          <a:xfrm>
            <a:off x="447775" y="1084575"/>
            <a:ext cx="6825000" cy="2105100"/>
          </a:xfrm>
          <a:prstGeom prst="rect">
            <a:avLst/>
          </a:prstGeom>
        </p:spPr>
        <p:txBody>
          <a:bodyPr anchorCtr="0" anchor="t" bIns="91425" lIns="457200" spcFirstLastPara="1" rIns="91425" wrap="square" tIns="91425">
            <a:noAutofit/>
          </a:bodyPr>
          <a:lstStyle/>
          <a:p>
            <a:pPr indent="0" lvl="0" marL="0" rtl="0" algn="l">
              <a:spcBef>
                <a:spcPts val="0"/>
              </a:spcBef>
              <a:spcAft>
                <a:spcPts val="0"/>
              </a:spcAft>
              <a:buNone/>
            </a:pPr>
            <a:r>
              <a:rPr lang="en" sz="4200">
                <a:latin typeface="Red Hat Display"/>
                <a:ea typeface="Red Hat Display"/>
                <a:cs typeface="Red Hat Display"/>
                <a:sym typeface="Red Hat Display"/>
              </a:rPr>
              <a:t>Patching</a:t>
            </a:r>
            <a:endParaRPr sz="4200">
              <a:latin typeface="Red Hat Display"/>
              <a:ea typeface="Red Hat Display"/>
              <a:cs typeface="Red Hat Display"/>
              <a:sym typeface="Red Hat Display"/>
            </a:endParaRPr>
          </a:p>
        </p:txBody>
      </p:sp>
      <p:sp>
        <p:nvSpPr>
          <p:cNvPr id="5035" name="Google Shape;5035;p207"/>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5036" name="Google Shape;5036;p207"/>
          <p:cNvSpPr txBox="1"/>
          <p:nvPr>
            <p:ph idx="1" type="subTitle"/>
          </p:nvPr>
        </p:nvSpPr>
        <p:spPr>
          <a:xfrm>
            <a:off x="9251450" y="1743725"/>
            <a:ext cx="2124300" cy="33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037" name="Google Shape;5037;p20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1" name="Shape 5041"/>
        <p:cNvGrpSpPr/>
        <p:nvPr/>
      </p:nvGrpSpPr>
      <p:grpSpPr>
        <a:xfrm>
          <a:off x="0" y="0"/>
          <a:ext cx="0" cy="0"/>
          <a:chOff x="0" y="0"/>
          <a:chExt cx="0" cy="0"/>
        </a:xfrm>
      </p:grpSpPr>
      <p:sp>
        <p:nvSpPr>
          <p:cNvPr id="5042" name="Google Shape;5042;p20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043" name="Google Shape;5043;p208"/>
          <p:cNvSpPr txBox="1"/>
          <p:nvPr>
            <p:ph idx="4294967295"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700">
                <a:latin typeface="Red Hat Display Medium"/>
                <a:ea typeface="Red Hat Display Medium"/>
                <a:cs typeface="Red Hat Display Medium"/>
                <a:sym typeface="Red Hat Display Medium"/>
              </a:rPr>
              <a:t>Automating SOE Patching Operations</a:t>
            </a:r>
            <a:endParaRPr sz="2700">
              <a:latin typeface="Red Hat Display Medium"/>
              <a:ea typeface="Red Hat Display Medium"/>
              <a:cs typeface="Red Hat Display Medium"/>
              <a:sym typeface="Red Hat Display Medium"/>
            </a:endParaRPr>
          </a:p>
        </p:txBody>
      </p:sp>
      <p:sp>
        <p:nvSpPr>
          <p:cNvPr id="5044" name="Google Shape;5044;p208"/>
          <p:cNvSpPr/>
          <p:nvPr/>
        </p:nvSpPr>
        <p:spPr>
          <a:xfrm>
            <a:off x="-152400" y="1328950"/>
            <a:ext cx="12573000" cy="4728900"/>
          </a:xfrm>
          <a:prstGeom prst="rect">
            <a:avLst/>
          </a:prstGeom>
          <a:solidFill>
            <a:srgbClr val="F7F7F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045" name="Google Shape;5045;p208"/>
          <p:cNvPicPr preferRelativeResize="0"/>
          <p:nvPr/>
        </p:nvPicPr>
        <p:blipFill>
          <a:blip r:embed="rId3">
            <a:alphaModFix/>
          </a:blip>
          <a:stretch>
            <a:fillRect/>
          </a:stretch>
        </p:blipFill>
        <p:spPr>
          <a:xfrm>
            <a:off x="76200" y="4000455"/>
            <a:ext cx="12192002" cy="1295490"/>
          </a:xfrm>
          <a:prstGeom prst="rect">
            <a:avLst/>
          </a:prstGeom>
          <a:noFill/>
          <a:ln>
            <a:noFill/>
          </a:ln>
        </p:spPr>
      </p:pic>
      <p:sp>
        <p:nvSpPr>
          <p:cNvPr id="5046" name="Google Shape;5046;p20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pic>
        <p:nvPicPr>
          <p:cNvPr id="5047" name="Google Shape;5047;p208"/>
          <p:cNvPicPr preferRelativeResize="0"/>
          <p:nvPr/>
        </p:nvPicPr>
        <p:blipFill>
          <a:blip r:embed="rId4">
            <a:alphaModFix/>
          </a:blip>
          <a:stretch>
            <a:fillRect/>
          </a:stretch>
        </p:blipFill>
        <p:spPr>
          <a:xfrm>
            <a:off x="762000" y="2219325"/>
            <a:ext cx="9447251" cy="1438275"/>
          </a:xfrm>
          <a:prstGeom prst="rect">
            <a:avLst/>
          </a:prstGeom>
          <a:noFill/>
          <a:ln>
            <a:noFill/>
          </a:ln>
        </p:spPr>
      </p:pic>
      <p:sp>
        <p:nvSpPr>
          <p:cNvPr id="5048" name="Google Shape;5048;p208"/>
          <p:cNvSpPr/>
          <p:nvPr/>
        </p:nvSpPr>
        <p:spPr>
          <a:xfrm>
            <a:off x="762000" y="2157850"/>
            <a:ext cx="7496700" cy="16410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9" name="Google Shape;5049;p208"/>
          <p:cNvSpPr txBox="1"/>
          <p:nvPr/>
        </p:nvSpPr>
        <p:spPr>
          <a:xfrm>
            <a:off x="800100" y="1676400"/>
            <a:ext cx="702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A Long workflow to patch a set of systems… let’s zoom in</a:t>
            </a:r>
            <a:endParaRPr>
              <a:latin typeface="Red Hat Display"/>
              <a:ea typeface="Red Hat Display"/>
              <a:cs typeface="Red Hat Display"/>
              <a:sym typeface="Red Hat Display"/>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3" name="Shape 5053"/>
        <p:cNvGrpSpPr/>
        <p:nvPr/>
      </p:nvGrpSpPr>
      <p:grpSpPr>
        <a:xfrm>
          <a:off x="0" y="0"/>
          <a:ext cx="0" cy="0"/>
          <a:chOff x="0" y="0"/>
          <a:chExt cx="0" cy="0"/>
        </a:xfrm>
      </p:grpSpPr>
      <p:sp>
        <p:nvSpPr>
          <p:cNvPr id="5054" name="Google Shape;5054;p20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055" name="Google Shape;5055;p209"/>
          <p:cNvSpPr txBox="1"/>
          <p:nvPr>
            <p:ph idx="4294967295"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700">
                <a:latin typeface="Red Hat Display Medium"/>
                <a:ea typeface="Red Hat Display Medium"/>
                <a:cs typeface="Red Hat Display Medium"/>
                <a:sym typeface="Red Hat Display Medium"/>
              </a:rPr>
              <a:t>Automating SOE Patching Operations</a:t>
            </a:r>
            <a:endParaRPr sz="2700">
              <a:latin typeface="Red Hat Display Medium"/>
              <a:ea typeface="Red Hat Display Medium"/>
              <a:cs typeface="Red Hat Display Medium"/>
              <a:sym typeface="Red Hat Display Medium"/>
            </a:endParaRPr>
          </a:p>
        </p:txBody>
      </p:sp>
      <p:sp>
        <p:nvSpPr>
          <p:cNvPr id="5056" name="Google Shape;5056;p209"/>
          <p:cNvSpPr/>
          <p:nvPr/>
        </p:nvSpPr>
        <p:spPr>
          <a:xfrm>
            <a:off x="-152400" y="1328950"/>
            <a:ext cx="12573000" cy="4728900"/>
          </a:xfrm>
          <a:prstGeom prst="rect">
            <a:avLst/>
          </a:prstGeom>
          <a:solidFill>
            <a:srgbClr val="F7F7F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7" name="Google Shape;5057;p20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pic>
        <p:nvPicPr>
          <p:cNvPr id="5058" name="Google Shape;5058;p209"/>
          <p:cNvPicPr preferRelativeResize="0"/>
          <p:nvPr/>
        </p:nvPicPr>
        <p:blipFill>
          <a:blip r:embed="rId3">
            <a:alphaModFix/>
          </a:blip>
          <a:stretch>
            <a:fillRect/>
          </a:stretch>
        </p:blipFill>
        <p:spPr>
          <a:xfrm>
            <a:off x="552450" y="2290763"/>
            <a:ext cx="10782300" cy="2276475"/>
          </a:xfrm>
          <a:prstGeom prst="rect">
            <a:avLst/>
          </a:prstGeom>
          <a:noFill/>
          <a:ln>
            <a:noFill/>
          </a:ln>
        </p:spPr>
      </p:pic>
      <p:sp>
        <p:nvSpPr>
          <p:cNvPr id="5059" name="Google Shape;5059;p209"/>
          <p:cNvSpPr/>
          <p:nvPr/>
        </p:nvSpPr>
        <p:spPr>
          <a:xfrm>
            <a:off x="6062375" y="3547775"/>
            <a:ext cx="5524500" cy="1528500"/>
          </a:xfrm>
          <a:prstGeom prst="rect">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0" name="Google Shape;5060;p209"/>
          <p:cNvSpPr txBox="1"/>
          <p:nvPr/>
        </p:nvSpPr>
        <p:spPr>
          <a:xfrm>
            <a:off x="6084794" y="4410625"/>
            <a:ext cx="5490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This section would be attached to each node “On Failure” but the links are removed for clarity.</a:t>
            </a:r>
            <a:endParaRPr>
              <a:latin typeface="Red Hat Display"/>
              <a:ea typeface="Red Hat Display"/>
              <a:cs typeface="Red Hat Display"/>
              <a:sym typeface="Red Hat Display"/>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4" name="Shape 5064"/>
        <p:cNvGrpSpPr/>
        <p:nvPr/>
      </p:nvGrpSpPr>
      <p:grpSpPr>
        <a:xfrm>
          <a:off x="0" y="0"/>
          <a:ext cx="0" cy="0"/>
          <a:chOff x="0" y="0"/>
          <a:chExt cx="0" cy="0"/>
        </a:xfrm>
      </p:grpSpPr>
      <p:sp>
        <p:nvSpPr>
          <p:cNvPr id="5065" name="Google Shape;5065;p21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066" name="Google Shape;5066;p210"/>
          <p:cNvSpPr txBox="1"/>
          <p:nvPr>
            <p:ph idx="4294967295"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700">
                <a:latin typeface="Red Hat Display Medium"/>
                <a:ea typeface="Red Hat Display Medium"/>
                <a:cs typeface="Red Hat Display Medium"/>
                <a:sym typeface="Red Hat Display Medium"/>
              </a:rPr>
              <a:t>Automating SOE Patching Operations</a:t>
            </a:r>
            <a:endParaRPr sz="2700">
              <a:latin typeface="Red Hat Display Medium"/>
              <a:ea typeface="Red Hat Display Medium"/>
              <a:cs typeface="Red Hat Display Medium"/>
              <a:sym typeface="Red Hat Display Medium"/>
            </a:endParaRPr>
          </a:p>
        </p:txBody>
      </p:sp>
      <p:sp>
        <p:nvSpPr>
          <p:cNvPr id="5067" name="Google Shape;5067;p210"/>
          <p:cNvSpPr/>
          <p:nvPr/>
        </p:nvSpPr>
        <p:spPr>
          <a:xfrm>
            <a:off x="-152400" y="1328950"/>
            <a:ext cx="12573000" cy="4728900"/>
          </a:xfrm>
          <a:prstGeom prst="rect">
            <a:avLst/>
          </a:prstGeom>
          <a:solidFill>
            <a:srgbClr val="F7F7F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068" name="Google Shape;5068;p210"/>
          <p:cNvPicPr preferRelativeResize="0"/>
          <p:nvPr/>
        </p:nvPicPr>
        <p:blipFill>
          <a:blip r:embed="rId3">
            <a:alphaModFix/>
          </a:blip>
          <a:stretch>
            <a:fillRect/>
          </a:stretch>
        </p:blipFill>
        <p:spPr>
          <a:xfrm>
            <a:off x="2588550" y="4953199"/>
            <a:ext cx="9679652" cy="1028550"/>
          </a:xfrm>
          <a:prstGeom prst="rect">
            <a:avLst/>
          </a:prstGeom>
          <a:noFill/>
          <a:ln>
            <a:noFill/>
          </a:ln>
        </p:spPr>
      </p:pic>
      <p:sp>
        <p:nvSpPr>
          <p:cNvPr id="5069" name="Google Shape;5069;p21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pic>
        <p:nvPicPr>
          <p:cNvPr id="5070" name="Google Shape;5070;p210"/>
          <p:cNvPicPr preferRelativeResize="0"/>
          <p:nvPr/>
        </p:nvPicPr>
        <p:blipFill>
          <a:blip r:embed="rId4">
            <a:alphaModFix/>
          </a:blip>
          <a:stretch>
            <a:fillRect/>
          </a:stretch>
        </p:blipFill>
        <p:spPr>
          <a:xfrm>
            <a:off x="476250" y="1376374"/>
            <a:ext cx="5391082" cy="1138225"/>
          </a:xfrm>
          <a:prstGeom prst="rect">
            <a:avLst/>
          </a:prstGeom>
          <a:noFill/>
          <a:ln>
            <a:noFill/>
          </a:ln>
        </p:spPr>
      </p:pic>
      <p:pic>
        <p:nvPicPr>
          <p:cNvPr id="5071" name="Google Shape;5071;p210"/>
          <p:cNvPicPr preferRelativeResize="0"/>
          <p:nvPr/>
        </p:nvPicPr>
        <p:blipFill>
          <a:blip r:embed="rId5">
            <a:alphaModFix/>
          </a:blip>
          <a:stretch>
            <a:fillRect/>
          </a:stretch>
        </p:blipFill>
        <p:spPr>
          <a:xfrm>
            <a:off x="1566863" y="2586038"/>
            <a:ext cx="9058275" cy="1990725"/>
          </a:xfrm>
          <a:prstGeom prst="rect">
            <a:avLst/>
          </a:prstGeom>
          <a:noFill/>
          <a:ln>
            <a:noFill/>
          </a:ln>
        </p:spPr>
      </p:pic>
      <p:sp>
        <p:nvSpPr>
          <p:cNvPr id="5072" name="Google Shape;5072;p210"/>
          <p:cNvSpPr/>
          <p:nvPr/>
        </p:nvSpPr>
        <p:spPr>
          <a:xfrm>
            <a:off x="1584513" y="2734225"/>
            <a:ext cx="9058200" cy="2162700"/>
          </a:xfrm>
          <a:prstGeom prst="rect">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3" name="Google Shape;5073;p210"/>
          <p:cNvSpPr txBox="1"/>
          <p:nvPr/>
        </p:nvSpPr>
        <p:spPr>
          <a:xfrm>
            <a:off x="2496152" y="2968075"/>
            <a:ext cx="7600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This section runs our patch process. Patch the server. Upgrade DB software. Update Schema.  </a:t>
            </a:r>
            <a:endParaRPr>
              <a:latin typeface="Red Hat Display"/>
              <a:ea typeface="Red Hat Display"/>
              <a:cs typeface="Red Hat Display"/>
              <a:sym typeface="Red Hat Display"/>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7" name="Shape 5077"/>
        <p:cNvGrpSpPr/>
        <p:nvPr/>
      </p:nvGrpSpPr>
      <p:grpSpPr>
        <a:xfrm>
          <a:off x="0" y="0"/>
          <a:ext cx="0" cy="0"/>
          <a:chOff x="0" y="0"/>
          <a:chExt cx="0" cy="0"/>
        </a:xfrm>
      </p:grpSpPr>
      <p:sp>
        <p:nvSpPr>
          <p:cNvPr id="5078" name="Google Shape;5078;p21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079" name="Google Shape;5079;p211"/>
          <p:cNvSpPr txBox="1"/>
          <p:nvPr>
            <p:ph idx="4294967295"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700">
                <a:latin typeface="Red Hat Display Medium"/>
                <a:ea typeface="Red Hat Display Medium"/>
                <a:cs typeface="Red Hat Display Medium"/>
                <a:sym typeface="Red Hat Display Medium"/>
              </a:rPr>
              <a:t>Automating SOE Patching Operations</a:t>
            </a:r>
            <a:endParaRPr sz="2700">
              <a:latin typeface="Red Hat Display Medium"/>
              <a:ea typeface="Red Hat Display Medium"/>
              <a:cs typeface="Red Hat Display Medium"/>
              <a:sym typeface="Red Hat Display Medium"/>
            </a:endParaRPr>
          </a:p>
        </p:txBody>
      </p:sp>
      <p:sp>
        <p:nvSpPr>
          <p:cNvPr id="5080" name="Google Shape;5080;p211"/>
          <p:cNvSpPr/>
          <p:nvPr/>
        </p:nvSpPr>
        <p:spPr>
          <a:xfrm>
            <a:off x="-152400" y="1328950"/>
            <a:ext cx="12573000" cy="4728900"/>
          </a:xfrm>
          <a:prstGeom prst="rect">
            <a:avLst/>
          </a:prstGeom>
          <a:solidFill>
            <a:srgbClr val="F7F7F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1" name="Google Shape;5081;p21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pic>
        <p:nvPicPr>
          <p:cNvPr id="5082" name="Google Shape;5082;p211"/>
          <p:cNvPicPr preferRelativeResize="0"/>
          <p:nvPr/>
        </p:nvPicPr>
        <p:blipFill>
          <a:blip r:embed="rId3">
            <a:alphaModFix/>
          </a:blip>
          <a:stretch>
            <a:fillRect/>
          </a:stretch>
        </p:blipFill>
        <p:spPr>
          <a:xfrm>
            <a:off x="476250" y="1376374"/>
            <a:ext cx="5391082" cy="1138225"/>
          </a:xfrm>
          <a:prstGeom prst="rect">
            <a:avLst/>
          </a:prstGeom>
          <a:noFill/>
          <a:ln>
            <a:noFill/>
          </a:ln>
        </p:spPr>
      </p:pic>
      <p:pic>
        <p:nvPicPr>
          <p:cNvPr id="5083" name="Google Shape;5083;p211"/>
          <p:cNvPicPr preferRelativeResize="0"/>
          <p:nvPr/>
        </p:nvPicPr>
        <p:blipFill rotWithShape="1">
          <a:blip r:embed="rId4">
            <a:alphaModFix/>
          </a:blip>
          <a:srcRect b="13422" l="0" r="0" t="34910"/>
          <a:stretch/>
        </p:blipFill>
        <p:spPr>
          <a:xfrm>
            <a:off x="5811296" y="1441226"/>
            <a:ext cx="4873925" cy="553425"/>
          </a:xfrm>
          <a:prstGeom prst="rect">
            <a:avLst/>
          </a:prstGeom>
          <a:noFill/>
          <a:ln>
            <a:noFill/>
          </a:ln>
        </p:spPr>
      </p:pic>
      <p:pic>
        <p:nvPicPr>
          <p:cNvPr id="5084" name="Google Shape;5084;p211"/>
          <p:cNvPicPr preferRelativeResize="0"/>
          <p:nvPr/>
        </p:nvPicPr>
        <p:blipFill>
          <a:blip r:embed="rId5">
            <a:alphaModFix/>
          </a:blip>
          <a:stretch>
            <a:fillRect/>
          </a:stretch>
        </p:blipFill>
        <p:spPr>
          <a:xfrm>
            <a:off x="0" y="3729963"/>
            <a:ext cx="12191999" cy="1684075"/>
          </a:xfrm>
          <a:prstGeom prst="rect">
            <a:avLst/>
          </a:prstGeom>
          <a:noFill/>
          <a:ln>
            <a:noFill/>
          </a:ln>
        </p:spPr>
      </p:pic>
      <p:sp>
        <p:nvSpPr>
          <p:cNvPr id="5085" name="Google Shape;5085;p211"/>
          <p:cNvSpPr/>
          <p:nvPr/>
        </p:nvSpPr>
        <p:spPr>
          <a:xfrm>
            <a:off x="-75" y="2734225"/>
            <a:ext cx="12192000" cy="2588700"/>
          </a:xfrm>
          <a:prstGeom prst="rect">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6" name="Google Shape;5086;p211"/>
          <p:cNvSpPr txBox="1"/>
          <p:nvPr/>
        </p:nvSpPr>
        <p:spPr>
          <a:xfrm>
            <a:off x="2496152" y="2968075"/>
            <a:ext cx="7600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Reboot and Test. Add it back to the group… Rinse, Repeat with the next node.</a:t>
            </a:r>
            <a:endParaRPr>
              <a:latin typeface="Red Hat Display"/>
              <a:ea typeface="Red Hat Display"/>
              <a:cs typeface="Red Hat Display"/>
              <a:sym typeface="Red Hat Display"/>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0" name="Shape 5090"/>
        <p:cNvGrpSpPr/>
        <p:nvPr/>
      </p:nvGrpSpPr>
      <p:grpSpPr>
        <a:xfrm>
          <a:off x="0" y="0"/>
          <a:ext cx="0" cy="0"/>
          <a:chOff x="0" y="0"/>
          <a:chExt cx="0" cy="0"/>
        </a:xfrm>
      </p:grpSpPr>
      <p:sp>
        <p:nvSpPr>
          <p:cNvPr id="5091" name="Google Shape;5091;p21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Red Hat Infrastructure Standard Adoption Model</a:t>
            </a:r>
            <a:endParaRPr/>
          </a:p>
        </p:txBody>
      </p:sp>
      <p:sp>
        <p:nvSpPr>
          <p:cNvPr id="5092" name="Google Shape;5092;p21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093" name="Google Shape;5093;p212"/>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700">
                <a:latin typeface="Red Hat Display Medium"/>
                <a:ea typeface="Red Hat Display Medium"/>
                <a:cs typeface="Red Hat Display Medium"/>
                <a:sym typeface="Red Hat Display Medium"/>
              </a:rPr>
              <a:t>Automating SOE Patching Operations</a:t>
            </a:r>
            <a:endParaRPr sz="2700">
              <a:latin typeface="Red Hat Display Medium"/>
              <a:ea typeface="Red Hat Display Medium"/>
              <a:cs typeface="Red Hat Display Medium"/>
              <a:sym typeface="Red Hat Display Medium"/>
            </a:endParaRPr>
          </a:p>
        </p:txBody>
      </p:sp>
      <p:sp>
        <p:nvSpPr>
          <p:cNvPr id="5094" name="Google Shape;5094;p212"/>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5095" name="Google Shape;5095;p212"/>
          <p:cNvGrpSpPr/>
          <p:nvPr/>
        </p:nvGrpSpPr>
        <p:grpSpPr>
          <a:xfrm>
            <a:off x="-152400" y="1328950"/>
            <a:ext cx="12573000" cy="4728900"/>
            <a:chOff x="-152400" y="871750"/>
            <a:chExt cx="12573000" cy="4728900"/>
          </a:xfrm>
        </p:grpSpPr>
        <p:sp>
          <p:nvSpPr>
            <p:cNvPr id="5096" name="Google Shape;5096;p212"/>
            <p:cNvSpPr/>
            <p:nvPr/>
          </p:nvSpPr>
          <p:spPr>
            <a:xfrm>
              <a:off x="-152400" y="871750"/>
              <a:ext cx="12573000" cy="4728900"/>
            </a:xfrm>
            <a:prstGeom prst="rect">
              <a:avLst/>
            </a:prstGeom>
            <a:solidFill>
              <a:srgbClr val="F7F7F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097" name="Google Shape;5097;p212"/>
            <p:cNvPicPr preferRelativeResize="0"/>
            <p:nvPr/>
          </p:nvPicPr>
          <p:blipFill>
            <a:blip r:embed="rId3">
              <a:alphaModFix/>
            </a:blip>
            <a:stretch>
              <a:fillRect/>
            </a:stretch>
          </p:blipFill>
          <p:spPr>
            <a:xfrm>
              <a:off x="123825" y="885825"/>
              <a:ext cx="11182350" cy="2952750"/>
            </a:xfrm>
            <a:prstGeom prst="rect">
              <a:avLst/>
            </a:prstGeom>
            <a:noFill/>
            <a:ln>
              <a:noFill/>
            </a:ln>
          </p:spPr>
        </p:pic>
        <p:pic>
          <p:nvPicPr>
            <p:cNvPr id="5098" name="Google Shape;5098;p212"/>
            <p:cNvPicPr preferRelativeResize="0"/>
            <p:nvPr/>
          </p:nvPicPr>
          <p:blipFill>
            <a:blip r:embed="rId4">
              <a:alphaModFix/>
            </a:blip>
            <a:stretch>
              <a:fillRect/>
            </a:stretch>
          </p:blipFill>
          <p:spPr>
            <a:xfrm>
              <a:off x="76200" y="3543255"/>
              <a:ext cx="12192002" cy="1295490"/>
            </a:xfrm>
            <a:prstGeom prst="rect">
              <a:avLst/>
            </a:prstGeom>
            <a:noFill/>
            <a:ln>
              <a:noFill/>
            </a:ln>
          </p:spPr>
        </p:pic>
      </p:gr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2" name="Shape 5102"/>
        <p:cNvGrpSpPr/>
        <p:nvPr/>
      </p:nvGrpSpPr>
      <p:grpSpPr>
        <a:xfrm>
          <a:off x="0" y="0"/>
          <a:ext cx="0" cy="0"/>
          <a:chOff x="0" y="0"/>
          <a:chExt cx="0" cy="0"/>
        </a:xfrm>
      </p:grpSpPr>
      <p:sp>
        <p:nvSpPr>
          <p:cNvPr id="5103" name="Google Shape;5103;p21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5104" name="Google Shape;5104;p213"/>
          <p:cNvSpPr txBox="1"/>
          <p:nvPr>
            <p:ph type="title"/>
          </p:nvPr>
        </p:nvSpPr>
        <p:spPr>
          <a:xfrm>
            <a:off x="2076025" y="1883250"/>
            <a:ext cx="9195900" cy="307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4700">
                <a:latin typeface="Red Hat Display"/>
                <a:ea typeface="Red Hat Display"/>
                <a:cs typeface="Red Hat Display"/>
                <a:sym typeface="Red Hat Display"/>
              </a:rPr>
              <a:t>Red Hat I</a:t>
            </a:r>
            <a:r>
              <a:rPr lang="en" sz="4700"/>
              <a:t>nfrastructure Standard </a:t>
            </a:r>
            <a:endParaRPr sz="4700"/>
          </a:p>
          <a:p>
            <a:pPr indent="0" lvl="0" marL="0" rtl="0" algn="l">
              <a:spcBef>
                <a:spcPts val="0"/>
              </a:spcBef>
              <a:spcAft>
                <a:spcPts val="0"/>
              </a:spcAft>
              <a:buNone/>
            </a:pPr>
            <a:r>
              <a:rPr lang="en" sz="4700">
                <a:latin typeface="Red Hat Display"/>
                <a:ea typeface="Red Hat Display"/>
                <a:cs typeface="Red Hat Display"/>
                <a:sym typeface="Red Hat Display"/>
              </a:rPr>
              <a:t>and</a:t>
            </a:r>
            <a:endParaRPr sz="4700">
              <a:latin typeface="Red Hat Display"/>
              <a:ea typeface="Red Hat Display"/>
              <a:cs typeface="Red Hat Display"/>
              <a:sym typeface="Red Hat Display"/>
            </a:endParaRPr>
          </a:p>
          <a:p>
            <a:pPr indent="0" lvl="0" marL="0" rtl="0" algn="l">
              <a:spcBef>
                <a:spcPts val="0"/>
              </a:spcBef>
              <a:spcAft>
                <a:spcPts val="0"/>
              </a:spcAft>
              <a:buNone/>
            </a:pPr>
            <a:r>
              <a:rPr lang="en" sz="4700"/>
              <a:t>Cloud Landing Zones</a:t>
            </a:r>
            <a:endParaRPr sz="4700">
              <a:latin typeface="Red Hat Display"/>
              <a:ea typeface="Red Hat Display"/>
              <a:cs typeface="Red Hat Display"/>
              <a:sym typeface="Red Hat Display"/>
            </a:endParaRPr>
          </a:p>
        </p:txBody>
      </p:sp>
      <p:sp>
        <p:nvSpPr>
          <p:cNvPr id="5105" name="Google Shape;5105;p21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9" name="Shape 5109"/>
        <p:cNvGrpSpPr/>
        <p:nvPr/>
      </p:nvGrpSpPr>
      <p:grpSpPr>
        <a:xfrm>
          <a:off x="0" y="0"/>
          <a:ext cx="0" cy="0"/>
          <a:chOff x="0" y="0"/>
          <a:chExt cx="0" cy="0"/>
        </a:xfrm>
      </p:grpSpPr>
      <p:sp>
        <p:nvSpPr>
          <p:cNvPr id="5110" name="Google Shape;5110;p21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Red Hat Infrastructure Standard Adoption Model</a:t>
            </a:r>
            <a:endParaRPr/>
          </a:p>
        </p:txBody>
      </p:sp>
      <p:sp>
        <p:nvSpPr>
          <p:cNvPr id="5111" name="Google Shape;5111;p21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112" name="Google Shape;5112;p214"/>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700">
                <a:latin typeface="Red Hat Display Medium"/>
                <a:ea typeface="Red Hat Display Medium"/>
                <a:cs typeface="Red Hat Display Medium"/>
                <a:sym typeface="Red Hat Display Medium"/>
              </a:rPr>
              <a:t>Azure Landing Zone for RHEL</a:t>
            </a:r>
            <a:endParaRPr sz="2700">
              <a:latin typeface="Red Hat Display Medium"/>
              <a:ea typeface="Red Hat Display Medium"/>
              <a:cs typeface="Red Hat Display Medium"/>
              <a:sym typeface="Red Hat Display Medium"/>
            </a:endParaRPr>
          </a:p>
        </p:txBody>
      </p:sp>
      <p:sp>
        <p:nvSpPr>
          <p:cNvPr id="5113" name="Google Shape;5113;p214"/>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pic>
        <p:nvPicPr>
          <p:cNvPr id="5114" name="Google Shape;5114;p214"/>
          <p:cNvPicPr preferRelativeResize="0"/>
          <p:nvPr/>
        </p:nvPicPr>
        <p:blipFill>
          <a:blip r:embed="rId3">
            <a:alphaModFix/>
          </a:blip>
          <a:stretch>
            <a:fillRect/>
          </a:stretch>
        </p:blipFill>
        <p:spPr>
          <a:xfrm>
            <a:off x="427850" y="1219275"/>
            <a:ext cx="5943600" cy="4676775"/>
          </a:xfrm>
          <a:prstGeom prst="rect">
            <a:avLst/>
          </a:prstGeom>
          <a:noFill/>
          <a:ln cap="flat" cmpd="sng" w="12700">
            <a:solidFill>
              <a:srgbClr val="D9D9D9"/>
            </a:solidFill>
            <a:prstDash val="dot"/>
            <a:miter lim="8000"/>
            <a:headEnd len="sm" w="sm" type="none"/>
            <a:tailEnd len="sm" w="sm" type="none"/>
          </a:ln>
        </p:spPr>
      </p:pic>
      <p:sp>
        <p:nvSpPr>
          <p:cNvPr id="5115" name="Google Shape;5115;p214"/>
          <p:cNvSpPr txBox="1"/>
          <p:nvPr/>
        </p:nvSpPr>
        <p:spPr>
          <a:xfrm>
            <a:off x="6371450" y="1295475"/>
            <a:ext cx="5488200" cy="434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100"/>
              </a:spcBef>
              <a:spcAft>
                <a:spcPts val="0"/>
              </a:spcAft>
              <a:buNone/>
            </a:pPr>
            <a:r>
              <a:rPr lang="en" sz="1700">
                <a:solidFill>
                  <a:schemeClr val="dk1"/>
                </a:solidFill>
                <a:latin typeface="Red Hat Display"/>
                <a:ea typeface="Red Hat Display"/>
                <a:cs typeface="Red Hat Display"/>
                <a:sym typeface="Red Hat Display"/>
              </a:rPr>
              <a:t>An opinionated architecture for </a:t>
            </a:r>
            <a:r>
              <a:rPr lang="en" sz="1700">
                <a:solidFill>
                  <a:schemeClr val="dk1"/>
                </a:solidFill>
                <a:latin typeface="Red Hat Display"/>
                <a:ea typeface="Red Hat Display"/>
                <a:cs typeface="Red Hat Display"/>
                <a:sym typeface="Red Hat Display"/>
              </a:rPr>
              <a:t>Red Hat Enterprise Linux (RHEL) on Azure:</a:t>
            </a:r>
            <a:endParaRPr sz="1700">
              <a:solidFill>
                <a:schemeClr val="dk1"/>
              </a:solidFill>
              <a:latin typeface="Red Hat Display"/>
              <a:ea typeface="Red Hat Display"/>
              <a:cs typeface="Red Hat Display"/>
              <a:sym typeface="Red Hat Display"/>
            </a:endParaRPr>
          </a:p>
          <a:p>
            <a:pPr indent="-323850" lvl="0" marL="457200" rtl="0" algn="l">
              <a:lnSpc>
                <a:spcPct val="115000"/>
              </a:lnSpc>
              <a:spcBef>
                <a:spcPts val="1100"/>
              </a:spcBef>
              <a:spcAft>
                <a:spcPts val="0"/>
              </a:spcAft>
              <a:buClr>
                <a:schemeClr val="dk1"/>
              </a:buClr>
              <a:buSzPts val="1500"/>
              <a:buFont typeface="Red Hat Display"/>
              <a:buChar char="●"/>
            </a:pPr>
            <a:r>
              <a:rPr b="1" lang="en" sz="1500">
                <a:solidFill>
                  <a:schemeClr val="dk1"/>
                </a:solidFill>
                <a:latin typeface="Red Hat Display"/>
                <a:ea typeface="Red Hat Display"/>
                <a:cs typeface="Red Hat Display"/>
                <a:sym typeface="Red Hat Display"/>
              </a:rPr>
              <a:t>Validated with Microsoft and Microsoft Partners and customers</a:t>
            </a:r>
            <a:endParaRPr sz="1500">
              <a:solidFill>
                <a:schemeClr val="dk1"/>
              </a:solidFill>
              <a:latin typeface="Red Hat Display"/>
              <a:ea typeface="Red Hat Display"/>
              <a:cs typeface="Red Hat Display"/>
              <a:sym typeface="Red Hat Display"/>
            </a:endParaRPr>
          </a:p>
          <a:p>
            <a:pPr indent="-323850" lvl="0" marL="457200" rtl="0" algn="l">
              <a:lnSpc>
                <a:spcPct val="115000"/>
              </a:lnSpc>
              <a:spcBef>
                <a:spcPts val="0"/>
              </a:spcBef>
              <a:spcAft>
                <a:spcPts val="0"/>
              </a:spcAft>
              <a:buClr>
                <a:schemeClr val="dk1"/>
              </a:buClr>
              <a:buSzPts val="1500"/>
              <a:buFont typeface="Red Hat Display"/>
              <a:buChar char="●"/>
            </a:pPr>
            <a:r>
              <a:rPr lang="en" sz="1500">
                <a:solidFill>
                  <a:schemeClr val="dk1"/>
                </a:solidFill>
                <a:latin typeface="Red Hat Display"/>
                <a:ea typeface="Red Hat Display"/>
                <a:cs typeface="Red Hat Display"/>
                <a:sym typeface="Red Hat Display"/>
              </a:rPr>
              <a:t>target technical state for a RHEL Solution following the Red Hat Infrastructure Standard Adoption Model using </a:t>
            </a:r>
            <a:r>
              <a:rPr b="1" lang="en" sz="1500">
                <a:solidFill>
                  <a:schemeClr val="dk1"/>
                </a:solidFill>
                <a:latin typeface="Red Hat Display"/>
                <a:ea typeface="Red Hat Display"/>
                <a:cs typeface="Red Hat Display"/>
                <a:sym typeface="Red Hat Display"/>
              </a:rPr>
              <a:t>Infrastructure as Code</a:t>
            </a:r>
            <a:endParaRPr b="1" sz="1500">
              <a:solidFill>
                <a:schemeClr val="dk1"/>
              </a:solidFill>
              <a:latin typeface="Red Hat Display"/>
              <a:ea typeface="Red Hat Display"/>
              <a:cs typeface="Red Hat Display"/>
              <a:sym typeface="Red Hat Display"/>
            </a:endParaRPr>
          </a:p>
          <a:p>
            <a:pPr indent="-323850" lvl="0" marL="457200" rtl="0" algn="l">
              <a:lnSpc>
                <a:spcPct val="115000"/>
              </a:lnSpc>
              <a:spcBef>
                <a:spcPts val="0"/>
              </a:spcBef>
              <a:spcAft>
                <a:spcPts val="0"/>
              </a:spcAft>
              <a:buClr>
                <a:schemeClr val="dk1"/>
              </a:buClr>
              <a:buSzPts val="1500"/>
              <a:buFont typeface="Red Hat Display"/>
              <a:buChar char="●"/>
            </a:pPr>
            <a:r>
              <a:rPr lang="en" sz="1500">
                <a:solidFill>
                  <a:schemeClr val="dk1"/>
                </a:solidFill>
                <a:latin typeface="Red Hat Display"/>
                <a:ea typeface="Red Hat Display"/>
                <a:cs typeface="Red Hat Display"/>
                <a:sym typeface="Red Hat Display"/>
              </a:rPr>
              <a:t>Describes critical considerations and recommendations for deploying RHEL Management and RHEL Workloads in Azure</a:t>
            </a:r>
            <a:endParaRPr sz="1500">
              <a:solidFill>
                <a:schemeClr val="dk1"/>
              </a:solidFill>
              <a:latin typeface="Red Hat Display"/>
              <a:ea typeface="Red Hat Display"/>
              <a:cs typeface="Red Hat Display"/>
              <a:sym typeface="Red Hat Display"/>
            </a:endParaRPr>
          </a:p>
          <a:p>
            <a:pPr indent="-323850" lvl="0" marL="457200" rtl="0" algn="l">
              <a:lnSpc>
                <a:spcPct val="115000"/>
              </a:lnSpc>
              <a:spcBef>
                <a:spcPts val="0"/>
              </a:spcBef>
              <a:spcAft>
                <a:spcPts val="0"/>
              </a:spcAft>
              <a:buClr>
                <a:schemeClr val="dk1"/>
              </a:buClr>
              <a:buSzPts val="1500"/>
              <a:buFont typeface="Red Hat Display"/>
              <a:buChar char="●"/>
            </a:pPr>
            <a:r>
              <a:rPr lang="en" sz="1500">
                <a:solidFill>
                  <a:schemeClr val="dk1"/>
                </a:solidFill>
                <a:latin typeface="Red Hat Display"/>
                <a:ea typeface="Red Hat Display"/>
                <a:cs typeface="Red Hat Display"/>
                <a:sym typeface="Red Hat Display"/>
              </a:rPr>
              <a:t>Describes how you would </a:t>
            </a:r>
            <a:r>
              <a:rPr lang="en" sz="1500">
                <a:solidFill>
                  <a:schemeClr val="dk1"/>
                </a:solidFill>
                <a:latin typeface="Red Hat Display"/>
                <a:ea typeface="Red Hat Display"/>
                <a:cs typeface="Red Hat Display"/>
                <a:sym typeface="Red Hat Display"/>
              </a:rPr>
              <a:t>deploy</a:t>
            </a:r>
            <a:r>
              <a:rPr lang="en" sz="1500">
                <a:solidFill>
                  <a:schemeClr val="dk1"/>
                </a:solidFill>
                <a:latin typeface="Red Hat Display"/>
                <a:ea typeface="Red Hat Display"/>
                <a:cs typeface="Red Hat Display"/>
                <a:sym typeface="Red Hat Display"/>
              </a:rPr>
              <a:t> Red Hat Identity Management, Red Hat Satellite, and Red Hat Ansible Automation Platform to manage RHEL workloads</a:t>
            </a:r>
            <a:endParaRPr sz="1500">
              <a:solidFill>
                <a:schemeClr val="dk1"/>
              </a:solidFill>
              <a:latin typeface="Red Hat Display"/>
              <a:ea typeface="Red Hat Display"/>
              <a:cs typeface="Red Hat Display"/>
              <a:sym typeface="Red Hat Display"/>
            </a:endParaRPr>
          </a:p>
          <a:p>
            <a:pPr indent="-323850" lvl="0" marL="457200" rtl="0" algn="l">
              <a:lnSpc>
                <a:spcPct val="115000"/>
              </a:lnSpc>
              <a:spcBef>
                <a:spcPts val="0"/>
              </a:spcBef>
              <a:spcAft>
                <a:spcPts val="0"/>
              </a:spcAft>
              <a:buClr>
                <a:schemeClr val="dk1"/>
              </a:buClr>
              <a:buSzPts val="1500"/>
              <a:buFont typeface="Red Hat Display"/>
              <a:buChar char="●"/>
            </a:pPr>
            <a:r>
              <a:rPr lang="en" sz="1500">
                <a:solidFill>
                  <a:schemeClr val="dk1"/>
                </a:solidFill>
                <a:latin typeface="Red Hat Display"/>
                <a:ea typeface="Red Hat Display"/>
                <a:cs typeface="Red Hat Display"/>
                <a:sym typeface="Red Hat Display"/>
              </a:rPr>
              <a:t>Provides automation tooling to deploy the management components and workload components</a:t>
            </a:r>
            <a:endParaRPr sz="1500">
              <a:solidFill>
                <a:schemeClr val="dk1"/>
              </a:solidFill>
              <a:latin typeface="Red Hat Display"/>
              <a:ea typeface="Red Hat Display"/>
              <a:cs typeface="Red Hat Display"/>
              <a:sym typeface="Red Hat Display"/>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9" name="Shape 5119"/>
        <p:cNvGrpSpPr/>
        <p:nvPr/>
      </p:nvGrpSpPr>
      <p:grpSpPr>
        <a:xfrm>
          <a:off x="0" y="0"/>
          <a:ext cx="0" cy="0"/>
          <a:chOff x="0" y="0"/>
          <a:chExt cx="0" cy="0"/>
        </a:xfrm>
      </p:grpSpPr>
      <p:sp>
        <p:nvSpPr>
          <p:cNvPr id="5120" name="Google Shape;5120;p21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5121" name="Google Shape;5121;p215"/>
          <p:cNvSpPr txBox="1"/>
          <p:nvPr>
            <p:ph type="title"/>
          </p:nvPr>
        </p:nvSpPr>
        <p:spPr>
          <a:xfrm>
            <a:off x="2076025" y="1883250"/>
            <a:ext cx="7992000" cy="307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latin typeface="Red Hat Display"/>
                <a:ea typeface="Red Hat Display"/>
                <a:cs typeface="Red Hat Display"/>
                <a:sym typeface="Red Hat Display"/>
              </a:rPr>
              <a:t>Red Hat Infrastructure Review</a:t>
            </a:r>
            <a:endParaRPr>
              <a:latin typeface="Red Hat Display"/>
              <a:ea typeface="Red Hat Display"/>
              <a:cs typeface="Red Hat Display"/>
              <a:sym typeface="Red Hat Display"/>
            </a:endParaRPr>
          </a:p>
        </p:txBody>
      </p:sp>
      <p:sp>
        <p:nvSpPr>
          <p:cNvPr id="5122" name="Google Shape;5122;p21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6" name="Shape 5126"/>
        <p:cNvGrpSpPr/>
        <p:nvPr/>
      </p:nvGrpSpPr>
      <p:grpSpPr>
        <a:xfrm>
          <a:off x="0" y="0"/>
          <a:ext cx="0" cy="0"/>
          <a:chOff x="0" y="0"/>
          <a:chExt cx="0" cy="0"/>
        </a:xfrm>
      </p:grpSpPr>
      <p:sp>
        <p:nvSpPr>
          <p:cNvPr id="5127" name="Google Shape;5127;p216"/>
          <p:cNvSpPr/>
          <p:nvPr/>
        </p:nvSpPr>
        <p:spPr>
          <a:xfrm>
            <a:off x="796775" y="1974624"/>
            <a:ext cx="2532600" cy="3321300"/>
          </a:xfrm>
          <a:prstGeom prst="rect">
            <a:avLst/>
          </a:prstGeom>
          <a:noFill/>
          <a:ln cap="flat" cmpd="sng" w="9525">
            <a:solidFill>
              <a:srgbClr val="4C4C4C"/>
            </a:solidFill>
            <a:prstDash val="dash"/>
            <a:round/>
            <a:headEnd len="sm" w="sm" type="none"/>
            <a:tailEnd len="sm" w="sm" type="none"/>
          </a:ln>
        </p:spPr>
        <p:txBody>
          <a:bodyPr anchorCtr="0" anchor="ctr" bIns="121875" lIns="121875" spcFirstLastPara="1" rIns="121875" wrap="square" tIns="121875">
            <a:noAutofit/>
          </a:bodyPr>
          <a:lstStyle/>
          <a:p>
            <a:pPr indent="0" lvl="0" marL="0" marR="0" rtl="0" algn="l">
              <a:lnSpc>
                <a:spcPct val="150000"/>
              </a:lnSpc>
              <a:spcBef>
                <a:spcPts val="0"/>
              </a:spcBef>
              <a:spcAft>
                <a:spcPts val="0"/>
              </a:spcAft>
              <a:buNone/>
            </a:pPr>
            <a:r>
              <a:t/>
            </a:r>
            <a:endParaRPr sz="1300">
              <a:solidFill>
                <a:srgbClr val="4C4C4C"/>
              </a:solidFill>
              <a:latin typeface="Overpass"/>
              <a:ea typeface="Overpass"/>
              <a:cs typeface="Overpass"/>
              <a:sym typeface="Overpass"/>
            </a:endParaRPr>
          </a:p>
        </p:txBody>
      </p:sp>
      <p:sp>
        <p:nvSpPr>
          <p:cNvPr id="5128" name="Google Shape;5128;p216"/>
          <p:cNvSpPr/>
          <p:nvPr/>
        </p:nvSpPr>
        <p:spPr>
          <a:xfrm>
            <a:off x="3488500" y="1973724"/>
            <a:ext cx="2532600" cy="3321300"/>
          </a:xfrm>
          <a:prstGeom prst="rect">
            <a:avLst/>
          </a:prstGeom>
          <a:noFill/>
          <a:ln cap="flat" cmpd="sng" w="9525">
            <a:solidFill>
              <a:srgbClr val="4C4C4C"/>
            </a:solidFill>
            <a:prstDash val="dash"/>
            <a:round/>
            <a:headEnd len="sm" w="sm" type="none"/>
            <a:tailEnd len="sm" w="sm" type="none"/>
          </a:ln>
        </p:spPr>
        <p:txBody>
          <a:bodyPr anchorCtr="0" anchor="ctr" bIns="121875" lIns="121875" spcFirstLastPara="1" rIns="121875" wrap="square" tIns="121875">
            <a:noAutofit/>
          </a:bodyPr>
          <a:lstStyle/>
          <a:p>
            <a:pPr indent="0" lvl="0" marL="0" rtl="0" algn="l">
              <a:lnSpc>
                <a:spcPct val="150000"/>
              </a:lnSpc>
              <a:spcBef>
                <a:spcPts val="0"/>
              </a:spcBef>
              <a:spcAft>
                <a:spcPts val="0"/>
              </a:spcAft>
              <a:buNone/>
            </a:pPr>
            <a:r>
              <a:t/>
            </a:r>
            <a:endParaRPr sz="1300">
              <a:solidFill>
                <a:srgbClr val="4C4C4C"/>
              </a:solidFill>
              <a:latin typeface="Overpass"/>
              <a:ea typeface="Overpass"/>
              <a:cs typeface="Overpass"/>
              <a:sym typeface="Overpass"/>
            </a:endParaRPr>
          </a:p>
        </p:txBody>
      </p:sp>
      <p:pic>
        <p:nvPicPr>
          <p:cNvPr id="5129" name="Google Shape;5129;p216"/>
          <p:cNvPicPr preferRelativeResize="0"/>
          <p:nvPr/>
        </p:nvPicPr>
        <p:blipFill>
          <a:blip r:embed="rId3">
            <a:alphaModFix/>
          </a:blip>
          <a:stretch>
            <a:fillRect/>
          </a:stretch>
        </p:blipFill>
        <p:spPr>
          <a:xfrm>
            <a:off x="952475" y="2104850"/>
            <a:ext cx="1987373" cy="604875"/>
          </a:xfrm>
          <a:prstGeom prst="rect">
            <a:avLst/>
          </a:prstGeom>
          <a:noFill/>
          <a:ln>
            <a:noFill/>
          </a:ln>
        </p:spPr>
      </p:pic>
      <p:sp>
        <p:nvSpPr>
          <p:cNvPr id="5130" name="Google Shape;5130;p216"/>
          <p:cNvSpPr/>
          <p:nvPr/>
        </p:nvSpPr>
        <p:spPr>
          <a:xfrm>
            <a:off x="6182900" y="1971424"/>
            <a:ext cx="2532600" cy="3321300"/>
          </a:xfrm>
          <a:prstGeom prst="rect">
            <a:avLst/>
          </a:prstGeom>
          <a:noFill/>
          <a:ln cap="flat" cmpd="sng" w="9525">
            <a:solidFill>
              <a:srgbClr val="4C4C4C"/>
            </a:solidFill>
            <a:prstDash val="dash"/>
            <a:round/>
            <a:headEnd len="sm" w="sm" type="none"/>
            <a:tailEnd len="sm" w="sm" type="none"/>
          </a:ln>
        </p:spPr>
        <p:txBody>
          <a:bodyPr anchorCtr="0" anchor="ctr" bIns="121875" lIns="121875" spcFirstLastPara="1" rIns="121875" wrap="square" tIns="121875">
            <a:noAutofit/>
          </a:bodyPr>
          <a:lstStyle/>
          <a:p>
            <a:pPr indent="0" lvl="0" marL="0" rtl="0" algn="l">
              <a:lnSpc>
                <a:spcPct val="150000"/>
              </a:lnSpc>
              <a:spcBef>
                <a:spcPts val="0"/>
              </a:spcBef>
              <a:spcAft>
                <a:spcPts val="0"/>
              </a:spcAft>
              <a:buNone/>
            </a:pPr>
            <a:r>
              <a:t/>
            </a:r>
            <a:endParaRPr sz="1300">
              <a:solidFill>
                <a:srgbClr val="4C4C4C"/>
              </a:solidFill>
              <a:latin typeface="Overpass"/>
              <a:ea typeface="Overpass"/>
              <a:cs typeface="Overpass"/>
              <a:sym typeface="Overpass"/>
            </a:endParaRPr>
          </a:p>
        </p:txBody>
      </p:sp>
      <p:pic>
        <p:nvPicPr>
          <p:cNvPr id="5131" name="Google Shape;5131;p216"/>
          <p:cNvPicPr preferRelativeResize="0"/>
          <p:nvPr/>
        </p:nvPicPr>
        <p:blipFill>
          <a:blip r:embed="rId4">
            <a:alphaModFix/>
          </a:blip>
          <a:stretch>
            <a:fillRect/>
          </a:stretch>
        </p:blipFill>
        <p:spPr>
          <a:xfrm>
            <a:off x="3632950" y="2104851"/>
            <a:ext cx="1054375" cy="417650"/>
          </a:xfrm>
          <a:prstGeom prst="rect">
            <a:avLst/>
          </a:prstGeom>
          <a:noFill/>
          <a:ln>
            <a:noFill/>
          </a:ln>
        </p:spPr>
      </p:pic>
      <p:sp>
        <p:nvSpPr>
          <p:cNvPr id="5132" name="Google Shape;5132;p216"/>
          <p:cNvSpPr/>
          <p:nvPr/>
        </p:nvSpPr>
        <p:spPr>
          <a:xfrm>
            <a:off x="8906475" y="1971424"/>
            <a:ext cx="2532600" cy="3321300"/>
          </a:xfrm>
          <a:prstGeom prst="rect">
            <a:avLst/>
          </a:prstGeom>
          <a:noFill/>
          <a:ln cap="flat" cmpd="sng" w="9525">
            <a:solidFill>
              <a:srgbClr val="4C4C4C"/>
            </a:solidFill>
            <a:prstDash val="dash"/>
            <a:round/>
            <a:headEnd len="sm" w="sm" type="none"/>
            <a:tailEnd len="sm" w="sm" type="none"/>
          </a:ln>
        </p:spPr>
        <p:txBody>
          <a:bodyPr anchorCtr="0" anchor="ctr" bIns="121875" lIns="121875" spcFirstLastPara="1" rIns="121875" wrap="square" tIns="121875">
            <a:noAutofit/>
          </a:bodyPr>
          <a:lstStyle/>
          <a:p>
            <a:pPr indent="0" lvl="0" marL="0" rtl="0" algn="l">
              <a:lnSpc>
                <a:spcPct val="150000"/>
              </a:lnSpc>
              <a:spcBef>
                <a:spcPts val="0"/>
              </a:spcBef>
              <a:spcAft>
                <a:spcPts val="0"/>
              </a:spcAft>
              <a:buNone/>
            </a:pPr>
            <a:r>
              <a:t/>
            </a:r>
            <a:endParaRPr sz="1300">
              <a:solidFill>
                <a:srgbClr val="4C4C4C"/>
              </a:solidFill>
              <a:latin typeface="Overpass"/>
              <a:ea typeface="Overpass"/>
              <a:cs typeface="Overpass"/>
              <a:sym typeface="Overpass"/>
            </a:endParaRPr>
          </a:p>
        </p:txBody>
      </p:sp>
      <p:pic>
        <p:nvPicPr>
          <p:cNvPr id="5133" name="Google Shape;5133;p216"/>
          <p:cNvPicPr preferRelativeResize="0"/>
          <p:nvPr/>
        </p:nvPicPr>
        <p:blipFill rotWithShape="1">
          <a:blip r:embed="rId5">
            <a:alphaModFix/>
          </a:blip>
          <a:srcRect b="0" l="0" r="0" t="0"/>
          <a:stretch/>
        </p:blipFill>
        <p:spPr>
          <a:xfrm>
            <a:off x="6332950" y="2117335"/>
            <a:ext cx="1418782" cy="583175"/>
          </a:xfrm>
          <a:prstGeom prst="rect">
            <a:avLst/>
          </a:prstGeom>
          <a:noFill/>
          <a:ln>
            <a:noFill/>
          </a:ln>
        </p:spPr>
      </p:pic>
      <p:sp>
        <p:nvSpPr>
          <p:cNvPr id="5134" name="Google Shape;5134;p216"/>
          <p:cNvSpPr txBox="1"/>
          <p:nvPr/>
        </p:nvSpPr>
        <p:spPr>
          <a:xfrm>
            <a:off x="791700" y="2833800"/>
            <a:ext cx="2532600" cy="24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rgbClr val="4C4C4C"/>
                </a:solidFill>
                <a:latin typeface="Red Hat Display"/>
                <a:ea typeface="Red Hat Display"/>
                <a:cs typeface="Red Hat Display"/>
                <a:sym typeface="Red Hat Display"/>
              </a:rPr>
              <a:t>AUTOMATION FOR EVERYONE</a:t>
            </a:r>
            <a:endParaRPr b="1" sz="1500">
              <a:solidFill>
                <a:srgbClr val="4C4C4C"/>
              </a:solidFill>
              <a:latin typeface="Red Hat Display"/>
              <a:ea typeface="Red Hat Display"/>
              <a:cs typeface="Red Hat Display"/>
              <a:sym typeface="Red Hat Display"/>
            </a:endParaRPr>
          </a:p>
          <a:p>
            <a:pPr indent="0" lvl="0" marL="0" rtl="0" algn="l">
              <a:spcBef>
                <a:spcPts val="0"/>
              </a:spcBef>
              <a:spcAft>
                <a:spcPts val="0"/>
              </a:spcAft>
              <a:buNone/>
            </a:pPr>
            <a:r>
              <a:t/>
            </a:r>
            <a:endParaRPr sz="1600">
              <a:solidFill>
                <a:srgbClr val="4C4C4C"/>
              </a:solidFill>
              <a:latin typeface="Red Hat Display"/>
              <a:ea typeface="Red Hat Display"/>
              <a:cs typeface="Red Hat Display"/>
              <a:sym typeface="Red Hat Display"/>
            </a:endParaRPr>
          </a:p>
          <a:p>
            <a:pPr indent="0" lvl="0" marL="0" rtl="0" algn="l">
              <a:lnSpc>
                <a:spcPct val="150000"/>
              </a:lnSpc>
              <a:spcBef>
                <a:spcPts val="1000"/>
              </a:spcBef>
              <a:spcAft>
                <a:spcPts val="0"/>
              </a:spcAft>
              <a:buNone/>
            </a:pPr>
            <a:r>
              <a:rPr lang="en" sz="1300">
                <a:solidFill>
                  <a:srgbClr val="4C4C4C"/>
                </a:solidFill>
                <a:latin typeface="Red Hat Display"/>
                <a:ea typeface="Red Hat Display"/>
                <a:cs typeface="Red Hat Display"/>
                <a:sym typeface="Red Hat Display"/>
              </a:rPr>
              <a:t>Simple, </a:t>
            </a:r>
            <a:r>
              <a:rPr lang="en" sz="1300">
                <a:solidFill>
                  <a:srgbClr val="4C4C4C"/>
                </a:solidFill>
                <a:latin typeface="Red Hat Display"/>
                <a:ea typeface="Red Hat Display"/>
                <a:cs typeface="Red Hat Display"/>
                <a:sym typeface="Red Hat Display"/>
              </a:rPr>
              <a:t>Powerful</a:t>
            </a:r>
            <a:r>
              <a:rPr lang="en" sz="1300">
                <a:solidFill>
                  <a:srgbClr val="4C4C4C"/>
                </a:solidFill>
                <a:latin typeface="Red Hat Display"/>
                <a:ea typeface="Red Hat Display"/>
                <a:cs typeface="Red Hat Display"/>
                <a:sym typeface="Red Hat Display"/>
              </a:rPr>
              <a:t>, Agentless</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lang="en" sz="1300">
                <a:solidFill>
                  <a:srgbClr val="4C4C4C"/>
                </a:solidFill>
                <a:latin typeface="Red Hat Display"/>
                <a:ea typeface="Red Hat Display"/>
                <a:cs typeface="Red Hat Display"/>
                <a:sym typeface="Red Hat Display"/>
              </a:rPr>
              <a:t>Cross Platform</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lang="en" sz="1300">
                <a:solidFill>
                  <a:srgbClr val="4C4C4C"/>
                </a:solidFill>
                <a:latin typeface="Red Hat Display"/>
                <a:ea typeface="Red Hat Display"/>
                <a:cs typeface="Red Hat Display"/>
                <a:sym typeface="Red Hat Display"/>
              </a:rPr>
              <a:t>Systems, Network, Storage, Cloud</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lang="en" sz="1300">
                <a:solidFill>
                  <a:srgbClr val="4C4C4C"/>
                </a:solidFill>
                <a:latin typeface="Red Hat Display"/>
                <a:ea typeface="Red Hat Display"/>
                <a:cs typeface="Red Hat Display"/>
                <a:sym typeface="Red Hat Display"/>
              </a:rPr>
              <a:t>Human Readable</a:t>
            </a:r>
            <a:endParaRPr>
              <a:latin typeface="Red Hat Display"/>
              <a:ea typeface="Red Hat Display"/>
              <a:cs typeface="Red Hat Display"/>
              <a:sym typeface="Red Hat Display"/>
            </a:endParaRPr>
          </a:p>
        </p:txBody>
      </p:sp>
      <p:grpSp>
        <p:nvGrpSpPr>
          <p:cNvPr id="5135" name="Google Shape;5135;p216"/>
          <p:cNvGrpSpPr/>
          <p:nvPr/>
        </p:nvGrpSpPr>
        <p:grpSpPr>
          <a:xfrm>
            <a:off x="9038192" y="2120630"/>
            <a:ext cx="1417320" cy="585826"/>
            <a:chOff x="9952773" y="5067484"/>
            <a:chExt cx="3928271" cy="1619197"/>
          </a:xfrm>
        </p:grpSpPr>
        <p:pic>
          <p:nvPicPr>
            <p:cNvPr id="5136" name="Google Shape;5136;p216"/>
            <p:cNvPicPr preferRelativeResize="0"/>
            <p:nvPr/>
          </p:nvPicPr>
          <p:blipFill>
            <a:blip r:embed="rId6">
              <a:alphaModFix/>
            </a:blip>
            <a:stretch>
              <a:fillRect/>
            </a:stretch>
          </p:blipFill>
          <p:spPr>
            <a:xfrm>
              <a:off x="9952773" y="5067484"/>
              <a:ext cx="3928271" cy="1619197"/>
            </a:xfrm>
            <a:prstGeom prst="rect">
              <a:avLst/>
            </a:prstGeom>
            <a:noFill/>
            <a:ln>
              <a:noFill/>
            </a:ln>
          </p:spPr>
        </p:pic>
        <p:sp>
          <p:nvSpPr>
            <p:cNvPr id="5137" name="Google Shape;5137;p216"/>
            <p:cNvSpPr txBox="1"/>
            <p:nvPr/>
          </p:nvSpPr>
          <p:spPr>
            <a:xfrm>
              <a:off x="10728818" y="5518340"/>
              <a:ext cx="2249700" cy="7695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rPr lang="en" sz="1304">
                  <a:latin typeface="Red Hat Display SemiBold"/>
                  <a:ea typeface="Red Hat Display SemiBold"/>
                  <a:cs typeface="Red Hat Display SemiBold"/>
                  <a:sym typeface="Red Hat Display SemiBold"/>
                </a:rPr>
                <a:t>Identity</a:t>
              </a:r>
              <a:endParaRPr sz="1304">
                <a:latin typeface="Red Hat Display SemiBold"/>
                <a:ea typeface="Red Hat Display SemiBold"/>
                <a:cs typeface="Red Hat Display SemiBold"/>
                <a:sym typeface="Red Hat Display SemiBold"/>
              </a:endParaRPr>
            </a:p>
          </p:txBody>
        </p:sp>
      </p:grpSp>
      <p:sp>
        <p:nvSpPr>
          <p:cNvPr id="5138" name="Google Shape;5138;p216"/>
          <p:cNvSpPr txBox="1"/>
          <p:nvPr/>
        </p:nvSpPr>
        <p:spPr>
          <a:xfrm>
            <a:off x="3488156" y="2833800"/>
            <a:ext cx="2532600" cy="24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rgbClr val="4C4C4C"/>
                </a:solidFill>
                <a:latin typeface="Red Hat Display"/>
                <a:ea typeface="Red Hat Display"/>
                <a:cs typeface="Red Hat Display"/>
                <a:sym typeface="Red Hat Display"/>
              </a:rPr>
              <a:t>PREVENT CRITICAL ISSUES BEFORE THEY OCCUR</a:t>
            </a:r>
            <a:endParaRPr sz="1600">
              <a:solidFill>
                <a:srgbClr val="4C4C4C"/>
              </a:solidFill>
              <a:latin typeface="Red Hat Display"/>
              <a:ea typeface="Red Hat Display"/>
              <a:cs typeface="Red Hat Display"/>
              <a:sym typeface="Red Hat Display"/>
            </a:endParaRPr>
          </a:p>
          <a:p>
            <a:pPr indent="0" lvl="0" marL="0" rtl="0" algn="l">
              <a:spcBef>
                <a:spcPts val="0"/>
              </a:spcBef>
              <a:spcAft>
                <a:spcPts val="0"/>
              </a:spcAft>
              <a:buNone/>
            </a:pPr>
            <a:r>
              <a:t/>
            </a:r>
            <a:endParaRPr sz="1300">
              <a:solidFill>
                <a:srgbClr val="4C4C4C"/>
              </a:solidFill>
              <a:latin typeface="Red Hat Display"/>
              <a:ea typeface="Red Hat Display"/>
              <a:cs typeface="Red Hat Display"/>
              <a:sym typeface="Red Hat Display"/>
            </a:endParaRPr>
          </a:p>
          <a:p>
            <a:pPr indent="0" lvl="0" marL="0" rtl="0" algn="l">
              <a:spcBef>
                <a:spcPts val="0"/>
              </a:spcBef>
              <a:spcAft>
                <a:spcPts val="0"/>
              </a:spcAft>
              <a:buNone/>
            </a:pPr>
            <a:r>
              <a:rPr lang="en" sz="1300">
                <a:solidFill>
                  <a:srgbClr val="4C4C4C"/>
                </a:solidFill>
                <a:latin typeface="Red Hat Display"/>
                <a:ea typeface="Red Hat Display"/>
                <a:cs typeface="Red Hat Display"/>
                <a:sym typeface="Red Hat Display"/>
              </a:rPr>
              <a:t>Continuous Insights</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1000"/>
              </a:spcBef>
              <a:spcAft>
                <a:spcPts val="0"/>
              </a:spcAft>
              <a:buNone/>
            </a:pPr>
            <a:r>
              <a:rPr lang="en" sz="1300">
                <a:solidFill>
                  <a:srgbClr val="4C4C4C"/>
                </a:solidFill>
                <a:latin typeface="Red Hat Display"/>
                <a:ea typeface="Red Hat Display"/>
                <a:cs typeface="Red Hat Display"/>
                <a:sym typeface="Red Hat Display"/>
              </a:rPr>
              <a:t>Verified Knowledge</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lang="en" sz="1300">
                <a:solidFill>
                  <a:srgbClr val="4C4C4C"/>
                </a:solidFill>
                <a:latin typeface="Red Hat Display"/>
                <a:ea typeface="Red Hat Display"/>
                <a:cs typeface="Red Hat Display"/>
                <a:sym typeface="Red Hat Display"/>
              </a:rPr>
              <a:t>Proactive Resolution</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0"/>
              </a:spcBef>
              <a:spcAft>
                <a:spcPts val="0"/>
              </a:spcAft>
              <a:buClr>
                <a:schemeClr val="dk1"/>
              </a:buClr>
              <a:buSzPts val="1100"/>
              <a:buFont typeface="Arial"/>
              <a:buNone/>
            </a:pPr>
            <a:r>
              <a:rPr b="1" lang="en" sz="1300">
                <a:solidFill>
                  <a:srgbClr val="4C4C4C"/>
                </a:solidFill>
                <a:latin typeface="Red Hat Display"/>
                <a:ea typeface="Red Hat Display"/>
                <a:cs typeface="Red Hat Display"/>
                <a:sym typeface="Red Hat Display"/>
              </a:rPr>
              <a:t>Included</a:t>
            </a:r>
            <a:r>
              <a:rPr lang="en" sz="1300">
                <a:solidFill>
                  <a:srgbClr val="4C4C4C"/>
                </a:solidFill>
                <a:latin typeface="Red Hat Display"/>
                <a:ea typeface="Red Hat Display"/>
                <a:cs typeface="Red Hat Display"/>
                <a:sym typeface="Red Hat Display"/>
              </a:rPr>
              <a:t> with Red Hat Enterprise Linux.</a:t>
            </a:r>
            <a:endParaRPr sz="1300">
              <a:solidFill>
                <a:srgbClr val="4C4C4C"/>
              </a:solidFill>
              <a:latin typeface="Red Hat Display"/>
              <a:ea typeface="Red Hat Display"/>
              <a:cs typeface="Red Hat Display"/>
              <a:sym typeface="Red Hat Display"/>
            </a:endParaRPr>
          </a:p>
        </p:txBody>
      </p:sp>
      <p:sp>
        <p:nvSpPr>
          <p:cNvPr id="5139" name="Google Shape;5139;p216"/>
          <p:cNvSpPr txBox="1"/>
          <p:nvPr/>
        </p:nvSpPr>
        <p:spPr>
          <a:xfrm>
            <a:off x="6196900" y="2833800"/>
            <a:ext cx="2532600" cy="24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rgbClr val="4C4C4C"/>
                </a:solidFill>
                <a:latin typeface="Red Hat Display"/>
                <a:ea typeface="Red Hat Display"/>
                <a:cs typeface="Red Hat Display"/>
                <a:sym typeface="Red Hat Display"/>
              </a:rPr>
              <a:t>FLEXIBILITY TO MANAGE RED HAT ENTERPRISE LINUX</a:t>
            </a:r>
            <a:endParaRPr sz="1300">
              <a:solidFill>
                <a:srgbClr val="4C4C4C"/>
              </a:solidFill>
              <a:latin typeface="Red Hat Display"/>
              <a:ea typeface="Red Hat Display"/>
              <a:cs typeface="Red Hat Display"/>
              <a:sym typeface="Red Hat Display"/>
            </a:endParaRPr>
          </a:p>
          <a:p>
            <a:pPr indent="0" lvl="0" marL="0" rtl="0" algn="l">
              <a:spcBef>
                <a:spcPts val="0"/>
              </a:spcBef>
              <a:spcAft>
                <a:spcPts val="0"/>
              </a:spcAft>
              <a:buNone/>
            </a:pPr>
            <a:r>
              <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lang="en" sz="1300">
                <a:solidFill>
                  <a:srgbClr val="4C4C4C"/>
                </a:solidFill>
                <a:latin typeface="Red Hat Display"/>
                <a:ea typeface="Red Hat Display"/>
                <a:cs typeface="Red Hat Display"/>
                <a:sym typeface="Red Hat Display"/>
              </a:rPr>
              <a:t>Secure software supply chain and content lifecycle on-premise or in the cloud with Satellite and Red Hat Hybrid Cloud Console</a:t>
            </a:r>
            <a:endParaRPr b="1" sz="1500">
              <a:solidFill>
                <a:srgbClr val="4C4C4C"/>
              </a:solidFill>
              <a:latin typeface="Red Hat Display"/>
              <a:ea typeface="Red Hat Display"/>
              <a:cs typeface="Red Hat Display"/>
              <a:sym typeface="Red Hat Display"/>
            </a:endParaRPr>
          </a:p>
        </p:txBody>
      </p:sp>
      <p:sp>
        <p:nvSpPr>
          <p:cNvPr id="5140" name="Google Shape;5140;p216"/>
          <p:cNvSpPr txBox="1"/>
          <p:nvPr/>
        </p:nvSpPr>
        <p:spPr>
          <a:xfrm>
            <a:off x="8911525" y="2833800"/>
            <a:ext cx="2532600" cy="24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rgbClr val="4C4C4C"/>
                </a:solidFill>
                <a:latin typeface="Red Hat Display"/>
                <a:ea typeface="Red Hat Display"/>
                <a:cs typeface="Red Hat Display"/>
                <a:sym typeface="Red Hat Display"/>
              </a:rPr>
              <a:t>MANAGE LINUX IDENTITY AND POLICY</a:t>
            </a:r>
            <a:endParaRPr b="1" sz="1500">
              <a:solidFill>
                <a:srgbClr val="4C4C4C"/>
              </a:solidFill>
              <a:latin typeface="Red Hat Display"/>
              <a:ea typeface="Red Hat Display"/>
              <a:cs typeface="Red Hat Display"/>
              <a:sym typeface="Red Hat Display"/>
            </a:endParaRPr>
          </a:p>
          <a:p>
            <a:pPr indent="0" lvl="0" marL="0" rtl="0" algn="l">
              <a:spcBef>
                <a:spcPts val="0"/>
              </a:spcBef>
              <a:spcAft>
                <a:spcPts val="0"/>
              </a:spcAft>
              <a:buNone/>
            </a:pPr>
            <a:r>
              <a:rPr b="1" lang="en" sz="1500">
                <a:solidFill>
                  <a:srgbClr val="4C4C4C"/>
                </a:solidFill>
                <a:latin typeface="Red Hat Display"/>
                <a:ea typeface="Red Hat Display"/>
                <a:cs typeface="Red Hat Display"/>
                <a:sym typeface="Red Hat Display"/>
              </a:rPr>
              <a:t> </a:t>
            </a:r>
            <a:endParaRPr sz="1300">
              <a:solidFill>
                <a:srgbClr val="4C4C4C"/>
              </a:solidFill>
              <a:latin typeface="Red Hat Display"/>
              <a:ea typeface="Red Hat Display"/>
              <a:cs typeface="Red Hat Display"/>
              <a:sym typeface="Red Hat Display"/>
            </a:endParaRPr>
          </a:p>
          <a:p>
            <a:pPr indent="0" lvl="0" marL="0" rtl="0" algn="l">
              <a:lnSpc>
                <a:spcPct val="100000"/>
              </a:lnSpc>
              <a:spcBef>
                <a:spcPts val="0"/>
              </a:spcBef>
              <a:spcAft>
                <a:spcPts val="0"/>
              </a:spcAft>
              <a:buNone/>
            </a:pPr>
            <a:r>
              <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lang="en" sz="1300">
                <a:solidFill>
                  <a:srgbClr val="4C4C4C"/>
                </a:solidFill>
                <a:latin typeface="Red Hat Display"/>
                <a:ea typeface="Red Hat Display"/>
                <a:cs typeface="Red Hat Display"/>
                <a:sym typeface="Red Hat Display"/>
              </a:rPr>
              <a:t>Single Sign On, sudoers, RBAC, HBAC, SELinux Policy, ID mapping, Native AD Integration.  </a:t>
            </a:r>
            <a:endParaRPr sz="1300">
              <a:solidFill>
                <a:srgbClr val="4C4C4C"/>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b="1" lang="en" sz="1300">
                <a:solidFill>
                  <a:srgbClr val="4C4C4C"/>
                </a:solidFill>
                <a:latin typeface="Red Hat Display"/>
                <a:ea typeface="Red Hat Display"/>
                <a:cs typeface="Red Hat Display"/>
                <a:sym typeface="Red Hat Display"/>
              </a:rPr>
              <a:t>Included</a:t>
            </a:r>
            <a:r>
              <a:rPr lang="en" sz="1300">
                <a:solidFill>
                  <a:srgbClr val="4C4C4C"/>
                </a:solidFill>
                <a:latin typeface="Red Hat Display"/>
                <a:ea typeface="Red Hat Display"/>
                <a:cs typeface="Red Hat Display"/>
                <a:sym typeface="Red Hat Display"/>
              </a:rPr>
              <a:t> with Red Hat Enterprise Linux. </a:t>
            </a:r>
            <a:endParaRPr b="1" sz="1500">
              <a:solidFill>
                <a:srgbClr val="4C4C4C"/>
              </a:solidFill>
              <a:latin typeface="Red Hat Display"/>
              <a:ea typeface="Red Hat Display"/>
              <a:cs typeface="Red Hat Display"/>
              <a:sym typeface="Red Hat Display"/>
            </a:endParaRPr>
          </a:p>
        </p:txBody>
      </p:sp>
      <p:sp>
        <p:nvSpPr>
          <p:cNvPr id="5141" name="Google Shape;5141;p216"/>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Red Hat Infrastructure Standard Adoption Model</a:t>
            </a:r>
            <a:endParaRPr/>
          </a:p>
        </p:txBody>
      </p:sp>
      <p:sp>
        <p:nvSpPr>
          <p:cNvPr id="5142" name="Google Shape;5142;p216"/>
          <p:cNvSpPr txBox="1"/>
          <p:nvPr>
            <p:ph type="title"/>
          </p:nvPr>
        </p:nvSpPr>
        <p:spPr>
          <a:xfrm>
            <a:off x="1752600" y="946000"/>
            <a:ext cx="8686800" cy="456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Red Hat </a:t>
            </a:r>
            <a:r>
              <a:rPr lang="en">
                <a:latin typeface="Red Hat Display Medium"/>
                <a:ea typeface="Red Hat Display Medium"/>
                <a:cs typeface="Red Hat Display Medium"/>
                <a:sym typeface="Red Hat Display Medium"/>
              </a:rPr>
              <a:t>Management Portfolio</a:t>
            </a:r>
            <a:endParaRPr>
              <a:latin typeface="Red Hat Display Medium"/>
              <a:ea typeface="Red Hat Display Medium"/>
              <a:cs typeface="Red Hat Display Medium"/>
              <a:sym typeface="Red Hat Display Medium"/>
            </a:endParaRPr>
          </a:p>
        </p:txBody>
      </p:sp>
      <p:sp>
        <p:nvSpPr>
          <p:cNvPr id="5143" name="Google Shape;5143;p21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5144" name="Google Shape;5144;p216"/>
          <p:cNvPicPr preferRelativeResize="0"/>
          <p:nvPr/>
        </p:nvPicPr>
        <p:blipFill>
          <a:blip r:embed="rId7">
            <a:alphaModFix/>
          </a:blip>
          <a:stretch>
            <a:fillRect/>
          </a:stretch>
        </p:blipFill>
        <p:spPr>
          <a:xfrm>
            <a:off x="4470675" y="5476850"/>
            <a:ext cx="554262" cy="559800"/>
          </a:xfrm>
          <a:prstGeom prst="rect">
            <a:avLst/>
          </a:prstGeom>
          <a:noFill/>
          <a:ln>
            <a:noFill/>
          </a:ln>
        </p:spPr>
      </p:pic>
      <p:grpSp>
        <p:nvGrpSpPr>
          <p:cNvPr id="5145" name="Google Shape;5145;p216"/>
          <p:cNvGrpSpPr/>
          <p:nvPr/>
        </p:nvGrpSpPr>
        <p:grpSpPr>
          <a:xfrm>
            <a:off x="9886613" y="5476850"/>
            <a:ext cx="569125" cy="569175"/>
            <a:chOff x="4308875" y="4855363"/>
            <a:chExt cx="569125" cy="569175"/>
          </a:xfrm>
        </p:grpSpPr>
        <p:sp>
          <p:nvSpPr>
            <p:cNvPr id="5146" name="Google Shape;5146;p216"/>
            <p:cNvSpPr/>
            <p:nvPr/>
          </p:nvSpPr>
          <p:spPr>
            <a:xfrm>
              <a:off x="4343234" y="4889450"/>
              <a:ext cx="494400" cy="496800"/>
            </a:xfrm>
            <a:prstGeom prst="roundRect">
              <a:avLst>
                <a:gd fmla="val 21845"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147" name="Google Shape;5147;p216"/>
            <p:cNvPicPr preferRelativeResize="0"/>
            <p:nvPr/>
          </p:nvPicPr>
          <p:blipFill>
            <a:blip r:embed="rId8">
              <a:alphaModFix/>
            </a:blip>
            <a:stretch>
              <a:fillRect/>
            </a:stretch>
          </p:blipFill>
          <p:spPr>
            <a:xfrm>
              <a:off x="4308875" y="4855363"/>
              <a:ext cx="569125" cy="569175"/>
            </a:xfrm>
            <a:prstGeom prst="rect">
              <a:avLst/>
            </a:prstGeom>
            <a:noFill/>
            <a:ln>
              <a:noFill/>
            </a:ln>
          </p:spPr>
        </p:pic>
      </p:grpSp>
      <p:grpSp>
        <p:nvGrpSpPr>
          <p:cNvPr id="5148" name="Google Shape;5148;p216"/>
          <p:cNvGrpSpPr/>
          <p:nvPr/>
        </p:nvGrpSpPr>
        <p:grpSpPr>
          <a:xfrm>
            <a:off x="7187650" y="5476850"/>
            <a:ext cx="537800" cy="537800"/>
            <a:chOff x="6681800" y="5400650"/>
            <a:chExt cx="537800" cy="537800"/>
          </a:xfrm>
        </p:grpSpPr>
        <p:pic>
          <p:nvPicPr>
            <p:cNvPr id="5149" name="Google Shape;5149;p216"/>
            <p:cNvPicPr preferRelativeResize="0"/>
            <p:nvPr/>
          </p:nvPicPr>
          <p:blipFill>
            <a:blip r:embed="rId9">
              <a:alphaModFix/>
            </a:blip>
            <a:stretch>
              <a:fillRect/>
            </a:stretch>
          </p:blipFill>
          <p:spPr>
            <a:xfrm>
              <a:off x="6681800" y="5400650"/>
              <a:ext cx="537800" cy="537800"/>
            </a:xfrm>
            <a:prstGeom prst="rect">
              <a:avLst/>
            </a:prstGeom>
            <a:noFill/>
            <a:ln>
              <a:noFill/>
            </a:ln>
          </p:spPr>
        </p:pic>
        <p:sp>
          <p:nvSpPr>
            <p:cNvPr id="5150" name="Google Shape;5150;p216"/>
            <p:cNvSpPr/>
            <p:nvPr/>
          </p:nvSpPr>
          <p:spPr>
            <a:xfrm>
              <a:off x="6706625" y="5413325"/>
              <a:ext cx="494400" cy="496800"/>
            </a:xfrm>
            <a:prstGeom prst="roundRect">
              <a:avLst>
                <a:gd fmla="val 21845"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5151" name="Google Shape;5151;p216"/>
          <p:cNvPicPr preferRelativeResize="0"/>
          <p:nvPr/>
        </p:nvPicPr>
        <p:blipFill>
          <a:blip r:embed="rId10">
            <a:alphaModFix/>
          </a:blip>
          <a:stretch>
            <a:fillRect/>
          </a:stretch>
        </p:blipFill>
        <p:spPr>
          <a:xfrm>
            <a:off x="1789100" y="5476850"/>
            <a:ext cx="537800" cy="536390"/>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5" name="Shape 5155"/>
        <p:cNvGrpSpPr/>
        <p:nvPr/>
      </p:nvGrpSpPr>
      <p:grpSpPr>
        <a:xfrm>
          <a:off x="0" y="0"/>
          <a:ext cx="0" cy="0"/>
          <a:chOff x="0" y="0"/>
          <a:chExt cx="0" cy="0"/>
        </a:xfrm>
      </p:grpSpPr>
      <p:sp>
        <p:nvSpPr>
          <p:cNvPr id="5156" name="Google Shape;5156;p217"/>
          <p:cNvSpPr/>
          <p:nvPr/>
        </p:nvSpPr>
        <p:spPr>
          <a:xfrm>
            <a:off x="1352550" y="-4464050"/>
            <a:ext cx="16566300" cy="16452000"/>
          </a:xfrm>
          <a:prstGeom prst="ellipse">
            <a:avLst/>
          </a:prstGeom>
          <a:solidFill>
            <a:srgbClr val="E4E4E4"/>
          </a:solidFill>
          <a:ln cap="flat" cmpd="sng" w="28575">
            <a:solidFill>
              <a:srgbClr val="EE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500"/>
              <a:t> </a:t>
            </a:r>
            <a:endParaRPr sz="1500"/>
          </a:p>
        </p:txBody>
      </p:sp>
      <p:sp>
        <p:nvSpPr>
          <p:cNvPr id="5157" name="Google Shape;5157;p217"/>
          <p:cNvSpPr/>
          <p:nvPr/>
        </p:nvSpPr>
        <p:spPr>
          <a:xfrm>
            <a:off x="3590850" y="-1758950"/>
            <a:ext cx="11774400" cy="11345700"/>
          </a:xfrm>
          <a:prstGeom prst="ellipse">
            <a:avLst/>
          </a:prstGeom>
          <a:solidFill>
            <a:srgbClr val="F3F3F3"/>
          </a:solidFill>
          <a:ln cap="flat" cmpd="sng" w="2857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CC0000"/>
                </a:solidFill>
                <a:latin typeface="Overpass"/>
                <a:ea typeface="Overpass"/>
                <a:cs typeface="Overpass"/>
                <a:sym typeface="Overpass"/>
              </a:rPr>
              <a:t>1,000+</a:t>
            </a:r>
            <a:endParaRPr b="1" sz="1500">
              <a:solidFill>
                <a:srgbClr val="CC0000"/>
              </a:solidFill>
              <a:latin typeface="Overpass"/>
              <a:ea typeface="Overpass"/>
              <a:cs typeface="Overpass"/>
              <a:sym typeface="Overpass"/>
            </a:endParaRPr>
          </a:p>
          <a:p>
            <a:pPr indent="0" lvl="0" marL="0" rtl="0" algn="ctr">
              <a:spcBef>
                <a:spcPts val="0"/>
              </a:spcBef>
              <a:spcAft>
                <a:spcPts val="0"/>
              </a:spcAft>
              <a:buNone/>
            </a:pPr>
            <a:r>
              <a:rPr b="1" lang="en" sz="1500">
                <a:solidFill>
                  <a:srgbClr val="CC0000"/>
                </a:solidFill>
                <a:latin typeface="Overpass"/>
                <a:ea typeface="Overpass"/>
                <a:cs typeface="Overpass"/>
                <a:sym typeface="Overpass"/>
              </a:rPr>
              <a:t>1,000+</a:t>
            </a:r>
            <a:endParaRPr b="1" sz="1500">
              <a:solidFill>
                <a:srgbClr val="CC0000"/>
              </a:solidFill>
              <a:latin typeface="Overpass"/>
              <a:ea typeface="Overpass"/>
              <a:cs typeface="Overpass"/>
              <a:sym typeface="Overpass"/>
            </a:endParaRPr>
          </a:p>
          <a:p>
            <a:pPr indent="0" lvl="0" marL="0" rtl="0" algn="l">
              <a:spcBef>
                <a:spcPts val="0"/>
              </a:spcBef>
              <a:spcAft>
                <a:spcPts val="0"/>
              </a:spcAft>
              <a:buNone/>
            </a:pPr>
            <a:r>
              <a:rPr lang="en" sz="1500"/>
              <a:t> </a:t>
            </a:r>
            <a:endParaRPr sz="1500"/>
          </a:p>
        </p:txBody>
      </p:sp>
      <p:sp>
        <p:nvSpPr>
          <p:cNvPr id="5158" name="Google Shape;5158;p217"/>
          <p:cNvSpPr/>
          <p:nvPr/>
        </p:nvSpPr>
        <p:spPr>
          <a:xfrm>
            <a:off x="5848350" y="192375"/>
            <a:ext cx="7133100" cy="6858000"/>
          </a:xfrm>
          <a:prstGeom prst="ellipse">
            <a:avLst/>
          </a:prstGeom>
          <a:noFill/>
          <a:ln cap="flat" cmpd="sng" w="19050">
            <a:solidFill>
              <a:srgbClr val="999999"/>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500"/>
              <a:t> </a:t>
            </a:r>
            <a:endParaRPr sz="1500"/>
          </a:p>
        </p:txBody>
      </p:sp>
      <p:sp>
        <p:nvSpPr>
          <p:cNvPr id="5159" name="Google Shape;5159;p217"/>
          <p:cNvSpPr/>
          <p:nvPr/>
        </p:nvSpPr>
        <p:spPr>
          <a:xfrm>
            <a:off x="7520651" y="1589686"/>
            <a:ext cx="4396800" cy="4396800"/>
          </a:xfrm>
          <a:prstGeom prst="ellipse">
            <a:avLst/>
          </a:prstGeom>
          <a:solidFill>
            <a:srgbClr val="FFFFFF"/>
          </a:solidFill>
          <a:ln cap="flat" cmpd="sng" w="2857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500"/>
              <a:t> </a:t>
            </a:r>
            <a:endParaRPr sz="1500"/>
          </a:p>
        </p:txBody>
      </p:sp>
      <p:sp>
        <p:nvSpPr>
          <p:cNvPr id="5160" name="Google Shape;5160;p217"/>
          <p:cNvSpPr/>
          <p:nvPr/>
        </p:nvSpPr>
        <p:spPr>
          <a:xfrm>
            <a:off x="8654832" y="2723868"/>
            <a:ext cx="2128500" cy="2128500"/>
          </a:xfrm>
          <a:prstGeom prst="ellipse">
            <a:avLst/>
          </a:prstGeom>
          <a:noFill/>
          <a:ln cap="flat" cmpd="sng" w="19050">
            <a:solidFill>
              <a:srgbClr val="999999"/>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500"/>
              <a:t> </a:t>
            </a:r>
            <a:endParaRPr sz="1500"/>
          </a:p>
        </p:txBody>
      </p:sp>
      <p:pic>
        <p:nvPicPr>
          <p:cNvPr id="5161" name="Google Shape;5161;p217"/>
          <p:cNvPicPr preferRelativeResize="0"/>
          <p:nvPr/>
        </p:nvPicPr>
        <p:blipFill rotWithShape="1">
          <a:blip r:embed="rId3">
            <a:alphaModFix/>
          </a:blip>
          <a:srcRect b="36791" l="9376" r="9376" t="39488"/>
          <a:stretch/>
        </p:blipFill>
        <p:spPr>
          <a:xfrm>
            <a:off x="3814738" y="2848769"/>
            <a:ext cx="350724" cy="102408"/>
          </a:xfrm>
          <a:prstGeom prst="rect">
            <a:avLst/>
          </a:prstGeom>
          <a:noFill/>
          <a:ln>
            <a:noFill/>
          </a:ln>
        </p:spPr>
      </p:pic>
      <p:pic>
        <p:nvPicPr>
          <p:cNvPr id="5162" name="Google Shape;5162;p217"/>
          <p:cNvPicPr preferRelativeResize="0"/>
          <p:nvPr/>
        </p:nvPicPr>
        <p:blipFill>
          <a:blip r:embed="rId4">
            <a:alphaModFix/>
          </a:blip>
          <a:stretch>
            <a:fillRect/>
          </a:stretch>
        </p:blipFill>
        <p:spPr>
          <a:xfrm>
            <a:off x="6210887" y="5986487"/>
            <a:ext cx="864000" cy="864000"/>
          </a:xfrm>
          <a:prstGeom prst="rect">
            <a:avLst/>
          </a:prstGeom>
          <a:noFill/>
          <a:ln>
            <a:noFill/>
          </a:ln>
        </p:spPr>
      </p:pic>
      <p:grpSp>
        <p:nvGrpSpPr>
          <p:cNvPr id="5163" name="Google Shape;5163;p217"/>
          <p:cNvGrpSpPr/>
          <p:nvPr/>
        </p:nvGrpSpPr>
        <p:grpSpPr>
          <a:xfrm>
            <a:off x="4050520" y="2333098"/>
            <a:ext cx="350711" cy="222299"/>
            <a:chOff x="1764520" y="3018898"/>
            <a:chExt cx="350711" cy="222299"/>
          </a:xfrm>
        </p:grpSpPr>
        <p:pic>
          <p:nvPicPr>
            <p:cNvPr id="5164" name="Google Shape;5164;p217"/>
            <p:cNvPicPr preferRelativeResize="0"/>
            <p:nvPr/>
          </p:nvPicPr>
          <p:blipFill rotWithShape="1">
            <a:blip r:embed="rId3">
              <a:alphaModFix/>
            </a:blip>
            <a:srcRect b="36791" l="9376" r="9376" t="39488"/>
            <a:stretch/>
          </p:blipFill>
          <p:spPr>
            <a:xfrm>
              <a:off x="1764520" y="3138827"/>
              <a:ext cx="350711" cy="102370"/>
            </a:xfrm>
            <a:prstGeom prst="rect">
              <a:avLst/>
            </a:prstGeom>
            <a:noFill/>
            <a:ln>
              <a:noFill/>
            </a:ln>
          </p:spPr>
        </p:pic>
        <p:pic>
          <p:nvPicPr>
            <p:cNvPr id="5165" name="Google Shape;5165;p217"/>
            <p:cNvPicPr preferRelativeResize="0"/>
            <p:nvPr/>
          </p:nvPicPr>
          <p:blipFill rotWithShape="1">
            <a:blip r:embed="rId3">
              <a:alphaModFix/>
            </a:blip>
            <a:srcRect b="36791" l="9376" r="9376" t="39488"/>
            <a:stretch/>
          </p:blipFill>
          <p:spPr>
            <a:xfrm>
              <a:off x="1764520" y="3018898"/>
              <a:ext cx="350711" cy="102371"/>
            </a:xfrm>
            <a:prstGeom prst="rect">
              <a:avLst/>
            </a:prstGeom>
            <a:noFill/>
            <a:ln>
              <a:noFill/>
            </a:ln>
          </p:spPr>
        </p:pic>
      </p:grpSp>
      <p:grpSp>
        <p:nvGrpSpPr>
          <p:cNvPr id="5166" name="Google Shape;5166;p217"/>
          <p:cNvGrpSpPr/>
          <p:nvPr/>
        </p:nvGrpSpPr>
        <p:grpSpPr>
          <a:xfrm>
            <a:off x="4576747" y="5413575"/>
            <a:ext cx="350711" cy="342222"/>
            <a:chOff x="4500547" y="5413575"/>
            <a:chExt cx="350711" cy="342222"/>
          </a:xfrm>
        </p:grpSpPr>
        <p:pic>
          <p:nvPicPr>
            <p:cNvPr id="5167" name="Google Shape;5167;p217"/>
            <p:cNvPicPr preferRelativeResize="0"/>
            <p:nvPr/>
          </p:nvPicPr>
          <p:blipFill rotWithShape="1">
            <a:blip r:embed="rId3">
              <a:alphaModFix/>
            </a:blip>
            <a:srcRect b="36791" l="9376" r="9376" t="39488"/>
            <a:stretch/>
          </p:blipFill>
          <p:spPr>
            <a:xfrm>
              <a:off x="4500547" y="5653427"/>
              <a:ext cx="350711" cy="102371"/>
            </a:xfrm>
            <a:prstGeom prst="rect">
              <a:avLst/>
            </a:prstGeom>
            <a:noFill/>
            <a:ln>
              <a:noFill/>
            </a:ln>
          </p:spPr>
        </p:pic>
        <p:pic>
          <p:nvPicPr>
            <p:cNvPr id="5168" name="Google Shape;5168;p217"/>
            <p:cNvPicPr preferRelativeResize="0"/>
            <p:nvPr/>
          </p:nvPicPr>
          <p:blipFill rotWithShape="1">
            <a:blip r:embed="rId3">
              <a:alphaModFix/>
            </a:blip>
            <a:srcRect b="36791" l="9376" r="9376" t="39488"/>
            <a:stretch/>
          </p:blipFill>
          <p:spPr>
            <a:xfrm>
              <a:off x="4500547" y="5533498"/>
              <a:ext cx="350711" cy="102371"/>
            </a:xfrm>
            <a:prstGeom prst="rect">
              <a:avLst/>
            </a:prstGeom>
            <a:noFill/>
            <a:ln>
              <a:noFill/>
            </a:ln>
          </p:spPr>
        </p:pic>
        <p:pic>
          <p:nvPicPr>
            <p:cNvPr id="5169" name="Google Shape;5169;p217"/>
            <p:cNvPicPr preferRelativeResize="0"/>
            <p:nvPr/>
          </p:nvPicPr>
          <p:blipFill rotWithShape="1">
            <a:blip r:embed="rId3">
              <a:alphaModFix/>
            </a:blip>
            <a:srcRect b="36791" l="9376" r="9376" t="39488"/>
            <a:stretch/>
          </p:blipFill>
          <p:spPr>
            <a:xfrm>
              <a:off x="4500553" y="5413575"/>
              <a:ext cx="350700" cy="102376"/>
            </a:xfrm>
            <a:prstGeom prst="rect">
              <a:avLst/>
            </a:prstGeom>
            <a:noFill/>
            <a:ln>
              <a:noFill/>
            </a:ln>
          </p:spPr>
        </p:pic>
      </p:grpSp>
      <p:sp>
        <p:nvSpPr>
          <p:cNvPr id="5170" name="Google Shape;5170;p21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grpSp>
        <p:nvGrpSpPr>
          <p:cNvPr id="5171" name="Google Shape;5171;p217"/>
          <p:cNvGrpSpPr/>
          <p:nvPr/>
        </p:nvGrpSpPr>
        <p:grpSpPr>
          <a:xfrm>
            <a:off x="6084914" y="3575415"/>
            <a:ext cx="1233548" cy="400200"/>
            <a:chOff x="9030285" y="1083983"/>
            <a:chExt cx="1233548" cy="400200"/>
          </a:xfrm>
        </p:grpSpPr>
        <p:pic>
          <p:nvPicPr>
            <p:cNvPr id="5172" name="Google Shape;5172;p217"/>
            <p:cNvPicPr preferRelativeResize="0"/>
            <p:nvPr/>
          </p:nvPicPr>
          <p:blipFill>
            <a:blip r:embed="rId5">
              <a:alphaModFix/>
            </a:blip>
            <a:stretch>
              <a:fillRect/>
            </a:stretch>
          </p:blipFill>
          <p:spPr>
            <a:xfrm>
              <a:off x="9030285" y="1083983"/>
              <a:ext cx="400200" cy="400200"/>
            </a:xfrm>
            <a:prstGeom prst="rect">
              <a:avLst/>
            </a:prstGeom>
            <a:noFill/>
            <a:ln>
              <a:noFill/>
            </a:ln>
          </p:spPr>
        </p:pic>
        <p:sp>
          <p:nvSpPr>
            <p:cNvPr id="5173" name="Google Shape;5173;p217"/>
            <p:cNvSpPr txBox="1"/>
            <p:nvPr/>
          </p:nvSpPr>
          <p:spPr>
            <a:xfrm>
              <a:off x="9411833" y="1114733"/>
              <a:ext cx="852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Automation</a:t>
              </a:r>
              <a:endParaRPr sz="1000">
                <a:latin typeface="Overpass Light"/>
                <a:ea typeface="Overpass Light"/>
                <a:cs typeface="Overpass Light"/>
                <a:sym typeface="Overpass Light"/>
              </a:endParaRPr>
            </a:p>
          </p:txBody>
        </p:sp>
      </p:grpSp>
      <p:grpSp>
        <p:nvGrpSpPr>
          <p:cNvPr id="5174" name="Google Shape;5174;p217"/>
          <p:cNvGrpSpPr/>
          <p:nvPr/>
        </p:nvGrpSpPr>
        <p:grpSpPr>
          <a:xfrm>
            <a:off x="6721081" y="1746615"/>
            <a:ext cx="1113243" cy="400200"/>
            <a:chOff x="9030285" y="1562396"/>
            <a:chExt cx="1113243" cy="400200"/>
          </a:xfrm>
        </p:grpSpPr>
        <p:pic>
          <p:nvPicPr>
            <p:cNvPr id="5175" name="Google Shape;5175;p217"/>
            <p:cNvPicPr preferRelativeResize="0"/>
            <p:nvPr/>
          </p:nvPicPr>
          <p:blipFill>
            <a:blip r:embed="rId6">
              <a:alphaModFix/>
            </a:blip>
            <a:stretch>
              <a:fillRect/>
            </a:stretch>
          </p:blipFill>
          <p:spPr>
            <a:xfrm>
              <a:off x="9030285" y="1562396"/>
              <a:ext cx="400200" cy="400200"/>
            </a:xfrm>
            <a:prstGeom prst="rect">
              <a:avLst/>
            </a:prstGeom>
            <a:noFill/>
            <a:ln>
              <a:noFill/>
            </a:ln>
          </p:spPr>
        </p:pic>
        <p:sp>
          <p:nvSpPr>
            <p:cNvPr id="5176" name="Google Shape;5176;p217"/>
            <p:cNvSpPr txBox="1"/>
            <p:nvPr/>
          </p:nvSpPr>
          <p:spPr>
            <a:xfrm>
              <a:off x="9411828" y="1593156"/>
              <a:ext cx="73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Lifecycle</a:t>
              </a:r>
              <a:endParaRPr sz="1000">
                <a:latin typeface="Overpass Light"/>
                <a:ea typeface="Overpass Light"/>
                <a:cs typeface="Overpass Light"/>
                <a:sym typeface="Overpass Light"/>
              </a:endParaRPr>
            </a:p>
          </p:txBody>
        </p:sp>
      </p:grpSp>
      <p:grpSp>
        <p:nvGrpSpPr>
          <p:cNvPr id="5177" name="Google Shape;5177;p217"/>
          <p:cNvGrpSpPr/>
          <p:nvPr/>
        </p:nvGrpSpPr>
        <p:grpSpPr>
          <a:xfrm>
            <a:off x="6668410" y="5328025"/>
            <a:ext cx="1344880" cy="400200"/>
            <a:chOff x="9030285" y="2040808"/>
            <a:chExt cx="1420448" cy="400200"/>
          </a:xfrm>
        </p:grpSpPr>
        <p:pic>
          <p:nvPicPr>
            <p:cNvPr id="5178" name="Google Shape;5178;p217"/>
            <p:cNvPicPr preferRelativeResize="0"/>
            <p:nvPr/>
          </p:nvPicPr>
          <p:blipFill>
            <a:blip r:embed="rId7">
              <a:alphaModFix/>
            </a:blip>
            <a:stretch>
              <a:fillRect/>
            </a:stretch>
          </p:blipFill>
          <p:spPr>
            <a:xfrm>
              <a:off x="9030285" y="2040808"/>
              <a:ext cx="400200" cy="400200"/>
            </a:xfrm>
            <a:prstGeom prst="rect">
              <a:avLst/>
            </a:prstGeom>
            <a:noFill/>
            <a:ln>
              <a:noFill/>
            </a:ln>
          </p:spPr>
        </p:pic>
        <p:sp>
          <p:nvSpPr>
            <p:cNvPr id="5179" name="Google Shape;5179;p217"/>
            <p:cNvSpPr txBox="1"/>
            <p:nvPr/>
          </p:nvSpPr>
          <p:spPr>
            <a:xfrm>
              <a:off x="9411833" y="2071558"/>
              <a:ext cx="1038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Security/SSO</a:t>
              </a:r>
              <a:endParaRPr sz="1000">
                <a:latin typeface="Overpass Light"/>
                <a:ea typeface="Overpass Light"/>
                <a:cs typeface="Overpass Light"/>
                <a:sym typeface="Overpass Light"/>
              </a:endParaRPr>
            </a:p>
          </p:txBody>
        </p:sp>
      </p:grpSp>
      <p:grpSp>
        <p:nvGrpSpPr>
          <p:cNvPr id="5180" name="Google Shape;5180;p217"/>
          <p:cNvGrpSpPr/>
          <p:nvPr/>
        </p:nvGrpSpPr>
        <p:grpSpPr>
          <a:xfrm>
            <a:off x="6254853" y="2584815"/>
            <a:ext cx="1248242" cy="400200"/>
            <a:chOff x="9030285" y="2519221"/>
            <a:chExt cx="1248242" cy="400200"/>
          </a:xfrm>
        </p:grpSpPr>
        <p:pic>
          <p:nvPicPr>
            <p:cNvPr id="5181" name="Google Shape;5181;p217"/>
            <p:cNvPicPr preferRelativeResize="0"/>
            <p:nvPr/>
          </p:nvPicPr>
          <p:blipFill>
            <a:blip r:embed="rId8">
              <a:alphaModFix/>
            </a:blip>
            <a:stretch>
              <a:fillRect/>
            </a:stretch>
          </p:blipFill>
          <p:spPr>
            <a:xfrm>
              <a:off x="9030285" y="2519221"/>
              <a:ext cx="400200" cy="400200"/>
            </a:xfrm>
            <a:prstGeom prst="rect">
              <a:avLst/>
            </a:prstGeom>
            <a:noFill/>
            <a:ln>
              <a:noFill/>
            </a:ln>
          </p:spPr>
        </p:pic>
        <p:sp>
          <p:nvSpPr>
            <p:cNvPr id="5182" name="Google Shape;5182;p217"/>
            <p:cNvSpPr txBox="1"/>
            <p:nvPr/>
          </p:nvSpPr>
          <p:spPr>
            <a:xfrm>
              <a:off x="9411827" y="2549981"/>
              <a:ext cx="866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Compliance</a:t>
              </a:r>
              <a:endParaRPr sz="1000">
                <a:latin typeface="Overpass Light"/>
                <a:ea typeface="Overpass Light"/>
                <a:cs typeface="Overpass Light"/>
                <a:sym typeface="Overpass Light"/>
              </a:endParaRPr>
            </a:p>
          </p:txBody>
        </p:sp>
      </p:grpSp>
      <p:grpSp>
        <p:nvGrpSpPr>
          <p:cNvPr id="5183" name="Google Shape;5183;p217"/>
          <p:cNvGrpSpPr/>
          <p:nvPr/>
        </p:nvGrpSpPr>
        <p:grpSpPr>
          <a:xfrm>
            <a:off x="6210885" y="4489815"/>
            <a:ext cx="1409040" cy="400200"/>
            <a:chOff x="9030285" y="2997633"/>
            <a:chExt cx="1409040" cy="400200"/>
          </a:xfrm>
        </p:grpSpPr>
        <p:pic>
          <p:nvPicPr>
            <p:cNvPr id="5184" name="Google Shape;5184;p217"/>
            <p:cNvPicPr preferRelativeResize="0"/>
            <p:nvPr/>
          </p:nvPicPr>
          <p:blipFill>
            <a:blip r:embed="rId9">
              <a:alphaModFix/>
            </a:blip>
            <a:stretch>
              <a:fillRect/>
            </a:stretch>
          </p:blipFill>
          <p:spPr>
            <a:xfrm>
              <a:off x="9030285" y="2997633"/>
              <a:ext cx="400200" cy="400200"/>
            </a:xfrm>
            <a:prstGeom prst="rect">
              <a:avLst/>
            </a:prstGeom>
            <a:noFill/>
            <a:ln>
              <a:noFill/>
            </a:ln>
          </p:spPr>
        </p:pic>
        <p:sp>
          <p:nvSpPr>
            <p:cNvPr id="5185" name="Google Shape;5185;p217"/>
            <p:cNvSpPr txBox="1"/>
            <p:nvPr/>
          </p:nvSpPr>
          <p:spPr>
            <a:xfrm>
              <a:off x="9411825" y="3028394"/>
              <a:ext cx="10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Overpass Light"/>
                  <a:ea typeface="Overpass Light"/>
                  <a:cs typeface="Overpass Light"/>
                  <a:sym typeface="Overpass Light"/>
                </a:rPr>
                <a:t>Configuration</a:t>
              </a:r>
              <a:endParaRPr sz="1000">
                <a:latin typeface="Overpass Light"/>
                <a:ea typeface="Overpass Light"/>
                <a:cs typeface="Overpass Light"/>
                <a:sym typeface="Overpass Light"/>
              </a:endParaRPr>
            </a:p>
          </p:txBody>
        </p:sp>
      </p:grpSp>
      <p:pic>
        <p:nvPicPr>
          <p:cNvPr id="5186" name="Google Shape;5186;p217"/>
          <p:cNvPicPr preferRelativeResize="0"/>
          <p:nvPr/>
        </p:nvPicPr>
        <p:blipFill>
          <a:blip r:embed="rId10">
            <a:alphaModFix/>
          </a:blip>
          <a:stretch>
            <a:fillRect/>
          </a:stretch>
        </p:blipFill>
        <p:spPr>
          <a:xfrm>
            <a:off x="8518800" y="4895825"/>
            <a:ext cx="554262" cy="559800"/>
          </a:xfrm>
          <a:prstGeom prst="rect">
            <a:avLst/>
          </a:prstGeom>
          <a:noFill/>
          <a:ln>
            <a:noFill/>
          </a:ln>
        </p:spPr>
      </p:pic>
      <p:grpSp>
        <p:nvGrpSpPr>
          <p:cNvPr id="5187" name="Google Shape;5187;p217"/>
          <p:cNvGrpSpPr/>
          <p:nvPr/>
        </p:nvGrpSpPr>
        <p:grpSpPr>
          <a:xfrm>
            <a:off x="8548731" y="2177188"/>
            <a:ext cx="494400" cy="496800"/>
            <a:chOff x="4343234" y="4889450"/>
            <a:chExt cx="494400" cy="496800"/>
          </a:xfrm>
        </p:grpSpPr>
        <p:sp>
          <p:nvSpPr>
            <p:cNvPr id="5188" name="Google Shape;5188;p217"/>
            <p:cNvSpPr/>
            <p:nvPr/>
          </p:nvSpPr>
          <p:spPr>
            <a:xfrm>
              <a:off x="4343234" y="4889450"/>
              <a:ext cx="494400" cy="496800"/>
            </a:xfrm>
            <a:prstGeom prst="roundRect">
              <a:avLst>
                <a:gd fmla="val 21845"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189" name="Google Shape;5189;p217"/>
            <p:cNvPicPr preferRelativeResize="0"/>
            <p:nvPr/>
          </p:nvPicPr>
          <p:blipFill rotWithShape="1">
            <a:blip r:embed="rId11">
              <a:alphaModFix/>
            </a:blip>
            <a:srcRect b="9632" l="15541" r="14164" t="9218"/>
            <a:stretch/>
          </p:blipFill>
          <p:spPr>
            <a:xfrm>
              <a:off x="4397312" y="4907788"/>
              <a:ext cx="400050" cy="461900"/>
            </a:xfrm>
            <a:prstGeom prst="rect">
              <a:avLst/>
            </a:prstGeom>
            <a:noFill/>
            <a:ln>
              <a:noFill/>
            </a:ln>
          </p:spPr>
        </p:pic>
      </p:grpSp>
      <p:grpSp>
        <p:nvGrpSpPr>
          <p:cNvPr id="5190" name="Google Shape;5190;p217"/>
          <p:cNvGrpSpPr/>
          <p:nvPr/>
        </p:nvGrpSpPr>
        <p:grpSpPr>
          <a:xfrm>
            <a:off x="8010629" y="3000350"/>
            <a:ext cx="537800" cy="537800"/>
            <a:chOff x="6681800" y="5400650"/>
            <a:chExt cx="537800" cy="537800"/>
          </a:xfrm>
        </p:grpSpPr>
        <p:pic>
          <p:nvPicPr>
            <p:cNvPr id="5191" name="Google Shape;5191;p217"/>
            <p:cNvPicPr preferRelativeResize="0"/>
            <p:nvPr/>
          </p:nvPicPr>
          <p:blipFill>
            <a:blip r:embed="rId12">
              <a:alphaModFix/>
            </a:blip>
            <a:stretch>
              <a:fillRect/>
            </a:stretch>
          </p:blipFill>
          <p:spPr>
            <a:xfrm>
              <a:off x="6681800" y="5400650"/>
              <a:ext cx="537800" cy="537800"/>
            </a:xfrm>
            <a:prstGeom prst="rect">
              <a:avLst/>
            </a:prstGeom>
            <a:noFill/>
            <a:ln>
              <a:noFill/>
            </a:ln>
          </p:spPr>
        </p:pic>
        <p:sp>
          <p:nvSpPr>
            <p:cNvPr id="5192" name="Google Shape;5192;p217"/>
            <p:cNvSpPr/>
            <p:nvPr/>
          </p:nvSpPr>
          <p:spPr>
            <a:xfrm>
              <a:off x="6706625" y="5413325"/>
              <a:ext cx="494400" cy="496800"/>
            </a:xfrm>
            <a:prstGeom prst="roundRect">
              <a:avLst>
                <a:gd fmla="val 21845"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93" name="Google Shape;5193;p217"/>
          <p:cNvGrpSpPr/>
          <p:nvPr/>
        </p:nvGrpSpPr>
        <p:grpSpPr>
          <a:xfrm>
            <a:off x="8032329" y="4082188"/>
            <a:ext cx="494400" cy="496800"/>
            <a:chOff x="5034647" y="3015388"/>
            <a:chExt cx="494400" cy="496800"/>
          </a:xfrm>
        </p:grpSpPr>
        <p:pic>
          <p:nvPicPr>
            <p:cNvPr id="5194" name="Google Shape;5194;p217"/>
            <p:cNvPicPr preferRelativeResize="0"/>
            <p:nvPr/>
          </p:nvPicPr>
          <p:blipFill rotWithShape="1">
            <a:blip r:embed="rId13">
              <a:alphaModFix/>
            </a:blip>
            <a:srcRect b="13122" l="12810" r="11523" t="12272"/>
            <a:stretch/>
          </p:blipFill>
          <p:spPr>
            <a:xfrm>
              <a:off x="5089000" y="3066175"/>
              <a:ext cx="406925" cy="400200"/>
            </a:xfrm>
            <a:prstGeom prst="rect">
              <a:avLst/>
            </a:prstGeom>
            <a:noFill/>
            <a:ln>
              <a:noFill/>
            </a:ln>
          </p:spPr>
        </p:pic>
        <p:sp>
          <p:nvSpPr>
            <p:cNvPr id="5195" name="Google Shape;5195;p217"/>
            <p:cNvSpPr/>
            <p:nvPr/>
          </p:nvSpPr>
          <p:spPr>
            <a:xfrm>
              <a:off x="5034647" y="3015388"/>
              <a:ext cx="494400" cy="496800"/>
            </a:xfrm>
            <a:prstGeom prst="roundRect">
              <a:avLst>
                <a:gd fmla="val 21845"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96" name="Google Shape;5196;p217"/>
          <p:cNvSpPr txBox="1"/>
          <p:nvPr/>
        </p:nvSpPr>
        <p:spPr>
          <a:xfrm>
            <a:off x="9073316" y="3351550"/>
            <a:ext cx="636900" cy="400200"/>
          </a:xfrm>
          <a:prstGeom prst="rect">
            <a:avLst/>
          </a:prstGeom>
          <a:noFill/>
          <a:ln cap="flat" cmpd="sng" w="19050">
            <a:solidFill>
              <a:schemeClr val="accent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accent1"/>
                </a:solidFill>
                <a:latin typeface="Red Hat Display"/>
                <a:ea typeface="Red Hat Display"/>
                <a:cs typeface="Red Hat Display"/>
                <a:sym typeface="Red Hat Display"/>
              </a:rPr>
              <a:t>DNS</a:t>
            </a:r>
            <a:endParaRPr b="1">
              <a:solidFill>
                <a:schemeClr val="accent1"/>
              </a:solidFill>
              <a:latin typeface="Red Hat Display"/>
              <a:ea typeface="Red Hat Display"/>
              <a:cs typeface="Red Hat Display"/>
              <a:sym typeface="Red Hat Display"/>
            </a:endParaRPr>
          </a:p>
        </p:txBody>
      </p:sp>
      <p:sp>
        <p:nvSpPr>
          <p:cNvPr id="5197" name="Google Shape;5197;p217"/>
          <p:cNvSpPr txBox="1"/>
          <p:nvPr/>
        </p:nvSpPr>
        <p:spPr>
          <a:xfrm>
            <a:off x="9073316" y="3808748"/>
            <a:ext cx="636900" cy="400200"/>
          </a:xfrm>
          <a:prstGeom prst="rect">
            <a:avLst/>
          </a:prstGeom>
          <a:noFill/>
          <a:ln cap="flat" cmpd="sng" w="19050">
            <a:solidFill>
              <a:schemeClr val="accent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accent1"/>
                </a:solidFill>
                <a:latin typeface="Red Hat Display"/>
                <a:ea typeface="Red Hat Display"/>
                <a:cs typeface="Red Hat Display"/>
                <a:sym typeface="Red Hat Display"/>
              </a:rPr>
              <a:t>TIME</a:t>
            </a:r>
            <a:endParaRPr b="1">
              <a:solidFill>
                <a:schemeClr val="accent1"/>
              </a:solidFill>
              <a:latin typeface="Red Hat Display"/>
              <a:ea typeface="Red Hat Display"/>
              <a:cs typeface="Red Hat Display"/>
              <a:sym typeface="Red Hat Display"/>
            </a:endParaRPr>
          </a:p>
        </p:txBody>
      </p:sp>
      <p:pic>
        <p:nvPicPr>
          <p:cNvPr id="5198" name="Google Shape;5198;p217"/>
          <p:cNvPicPr preferRelativeResize="0"/>
          <p:nvPr/>
        </p:nvPicPr>
        <p:blipFill>
          <a:blip r:embed="rId14">
            <a:alphaModFix/>
          </a:blip>
          <a:stretch>
            <a:fillRect/>
          </a:stretch>
        </p:blipFill>
        <p:spPr>
          <a:xfrm>
            <a:off x="5472749" y="80016"/>
            <a:ext cx="448200" cy="143709"/>
          </a:xfrm>
          <a:prstGeom prst="rect">
            <a:avLst/>
          </a:prstGeom>
          <a:noFill/>
          <a:ln>
            <a:noFill/>
          </a:ln>
        </p:spPr>
      </p:pic>
      <p:pic>
        <p:nvPicPr>
          <p:cNvPr id="5199" name="Google Shape;5199;p217"/>
          <p:cNvPicPr preferRelativeResize="0"/>
          <p:nvPr/>
        </p:nvPicPr>
        <p:blipFill>
          <a:blip r:embed="rId15">
            <a:alphaModFix/>
          </a:blip>
          <a:stretch>
            <a:fillRect/>
          </a:stretch>
        </p:blipFill>
        <p:spPr>
          <a:xfrm>
            <a:off x="6433474" y="289129"/>
            <a:ext cx="448200" cy="270410"/>
          </a:xfrm>
          <a:prstGeom prst="rect">
            <a:avLst/>
          </a:prstGeom>
          <a:noFill/>
          <a:ln>
            <a:noFill/>
          </a:ln>
        </p:spPr>
      </p:pic>
      <p:pic>
        <p:nvPicPr>
          <p:cNvPr id="5200" name="Google Shape;5200;p217"/>
          <p:cNvPicPr preferRelativeResize="0"/>
          <p:nvPr/>
        </p:nvPicPr>
        <p:blipFill>
          <a:blip r:embed="rId16">
            <a:alphaModFix/>
          </a:blip>
          <a:stretch>
            <a:fillRect/>
          </a:stretch>
        </p:blipFill>
        <p:spPr>
          <a:xfrm>
            <a:off x="5850875" y="261686"/>
            <a:ext cx="350725" cy="325313"/>
          </a:xfrm>
          <a:prstGeom prst="rect">
            <a:avLst/>
          </a:prstGeom>
          <a:noFill/>
          <a:ln>
            <a:noFill/>
          </a:ln>
        </p:spPr>
      </p:pic>
      <p:pic>
        <p:nvPicPr>
          <p:cNvPr id="5201" name="Google Shape;5201;p217"/>
          <p:cNvPicPr preferRelativeResize="0"/>
          <p:nvPr/>
        </p:nvPicPr>
        <p:blipFill>
          <a:blip r:embed="rId17">
            <a:alphaModFix/>
          </a:blip>
          <a:stretch>
            <a:fillRect/>
          </a:stretch>
        </p:blipFill>
        <p:spPr>
          <a:xfrm>
            <a:off x="6365750" y="29183"/>
            <a:ext cx="554250" cy="168067"/>
          </a:xfrm>
          <a:prstGeom prst="rect">
            <a:avLst/>
          </a:prstGeom>
          <a:noFill/>
          <a:ln>
            <a:noFill/>
          </a:ln>
        </p:spPr>
      </p:pic>
      <p:pic>
        <p:nvPicPr>
          <p:cNvPr id="5202" name="Google Shape;5202;p217"/>
          <p:cNvPicPr preferRelativeResize="0"/>
          <p:nvPr/>
        </p:nvPicPr>
        <p:blipFill>
          <a:blip r:embed="rId18">
            <a:alphaModFix/>
          </a:blip>
          <a:stretch>
            <a:fillRect/>
          </a:stretch>
        </p:blipFill>
        <p:spPr>
          <a:xfrm>
            <a:off x="7113534" y="29187"/>
            <a:ext cx="448200" cy="434979"/>
          </a:xfrm>
          <a:prstGeom prst="rect">
            <a:avLst/>
          </a:prstGeom>
          <a:noFill/>
          <a:ln>
            <a:noFill/>
          </a:ln>
        </p:spPr>
      </p:pic>
      <p:pic>
        <p:nvPicPr>
          <p:cNvPr id="5203" name="Google Shape;5203;p217"/>
          <p:cNvPicPr preferRelativeResize="0"/>
          <p:nvPr/>
        </p:nvPicPr>
        <p:blipFill rotWithShape="1">
          <a:blip r:embed="rId19">
            <a:alphaModFix/>
          </a:blip>
          <a:srcRect b="13799" l="9942" r="10962" t="13031"/>
          <a:stretch/>
        </p:blipFill>
        <p:spPr>
          <a:xfrm>
            <a:off x="10975608" y="3698392"/>
            <a:ext cx="762000" cy="566088"/>
          </a:xfrm>
          <a:prstGeom prst="rect">
            <a:avLst/>
          </a:prstGeom>
          <a:noFill/>
          <a:ln>
            <a:noFill/>
          </a:ln>
        </p:spPr>
      </p:pic>
      <p:pic>
        <p:nvPicPr>
          <p:cNvPr id="5204" name="Google Shape;5204;p217"/>
          <p:cNvPicPr preferRelativeResize="0"/>
          <p:nvPr/>
        </p:nvPicPr>
        <p:blipFill>
          <a:blip r:embed="rId20">
            <a:alphaModFix/>
          </a:blip>
          <a:stretch>
            <a:fillRect/>
          </a:stretch>
        </p:blipFill>
        <p:spPr>
          <a:xfrm>
            <a:off x="10682155" y="4432275"/>
            <a:ext cx="878277" cy="435000"/>
          </a:xfrm>
          <a:prstGeom prst="rect">
            <a:avLst/>
          </a:prstGeom>
          <a:noFill/>
          <a:ln>
            <a:noFill/>
          </a:ln>
        </p:spPr>
      </p:pic>
      <p:pic>
        <p:nvPicPr>
          <p:cNvPr id="5205" name="Google Shape;5205;p217"/>
          <p:cNvPicPr preferRelativeResize="0"/>
          <p:nvPr/>
        </p:nvPicPr>
        <p:blipFill>
          <a:blip r:embed="rId21">
            <a:alphaModFix/>
          </a:blip>
          <a:stretch>
            <a:fillRect/>
          </a:stretch>
        </p:blipFill>
        <p:spPr>
          <a:xfrm>
            <a:off x="10153650" y="5095575"/>
            <a:ext cx="637011" cy="457500"/>
          </a:xfrm>
          <a:prstGeom prst="rect">
            <a:avLst/>
          </a:prstGeom>
          <a:noFill/>
          <a:ln>
            <a:noFill/>
          </a:ln>
        </p:spPr>
      </p:pic>
      <p:pic>
        <p:nvPicPr>
          <p:cNvPr id="5206" name="Google Shape;5206;p217"/>
          <p:cNvPicPr preferRelativeResize="0"/>
          <p:nvPr/>
        </p:nvPicPr>
        <p:blipFill rotWithShape="1">
          <a:blip r:embed="rId22">
            <a:alphaModFix/>
          </a:blip>
          <a:srcRect b="0" l="24529" r="28316" t="0"/>
          <a:stretch/>
        </p:blipFill>
        <p:spPr>
          <a:xfrm>
            <a:off x="10834125" y="2696369"/>
            <a:ext cx="731700" cy="834231"/>
          </a:xfrm>
          <a:prstGeom prst="rect">
            <a:avLst/>
          </a:prstGeom>
          <a:noFill/>
          <a:ln>
            <a:noFill/>
          </a:ln>
        </p:spPr>
      </p:pic>
      <p:pic>
        <p:nvPicPr>
          <p:cNvPr id="5207" name="Google Shape;5207;p217"/>
          <p:cNvPicPr preferRelativeResize="0"/>
          <p:nvPr/>
        </p:nvPicPr>
        <p:blipFill rotWithShape="1">
          <a:blip r:embed="rId23">
            <a:alphaModFix/>
          </a:blip>
          <a:srcRect b="0" l="28179" r="28240" t="0"/>
          <a:stretch/>
        </p:blipFill>
        <p:spPr>
          <a:xfrm>
            <a:off x="10279875" y="2149792"/>
            <a:ext cx="554250" cy="612358"/>
          </a:xfrm>
          <a:prstGeom prst="rect">
            <a:avLst/>
          </a:prstGeom>
          <a:noFill/>
          <a:ln>
            <a:noFill/>
          </a:ln>
        </p:spPr>
      </p:pic>
      <p:grpSp>
        <p:nvGrpSpPr>
          <p:cNvPr id="5208" name="Google Shape;5208;p217"/>
          <p:cNvGrpSpPr/>
          <p:nvPr/>
        </p:nvGrpSpPr>
        <p:grpSpPr>
          <a:xfrm>
            <a:off x="4192698" y="3578872"/>
            <a:ext cx="1063003" cy="320100"/>
            <a:chOff x="7850298" y="5712472"/>
            <a:chExt cx="1063003" cy="320100"/>
          </a:xfrm>
        </p:grpSpPr>
        <p:grpSp>
          <p:nvGrpSpPr>
            <p:cNvPr id="5209" name="Google Shape;5209;p217"/>
            <p:cNvGrpSpPr/>
            <p:nvPr/>
          </p:nvGrpSpPr>
          <p:grpSpPr>
            <a:xfrm>
              <a:off x="8221825" y="5712503"/>
              <a:ext cx="320025" cy="320039"/>
              <a:chOff x="3734825" y="5794325"/>
              <a:chExt cx="494400" cy="496800"/>
            </a:xfrm>
          </p:grpSpPr>
          <p:sp>
            <p:nvSpPr>
              <p:cNvPr id="5210" name="Google Shape;5210;p217"/>
              <p:cNvSpPr/>
              <p:nvPr/>
            </p:nvSpPr>
            <p:spPr>
              <a:xfrm>
                <a:off x="3734825" y="5794325"/>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211" name="Google Shape;5211;p217"/>
              <p:cNvPicPr preferRelativeResize="0"/>
              <p:nvPr/>
            </p:nvPicPr>
            <p:blipFill>
              <a:blip r:embed="rId24">
                <a:alphaModFix/>
              </a:blip>
              <a:stretch>
                <a:fillRect/>
              </a:stretch>
            </p:blipFill>
            <p:spPr>
              <a:xfrm>
                <a:off x="3768875" y="5833375"/>
                <a:ext cx="431100" cy="431100"/>
              </a:xfrm>
              <a:prstGeom prst="rect">
                <a:avLst/>
              </a:prstGeom>
              <a:noFill/>
              <a:ln>
                <a:noFill/>
              </a:ln>
            </p:spPr>
          </p:pic>
        </p:grpSp>
        <p:grpSp>
          <p:nvGrpSpPr>
            <p:cNvPr id="5212" name="Google Shape;5212;p217"/>
            <p:cNvGrpSpPr/>
            <p:nvPr/>
          </p:nvGrpSpPr>
          <p:grpSpPr>
            <a:xfrm>
              <a:off x="8593276" y="5712502"/>
              <a:ext cx="320025" cy="320041"/>
              <a:chOff x="4343234" y="4889450"/>
              <a:chExt cx="494400" cy="496803"/>
            </a:xfrm>
          </p:grpSpPr>
          <p:sp>
            <p:nvSpPr>
              <p:cNvPr id="5213" name="Google Shape;5213;p217"/>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214" name="Google Shape;5214;p217"/>
              <p:cNvPicPr preferRelativeResize="0"/>
              <p:nvPr/>
            </p:nvPicPr>
            <p:blipFill rotWithShape="1">
              <a:blip r:embed="rId11">
                <a:alphaModFix/>
              </a:blip>
              <a:srcRect b="6729" l="13134" r="11033" t="8625"/>
              <a:stretch/>
            </p:blipFill>
            <p:spPr>
              <a:xfrm>
                <a:off x="4383607" y="4904479"/>
                <a:ext cx="431559" cy="481775"/>
              </a:xfrm>
              <a:prstGeom prst="rect">
                <a:avLst/>
              </a:prstGeom>
              <a:noFill/>
              <a:ln>
                <a:noFill/>
              </a:ln>
            </p:spPr>
          </p:pic>
        </p:grpSp>
        <p:grpSp>
          <p:nvGrpSpPr>
            <p:cNvPr id="5215" name="Google Shape;5215;p217"/>
            <p:cNvGrpSpPr/>
            <p:nvPr/>
          </p:nvGrpSpPr>
          <p:grpSpPr>
            <a:xfrm>
              <a:off x="7850298" y="5712472"/>
              <a:ext cx="320100" cy="320100"/>
              <a:chOff x="7850298" y="5716815"/>
              <a:chExt cx="320100" cy="320100"/>
            </a:xfrm>
          </p:grpSpPr>
          <p:pic>
            <p:nvPicPr>
              <p:cNvPr id="5216" name="Google Shape;5216;p217"/>
              <p:cNvPicPr preferRelativeResize="0"/>
              <p:nvPr/>
            </p:nvPicPr>
            <p:blipFill rotWithShape="1">
              <a:blip r:embed="rId25">
                <a:alphaModFix/>
              </a:blip>
              <a:srcRect b="18682" l="21903" r="23772" t="14924"/>
              <a:stretch/>
            </p:blipFill>
            <p:spPr>
              <a:xfrm>
                <a:off x="7918713" y="5772150"/>
                <a:ext cx="173850" cy="211925"/>
              </a:xfrm>
              <a:prstGeom prst="rect">
                <a:avLst/>
              </a:prstGeom>
              <a:noFill/>
              <a:ln>
                <a:noFill/>
              </a:ln>
            </p:spPr>
          </p:pic>
          <p:sp>
            <p:nvSpPr>
              <p:cNvPr id="5217" name="Google Shape;5217;p217"/>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218" name="Google Shape;5218;p217"/>
          <p:cNvGrpSpPr/>
          <p:nvPr/>
        </p:nvGrpSpPr>
        <p:grpSpPr>
          <a:xfrm>
            <a:off x="3030676" y="3578902"/>
            <a:ext cx="320025" cy="320041"/>
            <a:chOff x="4343234" y="4889450"/>
            <a:chExt cx="494400" cy="496803"/>
          </a:xfrm>
        </p:grpSpPr>
        <p:sp>
          <p:nvSpPr>
            <p:cNvPr id="5219" name="Google Shape;5219;p217"/>
            <p:cNvSpPr/>
            <p:nvPr/>
          </p:nvSpPr>
          <p:spPr>
            <a:xfrm>
              <a:off x="4343234" y="4889450"/>
              <a:ext cx="494400" cy="4968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220" name="Google Shape;5220;p217"/>
            <p:cNvPicPr preferRelativeResize="0"/>
            <p:nvPr/>
          </p:nvPicPr>
          <p:blipFill rotWithShape="1">
            <a:blip r:embed="rId11">
              <a:alphaModFix/>
            </a:blip>
            <a:srcRect b="6729" l="13134" r="11033" t="8625"/>
            <a:stretch/>
          </p:blipFill>
          <p:spPr>
            <a:xfrm>
              <a:off x="4383607" y="4904479"/>
              <a:ext cx="431559" cy="481775"/>
            </a:xfrm>
            <a:prstGeom prst="rect">
              <a:avLst/>
            </a:prstGeom>
            <a:noFill/>
            <a:ln>
              <a:noFill/>
            </a:ln>
          </p:spPr>
        </p:pic>
      </p:grpSp>
      <p:grpSp>
        <p:nvGrpSpPr>
          <p:cNvPr id="5221" name="Google Shape;5221;p217"/>
          <p:cNvGrpSpPr/>
          <p:nvPr/>
        </p:nvGrpSpPr>
        <p:grpSpPr>
          <a:xfrm>
            <a:off x="2668698" y="3578872"/>
            <a:ext cx="320100" cy="320100"/>
            <a:chOff x="7850298" y="5716815"/>
            <a:chExt cx="320100" cy="320100"/>
          </a:xfrm>
        </p:grpSpPr>
        <p:pic>
          <p:nvPicPr>
            <p:cNvPr id="5222" name="Google Shape;5222;p217"/>
            <p:cNvPicPr preferRelativeResize="0"/>
            <p:nvPr/>
          </p:nvPicPr>
          <p:blipFill rotWithShape="1">
            <a:blip r:embed="rId25">
              <a:alphaModFix/>
            </a:blip>
            <a:srcRect b="18682" l="21903" r="23772" t="14924"/>
            <a:stretch/>
          </p:blipFill>
          <p:spPr>
            <a:xfrm>
              <a:off x="7918713" y="5772150"/>
              <a:ext cx="173850" cy="211925"/>
            </a:xfrm>
            <a:prstGeom prst="rect">
              <a:avLst/>
            </a:prstGeom>
            <a:noFill/>
            <a:ln>
              <a:noFill/>
            </a:ln>
          </p:spPr>
        </p:pic>
        <p:sp>
          <p:nvSpPr>
            <p:cNvPr id="5223" name="Google Shape;5223;p217"/>
            <p:cNvSpPr/>
            <p:nvPr/>
          </p:nvSpPr>
          <p:spPr>
            <a:xfrm>
              <a:off x="7850298" y="5716815"/>
              <a:ext cx="320100" cy="320100"/>
            </a:xfrm>
            <a:prstGeom prst="roundRect">
              <a:avLst>
                <a:gd fmla="val 218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24" name="Google Shape;5224;p217"/>
          <p:cNvGrpSpPr/>
          <p:nvPr/>
        </p:nvGrpSpPr>
        <p:grpSpPr>
          <a:xfrm>
            <a:off x="4576747" y="1832175"/>
            <a:ext cx="350711" cy="342222"/>
            <a:chOff x="1909747" y="1984575"/>
            <a:chExt cx="350711" cy="342222"/>
          </a:xfrm>
        </p:grpSpPr>
        <p:pic>
          <p:nvPicPr>
            <p:cNvPr id="5225" name="Google Shape;5225;p217"/>
            <p:cNvPicPr preferRelativeResize="0"/>
            <p:nvPr/>
          </p:nvPicPr>
          <p:blipFill rotWithShape="1">
            <a:blip r:embed="rId3">
              <a:alphaModFix/>
            </a:blip>
            <a:srcRect b="36791" l="9376" r="9376" t="39488"/>
            <a:stretch/>
          </p:blipFill>
          <p:spPr>
            <a:xfrm>
              <a:off x="1909747" y="2224427"/>
              <a:ext cx="350711" cy="102370"/>
            </a:xfrm>
            <a:prstGeom prst="rect">
              <a:avLst/>
            </a:prstGeom>
            <a:noFill/>
            <a:ln>
              <a:noFill/>
            </a:ln>
          </p:spPr>
        </p:pic>
        <p:pic>
          <p:nvPicPr>
            <p:cNvPr id="5226" name="Google Shape;5226;p217"/>
            <p:cNvPicPr preferRelativeResize="0"/>
            <p:nvPr/>
          </p:nvPicPr>
          <p:blipFill rotWithShape="1">
            <a:blip r:embed="rId3">
              <a:alphaModFix/>
            </a:blip>
            <a:srcRect b="36791" l="9376" r="9376" t="39488"/>
            <a:stretch/>
          </p:blipFill>
          <p:spPr>
            <a:xfrm>
              <a:off x="1909747" y="2104498"/>
              <a:ext cx="350711" cy="102371"/>
            </a:xfrm>
            <a:prstGeom prst="rect">
              <a:avLst/>
            </a:prstGeom>
            <a:noFill/>
            <a:ln>
              <a:noFill/>
            </a:ln>
          </p:spPr>
        </p:pic>
        <p:pic>
          <p:nvPicPr>
            <p:cNvPr id="5227" name="Google Shape;5227;p217"/>
            <p:cNvPicPr preferRelativeResize="0"/>
            <p:nvPr/>
          </p:nvPicPr>
          <p:blipFill rotWithShape="1">
            <a:blip r:embed="rId3">
              <a:alphaModFix/>
            </a:blip>
            <a:srcRect b="36791" l="9376" r="9376" t="39488"/>
            <a:stretch/>
          </p:blipFill>
          <p:spPr>
            <a:xfrm>
              <a:off x="1909753" y="1984575"/>
              <a:ext cx="350700" cy="102376"/>
            </a:xfrm>
            <a:prstGeom prst="rect">
              <a:avLst/>
            </a:prstGeom>
            <a:noFill/>
            <a:ln>
              <a:noFill/>
            </a:ln>
          </p:spPr>
        </p:pic>
      </p:grpSp>
      <p:pic>
        <p:nvPicPr>
          <p:cNvPr id="5228" name="Google Shape;5228;p217"/>
          <p:cNvPicPr preferRelativeResize="0"/>
          <p:nvPr/>
        </p:nvPicPr>
        <p:blipFill rotWithShape="1">
          <a:blip r:embed="rId3">
            <a:alphaModFix/>
          </a:blip>
          <a:srcRect b="36791" l="9376" r="9376" t="39488"/>
          <a:stretch/>
        </p:blipFill>
        <p:spPr>
          <a:xfrm>
            <a:off x="3814738" y="4601369"/>
            <a:ext cx="350724" cy="102408"/>
          </a:xfrm>
          <a:prstGeom prst="rect">
            <a:avLst/>
          </a:prstGeom>
          <a:noFill/>
          <a:ln>
            <a:noFill/>
          </a:ln>
        </p:spPr>
      </p:pic>
      <p:grpSp>
        <p:nvGrpSpPr>
          <p:cNvPr id="5229" name="Google Shape;5229;p217"/>
          <p:cNvGrpSpPr/>
          <p:nvPr/>
        </p:nvGrpSpPr>
        <p:grpSpPr>
          <a:xfrm>
            <a:off x="4050520" y="5076298"/>
            <a:ext cx="350711" cy="222299"/>
            <a:chOff x="2069320" y="5000098"/>
            <a:chExt cx="350711" cy="222299"/>
          </a:xfrm>
        </p:grpSpPr>
        <p:pic>
          <p:nvPicPr>
            <p:cNvPr id="5230" name="Google Shape;5230;p217"/>
            <p:cNvPicPr preferRelativeResize="0"/>
            <p:nvPr/>
          </p:nvPicPr>
          <p:blipFill rotWithShape="1">
            <a:blip r:embed="rId3">
              <a:alphaModFix/>
            </a:blip>
            <a:srcRect b="36791" l="9376" r="9376" t="39488"/>
            <a:stretch/>
          </p:blipFill>
          <p:spPr>
            <a:xfrm>
              <a:off x="2069320" y="5120027"/>
              <a:ext cx="350711" cy="102371"/>
            </a:xfrm>
            <a:prstGeom prst="rect">
              <a:avLst/>
            </a:prstGeom>
            <a:noFill/>
            <a:ln>
              <a:noFill/>
            </a:ln>
          </p:spPr>
        </p:pic>
        <p:pic>
          <p:nvPicPr>
            <p:cNvPr id="5231" name="Google Shape;5231;p217"/>
            <p:cNvPicPr preferRelativeResize="0"/>
            <p:nvPr/>
          </p:nvPicPr>
          <p:blipFill rotWithShape="1">
            <a:blip r:embed="rId3">
              <a:alphaModFix/>
            </a:blip>
            <a:srcRect b="36791" l="9376" r="9376" t="39488"/>
            <a:stretch/>
          </p:blipFill>
          <p:spPr>
            <a:xfrm>
              <a:off x="2069320" y="5000098"/>
              <a:ext cx="350711" cy="102371"/>
            </a:xfrm>
            <a:prstGeom prst="rect">
              <a:avLst/>
            </a:prstGeom>
            <a:noFill/>
            <a:ln>
              <a:noFill/>
            </a:ln>
          </p:spPr>
        </p:pic>
      </p:grpSp>
      <p:sp>
        <p:nvSpPr>
          <p:cNvPr id="5232" name="Google Shape;5232;p217"/>
          <p:cNvSpPr txBox="1"/>
          <p:nvPr/>
        </p:nvSpPr>
        <p:spPr>
          <a:xfrm>
            <a:off x="9759116" y="3351550"/>
            <a:ext cx="636900" cy="400200"/>
          </a:xfrm>
          <a:prstGeom prst="rect">
            <a:avLst/>
          </a:prstGeom>
          <a:noFill/>
          <a:ln cap="flat" cmpd="sng" w="19050">
            <a:solidFill>
              <a:schemeClr val="accent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accent1"/>
                </a:solidFill>
                <a:latin typeface="Red Hat Display"/>
                <a:ea typeface="Red Hat Display"/>
                <a:cs typeface="Red Hat Display"/>
                <a:sym typeface="Red Hat Display"/>
              </a:rPr>
              <a:t>IPAM</a:t>
            </a:r>
            <a:endParaRPr b="1">
              <a:solidFill>
                <a:schemeClr val="accent1"/>
              </a:solidFill>
              <a:latin typeface="Red Hat Display"/>
              <a:ea typeface="Red Hat Display"/>
              <a:cs typeface="Red Hat Display"/>
              <a:sym typeface="Red Hat Display"/>
            </a:endParaRPr>
          </a:p>
        </p:txBody>
      </p:sp>
      <p:sp>
        <p:nvSpPr>
          <p:cNvPr id="5233" name="Google Shape;5233;p217"/>
          <p:cNvSpPr txBox="1"/>
          <p:nvPr/>
        </p:nvSpPr>
        <p:spPr>
          <a:xfrm>
            <a:off x="9759116" y="3808750"/>
            <a:ext cx="636900" cy="400200"/>
          </a:xfrm>
          <a:prstGeom prst="rect">
            <a:avLst/>
          </a:prstGeom>
          <a:noFill/>
          <a:ln cap="flat" cmpd="sng" w="19050">
            <a:solidFill>
              <a:schemeClr val="accent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accent1"/>
                </a:solidFill>
                <a:latin typeface="Red Hat Display"/>
                <a:ea typeface="Red Hat Display"/>
                <a:cs typeface="Red Hat Display"/>
                <a:sym typeface="Red Hat Display"/>
              </a:rPr>
              <a:t>etc..</a:t>
            </a:r>
            <a:endParaRPr b="1">
              <a:solidFill>
                <a:schemeClr val="accent1"/>
              </a:solidFill>
              <a:latin typeface="Red Hat Display"/>
              <a:ea typeface="Red Hat Display"/>
              <a:cs typeface="Red Hat Display"/>
              <a:sym typeface="Red Hat Display"/>
            </a:endParaRPr>
          </a:p>
        </p:txBody>
      </p:sp>
      <p:sp>
        <p:nvSpPr>
          <p:cNvPr id="5234" name="Google Shape;5234;p217"/>
          <p:cNvSpPr txBox="1"/>
          <p:nvPr/>
        </p:nvSpPr>
        <p:spPr>
          <a:xfrm>
            <a:off x="9087400" y="2859125"/>
            <a:ext cx="124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Core services</a:t>
            </a:r>
            <a:endParaRPr>
              <a:latin typeface="Overpass Light"/>
              <a:ea typeface="Overpass Light"/>
              <a:cs typeface="Overpass Light"/>
              <a:sym typeface="Overpass Light"/>
            </a:endParaRPr>
          </a:p>
        </p:txBody>
      </p:sp>
      <p:sp>
        <p:nvSpPr>
          <p:cNvPr id="5235" name="Google Shape;5235;p217"/>
          <p:cNvSpPr txBox="1"/>
          <p:nvPr/>
        </p:nvSpPr>
        <p:spPr>
          <a:xfrm>
            <a:off x="9087400" y="1639925"/>
            <a:ext cx="13449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Infrastructure</a:t>
            </a:r>
            <a:endParaRPr>
              <a:latin typeface="Overpass Light"/>
              <a:ea typeface="Overpass Light"/>
              <a:cs typeface="Overpass Light"/>
              <a:sym typeface="Overpass Light"/>
            </a:endParaRPr>
          </a:p>
          <a:p>
            <a:pPr indent="0" lvl="0" marL="0" rtl="0" algn="ctr">
              <a:spcBef>
                <a:spcPts val="0"/>
              </a:spcBef>
              <a:spcAft>
                <a:spcPts val="0"/>
              </a:spcAft>
              <a:buNone/>
            </a:pPr>
            <a:r>
              <a:rPr lang="en">
                <a:latin typeface="Overpass Light"/>
                <a:ea typeface="Overpass Light"/>
                <a:cs typeface="Overpass Light"/>
                <a:sym typeface="Overpass Light"/>
              </a:rPr>
              <a:t>Tools</a:t>
            </a:r>
            <a:endParaRPr>
              <a:latin typeface="Overpass Light"/>
              <a:ea typeface="Overpass Light"/>
              <a:cs typeface="Overpass Light"/>
              <a:sym typeface="Overpass Light"/>
            </a:endParaRPr>
          </a:p>
        </p:txBody>
      </p:sp>
      <p:sp>
        <p:nvSpPr>
          <p:cNvPr id="5236" name="Google Shape;5236;p217"/>
          <p:cNvSpPr txBox="1"/>
          <p:nvPr/>
        </p:nvSpPr>
        <p:spPr>
          <a:xfrm>
            <a:off x="7291325" y="1027075"/>
            <a:ext cx="13449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Infrastructure</a:t>
            </a:r>
            <a:endParaRPr>
              <a:latin typeface="Overpass Light"/>
              <a:ea typeface="Overpass Light"/>
              <a:cs typeface="Overpass Light"/>
              <a:sym typeface="Overpass Light"/>
            </a:endParaRPr>
          </a:p>
          <a:p>
            <a:pPr indent="0" lvl="0" marL="0" rtl="0" algn="ctr">
              <a:spcBef>
                <a:spcPts val="0"/>
              </a:spcBef>
              <a:spcAft>
                <a:spcPts val="0"/>
              </a:spcAft>
              <a:buNone/>
            </a:pPr>
            <a:r>
              <a:rPr lang="en">
                <a:latin typeface="Overpass Light"/>
                <a:ea typeface="Overpass Light"/>
                <a:cs typeface="Overpass Light"/>
                <a:sym typeface="Overpass Light"/>
              </a:rPr>
              <a:t>Services</a:t>
            </a:r>
            <a:endParaRPr>
              <a:latin typeface="Overpass Light"/>
              <a:ea typeface="Overpass Light"/>
              <a:cs typeface="Overpass Light"/>
              <a:sym typeface="Overpass Light"/>
            </a:endParaRPr>
          </a:p>
        </p:txBody>
      </p:sp>
      <p:sp>
        <p:nvSpPr>
          <p:cNvPr id="5237" name="Google Shape;5237;p217"/>
          <p:cNvSpPr txBox="1"/>
          <p:nvPr/>
        </p:nvSpPr>
        <p:spPr>
          <a:xfrm>
            <a:off x="5104875" y="906175"/>
            <a:ext cx="1344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Infrastructure</a:t>
            </a:r>
            <a:endParaRPr>
              <a:latin typeface="Overpass Light"/>
              <a:ea typeface="Overpass Light"/>
              <a:cs typeface="Overpass Light"/>
              <a:sym typeface="Overpass Light"/>
            </a:endParaRPr>
          </a:p>
        </p:txBody>
      </p:sp>
      <p:sp>
        <p:nvSpPr>
          <p:cNvPr id="5238" name="Google Shape;5238;p217"/>
          <p:cNvSpPr txBox="1"/>
          <p:nvPr/>
        </p:nvSpPr>
        <p:spPr>
          <a:xfrm>
            <a:off x="2490725" y="646075"/>
            <a:ext cx="1344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Applications</a:t>
            </a:r>
            <a:endParaRPr>
              <a:latin typeface="Overpass Light"/>
              <a:ea typeface="Overpass Light"/>
              <a:cs typeface="Overpass Light"/>
              <a:sym typeface="Overpass Light"/>
            </a:endParaRPr>
          </a:p>
        </p:txBody>
      </p:sp>
      <p:pic>
        <p:nvPicPr>
          <p:cNvPr id="5239" name="Google Shape;5239;p217"/>
          <p:cNvPicPr preferRelativeResize="0"/>
          <p:nvPr/>
        </p:nvPicPr>
        <p:blipFill rotWithShape="1">
          <a:blip r:embed="rId26">
            <a:alphaModFix/>
          </a:blip>
          <a:srcRect b="139" l="0" r="0" t="139"/>
          <a:stretch/>
        </p:blipFill>
        <p:spPr>
          <a:xfrm>
            <a:off x="5398564" y="5183238"/>
            <a:ext cx="863988" cy="863988"/>
          </a:xfrm>
          <a:prstGeom prst="rect">
            <a:avLst/>
          </a:prstGeom>
          <a:noFill/>
          <a:ln>
            <a:noFill/>
          </a:ln>
        </p:spPr>
      </p:pic>
      <p:grpSp>
        <p:nvGrpSpPr>
          <p:cNvPr id="5240" name="Google Shape;5240;p217"/>
          <p:cNvGrpSpPr/>
          <p:nvPr/>
        </p:nvGrpSpPr>
        <p:grpSpPr>
          <a:xfrm>
            <a:off x="4416694" y="2271488"/>
            <a:ext cx="1368513" cy="863988"/>
            <a:chOff x="4188094" y="4024088"/>
            <a:chExt cx="1368513" cy="863988"/>
          </a:xfrm>
        </p:grpSpPr>
        <p:pic>
          <p:nvPicPr>
            <p:cNvPr id="5241" name="Google Shape;5241;p217"/>
            <p:cNvPicPr preferRelativeResize="0"/>
            <p:nvPr/>
          </p:nvPicPr>
          <p:blipFill rotWithShape="1">
            <a:blip r:embed="rId26">
              <a:alphaModFix/>
            </a:blip>
            <a:srcRect b="139" l="0" r="0" t="139"/>
            <a:stretch/>
          </p:blipFill>
          <p:spPr>
            <a:xfrm>
              <a:off x="4188094" y="4024088"/>
              <a:ext cx="863988" cy="863988"/>
            </a:xfrm>
            <a:prstGeom prst="rect">
              <a:avLst/>
            </a:prstGeom>
            <a:noFill/>
            <a:ln>
              <a:noFill/>
            </a:ln>
          </p:spPr>
        </p:pic>
        <p:pic>
          <p:nvPicPr>
            <p:cNvPr id="5242" name="Google Shape;5242;p217"/>
            <p:cNvPicPr preferRelativeResize="0"/>
            <p:nvPr/>
          </p:nvPicPr>
          <p:blipFill rotWithShape="1">
            <a:blip r:embed="rId26">
              <a:alphaModFix/>
            </a:blip>
            <a:srcRect b="139" l="0" r="0" t="139"/>
            <a:stretch/>
          </p:blipFill>
          <p:spPr>
            <a:xfrm>
              <a:off x="4692618" y="4024088"/>
              <a:ext cx="863988" cy="863988"/>
            </a:xfrm>
            <a:prstGeom prst="rect">
              <a:avLst/>
            </a:prstGeom>
            <a:noFill/>
            <a:ln>
              <a:noFill/>
            </a:ln>
          </p:spPr>
        </p:pic>
      </p:grpSp>
      <p:grpSp>
        <p:nvGrpSpPr>
          <p:cNvPr id="5243" name="Google Shape;5243;p217"/>
          <p:cNvGrpSpPr/>
          <p:nvPr/>
        </p:nvGrpSpPr>
        <p:grpSpPr>
          <a:xfrm>
            <a:off x="4482365" y="4341710"/>
            <a:ext cx="1368513" cy="863988"/>
            <a:chOff x="149494" y="4036910"/>
            <a:chExt cx="1368513" cy="863988"/>
          </a:xfrm>
        </p:grpSpPr>
        <p:sp>
          <p:nvSpPr>
            <p:cNvPr id="5244" name="Google Shape;5244;p217"/>
            <p:cNvSpPr/>
            <p:nvPr/>
          </p:nvSpPr>
          <p:spPr>
            <a:xfrm>
              <a:off x="248812" y="4146688"/>
              <a:ext cx="1176900" cy="656700"/>
            </a:xfrm>
            <a:prstGeom prst="rect">
              <a:avLst/>
            </a:prstGeom>
            <a:noFill/>
            <a:ln cap="flat" cmpd="sng" w="2857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45" name="Google Shape;5245;p217"/>
            <p:cNvGrpSpPr/>
            <p:nvPr/>
          </p:nvGrpSpPr>
          <p:grpSpPr>
            <a:xfrm>
              <a:off x="149494" y="4036910"/>
              <a:ext cx="1368513" cy="863988"/>
              <a:chOff x="4188094" y="4014706"/>
              <a:chExt cx="1368513" cy="863988"/>
            </a:xfrm>
          </p:grpSpPr>
          <p:pic>
            <p:nvPicPr>
              <p:cNvPr id="5246" name="Google Shape;5246;p217"/>
              <p:cNvPicPr preferRelativeResize="0"/>
              <p:nvPr/>
            </p:nvPicPr>
            <p:blipFill rotWithShape="1">
              <a:blip r:embed="rId26">
                <a:alphaModFix/>
              </a:blip>
              <a:srcRect b="139" l="0" r="0" t="139"/>
              <a:stretch/>
            </p:blipFill>
            <p:spPr>
              <a:xfrm>
                <a:off x="4188094" y="4014706"/>
                <a:ext cx="863988" cy="863988"/>
              </a:xfrm>
              <a:prstGeom prst="rect">
                <a:avLst/>
              </a:prstGeom>
              <a:noFill/>
              <a:ln>
                <a:noFill/>
              </a:ln>
            </p:spPr>
          </p:pic>
          <p:pic>
            <p:nvPicPr>
              <p:cNvPr id="5247" name="Google Shape;5247;p217"/>
              <p:cNvPicPr preferRelativeResize="0"/>
              <p:nvPr/>
            </p:nvPicPr>
            <p:blipFill rotWithShape="1">
              <a:blip r:embed="rId26">
                <a:alphaModFix/>
              </a:blip>
              <a:srcRect b="139" l="0" r="0" t="139"/>
              <a:stretch/>
            </p:blipFill>
            <p:spPr>
              <a:xfrm>
                <a:off x="4692618" y="4014706"/>
                <a:ext cx="863988" cy="863988"/>
              </a:xfrm>
              <a:prstGeom prst="rect">
                <a:avLst/>
              </a:prstGeom>
              <a:noFill/>
              <a:ln>
                <a:noFill/>
              </a:ln>
            </p:spPr>
          </p:pic>
        </p:grpSp>
      </p:grpSp>
      <p:pic>
        <p:nvPicPr>
          <p:cNvPr id="5248" name="Google Shape;5248;p217"/>
          <p:cNvPicPr preferRelativeResize="0"/>
          <p:nvPr/>
        </p:nvPicPr>
        <p:blipFill>
          <a:blip r:embed="rId27">
            <a:alphaModFix/>
          </a:blip>
          <a:stretch>
            <a:fillRect/>
          </a:stretch>
        </p:blipFill>
        <p:spPr>
          <a:xfrm>
            <a:off x="1900700" y="1747900"/>
            <a:ext cx="636900" cy="636900"/>
          </a:xfrm>
          <a:prstGeom prst="rect">
            <a:avLst/>
          </a:prstGeom>
          <a:noFill/>
          <a:ln>
            <a:noFill/>
          </a:ln>
        </p:spPr>
      </p:pic>
      <p:pic>
        <p:nvPicPr>
          <p:cNvPr id="5249" name="Google Shape;5249;p217"/>
          <p:cNvPicPr preferRelativeResize="0"/>
          <p:nvPr/>
        </p:nvPicPr>
        <p:blipFill>
          <a:blip r:embed="rId27">
            <a:alphaModFix/>
          </a:blip>
          <a:stretch>
            <a:fillRect/>
          </a:stretch>
        </p:blipFill>
        <p:spPr>
          <a:xfrm>
            <a:off x="2967500" y="1290700"/>
            <a:ext cx="636900" cy="636900"/>
          </a:xfrm>
          <a:prstGeom prst="rect">
            <a:avLst/>
          </a:prstGeom>
          <a:noFill/>
          <a:ln>
            <a:noFill/>
          </a:ln>
        </p:spPr>
      </p:pic>
      <p:pic>
        <p:nvPicPr>
          <p:cNvPr id="5250" name="Google Shape;5250;p217"/>
          <p:cNvPicPr preferRelativeResize="0"/>
          <p:nvPr/>
        </p:nvPicPr>
        <p:blipFill>
          <a:blip r:embed="rId28">
            <a:alphaModFix/>
          </a:blip>
          <a:stretch>
            <a:fillRect/>
          </a:stretch>
        </p:blipFill>
        <p:spPr>
          <a:xfrm>
            <a:off x="1773300" y="4264475"/>
            <a:ext cx="494400" cy="494400"/>
          </a:xfrm>
          <a:prstGeom prst="rect">
            <a:avLst/>
          </a:prstGeom>
          <a:noFill/>
          <a:ln>
            <a:noFill/>
          </a:ln>
        </p:spPr>
      </p:pic>
      <p:pic>
        <p:nvPicPr>
          <p:cNvPr id="5251" name="Google Shape;5251;p217"/>
          <p:cNvPicPr preferRelativeResize="0"/>
          <p:nvPr/>
        </p:nvPicPr>
        <p:blipFill>
          <a:blip r:embed="rId28">
            <a:alphaModFix/>
          </a:blip>
          <a:stretch>
            <a:fillRect/>
          </a:stretch>
        </p:blipFill>
        <p:spPr>
          <a:xfrm>
            <a:off x="2628900" y="2515500"/>
            <a:ext cx="494400" cy="494400"/>
          </a:xfrm>
          <a:prstGeom prst="rect">
            <a:avLst/>
          </a:prstGeom>
          <a:noFill/>
          <a:ln>
            <a:noFill/>
          </a:ln>
        </p:spPr>
      </p:pic>
      <p:pic>
        <p:nvPicPr>
          <p:cNvPr id="5252" name="Google Shape;5252;p217"/>
          <p:cNvPicPr preferRelativeResize="0"/>
          <p:nvPr/>
        </p:nvPicPr>
        <p:blipFill>
          <a:blip r:embed="rId27">
            <a:alphaModFix/>
          </a:blip>
          <a:stretch>
            <a:fillRect/>
          </a:stretch>
        </p:blipFill>
        <p:spPr>
          <a:xfrm>
            <a:off x="2662700" y="5862700"/>
            <a:ext cx="636900" cy="636900"/>
          </a:xfrm>
          <a:prstGeom prst="rect">
            <a:avLst/>
          </a:prstGeom>
          <a:noFill/>
          <a:ln>
            <a:noFill/>
          </a:ln>
        </p:spPr>
      </p:pic>
      <p:pic>
        <p:nvPicPr>
          <p:cNvPr id="5253" name="Google Shape;5253;p217"/>
          <p:cNvPicPr preferRelativeResize="0"/>
          <p:nvPr/>
        </p:nvPicPr>
        <p:blipFill>
          <a:blip r:embed="rId27">
            <a:alphaModFix/>
          </a:blip>
          <a:stretch>
            <a:fillRect/>
          </a:stretch>
        </p:blipFill>
        <p:spPr>
          <a:xfrm>
            <a:off x="2434100" y="4719700"/>
            <a:ext cx="636900" cy="636900"/>
          </a:xfrm>
          <a:prstGeom prst="rect">
            <a:avLst/>
          </a:prstGeom>
          <a:noFill/>
          <a:ln>
            <a:noFill/>
          </a:ln>
        </p:spPr>
      </p:pic>
      <p:pic>
        <p:nvPicPr>
          <p:cNvPr id="5254" name="Google Shape;5254;p217"/>
          <p:cNvPicPr preferRelativeResize="0"/>
          <p:nvPr/>
        </p:nvPicPr>
        <p:blipFill>
          <a:blip r:embed="rId29">
            <a:alphaModFix/>
          </a:blip>
          <a:stretch>
            <a:fillRect/>
          </a:stretch>
        </p:blipFill>
        <p:spPr>
          <a:xfrm>
            <a:off x="2642967" y="4823475"/>
            <a:ext cx="320025" cy="320025"/>
          </a:xfrm>
          <a:prstGeom prst="rect">
            <a:avLst/>
          </a:prstGeom>
          <a:noFill/>
          <a:ln>
            <a:noFill/>
          </a:ln>
        </p:spPr>
      </p:pic>
      <p:pic>
        <p:nvPicPr>
          <p:cNvPr id="5255" name="Google Shape;5255;p217"/>
          <p:cNvPicPr preferRelativeResize="0"/>
          <p:nvPr/>
        </p:nvPicPr>
        <p:blipFill>
          <a:blip r:embed="rId30">
            <a:alphaModFix/>
          </a:blip>
          <a:stretch>
            <a:fillRect/>
          </a:stretch>
        </p:blipFill>
        <p:spPr>
          <a:xfrm>
            <a:off x="1945975" y="5487300"/>
            <a:ext cx="494400" cy="494400"/>
          </a:xfrm>
          <a:prstGeom prst="rect">
            <a:avLst/>
          </a:prstGeom>
          <a:noFill/>
          <a:ln>
            <a:noFill/>
          </a:ln>
        </p:spPr>
      </p:pic>
      <p:grpSp>
        <p:nvGrpSpPr>
          <p:cNvPr id="5256" name="Google Shape;5256;p217"/>
          <p:cNvGrpSpPr/>
          <p:nvPr/>
        </p:nvGrpSpPr>
        <p:grpSpPr>
          <a:xfrm>
            <a:off x="1562100" y="2820300"/>
            <a:ext cx="856636" cy="808581"/>
            <a:chOff x="1562100" y="2820300"/>
            <a:chExt cx="856636" cy="808581"/>
          </a:xfrm>
        </p:grpSpPr>
        <p:grpSp>
          <p:nvGrpSpPr>
            <p:cNvPr id="5257" name="Google Shape;5257;p217"/>
            <p:cNvGrpSpPr/>
            <p:nvPr/>
          </p:nvGrpSpPr>
          <p:grpSpPr>
            <a:xfrm>
              <a:off x="1562100" y="3134482"/>
              <a:ext cx="494400" cy="494400"/>
              <a:chOff x="1562100" y="3125100"/>
              <a:chExt cx="494400" cy="494400"/>
            </a:xfrm>
          </p:grpSpPr>
          <p:pic>
            <p:nvPicPr>
              <p:cNvPr id="5258" name="Google Shape;5258;p217"/>
              <p:cNvPicPr preferRelativeResize="0"/>
              <p:nvPr/>
            </p:nvPicPr>
            <p:blipFill>
              <a:blip r:embed="rId31">
                <a:alphaModFix/>
              </a:blip>
              <a:stretch>
                <a:fillRect/>
              </a:stretch>
            </p:blipFill>
            <p:spPr>
              <a:xfrm>
                <a:off x="1562100" y="3125100"/>
                <a:ext cx="494400" cy="494400"/>
              </a:xfrm>
              <a:prstGeom prst="rect">
                <a:avLst/>
              </a:prstGeom>
              <a:noFill/>
              <a:ln>
                <a:noFill/>
              </a:ln>
            </p:spPr>
          </p:pic>
          <p:pic>
            <p:nvPicPr>
              <p:cNvPr id="5259" name="Google Shape;5259;p217"/>
              <p:cNvPicPr preferRelativeResize="0"/>
              <p:nvPr/>
            </p:nvPicPr>
            <p:blipFill>
              <a:blip r:embed="rId28">
                <a:alphaModFix/>
              </a:blip>
              <a:stretch>
                <a:fillRect/>
              </a:stretch>
            </p:blipFill>
            <p:spPr>
              <a:xfrm>
                <a:off x="1678120" y="3235373"/>
                <a:ext cx="270400" cy="270400"/>
              </a:xfrm>
              <a:prstGeom prst="rect">
                <a:avLst/>
              </a:prstGeom>
              <a:noFill/>
              <a:ln>
                <a:noFill/>
              </a:ln>
            </p:spPr>
          </p:pic>
        </p:grpSp>
        <p:grpSp>
          <p:nvGrpSpPr>
            <p:cNvPr id="5260" name="Google Shape;5260;p217"/>
            <p:cNvGrpSpPr/>
            <p:nvPr/>
          </p:nvGrpSpPr>
          <p:grpSpPr>
            <a:xfrm>
              <a:off x="1743792" y="2820300"/>
              <a:ext cx="494400" cy="494400"/>
              <a:chOff x="1562100" y="3125100"/>
              <a:chExt cx="494400" cy="494400"/>
            </a:xfrm>
          </p:grpSpPr>
          <p:pic>
            <p:nvPicPr>
              <p:cNvPr id="5261" name="Google Shape;5261;p217"/>
              <p:cNvPicPr preferRelativeResize="0"/>
              <p:nvPr/>
            </p:nvPicPr>
            <p:blipFill>
              <a:blip r:embed="rId31">
                <a:alphaModFix/>
              </a:blip>
              <a:stretch>
                <a:fillRect/>
              </a:stretch>
            </p:blipFill>
            <p:spPr>
              <a:xfrm>
                <a:off x="1562100" y="3125100"/>
                <a:ext cx="494400" cy="494400"/>
              </a:xfrm>
              <a:prstGeom prst="rect">
                <a:avLst/>
              </a:prstGeom>
              <a:noFill/>
              <a:ln>
                <a:noFill/>
              </a:ln>
            </p:spPr>
          </p:pic>
          <p:pic>
            <p:nvPicPr>
              <p:cNvPr id="5262" name="Google Shape;5262;p217"/>
              <p:cNvPicPr preferRelativeResize="0"/>
              <p:nvPr/>
            </p:nvPicPr>
            <p:blipFill>
              <a:blip r:embed="rId28">
                <a:alphaModFix/>
              </a:blip>
              <a:stretch>
                <a:fillRect/>
              </a:stretch>
            </p:blipFill>
            <p:spPr>
              <a:xfrm>
                <a:off x="1678120" y="3235373"/>
                <a:ext cx="270400" cy="270400"/>
              </a:xfrm>
              <a:prstGeom prst="rect">
                <a:avLst/>
              </a:prstGeom>
              <a:noFill/>
              <a:ln>
                <a:noFill/>
              </a:ln>
            </p:spPr>
          </p:pic>
        </p:grpSp>
        <p:grpSp>
          <p:nvGrpSpPr>
            <p:cNvPr id="5263" name="Google Shape;5263;p217"/>
            <p:cNvGrpSpPr/>
            <p:nvPr/>
          </p:nvGrpSpPr>
          <p:grpSpPr>
            <a:xfrm>
              <a:off x="1924337" y="3132188"/>
              <a:ext cx="494400" cy="494400"/>
              <a:chOff x="1562100" y="3125100"/>
              <a:chExt cx="494400" cy="494400"/>
            </a:xfrm>
          </p:grpSpPr>
          <p:pic>
            <p:nvPicPr>
              <p:cNvPr id="5264" name="Google Shape;5264;p217"/>
              <p:cNvPicPr preferRelativeResize="0"/>
              <p:nvPr/>
            </p:nvPicPr>
            <p:blipFill>
              <a:blip r:embed="rId31">
                <a:alphaModFix/>
              </a:blip>
              <a:stretch>
                <a:fillRect/>
              </a:stretch>
            </p:blipFill>
            <p:spPr>
              <a:xfrm>
                <a:off x="1562100" y="3125100"/>
                <a:ext cx="494400" cy="494400"/>
              </a:xfrm>
              <a:prstGeom prst="rect">
                <a:avLst/>
              </a:prstGeom>
              <a:noFill/>
              <a:ln>
                <a:noFill/>
              </a:ln>
            </p:spPr>
          </p:pic>
          <p:pic>
            <p:nvPicPr>
              <p:cNvPr id="5265" name="Google Shape;5265;p217"/>
              <p:cNvPicPr preferRelativeResize="0"/>
              <p:nvPr/>
            </p:nvPicPr>
            <p:blipFill>
              <a:blip r:embed="rId28">
                <a:alphaModFix/>
              </a:blip>
              <a:stretch>
                <a:fillRect/>
              </a:stretch>
            </p:blipFill>
            <p:spPr>
              <a:xfrm>
                <a:off x="1678120" y="3235373"/>
                <a:ext cx="270400" cy="270400"/>
              </a:xfrm>
              <a:prstGeom prst="rect">
                <a:avLst/>
              </a:prstGeom>
              <a:noFill/>
              <a:ln>
                <a:noFill/>
              </a:ln>
            </p:spPr>
          </p:pic>
        </p:grpSp>
      </p:grpSp>
      <p:grpSp>
        <p:nvGrpSpPr>
          <p:cNvPr id="5266" name="Google Shape;5266;p217"/>
          <p:cNvGrpSpPr/>
          <p:nvPr/>
        </p:nvGrpSpPr>
        <p:grpSpPr>
          <a:xfrm>
            <a:off x="3314700" y="6020700"/>
            <a:ext cx="856636" cy="808581"/>
            <a:chOff x="1562100" y="2820300"/>
            <a:chExt cx="856636" cy="808581"/>
          </a:xfrm>
        </p:grpSpPr>
        <p:grpSp>
          <p:nvGrpSpPr>
            <p:cNvPr id="5267" name="Google Shape;5267;p217"/>
            <p:cNvGrpSpPr/>
            <p:nvPr/>
          </p:nvGrpSpPr>
          <p:grpSpPr>
            <a:xfrm>
              <a:off x="1562100" y="3134482"/>
              <a:ext cx="494400" cy="494400"/>
              <a:chOff x="1562100" y="3125100"/>
              <a:chExt cx="494400" cy="494400"/>
            </a:xfrm>
          </p:grpSpPr>
          <p:pic>
            <p:nvPicPr>
              <p:cNvPr id="5268" name="Google Shape;5268;p217"/>
              <p:cNvPicPr preferRelativeResize="0"/>
              <p:nvPr/>
            </p:nvPicPr>
            <p:blipFill>
              <a:blip r:embed="rId31">
                <a:alphaModFix/>
              </a:blip>
              <a:stretch>
                <a:fillRect/>
              </a:stretch>
            </p:blipFill>
            <p:spPr>
              <a:xfrm>
                <a:off x="1562100" y="3125100"/>
                <a:ext cx="494400" cy="494400"/>
              </a:xfrm>
              <a:prstGeom prst="rect">
                <a:avLst/>
              </a:prstGeom>
              <a:noFill/>
              <a:ln>
                <a:noFill/>
              </a:ln>
            </p:spPr>
          </p:pic>
          <p:pic>
            <p:nvPicPr>
              <p:cNvPr id="5269" name="Google Shape;5269;p217"/>
              <p:cNvPicPr preferRelativeResize="0"/>
              <p:nvPr/>
            </p:nvPicPr>
            <p:blipFill>
              <a:blip r:embed="rId28">
                <a:alphaModFix/>
              </a:blip>
              <a:stretch>
                <a:fillRect/>
              </a:stretch>
            </p:blipFill>
            <p:spPr>
              <a:xfrm>
                <a:off x="1678120" y="3235373"/>
                <a:ext cx="270400" cy="270400"/>
              </a:xfrm>
              <a:prstGeom prst="rect">
                <a:avLst/>
              </a:prstGeom>
              <a:noFill/>
              <a:ln>
                <a:noFill/>
              </a:ln>
            </p:spPr>
          </p:pic>
        </p:grpSp>
        <p:grpSp>
          <p:nvGrpSpPr>
            <p:cNvPr id="5270" name="Google Shape;5270;p217"/>
            <p:cNvGrpSpPr/>
            <p:nvPr/>
          </p:nvGrpSpPr>
          <p:grpSpPr>
            <a:xfrm>
              <a:off x="1743792" y="2820300"/>
              <a:ext cx="494400" cy="494400"/>
              <a:chOff x="1562100" y="3125100"/>
              <a:chExt cx="494400" cy="494400"/>
            </a:xfrm>
          </p:grpSpPr>
          <p:pic>
            <p:nvPicPr>
              <p:cNvPr id="5271" name="Google Shape;5271;p217"/>
              <p:cNvPicPr preferRelativeResize="0"/>
              <p:nvPr/>
            </p:nvPicPr>
            <p:blipFill>
              <a:blip r:embed="rId31">
                <a:alphaModFix/>
              </a:blip>
              <a:stretch>
                <a:fillRect/>
              </a:stretch>
            </p:blipFill>
            <p:spPr>
              <a:xfrm>
                <a:off x="1562100" y="3125100"/>
                <a:ext cx="494400" cy="494400"/>
              </a:xfrm>
              <a:prstGeom prst="rect">
                <a:avLst/>
              </a:prstGeom>
              <a:noFill/>
              <a:ln>
                <a:noFill/>
              </a:ln>
            </p:spPr>
          </p:pic>
          <p:pic>
            <p:nvPicPr>
              <p:cNvPr id="5272" name="Google Shape;5272;p217"/>
              <p:cNvPicPr preferRelativeResize="0"/>
              <p:nvPr/>
            </p:nvPicPr>
            <p:blipFill>
              <a:blip r:embed="rId28">
                <a:alphaModFix/>
              </a:blip>
              <a:stretch>
                <a:fillRect/>
              </a:stretch>
            </p:blipFill>
            <p:spPr>
              <a:xfrm>
                <a:off x="1678120" y="3235373"/>
                <a:ext cx="270400" cy="270400"/>
              </a:xfrm>
              <a:prstGeom prst="rect">
                <a:avLst/>
              </a:prstGeom>
              <a:noFill/>
              <a:ln>
                <a:noFill/>
              </a:ln>
            </p:spPr>
          </p:pic>
        </p:grpSp>
        <p:grpSp>
          <p:nvGrpSpPr>
            <p:cNvPr id="5273" name="Google Shape;5273;p217"/>
            <p:cNvGrpSpPr/>
            <p:nvPr/>
          </p:nvGrpSpPr>
          <p:grpSpPr>
            <a:xfrm>
              <a:off x="1924337" y="3132188"/>
              <a:ext cx="494400" cy="494400"/>
              <a:chOff x="1562100" y="3125100"/>
              <a:chExt cx="494400" cy="494400"/>
            </a:xfrm>
          </p:grpSpPr>
          <p:pic>
            <p:nvPicPr>
              <p:cNvPr id="5274" name="Google Shape;5274;p217"/>
              <p:cNvPicPr preferRelativeResize="0"/>
              <p:nvPr/>
            </p:nvPicPr>
            <p:blipFill>
              <a:blip r:embed="rId31">
                <a:alphaModFix/>
              </a:blip>
              <a:stretch>
                <a:fillRect/>
              </a:stretch>
            </p:blipFill>
            <p:spPr>
              <a:xfrm>
                <a:off x="1562100" y="3125100"/>
                <a:ext cx="494400" cy="494400"/>
              </a:xfrm>
              <a:prstGeom prst="rect">
                <a:avLst/>
              </a:prstGeom>
              <a:noFill/>
              <a:ln>
                <a:noFill/>
              </a:ln>
            </p:spPr>
          </p:pic>
          <p:pic>
            <p:nvPicPr>
              <p:cNvPr id="5275" name="Google Shape;5275;p217"/>
              <p:cNvPicPr preferRelativeResize="0"/>
              <p:nvPr/>
            </p:nvPicPr>
            <p:blipFill>
              <a:blip r:embed="rId28">
                <a:alphaModFix/>
              </a:blip>
              <a:stretch>
                <a:fillRect/>
              </a:stretch>
            </p:blipFill>
            <p:spPr>
              <a:xfrm>
                <a:off x="1678120" y="3235373"/>
                <a:ext cx="270400" cy="270400"/>
              </a:xfrm>
              <a:prstGeom prst="rect">
                <a:avLst/>
              </a:prstGeom>
              <a:noFill/>
              <a:ln>
                <a:noFill/>
              </a:ln>
            </p:spPr>
          </p:pic>
        </p:grpSp>
      </p:gr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9" name="Shape 5279"/>
        <p:cNvGrpSpPr/>
        <p:nvPr/>
      </p:nvGrpSpPr>
      <p:grpSpPr>
        <a:xfrm>
          <a:off x="0" y="0"/>
          <a:ext cx="0" cy="0"/>
          <a:chOff x="0" y="0"/>
          <a:chExt cx="0" cy="0"/>
        </a:xfrm>
      </p:grpSpPr>
      <p:sp>
        <p:nvSpPr>
          <p:cNvPr id="5280" name="Google Shape;5280;p21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5281" name="Google Shape;5281;p21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282" name="Google Shape;5282;p218"/>
          <p:cNvSpPr txBox="1"/>
          <p:nvPr/>
        </p:nvSpPr>
        <p:spPr>
          <a:xfrm>
            <a:off x="954050" y="2931525"/>
            <a:ext cx="9991800" cy="264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Overpass Light"/>
                <a:ea typeface="Overpass Light"/>
                <a:cs typeface="Overpass Light"/>
                <a:sym typeface="Overpass Light"/>
              </a:rPr>
              <a:t>These recommendations are provided to:</a:t>
            </a:r>
            <a:endParaRPr sz="1600">
              <a:latin typeface="Overpass Light"/>
              <a:ea typeface="Overpass Light"/>
              <a:cs typeface="Overpass Light"/>
              <a:sym typeface="Overpass Light"/>
            </a:endParaRPr>
          </a:p>
          <a:p>
            <a:pPr indent="0" lvl="0" marL="0" rtl="0" algn="l">
              <a:spcBef>
                <a:spcPts val="0"/>
              </a:spcBef>
              <a:spcAft>
                <a:spcPts val="0"/>
              </a:spcAft>
              <a:buNone/>
            </a:pPr>
            <a:r>
              <a:t/>
            </a:r>
            <a:endParaRPr sz="1600">
              <a:latin typeface="Overpass Light"/>
              <a:ea typeface="Overpass Light"/>
              <a:cs typeface="Overpass Light"/>
              <a:sym typeface="Overpass Light"/>
            </a:endParaRPr>
          </a:p>
          <a:p>
            <a:pPr indent="-330200" lvl="0" marL="457200" rtl="0" algn="l">
              <a:spcBef>
                <a:spcPts val="0"/>
              </a:spcBef>
              <a:spcAft>
                <a:spcPts val="0"/>
              </a:spcAft>
              <a:buSzPts val="1600"/>
              <a:buFont typeface="Overpass Light"/>
              <a:buChar char="●"/>
            </a:pPr>
            <a:r>
              <a:rPr lang="en" sz="1600">
                <a:latin typeface="Overpass Light"/>
                <a:ea typeface="Overpass Light"/>
                <a:cs typeface="Overpass Light"/>
                <a:sym typeface="Overpass Light"/>
              </a:rPr>
              <a:t>Help customers identify supported deployment models</a:t>
            </a:r>
            <a:endParaRPr sz="1600">
              <a:latin typeface="Overpass Light"/>
              <a:ea typeface="Overpass Light"/>
              <a:cs typeface="Overpass Light"/>
              <a:sym typeface="Overpass Light"/>
            </a:endParaRPr>
          </a:p>
          <a:p>
            <a:pPr indent="-330200" lvl="0" marL="457200" rtl="0" algn="l">
              <a:spcBef>
                <a:spcPts val="0"/>
              </a:spcBef>
              <a:spcAft>
                <a:spcPts val="0"/>
              </a:spcAft>
              <a:buSzPts val="1600"/>
              <a:buFont typeface="Overpass Light"/>
              <a:buChar char="●"/>
            </a:pPr>
            <a:r>
              <a:rPr lang="en" sz="1600">
                <a:latin typeface="Overpass Light"/>
                <a:ea typeface="Overpass Light"/>
                <a:cs typeface="Overpass Light"/>
                <a:sym typeface="Overpass Light"/>
              </a:rPr>
              <a:t>Identify use cases that match the intended use of the software</a:t>
            </a:r>
            <a:endParaRPr sz="1600">
              <a:latin typeface="Overpass Light"/>
              <a:ea typeface="Overpass Light"/>
              <a:cs typeface="Overpass Light"/>
              <a:sym typeface="Overpass Light"/>
            </a:endParaRPr>
          </a:p>
          <a:p>
            <a:pPr indent="-330200" lvl="0" marL="457200" rtl="0" algn="l">
              <a:spcBef>
                <a:spcPts val="0"/>
              </a:spcBef>
              <a:spcAft>
                <a:spcPts val="0"/>
              </a:spcAft>
              <a:buSzPts val="1600"/>
              <a:buFont typeface="Overpass Light"/>
              <a:buChar char="●"/>
            </a:pPr>
            <a:r>
              <a:rPr lang="en" sz="1600">
                <a:solidFill>
                  <a:schemeClr val="dk1"/>
                </a:solidFill>
                <a:latin typeface="Overpass Light"/>
                <a:ea typeface="Overpass Light"/>
                <a:cs typeface="Overpass Light"/>
                <a:sym typeface="Overpass Light"/>
              </a:rPr>
              <a:t>Identify configurations that m</a:t>
            </a:r>
            <a:r>
              <a:rPr lang="en" sz="1600">
                <a:solidFill>
                  <a:schemeClr val="dk1"/>
                </a:solidFill>
                <a:latin typeface="Overpass Light"/>
                <a:ea typeface="Overpass Light"/>
                <a:cs typeface="Overpass Light"/>
                <a:sym typeface="Overpass Light"/>
              </a:rPr>
              <a:t>aximize the utility of the solutions</a:t>
            </a:r>
            <a:endParaRPr sz="1600">
              <a:solidFill>
                <a:schemeClr val="dk1"/>
              </a:solidFill>
              <a:latin typeface="Overpass Light"/>
              <a:ea typeface="Overpass Light"/>
              <a:cs typeface="Overpass Light"/>
              <a:sym typeface="Overpass Light"/>
            </a:endParaRPr>
          </a:p>
          <a:p>
            <a:pPr indent="-330200" lvl="0" marL="457200" rtl="0" algn="l">
              <a:spcBef>
                <a:spcPts val="0"/>
              </a:spcBef>
              <a:spcAft>
                <a:spcPts val="0"/>
              </a:spcAft>
              <a:buClr>
                <a:schemeClr val="dk1"/>
              </a:buClr>
              <a:buSzPts val="1600"/>
              <a:buFont typeface="Overpass Light"/>
              <a:buChar char="●"/>
            </a:pPr>
            <a:r>
              <a:rPr lang="en" sz="1600">
                <a:solidFill>
                  <a:schemeClr val="dk1"/>
                </a:solidFill>
                <a:latin typeface="Overpass Light"/>
                <a:ea typeface="Overpass Light"/>
                <a:cs typeface="Overpass Light"/>
                <a:sym typeface="Overpass Light"/>
              </a:rPr>
              <a:t>Identify workflows that to simplify and accelerate Linux operations</a:t>
            </a:r>
            <a:endParaRPr sz="1600">
              <a:solidFill>
                <a:schemeClr val="dk1"/>
              </a:solidFill>
              <a:latin typeface="Overpass Light"/>
              <a:ea typeface="Overpass Light"/>
              <a:cs typeface="Overpass Light"/>
              <a:sym typeface="Overpass Light"/>
            </a:endParaRPr>
          </a:p>
          <a:p>
            <a:pPr indent="-330200" lvl="0" marL="457200" rtl="0" algn="l">
              <a:spcBef>
                <a:spcPts val="0"/>
              </a:spcBef>
              <a:spcAft>
                <a:spcPts val="0"/>
              </a:spcAft>
              <a:buClr>
                <a:schemeClr val="dk1"/>
              </a:buClr>
              <a:buSzPts val="1600"/>
              <a:buFont typeface="Overpass Light"/>
              <a:buChar char="●"/>
            </a:pPr>
            <a:r>
              <a:rPr lang="en" sz="1600">
                <a:solidFill>
                  <a:schemeClr val="dk1"/>
                </a:solidFill>
                <a:latin typeface="Overpass Light"/>
                <a:ea typeface="Overpass Light"/>
                <a:cs typeface="Overpass Light"/>
                <a:sym typeface="Overpass Light"/>
              </a:rPr>
              <a:t>Demonstrate Red Hat technology integration points for service delivery</a:t>
            </a:r>
            <a:endParaRPr sz="1600">
              <a:solidFill>
                <a:schemeClr val="dk1"/>
              </a:solidFill>
              <a:latin typeface="Overpass Light"/>
              <a:ea typeface="Overpass Light"/>
              <a:cs typeface="Overpass Light"/>
              <a:sym typeface="Overpass Light"/>
            </a:endParaRPr>
          </a:p>
          <a:p>
            <a:pPr indent="-330200" lvl="0" marL="457200" rtl="0" algn="l">
              <a:spcBef>
                <a:spcPts val="0"/>
              </a:spcBef>
              <a:spcAft>
                <a:spcPts val="0"/>
              </a:spcAft>
              <a:buClr>
                <a:schemeClr val="dk1"/>
              </a:buClr>
              <a:buSzPts val="1600"/>
              <a:buFont typeface="Overpass Light"/>
              <a:buChar char="●"/>
            </a:pPr>
            <a:r>
              <a:rPr lang="en" sz="1600">
                <a:solidFill>
                  <a:schemeClr val="dk1"/>
                </a:solidFill>
                <a:latin typeface="Overpass Light"/>
                <a:ea typeface="Overpass Light"/>
                <a:cs typeface="Overpass Light"/>
                <a:sym typeface="Overpass Light"/>
              </a:rPr>
              <a:t>Help customers create processes that simplify, optimize and automate the management of Red Hat Enterprise Linux infrastructure to reduce cost and accelerate delivery of services. </a:t>
            </a:r>
            <a:endParaRPr sz="1600">
              <a:solidFill>
                <a:schemeClr val="dk1"/>
              </a:solidFill>
              <a:latin typeface="Overpass Light"/>
              <a:ea typeface="Overpass Light"/>
              <a:cs typeface="Overpass Light"/>
              <a:sym typeface="Overpass Light"/>
            </a:endParaRPr>
          </a:p>
          <a:p>
            <a:pPr indent="-330200" lvl="0" marL="457200" rtl="0" algn="l">
              <a:spcBef>
                <a:spcPts val="0"/>
              </a:spcBef>
              <a:spcAft>
                <a:spcPts val="0"/>
              </a:spcAft>
              <a:buClr>
                <a:schemeClr val="dk1"/>
              </a:buClr>
              <a:buSzPts val="1600"/>
              <a:buFont typeface="Overpass Light"/>
              <a:buChar char="●"/>
            </a:pPr>
            <a:r>
              <a:rPr lang="en" sz="1600">
                <a:solidFill>
                  <a:schemeClr val="dk1"/>
                </a:solidFill>
                <a:latin typeface="Overpass Light"/>
                <a:ea typeface="Overpass Light"/>
                <a:cs typeface="Overpass Light"/>
                <a:sym typeface="Overpass Light"/>
              </a:rPr>
              <a:t>Integrate traditional infrastructure into a comprehensive devops model</a:t>
            </a:r>
            <a:endParaRPr sz="1600">
              <a:solidFill>
                <a:schemeClr val="dk1"/>
              </a:solidFill>
              <a:latin typeface="Overpass Light"/>
              <a:ea typeface="Overpass Light"/>
              <a:cs typeface="Overpass Light"/>
              <a:sym typeface="Overpass Light"/>
            </a:endParaRPr>
          </a:p>
        </p:txBody>
      </p:sp>
      <p:grpSp>
        <p:nvGrpSpPr>
          <p:cNvPr id="5283" name="Google Shape;5283;p218"/>
          <p:cNvGrpSpPr/>
          <p:nvPr/>
        </p:nvGrpSpPr>
        <p:grpSpPr>
          <a:xfrm>
            <a:off x="8115364" y="1400175"/>
            <a:ext cx="2834700" cy="2834700"/>
            <a:chOff x="4381564" y="1323975"/>
            <a:chExt cx="2834700" cy="2834700"/>
          </a:xfrm>
        </p:grpSpPr>
        <p:grpSp>
          <p:nvGrpSpPr>
            <p:cNvPr id="5284" name="Google Shape;5284;p218"/>
            <p:cNvGrpSpPr/>
            <p:nvPr/>
          </p:nvGrpSpPr>
          <p:grpSpPr>
            <a:xfrm>
              <a:off x="4381564" y="1323975"/>
              <a:ext cx="2834700" cy="2834700"/>
              <a:chOff x="4381500" y="1323975"/>
              <a:chExt cx="2834700" cy="2834700"/>
            </a:xfrm>
          </p:grpSpPr>
          <p:sp>
            <p:nvSpPr>
              <p:cNvPr id="5285" name="Google Shape;5285;p218"/>
              <p:cNvSpPr/>
              <p:nvPr/>
            </p:nvSpPr>
            <p:spPr>
              <a:xfrm>
                <a:off x="4381500" y="1323975"/>
                <a:ext cx="2834700" cy="2834700"/>
              </a:xfrm>
              <a:prstGeom prst="ellipse">
                <a:avLst/>
              </a:prstGeom>
              <a:noFill/>
              <a:ln cap="flat" cmpd="sng" w="1143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6" name="Google Shape;5286;p218"/>
              <p:cNvSpPr/>
              <p:nvPr/>
            </p:nvSpPr>
            <p:spPr>
              <a:xfrm>
                <a:off x="5067300" y="2009775"/>
                <a:ext cx="1463100" cy="1463100"/>
              </a:xfrm>
              <a:prstGeom prst="ellipse">
                <a:avLst/>
              </a:prstGeom>
              <a:noFill/>
              <a:ln cap="flat" cmpd="sng" w="152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87" name="Google Shape;5287;p218"/>
            <p:cNvGrpSpPr/>
            <p:nvPr/>
          </p:nvGrpSpPr>
          <p:grpSpPr>
            <a:xfrm>
              <a:off x="4397514" y="1379648"/>
              <a:ext cx="2802802" cy="2723355"/>
              <a:chOff x="4413527" y="1370716"/>
              <a:chExt cx="2802802" cy="2723355"/>
            </a:xfrm>
          </p:grpSpPr>
          <p:grpSp>
            <p:nvGrpSpPr>
              <p:cNvPr id="5288" name="Google Shape;5288;p218"/>
              <p:cNvGrpSpPr/>
              <p:nvPr/>
            </p:nvGrpSpPr>
            <p:grpSpPr>
              <a:xfrm>
                <a:off x="6301929" y="3179671"/>
                <a:ext cx="914400" cy="914400"/>
                <a:chOff x="8321229" y="3179936"/>
                <a:chExt cx="914400" cy="914400"/>
              </a:xfrm>
            </p:grpSpPr>
            <p:sp>
              <p:nvSpPr>
                <p:cNvPr id="5289" name="Google Shape;5289;p218"/>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290" name="Google Shape;5290;p218"/>
                <p:cNvPicPr preferRelativeResize="0"/>
                <p:nvPr/>
              </p:nvPicPr>
              <p:blipFill>
                <a:blip r:embed="rId3">
                  <a:alphaModFix/>
                </a:blip>
                <a:stretch>
                  <a:fillRect/>
                </a:stretch>
              </p:blipFill>
              <p:spPr>
                <a:xfrm>
                  <a:off x="8321229" y="3179936"/>
                  <a:ext cx="914400" cy="914400"/>
                </a:xfrm>
                <a:prstGeom prst="rect">
                  <a:avLst/>
                </a:prstGeom>
                <a:noFill/>
                <a:ln>
                  <a:noFill/>
                </a:ln>
              </p:spPr>
            </p:pic>
          </p:grpSp>
          <p:grpSp>
            <p:nvGrpSpPr>
              <p:cNvPr id="5291" name="Google Shape;5291;p218"/>
              <p:cNvGrpSpPr/>
              <p:nvPr/>
            </p:nvGrpSpPr>
            <p:grpSpPr>
              <a:xfrm>
                <a:off x="6301929" y="1370716"/>
                <a:ext cx="914400" cy="914400"/>
                <a:chOff x="6263829" y="1370716"/>
                <a:chExt cx="914400" cy="914400"/>
              </a:xfrm>
            </p:grpSpPr>
            <p:sp>
              <p:nvSpPr>
                <p:cNvPr id="5292" name="Google Shape;5292;p218"/>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293" name="Google Shape;5293;p218"/>
                <p:cNvPicPr preferRelativeResize="0"/>
                <p:nvPr/>
              </p:nvPicPr>
              <p:blipFill>
                <a:blip r:embed="rId4">
                  <a:alphaModFix/>
                </a:blip>
                <a:stretch>
                  <a:fillRect/>
                </a:stretch>
              </p:blipFill>
              <p:spPr>
                <a:xfrm>
                  <a:off x="6312879" y="1419766"/>
                  <a:ext cx="816300" cy="816300"/>
                </a:xfrm>
                <a:prstGeom prst="rect">
                  <a:avLst/>
                </a:prstGeom>
                <a:noFill/>
                <a:ln>
                  <a:noFill/>
                </a:ln>
              </p:spPr>
            </p:pic>
          </p:grpSp>
          <p:grpSp>
            <p:nvGrpSpPr>
              <p:cNvPr id="5294" name="Google Shape;5294;p218"/>
              <p:cNvGrpSpPr/>
              <p:nvPr/>
            </p:nvGrpSpPr>
            <p:grpSpPr>
              <a:xfrm>
                <a:off x="4413527" y="1370716"/>
                <a:ext cx="914400" cy="914400"/>
                <a:chOff x="4437340" y="1269451"/>
                <a:chExt cx="914400" cy="914400"/>
              </a:xfrm>
            </p:grpSpPr>
            <p:sp>
              <p:nvSpPr>
                <p:cNvPr id="5295" name="Google Shape;5295;p218"/>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296" name="Google Shape;5296;p218"/>
                <p:cNvPicPr preferRelativeResize="0"/>
                <p:nvPr/>
              </p:nvPicPr>
              <p:blipFill rotWithShape="1">
                <a:blip r:embed="rId5">
                  <a:alphaModFix/>
                </a:blip>
                <a:srcRect b="9632" l="15541" r="14164" t="9218"/>
                <a:stretch/>
              </p:blipFill>
              <p:spPr>
                <a:xfrm>
                  <a:off x="4537357" y="1303203"/>
                  <a:ext cx="739893" cy="850172"/>
                </a:xfrm>
                <a:prstGeom prst="rect">
                  <a:avLst/>
                </a:prstGeom>
                <a:noFill/>
                <a:ln>
                  <a:noFill/>
                </a:ln>
              </p:spPr>
            </p:pic>
          </p:grpSp>
          <p:grpSp>
            <p:nvGrpSpPr>
              <p:cNvPr id="5297" name="Google Shape;5297;p218"/>
              <p:cNvGrpSpPr/>
              <p:nvPr/>
            </p:nvGrpSpPr>
            <p:grpSpPr>
              <a:xfrm>
                <a:off x="4413527" y="3179671"/>
                <a:ext cx="914400" cy="914400"/>
                <a:chOff x="4437340" y="3101261"/>
                <a:chExt cx="914400" cy="914400"/>
              </a:xfrm>
            </p:grpSpPr>
            <p:sp>
              <p:nvSpPr>
                <p:cNvPr id="5298" name="Google Shape;5298;p218"/>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299" name="Google Shape;5299;p218"/>
                <p:cNvPicPr preferRelativeResize="0"/>
                <p:nvPr/>
              </p:nvPicPr>
              <p:blipFill rotWithShape="1">
                <a:blip r:embed="rId6">
                  <a:alphaModFix/>
                </a:blip>
                <a:srcRect b="13122" l="12810" r="11523" t="12272"/>
                <a:stretch/>
              </p:blipFill>
              <p:spPr>
                <a:xfrm>
                  <a:off x="4518236" y="3190157"/>
                  <a:ext cx="752608" cy="736608"/>
                </a:xfrm>
                <a:prstGeom prst="rect">
                  <a:avLst/>
                </a:prstGeom>
                <a:noFill/>
                <a:ln>
                  <a:noFill/>
                </a:ln>
              </p:spPr>
            </p:pic>
          </p:grpSp>
        </p:grpSp>
        <p:sp>
          <p:nvSpPr>
            <p:cNvPr id="5300" name="Google Shape;5300;p218"/>
            <p:cNvSpPr/>
            <p:nvPr/>
          </p:nvSpPr>
          <p:spPr>
            <a:xfrm>
              <a:off x="5570314" y="2514525"/>
              <a:ext cx="457200" cy="453600"/>
            </a:xfrm>
            <a:prstGeom prst="ellipse">
              <a:avLst/>
            </a:prstGeom>
            <a:solidFill>
              <a:schemeClr val="accent1"/>
            </a:solidFill>
            <a:ln cap="flat" cmpd="sng" w="762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01" name="Google Shape;5301;p218"/>
          <p:cNvSpPr txBox="1"/>
          <p:nvPr/>
        </p:nvSpPr>
        <p:spPr>
          <a:xfrm>
            <a:off x="1104900" y="1285875"/>
            <a:ext cx="3619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latin typeface="Red Hat Display"/>
                <a:ea typeface="Red Hat Display"/>
                <a:cs typeface="Red Hat Display"/>
                <a:sym typeface="Red Hat Display"/>
              </a:rPr>
              <a:t>On Target Operations</a:t>
            </a:r>
            <a:endParaRPr sz="2800">
              <a:latin typeface="Red Hat Display"/>
              <a:ea typeface="Red Hat Display"/>
              <a:cs typeface="Red Hat Display"/>
              <a:sym typeface="Red Hat Display"/>
            </a:endParaRPr>
          </a:p>
        </p:txBody>
      </p:sp>
      <p:sp>
        <p:nvSpPr>
          <p:cNvPr id="5302" name="Google Shape;5302;p218"/>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6" name="Shape 5306"/>
        <p:cNvGrpSpPr/>
        <p:nvPr/>
      </p:nvGrpSpPr>
      <p:grpSpPr>
        <a:xfrm>
          <a:off x="0" y="0"/>
          <a:ext cx="0" cy="0"/>
          <a:chOff x="0" y="0"/>
          <a:chExt cx="0" cy="0"/>
        </a:xfrm>
      </p:grpSpPr>
      <p:sp>
        <p:nvSpPr>
          <p:cNvPr id="5307" name="Google Shape;5307;p21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308" name="Google Shape;5308;p219"/>
          <p:cNvSpPr txBox="1"/>
          <p:nvPr>
            <p:ph type="title"/>
          </p:nvPr>
        </p:nvSpPr>
        <p:spPr>
          <a:xfrm>
            <a:off x="2076025" y="1883250"/>
            <a:ext cx="7992000" cy="307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latin typeface="Red Hat Display Medium"/>
                <a:ea typeface="Red Hat Display Medium"/>
                <a:cs typeface="Red Hat Display Medium"/>
                <a:sym typeface="Red Hat Display Medium"/>
              </a:rPr>
              <a:t>Services Offering</a:t>
            </a:r>
            <a:endParaRPr>
              <a:latin typeface="Red Hat Display Medium"/>
              <a:ea typeface="Red Hat Display Medium"/>
              <a:cs typeface="Red Hat Display Medium"/>
              <a:sym typeface="Red Hat Display Medium"/>
            </a:endParaRPr>
          </a:p>
        </p:txBody>
      </p:sp>
      <p:sp>
        <p:nvSpPr>
          <p:cNvPr id="5309" name="Google Shape;5309;p21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sz="900">
                <a:latin typeface="Overpass SemiBold"/>
                <a:ea typeface="Overpass SemiBold"/>
                <a:cs typeface="Overpass SemiBold"/>
                <a:sym typeface="Overpass SemiBold"/>
              </a:rPr>
              <a:t>Red Hat Infrastructure Standard Adoption Model</a:t>
            </a:r>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3" name="Shape 5313"/>
        <p:cNvGrpSpPr/>
        <p:nvPr/>
      </p:nvGrpSpPr>
      <p:grpSpPr>
        <a:xfrm>
          <a:off x="0" y="0"/>
          <a:ext cx="0" cy="0"/>
          <a:chOff x="0" y="0"/>
          <a:chExt cx="0" cy="0"/>
        </a:xfrm>
      </p:grpSpPr>
      <p:sp>
        <p:nvSpPr>
          <p:cNvPr id="5314" name="Google Shape;5314;p220"/>
          <p:cNvSpPr/>
          <p:nvPr/>
        </p:nvSpPr>
        <p:spPr>
          <a:xfrm>
            <a:off x="817800" y="1404375"/>
            <a:ext cx="9914400" cy="4802400"/>
          </a:xfrm>
          <a:prstGeom prst="rect">
            <a:avLst/>
          </a:prstGeom>
          <a:solidFill>
            <a:srgbClr val="F3F3F3"/>
          </a:solidFill>
          <a:ln>
            <a:noFill/>
          </a:ln>
        </p:spPr>
        <p:txBody>
          <a:bodyPr anchorCtr="0" anchor="b" bIns="121900" lIns="91425" spcFirstLastPara="1" rIns="121900" wrap="square" tIns="121900">
            <a:noAutofit/>
          </a:bodyPr>
          <a:lstStyle/>
          <a:p>
            <a:pPr indent="0" lvl="0" marL="114300" rtl="0" algn="l">
              <a:spcBef>
                <a:spcPts val="0"/>
              </a:spcBef>
              <a:spcAft>
                <a:spcPts val="0"/>
              </a:spcAft>
              <a:buNone/>
            </a:pPr>
            <a:r>
              <a:rPr b="1" lang="en" sz="1600">
                <a:solidFill>
                  <a:srgbClr val="666666"/>
                </a:solidFill>
                <a:latin typeface="Red Hat Display"/>
                <a:ea typeface="Red Hat Display"/>
                <a:cs typeface="Red Hat Display"/>
                <a:sym typeface="Red Hat Display"/>
              </a:rPr>
              <a:t>Red Hat Infrastructure Standard Adoption Model</a:t>
            </a:r>
            <a:endParaRPr b="1" sz="1600">
              <a:solidFill>
                <a:srgbClr val="666666"/>
              </a:solidFill>
              <a:latin typeface="Red Hat Display"/>
              <a:ea typeface="Red Hat Display"/>
              <a:cs typeface="Red Hat Display"/>
              <a:sym typeface="Red Hat Display"/>
            </a:endParaRPr>
          </a:p>
          <a:p>
            <a:pPr indent="0" lvl="0" marL="114300" rtl="0" algn="l">
              <a:spcBef>
                <a:spcPts val="0"/>
              </a:spcBef>
              <a:spcAft>
                <a:spcPts val="0"/>
              </a:spcAft>
              <a:buNone/>
            </a:pPr>
            <a:r>
              <a:rPr lang="en" sz="1200">
                <a:solidFill>
                  <a:srgbClr val="666666"/>
                </a:solidFill>
                <a:latin typeface="Red Hat Display"/>
                <a:ea typeface="Red Hat Display"/>
                <a:cs typeface="Red Hat Display"/>
                <a:sym typeface="Red Hat Display"/>
              </a:rPr>
              <a:t>A modular framework to support customer infrastructure modernisation - click on components for more information</a:t>
            </a:r>
            <a:endParaRPr sz="1200">
              <a:solidFill>
                <a:srgbClr val="666666"/>
              </a:solidFill>
            </a:endParaRPr>
          </a:p>
        </p:txBody>
      </p:sp>
      <p:sp>
        <p:nvSpPr>
          <p:cNvPr id="5315" name="Google Shape;5315;p220"/>
          <p:cNvSpPr/>
          <p:nvPr/>
        </p:nvSpPr>
        <p:spPr>
          <a:xfrm>
            <a:off x="924825" y="1543350"/>
            <a:ext cx="9659100" cy="2499600"/>
          </a:xfrm>
          <a:prstGeom prst="rect">
            <a:avLst/>
          </a:prstGeom>
          <a:solidFill>
            <a:srgbClr val="D9D9D9"/>
          </a:solidFill>
          <a:ln>
            <a:noFill/>
          </a:ln>
        </p:spPr>
        <p:txBody>
          <a:bodyPr anchorCtr="0" anchor="b" bIns="121900" lIns="121900" spcFirstLastPara="1" rIns="121900" wrap="square" tIns="121900">
            <a:noAutofit/>
          </a:bodyPr>
          <a:lstStyle/>
          <a:p>
            <a:pPr indent="0" lvl="0" marL="0" rtl="0" algn="l">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rtl="0" algn="l">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rtl="0" algn="l">
              <a:spcBef>
                <a:spcPts val="0"/>
              </a:spcBef>
              <a:spcAft>
                <a:spcPts val="0"/>
              </a:spcAft>
              <a:buNone/>
            </a:pPr>
            <a:r>
              <a:t/>
            </a:r>
            <a:endParaRPr b="1" sz="1600">
              <a:solidFill>
                <a:srgbClr val="FF0000"/>
              </a:solidFill>
              <a:latin typeface="Red Hat Display"/>
              <a:ea typeface="Red Hat Display"/>
              <a:cs typeface="Red Hat Display"/>
              <a:sym typeface="Red Hat Display"/>
            </a:endParaRPr>
          </a:p>
        </p:txBody>
      </p:sp>
      <p:sp>
        <p:nvSpPr>
          <p:cNvPr id="5316" name="Google Shape;5316;p220">
            <a:hlinkClick r:id="rId3"/>
          </p:cNvPr>
          <p:cNvSpPr/>
          <p:nvPr/>
        </p:nvSpPr>
        <p:spPr>
          <a:xfrm>
            <a:off x="1010726" y="1640781"/>
            <a:ext cx="1274100" cy="2304600"/>
          </a:xfrm>
          <a:prstGeom prst="rect">
            <a:avLst/>
          </a:prstGeom>
          <a:solidFill>
            <a:srgbClr val="C00000"/>
          </a:solidFill>
          <a:ln>
            <a:noFill/>
          </a:ln>
        </p:spPr>
        <p:txBody>
          <a:bodyPr anchorCtr="0" anchor="t" bIns="121900" lIns="121900" spcFirstLastPara="1" rIns="121900" wrap="square" tIns="121900">
            <a:noAutofit/>
          </a:bodyPr>
          <a:lstStyle/>
          <a:p>
            <a:pPr indent="0" lvl="0" marL="0" rtl="0" algn="l">
              <a:spcBef>
                <a:spcPts val="0"/>
              </a:spcBef>
              <a:spcAft>
                <a:spcPts val="0"/>
              </a:spcAft>
              <a:buClr>
                <a:srgbClr val="000000"/>
              </a:buClr>
              <a:buSzPts val="1100"/>
              <a:buFont typeface="Arial"/>
              <a:buNone/>
            </a:pPr>
            <a:r>
              <a:rPr lang="en">
                <a:solidFill>
                  <a:schemeClr val="lt1"/>
                </a:solidFill>
                <a:uFill>
                  <a:noFill/>
                </a:uFill>
                <a:latin typeface="Red Hat Display Medium"/>
                <a:ea typeface="Red Hat Display Medium"/>
                <a:cs typeface="Red Hat Display Medium"/>
                <a:sym typeface="Red Hat Display Medium"/>
                <a:hlinkClick r:id="rId4">
                  <a:extLst>
                    <a:ext uri="{A12FA001-AC4F-418D-AE19-62706E023703}">
                      <ahyp:hlinkClr val="tx"/>
                    </a:ext>
                  </a:extLst>
                </a:hlinkClick>
              </a:rPr>
              <a:t>Migrate to RHEL</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Clr>
                <a:schemeClr val="dk1"/>
              </a:buClr>
              <a:buSzPts val="1100"/>
              <a:buFont typeface="Arial"/>
              <a:buNone/>
            </a:pPr>
            <a:r>
              <a:rPr lang="en" sz="900">
                <a:solidFill>
                  <a:srgbClr val="FFFFFF"/>
                </a:solidFill>
                <a:latin typeface="Red Hat Text"/>
                <a:ea typeface="Red Hat Text"/>
                <a:cs typeface="Red Hat Text"/>
                <a:sym typeface="Red Hat Text"/>
              </a:rPr>
              <a:t>Analysing workloads on non-RHEL platforms (inc. legacy UNIX, Windows, +Linux), creating a migration strategy, replatforming candidate workloads on RHEL using a migration factory approach.</a:t>
            </a:r>
            <a:endParaRPr sz="900">
              <a:solidFill>
                <a:srgbClr val="FFFFFF"/>
              </a:solidFill>
            </a:endParaRPr>
          </a:p>
        </p:txBody>
      </p:sp>
      <p:sp>
        <p:nvSpPr>
          <p:cNvPr id="5317" name="Google Shape;5317;p220"/>
          <p:cNvSpPr txBox="1"/>
          <p:nvPr/>
        </p:nvSpPr>
        <p:spPr>
          <a:xfrm>
            <a:off x="860400" y="595033"/>
            <a:ext cx="9752100" cy="726900"/>
          </a:xfrm>
          <a:prstGeom prst="rect">
            <a:avLst/>
          </a:prstGeom>
          <a:noFill/>
          <a:ln>
            <a:noFill/>
          </a:ln>
        </p:spPr>
        <p:txBody>
          <a:bodyPr anchorCtr="0" anchor="t" bIns="121900" lIns="121900" spcFirstLastPara="1" rIns="121900" wrap="square" tIns="121900">
            <a:noAutofit/>
          </a:bodyPr>
          <a:lstStyle/>
          <a:p>
            <a:pPr indent="0" lvl="0" marL="0" rtl="0" algn="ctr">
              <a:spcBef>
                <a:spcPts val="0"/>
              </a:spcBef>
              <a:spcAft>
                <a:spcPts val="0"/>
              </a:spcAft>
              <a:buNone/>
            </a:pPr>
            <a:r>
              <a:rPr lang="en" sz="2700">
                <a:latin typeface="Red Hat Display Medium"/>
                <a:ea typeface="Red Hat Display Medium"/>
                <a:cs typeface="Red Hat Display Medium"/>
                <a:sym typeface="Red Hat Display Medium"/>
              </a:rPr>
              <a:t>RH Services: Red Hat Infrastructure Standard</a:t>
            </a:r>
            <a:endParaRPr sz="2700">
              <a:latin typeface="Red Hat Display Medium"/>
              <a:ea typeface="Red Hat Display Medium"/>
              <a:cs typeface="Red Hat Display Medium"/>
              <a:sym typeface="Red Hat Display Medium"/>
            </a:endParaRPr>
          </a:p>
        </p:txBody>
      </p:sp>
      <p:sp>
        <p:nvSpPr>
          <p:cNvPr id="5318" name="Google Shape;5318;p220"/>
          <p:cNvSpPr/>
          <p:nvPr/>
        </p:nvSpPr>
        <p:spPr>
          <a:xfrm>
            <a:off x="924925" y="4125875"/>
            <a:ext cx="9659100" cy="1450800"/>
          </a:xfrm>
          <a:prstGeom prst="rect">
            <a:avLst/>
          </a:prstGeom>
          <a:solidFill>
            <a:srgbClr val="D9D9D9"/>
          </a:solidFill>
          <a:ln>
            <a:noFill/>
          </a:ln>
        </p:spPr>
        <p:txBody>
          <a:bodyPr anchorCtr="0" anchor="b" bIns="121900" lIns="121900" spcFirstLastPara="1" rIns="121900" wrap="square" tIns="121900">
            <a:noAutofit/>
          </a:bodyPr>
          <a:lstStyle/>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p:txBody>
      </p:sp>
      <p:sp>
        <p:nvSpPr>
          <p:cNvPr id="5319" name="Google Shape;5319;p220">
            <a:hlinkClick r:id="rId5"/>
          </p:cNvPr>
          <p:cNvSpPr/>
          <p:nvPr/>
        </p:nvSpPr>
        <p:spPr>
          <a:xfrm>
            <a:off x="1010725" y="4907616"/>
            <a:ext cx="8576700" cy="569100"/>
          </a:xfrm>
          <a:prstGeom prst="rect">
            <a:avLst/>
          </a:prstGeom>
          <a:solidFill>
            <a:srgbClr val="C0000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
                <a:solidFill>
                  <a:schemeClr val="lt1"/>
                </a:solidFill>
                <a:uFill>
                  <a:noFill/>
                </a:uFill>
                <a:latin typeface="Red Hat Display Medium"/>
                <a:ea typeface="Red Hat Display Medium"/>
                <a:cs typeface="Red Hat Display Medium"/>
                <a:sym typeface="Red Hat Display Medium"/>
                <a:hlinkClick r:id="rId6">
                  <a:extLst>
                    <a:ext uri="{A12FA001-AC4F-418D-AE19-62706E023703}">
                      <ahyp:hlinkClr val="tx"/>
                    </a:ext>
                  </a:extLst>
                </a:hlinkClick>
              </a:rPr>
              <a:t>Navigate to the Red Hat Infrastructure</a:t>
            </a:r>
            <a:r>
              <a:rPr lang="en">
                <a:solidFill>
                  <a:schemeClr val="lt1"/>
                </a:solidFill>
                <a:latin typeface="Red Hat Display Medium"/>
                <a:ea typeface="Red Hat Display Medium"/>
                <a:cs typeface="Red Hat Display Medium"/>
                <a:sym typeface="Red Hat Display Medium"/>
              </a:rPr>
              <a:t> Standard</a:t>
            </a:r>
            <a:endParaRPr>
              <a:solidFill>
                <a:schemeClr val="lt1"/>
              </a:solidFill>
              <a:latin typeface="Red Hat Display Medium"/>
              <a:ea typeface="Red Hat Display Medium"/>
              <a:cs typeface="Red Hat Display Medium"/>
              <a:sym typeface="Red Hat Display Medium"/>
            </a:endParaRPr>
          </a:p>
          <a:p>
            <a:pPr indent="0" lvl="0" marL="0" rtl="0" algn="l">
              <a:spcBef>
                <a:spcPts val="0"/>
              </a:spcBef>
              <a:spcAft>
                <a:spcPts val="0"/>
              </a:spcAft>
              <a:buNone/>
            </a:pPr>
            <a:r>
              <a:rPr lang="en" sz="900">
                <a:solidFill>
                  <a:schemeClr val="lt1"/>
                </a:solidFill>
                <a:latin typeface="Red Hat Display"/>
                <a:ea typeface="Red Hat Display"/>
                <a:cs typeface="Red Hat Display"/>
                <a:sym typeface="Red Hat Display"/>
              </a:rPr>
              <a:t>Engage with Red Hat to fully determine requirements, operational readiness.</a:t>
            </a:r>
            <a:endParaRPr sz="900">
              <a:solidFill>
                <a:srgbClr val="FFFFFF"/>
              </a:solidFill>
            </a:endParaRPr>
          </a:p>
        </p:txBody>
      </p:sp>
      <p:sp>
        <p:nvSpPr>
          <p:cNvPr id="5320" name="Google Shape;5320;p220">
            <a:hlinkClick r:id="rId7"/>
          </p:cNvPr>
          <p:cNvSpPr/>
          <p:nvPr/>
        </p:nvSpPr>
        <p:spPr>
          <a:xfrm>
            <a:off x="1010725" y="4233675"/>
            <a:ext cx="8576700" cy="569100"/>
          </a:xfrm>
          <a:prstGeom prst="rect">
            <a:avLst/>
          </a:prstGeom>
          <a:solidFill>
            <a:srgbClr val="C0000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
                <a:solidFill>
                  <a:schemeClr val="lt1"/>
                </a:solidFill>
                <a:latin typeface="Red Hat Display Medium"/>
                <a:ea typeface="Red Hat Display Medium"/>
                <a:cs typeface="Red Hat Display Medium"/>
                <a:sym typeface="Red Hat Display Medium"/>
              </a:rPr>
              <a:t>Implement the Red Hat Infrastructure Standard*</a:t>
            </a:r>
            <a:endParaRPr>
              <a:solidFill>
                <a:schemeClr val="lt1"/>
              </a:solidFill>
              <a:latin typeface="Red Hat Display Medium"/>
              <a:ea typeface="Red Hat Display Medium"/>
              <a:cs typeface="Red Hat Display Medium"/>
              <a:sym typeface="Red Hat Display Medium"/>
            </a:endParaRPr>
          </a:p>
          <a:p>
            <a:pPr indent="0" lvl="0" marL="0" rtl="0" algn="l">
              <a:spcBef>
                <a:spcPts val="0"/>
              </a:spcBef>
              <a:spcAft>
                <a:spcPts val="0"/>
              </a:spcAft>
              <a:buNone/>
            </a:pPr>
            <a:r>
              <a:rPr lang="en" sz="900">
                <a:solidFill>
                  <a:schemeClr val="lt1"/>
                </a:solidFill>
                <a:latin typeface="Red Hat Display"/>
                <a:ea typeface="Red Hat Display"/>
                <a:cs typeface="Red Hat Display"/>
                <a:sym typeface="Red Hat Display"/>
              </a:rPr>
              <a:t>Required :building a secure, stable, manageable, automated RHEL platform to scale workloads on</a:t>
            </a:r>
            <a:endParaRPr sz="900">
              <a:solidFill>
                <a:srgbClr val="FFFFFF"/>
              </a:solidFill>
            </a:endParaRPr>
          </a:p>
        </p:txBody>
      </p:sp>
      <p:sp>
        <p:nvSpPr>
          <p:cNvPr id="5321" name="Google Shape;5321;p220"/>
          <p:cNvSpPr txBox="1"/>
          <p:nvPr/>
        </p:nvSpPr>
        <p:spPr>
          <a:xfrm>
            <a:off x="894000" y="6430025"/>
            <a:ext cx="8997300" cy="3747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rPr lang="en" sz="1000">
                <a:solidFill>
                  <a:schemeClr val="dk1"/>
                </a:solidFill>
                <a:latin typeface="Red Hat Text"/>
                <a:ea typeface="Red Hat Text"/>
                <a:cs typeface="Red Hat Text"/>
                <a:sym typeface="Red Hat Text"/>
              </a:rPr>
              <a:t>* This component is mandatory unless the customer already has a RHEL Standard Operating Environment in place.</a:t>
            </a:r>
            <a:endParaRPr/>
          </a:p>
        </p:txBody>
      </p:sp>
      <p:sp>
        <p:nvSpPr>
          <p:cNvPr id="5322" name="Google Shape;5322;p220"/>
          <p:cNvSpPr txBox="1"/>
          <p:nvPr/>
        </p:nvSpPr>
        <p:spPr>
          <a:xfrm rot="-5400000">
            <a:off x="9747750" y="4615925"/>
            <a:ext cx="1354800" cy="3747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lang="en" sz="1200">
                <a:solidFill>
                  <a:schemeClr val="dk1"/>
                </a:solidFill>
                <a:latin typeface="Red Hat Text"/>
                <a:ea typeface="Red Hat Text"/>
                <a:cs typeface="Red Hat Text"/>
                <a:sym typeface="Red Hat Text"/>
              </a:rPr>
              <a:t>Foundational</a:t>
            </a:r>
            <a:endParaRPr sz="1200"/>
          </a:p>
        </p:txBody>
      </p:sp>
      <p:sp>
        <p:nvSpPr>
          <p:cNvPr id="5323" name="Google Shape;5323;p220"/>
          <p:cNvSpPr txBox="1"/>
          <p:nvPr/>
        </p:nvSpPr>
        <p:spPr>
          <a:xfrm rot="-5400000">
            <a:off x="8881200" y="2605730"/>
            <a:ext cx="2783100" cy="3747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lang="en" sz="1200">
                <a:solidFill>
                  <a:schemeClr val="dk1"/>
                </a:solidFill>
                <a:latin typeface="Red Hat Text"/>
                <a:ea typeface="Red Hat Text"/>
                <a:cs typeface="Red Hat Text"/>
                <a:sym typeface="Red Hat Text"/>
              </a:rPr>
              <a:t>Plugable Solutions</a:t>
            </a:r>
            <a:endParaRPr sz="1200">
              <a:solidFill>
                <a:schemeClr val="dk1"/>
              </a:solidFill>
              <a:latin typeface="Red Hat Text"/>
              <a:ea typeface="Red Hat Text"/>
              <a:cs typeface="Red Hat Text"/>
              <a:sym typeface="Red Hat Text"/>
            </a:endParaRPr>
          </a:p>
          <a:p>
            <a:pPr indent="0" lvl="0" marL="0" marR="0" rtl="0" algn="ctr">
              <a:spcBef>
                <a:spcPts val="0"/>
              </a:spcBef>
              <a:spcAft>
                <a:spcPts val="0"/>
              </a:spcAft>
              <a:buNone/>
            </a:pPr>
            <a:r>
              <a:rPr lang="en" sz="1200">
                <a:solidFill>
                  <a:schemeClr val="dk1"/>
                </a:solidFill>
                <a:latin typeface="Red Hat Text"/>
                <a:ea typeface="Red Hat Text"/>
                <a:cs typeface="Red Hat Text"/>
                <a:sym typeface="Red Hat Text"/>
              </a:rPr>
              <a:t>at least one + Contribute</a:t>
            </a:r>
            <a:endParaRPr sz="1200">
              <a:solidFill>
                <a:schemeClr val="dk1"/>
              </a:solidFill>
              <a:latin typeface="Red Hat Text"/>
              <a:ea typeface="Red Hat Text"/>
              <a:cs typeface="Red Hat Text"/>
              <a:sym typeface="Red Hat Text"/>
            </a:endParaRPr>
          </a:p>
        </p:txBody>
      </p:sp>
      <p:sp>
        <p:nvSpPr>
          <p:cNvPr id="5324" name="Google Shape;5324;p220">
            <a:hlinkClick r:id="rId8"/>
          </p:cNvPr>
          <p:cNvSpPr/>
          <p:nvPr/>
        </p:nvSpPr>
        <p:spPr>
          <a:xfrm>
            <a:off x="2382326" y="1640781"/>
            <a:ext cx="1274100" cy="2304600"/>
          </a:xfrm>
          <a:prstGeom prst="rect">
            <a:avLst/>
          </a:prstGeom>
          <a:solidFill>
            <a:srgbClr val="C00000"/>
          </a:solidFill>
          <a:ln>
            <a:noFill/>
          </a:ln>
        </p:spPr>
        <p:txBody>
          <a:bodyPr anchorCtr="0" anchor="t" bIns="121900" lIns="121900" spcFirstLastPara="1" rIns="121900" wrap="square" tIns="121900">
            <a:noAutofit/>
          </a:bodyPr>
          <a:lstStyle/>
          <a:p>
            <a:pPr indent="0" lvl="0" marL="0" rtl="0" algn="l">
              <a:spcBef>
                <a:spcPts val="0"/>
              </a:spcBef>
              <a:spcAft>
                <a:spcPts val="0"/>
              </a:spcAft>
              <a:buClr>
                <a:srgbClr val="000000"/>
              </a:buClr>
              <a:buSzPts val="1100"/>
              <a:buFont typeface="Arial"/>
              <a:buNone/>
            </a:pPr>
            <a:r>
              <a:rPr lang="en">
                <a:solidFill>
                  <a:schemeClr val="lt1"/>
                </a:solidFill>
                <a:uFill>
                  <a:noFill/>
                </a:uFill>
                <a:latin typeface="Red Hat Display Medium"/>
                <a:ea typeface="Red Hat Display Medium"/>
                <a:cs typeface="Red Hat Display Medium"/>
                <a:sym typeface="Red Hat Display Medium"/>
                <a:hlinkClick r:id="rId9">
                  <a:extLst>
                    <a:ext uri="{A12FA001-AC4F-418D-AE19-62706E023703}">
                      <ahyp:hlinkClr val="tx"/>
                    </a:ext>
                  </a:extLst>
                </a:hlinkClick>
              </a:rPr>
              <a:t>Convert to RHEL</a:t>
            </a:r>
            <a:endParaRPr>
              <a:solidFill>
                <a:schemeClr val="lt1"/>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rPr lang="en" sz="900">
                <a:solidFill>
                  <a:srgbClr val="FFFFFF"/>
                </a:solidFill>
                <a:latin typeface="Red Hat Text"/>
                <a:ea typeface="Red Hat Text"/>
                <a:cs typeface="Red Hat Text"/>
                <a:sym typeface="Red Hat Text"/>
              </a:rPr>
              <a:t>Analysing and converting in-place rpm based operating systems to RHEL.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rPr lang="en" sz="900">
                <a:solidFill>
                  <a:srgbClr val="FFFFFF"/>
                </a:solidFill>
                <a:latin typeface="Red Hat Text"/>
                <a:ea typeface="Red Hat Text"/>
                <a:cs typeface="Red Hat Text"/>
                <a:sym typeface="Red Hat Text"/>
              </a:rPr>
              <a:t>This allows in-place upgrade to eliminate technical debt.</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900">
              <a:solidFill>
                <a:srgbClr val="FFFFFF"/>
              </a:solidFill>
            </a:endParaRPr>
          </a:p>
        </p:txBody>
      </p:sp>
      <p:sp>
        <p:nvSpPr>
          <p:cNvPr id="5325" name="Google Shape;5325;p220">
            <a:hlinkClick r:id="rId10"/>
          </p:cNvPr>
          <p:cNvSpPr/>
          <p:nvPr/>
        </p:nvSpPr>
        <p:spPr>
          <a:xfrm>
            <a:off x="3753926" y="1640781"/>
            <a:ext cx="1274100" cy="2304600"/>
          </a:xfrm>
          <a:prstGeom prst="rect">
            <a:avLst/>
          </a:prstGeom>
          <a:solidFill>
            <a:srgbClr val="C00000"/>
          </a:solid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
                <a:solidFill>
                  <a:schemeClr val="lt1"/>
                </a:solidFill>
                <a:uFill>
                  <a:noFill/>
                </a:uFill>
                <a:latin typeface="Red Hat Display Medium"/>
                <a:ea typeface="Red Hat Display Medium"/>
                <a:cs typeface="Red Hat Display Medium"/>
                <a:sym typeface="Red Hat Display Medium"/>
                <a:hlinkClick r:id="rId11">
                  <a:extLst>
                    <a:ext uri="{A12FA001-AC4F-418D-AE19-62706E023703}">
                      <ahyp:hlinkClr val="tx"/>
                    </a:ext>
                  </a:extLst>
                </a:hlinkClick>
              </a:rPr>
              <a:t>Upgrade to RHEL</a:t>
            </a:r>
            <a:r>
              <a:rPr lang="en">
                <a:solidFill>
                  <a:schemeClr val="lt1"/>
                </a:solidFill>
                <a:latin typeface="Red Hat Display Medium"/>
                <a:ea typeface="Red Hat Display Medium"/>
                <a:cs typeface="Red Hat Display Medium"/>
                <a:sym typeface="Red Hat Display Medium"/>
              </a:rPr>
              <a:t>8 or 9</a:t>
            </a:r>
            <a:endParaRPr>
              <a:solidFill>
                <a:schemeClr val="lt1"/>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rPr lang="en" sz="900">
                <a:solidFill>
                  <a:srgbClr val="FFFFFF"/>
                </a:solidFill>
                <a:latin typeface="Red Hat Text"/>
                <a:ea typeface="Red Hat Text"/>
                <a:cs typeface="Red Hat Text"/>
                <a:sym typeface="Red Hat Text"/>
              </a:rPr>
              <a:t>Analysis and in-place upgrading servers running older versions of RHEL to RHEL8 or RHEL9.</a:t>
            </a:r>
            <a:endParaRPr sz="900">
              <a:solidFill>
                <a:schemeClr val="lt1"/>
              </a:solidFill>
              <a:latin typeface="Red Hat Text"/>
              <a:ea typeface="Red Hat Text"/>
              <a:cs typeface="Red Hat Text"/>
              <a:sym typeface="Red Hat Text"/>
            </a:endParaRPr>
          </a:p>
        </p:txBody>
      </p:sp>
      <p:sp>
        <p:nvSpPr>
          <p:cNvPr id="5326" name="Google Shape;5326;p220">
            <a:hlinkClick r:id="rId12"/>
          </p:cNvPr>
          <p:cNvSpPr/>
          <p:nvPr/>
        </p:nvSpPr>
        <p:spPr>
          <a:xfrm>
            <a:off x="6471001" y="1640681"/>
            <a:ext cx="1274100" cy="2304600"/>
          </a:xfrm>
          <a:prstGeom prst="rect">
            <a:avLst/>
          </a:prstGeom>
          <a:solidFill>
            <a:srgbClr val="C00000"/>
          </a:solidFill>
          <a:ln>
            <a:noFill/>
          </a:ln>
        </p:spPr>
        <p:txBody>
          <a:bodyPr anchorCtr="0" anchor="t" bIns="121900" lIns="121900" spcFirstLastPara="1" rIns="121900" wrap="square" tIns="121900">
            <a:noAutofit/>
          </a:bodyPr>
          <a:lstStyle/>
          <a:p>
            <a:pPr indent="0" lvl="0" marL="0" marR="0" rtl="0" algn="l">
              <a:spcBef>
                <a:spcPts val="0"/>
              </a:spcBef>
              <a:spcAft>
                <a:spcPts val="0"/>
              </a:spcAft>
              <a:buNone/>
            </a:pPr>
            <a:r>
              <a:rPr lang="en">
                <a:solidFill>
                  <a:srgbClr val="FFFFFF"/>
                </a:solidFill>
                <a:latin typeface="Red Hat Display Medium"/>
                <a:ea typeface="Red Hat Display Medium"/>
                <a:cs typeface="Red Hat Display Medium"/>
                <a:sym typeface="Red Hat Display Medium"/>
              </a:rPr>
              <a:t>Modernize Application Delivery</a:t>
            </a:r>
            <a:endParaRPr>
              <a:solidFill>
                <a:srgbClr val="FFFFFF"/>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t/>
            </a:r>
            <a:endParaRPr>
              <a:solidFill>
                <a:srgbClr val="FFFFFF"/>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rPr lang="en" sz="900">
                <a:solidFill>
                  <a:srgbClr val="FFFFFF"/>
                </a:solidFill>
                <a:latin typeface="Red Hat Text"/>
                <a:ea typeface="Red Hat Text"/>
                <a:cs typeface="Red Hat Text"/>
                <a:sym typeface="Red Hat Text"/>
              </a:rPr>
              <a:t>Analysis and migration of applications running any operating system to a standard methodology</a:t>
            </a:r>
            <a:endParaRPr sz="1600">
              <a:solidFill>
                <a:srgbClr val="FFFFFF"/>
              </a:solidFill>
            </a:endParaRPr>
          </a:p>
        </p:txBody>
      </p:sp>
      <p:sp>
        <p:nvSpPr>
          <p:cNvPr id="5327" name="Google Shape;5327;p220"/>
          <p:cNvSpPr/>
          <p:nvPr/>
        </p:nvSpPr>
        <p:spPr>
          <a:xfrm>
            <a:off x="8171213" y="1640681"/>
            <a:ext cx="1274100" cy="2304600"/>
          </a:xfrm>
          <a:prstGeom prst="rect">
            <a:avLst/>
          </a:prstGeom>
          <a:solidFill>
            <a:srgbClr val="D9D9D9"/>
          </a:solidFill>
          <a:ln cap="flat" cmpd="sng" w="9525">
            <a:solidFill>
              <a:srgbClr val="FFFFFF"/>
            </a:solidFill>
            <a:prstDash val="dot"/>
            <a:round/>
            <a:headEnd len="sm" w="sm" type="none"/>
            <a:tailEnd len="sm" w="sm" type="none"/>
          </a:ln>
        </p:spPr>
        <p:txBody>
          <a:bodyPr anchorCtr="0" anchor="t" bIns="121900" lIns="121900" spcFirstLastPara="1" rIns="121900" wrap="square" tIns="121900">
            <a:noAutofit/>
          </a:bodyPr>
          <a:lstStyle/>
          <a:p>
            <a:pPr indent="0" lvl="0" marL="0" marR="0" rtl="0" algn="l">
              <a:spcBef>
                <a:spcPts val="0"/>
              </a:spcBef>
              <a:spcAft>
                <a:spcPts val="0"/>
              </a:spcAft>
              <a:buNone/>
            </a:pPr>
            <a:r>
              <a:t/>
            </a:r>
            <a:endParaRPr sz="1600">
              <a:solidFill>
                <a:srgbClr val="FFFFFF"/>
              </a:solidFill>
            </a:endParaRPr>
          </a:p>
        </p:txBody>
      </p:sp>
      <p:sp>
        <p:nvSpPr>
          <p:cNvPr id="5328" name="Google Shape;5328;p220"/>
          <p:cNvSpPr/>
          <p:nvPr/>
        </p:nvSpPr>
        <p:spPr>
          <a:xfrm>
            <a:off x="8052151" y="1640681"/>
            <a:ext cx="1274100" cy="2304600"/>
          </a:xfrm>
          <a:prstGeom prst="rect">
            <a:avLst/>
          </a:prstGeom>
          <a:solidFill>
            <a:srgbClr val="D9D9D9"/>
          </a:solidFill>
          <a:ln cap="flat" cmpd="sng" w="9525">
            <a:solidFill>
              <a:srgbClr val="FFFFFF"/>
            </a:solidFill>
            <a:prstDash val="dot"/>
            <a:round/>
            <a:headEnd len="sm" w="sm" type="none"/>
            <a:tailEnd len="sm" w="sm" type="none"/>
          </a:ln>
        </p:spPr>
        <p:txBody>
          <a:bodyPr anchorCtr="0" anchor="t" bIns="121900" lIns="121900" spcFirstLastPara="1" rIns="121900" wrap="square" tIns="121900">
            <a:noAutofit/>
          </a:bodyPr>
          <a:lstStyle/>
          <a:p>
            <a:pPr indent="0" lvl="0" marL="0" marR="0" rtl="0" algn="l">
              <a:spcBef>
                <a:spcPts val="0"/>
              </a:spcBef>
              <a:spcAft>
                <a:spcPts val="0"/>
              </a:spcAft>
              <a:buNone/>
            </a:pPr>
            <a:r>
              <a:t/>
            </a:r>
            <a:endParaRPr sz="1600">
              <a:solidFill>
                <a:srgbClr val="FFFFFF"/>
              </a:solidFill>
            </a:endParaRPr>
          </a:p>
        </p:txBody>
      </p:sp>
      <p:sp>
        <p:nvSpPr>
          <p:cNvPr id="5329" name="Google Shape;5329;p220"/>
          <p:cNvSpPr/>
          <p:nvPr/>
        </p:nvSpPr>
        <p:spPr>
          <a:xfrm>
            <a:off x="7942613" y="1640681"/>
            <a:ext cx="1274100" cy="2304600"/>
          </a:xfrm>
          <a:prstGeom prst="rect">
            <a:avLst/>
          </a:prstGeom>
          <a:solidFill>
            <a:srgbClr val="D9D9D9"/>
          </a:solidFill>
          <a:ln cap="flat" cmpd="sng" w="9525">
            <a:solidFill>
              <a:srgbClr val="FFFFFF"/>
            </a:solidFill>
            <a:prstDash val="dot"/>
            <a:round/>
            <a:headEnd len="sm" w="sm" type="none"/>
            <a:tailEnd len="sm" w="sm" type="none"/>
          </a:ln>
        </p:spPr>
        <p:txBody>
          <a:bodyPr anchorCtr="0" anchor="t" bIns="121900" lIns="121900" spcFirstLastPara="1" rIns="121900" wrap="square" tIns="121900">
            <a:noAutofit/>
          </a:bodyPr>
          <a:lstStyle/>
          <a:p>
            <a:pPr indent="0" lvl="0" marL="0" marR="0" rtl="0" algn="l">
              <a:spcBef>
                <a:spcPts val="0"/>
              </a:spcBef>
              <a:spcAft>
                <a:spcPts val="0"/>
              </a:spcAft>
              <a:buNone/>
            </a:pPr>
            <a:r>
              <a:t/>
            </a:r>
            <a:endParaRPr sz="1600">
              <a:solidFill>
                <a:srgbClr val="FFFFFF"/>
              </a:solidFill>
            </a:endParaRPr>
          </a:p>
        </p:txBody>
      </p:sp>
      <p:sp>
        <p:nvSpPr>
          <p:cNvPr id="5330" name="Google Shape;5330;p220">
            <a:hlinkClick r:id="rId13"/>
          </p:cNvPr>
          <p:cNvSpPr/>
          <p:nvPr/>
        </p:nvSpPr>
        <p:spPr>
          <a:xfrm>
            <a:off x="7842601" y="1640681"/>
            <a:ext cx="1274100" cy="2304600"/>
          </a:xfrm>
          <a:prstGeom prst="rect">
            <a:avLst/>
          </a:prstGeom>
          <a:solidFill>
            <a:srgbClr val="999999"/>
          </a:solidFill>
          <a:ln>
            <a:noFill/>
          </a:ln>
        </p:spPr>
        <p:txBody>
          <a:bodyPr anchorCtr="0" anchor="t" bIns="121900" lIns="121900" spcFirstLastPara="1" rIns="121900" wrap="square" tIns="121900">
            <a:noAutofit/>
          </a:bodyPr>
          <a:lstStyle/>
          <a:p>
            <a:pPr indent="0" lvl="0" marL="0" marR="0" rtl="0" algn="l">
              <a:spcBef>
                <a:spcPts val="0"/>
              </a:spcBef>
              <a:spcAft>
                <a:spcPts val="0"/>
              </a:spcAft>
              <a:buNone/>
            </a:pPr>
            <a:r>
              <a:rPr lang="en">
                <a:solidFill>
                  <a:srgbClr val="FFFFFF"/>
                </a:solidFill>
                <a:latin typeface="Red Hat Display Medium"/>
                <a:ea typeface="Red Hat Display Medium"/>
                <a:cs typeface="Red Hat Display Medium"/>
                <a:sym typeface="Red Hat Display Medium"/>
              </a:rPr>
              <a:t>Deliver All Standard Workloads through Automation</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1600">
              <a:solidFill>
                <a:srgbClr val="FFFFFF"/>
              </a:solidFill>
            </a:endParaRPr>
          </a:p>
        </p:txBody>
      </p:sp>
      <p:sp>
        <p:nvSpPr>
          <p:cNvPr id="5331" name="Google Shape;5331;p220">
            <a:hlinkClick r:id="rId14"/>
          </p:cNvPr>
          <p:cNvSpPr/>
          <p:nvPr/>
        </p:nvSpPr>
        <p:spPr>
          <a:xfrm>
            <a:off x="5112463" y="1649725"/>
            <a:ext cx="1274100" cy="2304600"/>
          </a:xfrm>
          <a:prstGeom prst="rect">
            <a:avLst/>
          </a:prstGeom>
          <a:solidFill>
            <a:srgbClr val="C00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Medium"/>
                <a:ea typeface="Red Hat Display Medium"/>
                <a:cs typeface="Red Hat Display Medium"/>
                <a:sym typeface="Red Hat Display Medium"/>
              </a:rPr>
              <a:t>Modernize</a:t>
            </a:r>
            <a:br>
              <a:rPr lang="en">
                <a:solidFill>
                  <a:schemeClr val="lt1"/>
                </a:solidFill>
                <a:latin typeface="Red Hat Display Medium"/>
                <a:ea typeface="Red Hat Display Medium"/>
                <a:cs typeface="Red Hat Display Medium"/>
                <a:sym typeface="Red Hat Display Medium"/>
              </a:rPr>
            </a:br>
            <a:r>
              <a:rPr lang="en">
                <a:solidFill>
                  <a:schemeClr val="lt1"/>
                </a:solidFill>
                <a:latin typeface="Red Hat Display Medium"/>
                <a:ea typeface="Red Hat Display Medium"/>
                <a:cs typeface="Red Hat Display Medium"/>
                <a:sym typeface="Red Hat Display Medium"/>
              </a:rPr>
              <a:t>Virtualization</a:t>
            </a:r>
            <a:endParaRPr>
              <a:solidFill>
                <a:schemeClr val="lt1"/>
              </a:solidFill>
              <a:latin typeface="Red Hat Display Medium"/>
              <a:ea typeface="Red Hat Display Medium"/>
              <a:cs typeface="Red Hat Display Medium"/>
              <a:sym typeface="Red Hat Display Medium"/>
            </a:endParaRPr>
          </a:p>
          <a:p>
            <a:pPr indent="0" lvl="0" marL="0" rtl="0" algn="l">
              <a:spcBef>
                <a:spcPts val="0"/>
              </a:spcBef>
              <a:spcAft>
                <a:spcPts val="0"/>
              </a:spcAft>
              <a:buNone/>
            </a:pPr>
            <a:r>
              <a:t/>
            </a:r>
            <a:endParaRPr sz="9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900">
                <a:solidFill>
                  <a:schemeClr val="lt1"/>
                </a:solidFill>
                <a:latin typeface="Red Hat Display"/>
                <a:ea typeface="Red Hat Display"/>
                <a:cs typeface="Red Hat Display"/>
                <a:sym typeface="Red Hat Display"/>
              </a:rPr>
              <a:t>Deploy New Virtualization Platforms and migrate workloads onto it. </a:t>
            </a:r>
            <a:endParaRPr sz="9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sz="900">
              <a:solidFill>
                <a:schemeClr val="lt1"/>
              </a:solidFill>
              <a:latin typeface="Red Hat Display"/>
              <a:ea typeface="Red Hat Display"/>
              <a:cs typeface="Red Hat Display"/>
              <a:sym typeface="Red Hat Display"/>
            </a:endParaRPr>
          </a:p>
        </p:txBody>
      </p:sp>
      <p:sp>
        <p:nvSpPr>
          <p:cNvPr id="5332" name="Google Shape;5332;p22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1"/>
                </a:solidFill>
              </a:rPr>
              <a:t>Red Hat Infrastructure Standard Adoption Model</a:t>
            </a:r>
            <a:endParaRPr/>
          </a:p>
        </p:txBody>
      </p:sp>
      <p:sp>
        <p:nvSpPr>
          <p:cNvPr id="5333" name="Google Shape;5333;p22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7" name="Shape 5337"/>
        <p:cNvGrpSpPr/>
        <p:nvPr/>
      </p:nvGrpSpPr>
      <p:grpSpPr>
        <a:xfrm>
          <a:off x="0" y="0"/>
          <a:ext cx="0" cy="0"/>
          <a:chOff x="0" y="0"/>
          <a:chExt cx="0" cy="0"/>
        </a:xfrm>
      </p:grpSpPr>
      <p:sp>
        <p:nvSpPr>
          <p:cNvPr id="5338" name="Google Shape;5338;p221"/>
          <p:cNvSpPr/>
          <p:nvPr/>
        </p:nvSpPr>
        <p:spPr>
          <a:xfrm>
            <a:off x="817800" y="1404375"/>
            <a:ext cx="9914400" cy="4802400"/>
          </a:xfrm>
          <a:prstGeom prst="rect">
            <a:avLst/>
          </a:prstGeom>
          <a:solidFill>
            <a:srgbClr val="F3F3F3"/>
          </a:solidFill>
          <a:ln>
            <a:noFill/>
          </a:ln>
        </p:spPr>
        <p:txBody>
          <a:bodyPr anchorCtr="0" anchor="b" bIns="121900" lIns="91425" spcFirstLastPara="1" rIns="121900" wrap="square" tIns="121900">
            <a:noAutofit/>
          </a:bodyPr>
          <a:lstStyle/>
          <a:p>
            <a:pPr indent="0" lvl="0" marL="114300" rtl="0" algn="l">
              <a:spcBef>
                <a:spcPts val="0"/>
              </a:spcBef>
              <a:spcAft>
                <a:spcPts val="0"/>
              </a:spcAft>
              <a:buNone/>
            </a:pPr>
            <a:r>
              <a:rPr b="1" lang="en" sz="1600">
                <a:solidFill>
                  <a:srgbClr val="666666"/>
                </a:solidFill>
                <a:latin typeface="Red Hat Display"/>
                <a:ea typeface="Red Hat Display"/>
                <a:cs typeface="Red Hat Display"/>
                <a:sym typeface="Red Hat Display"/>
              </a:rPr>
              <a:t>Red Hat Infrastructure Standard Adoption Model</a:t>
            </a:r>
            <a:endParaRPr b="1" sz="1600">
              <a:solidFill>
                <a:srgbClr val="666666"/>
              </a:solidFill>
              <a:latin typeface="Red Hat Display"/>
              <a:ea typeface="Red Hat Display"/>
              <a:cs typeface="Red Hat Display"/>
              <a:sym typeface="Red Hat Display"/>
            </a:endParaRPr>
          </a:p>
          <a:p>
            <a:pPr indent="0" lvl="0" marL="114300" rtl="0" algn="l">
              <a:spcBef>
                <a:spcPts val="0"/>
              </a:spcBef>
              <a:spcAft>
                <a:spcPts val="0"/>
              </a:spcAft>
              <a:buNone/>
            </a:pPr>
            <a:r>
              <a:rPr lang="en" sz="1200">
                <a:solidFill>
                  <a:srgbClr val="666666"/>
                </a:solidFill>
                <a:latin typeface="Red Hat Display"/>
                <a:ea typeface="Red Hat Display"/>
                <a:cs typeface="Red Hat Display"/>
                <a:sym typeface="Red Hat Display"/>
              </a:rPr>
              <a:t>A modular framework to support customer infrastructure modernisation - click on components for more information</a:t>
            </a:r>
            <a:endParaRPr sz="1200">
              <a:solidFill>
                <a:srgbClr val="666666"/>
              </a:solidFill>
            </a:endParaRPr>
          </a:p>
        </p:txBody>
      </p:sp>
      <p:sp>
        <p:nvSpPr>
          <p:cNvPr id="5339" name="Google Shape;5339;p221"/>
          <p:cNvSpPr/>
          <p:nvPr/>
        </p:nvSpPr>
        <p:spPr>
          <a:xfrm>
            <a:off x="924825" y="1543350"/>
            <a:ext cx="9659100" cy="2499600"/>
          </a:xfrm>
          <a:prstGeom prst="rect">
            <a:avLst/>
          </a:prstGeom>
          <a:solidFill>
            <a:srgbClr val="D9D9D9"/>
          </a:solidFill>
          <a:ln>
            <a:noFill/>
          </a:ln>
        </p:spPr>
        <p:txBody>
          <a:bodyPr anchorCtr="0" anchor="b" bIns="121900" lIns="121900" spcFirstLastPara="1" rIns="121900" wrap="square" tIns="121900">
            <a:noAutofit/>
          </a:bodyPr>
          <a:lstStyle/>
          <a:p>
            <a:pPr indent="0" lvl="0" marL="0" rtl="0" algn="l">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rtl="0" algn="l">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rtl="0" algn="l">
              <a:spcBef>
                <a:spcPts val="0"/>
              </a:spcBef>
              <a:spcAft>
                <a:spcPts val="0"/>
              </a:spcAft>
              <a:buNone/>
            </a:pPr>
            <a:r>
              <a:t/>
            </a:r>
            <a:endParaRPr b="1" sz="1600">
              <a:solidFill>
                <a:srgbClr val="FF0000"/>
              </a:solidFill>
              <a:latin typeface="Red Hat Display"/>
              <a:ea typeface="Red Hat Display"/>
              <a:cs typeface="Red Hat Display"/>
              <a:sym typeface="Red Hat Display"/>
            </a:endParaRPr>
          </a:p>
        </p:txBody>
      </p:sp>
      <p:sp>
        <p:nvSpPr>
          <p:cNvPr id="5340" name="Google Shape;5340;p221">
            <a:hlinkClick r:id="rId3"/>
          </p:cNvPr>
          <p:cNvSpPr/>
          <p:nvPr/>
        </p:nvSpPr>
        <p:spPr>
          <a:xfrm>
            <a:off x="1010726" y="1640781"/>
            <a:ext cx="1274100" cy="2304600"/>
          </a:xfrm>
          <a:prstGeom prst="rect">
            <a:avLst/>
          </a:prstGeom>
          <a:solidFill>
            <a:srgbClr val="C00000"/>
          </a:solidFill>
          <a:ln>
            <a:noFill/>
          </a:ln>
        </p:spPr>
        <p:txBody>
          <a:bodyPr anchorCtr="0" anchor="t" bIns="121900" lIns="121900" spcFirstLastPara="1" rIns="121900" wrap="square" tIns="121900">
            <a:noAutofit/>
          </a:bodyPr>
          <a:lstStyle/>
          <a:p>
            <a:pPr indent="0" lvl="0" marL="0" rtl="0" algn="l">
              <a:spcBef>
                <a:spcPts val="0"/>
              </a:spcBef>
              <a:spcAft>
                <a:spcPts val="0"/>
              </a:spcAft>
              <a:buClr>
                <a:srgbClr val="000000"/>
              </a:buClr>
              <a:buSzPts val="1100"/>
              <a:buFont typeface="Arial"/>
              <a:buNone/>
            </a:pPr>
            <a:r>
              <a:rPr lang="en">
                <a:solidFill>
                  <a:schemeClr val="lt1"/>
                </a:solidFill>
                <a:uFill>
                  <a:noFill/>
                </a:uFill>
                <a:latin typeface="Red Hat Display Medium"/>
                <a:ea typeface="Red Hat Display Medium"/>
                <a:cs typeface="Red Hat Display Medium"/>
                <a:sym typeface="Red Hat Display Medium"/>
                <a:hlinkClick r:id="rId4">
                  <a:extLst>
                    <a:ext uri="{A12FA001-AC4F-418D-AE19-62706E023703}">
                      <ahyp:hlinkClr val="tx"/>
                    </a:ext>
                  </a:extLst>
                </a:hlinkClick>
              </a:rPr>
              <a:t>Migrate to RHEL</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Clr>
                <a:schemeClr val="dk1"/>
              </a:buClr>
              <a:buSzPts val="1100"/>
              <a:buFont typeface="Arial"/>
              <a:buNone/>
            </a:pPr>
            <a:r>
              <a:rPr lang="en" sz="900">
                <a:solidFill>
                  <a:srgbClr val="FFFFFF"/>
                </a:solidFill>
                <a:latin typeface="Red Hat Text"/>
                <a:ea typeface="Red Hat Text"/>
                <a:cs typeface="Red Hat Text"/>
                <a:sym typeface="Red Hat Text"/>
              </a:rPr>
              <a:t>Analysing workloads on non-RHEL platforms (inc. legacy UNIX, Windows, +Linux), creating a migration strategy, replatforming candidate workloads on RHEL using a migration factory approach.</a:t>
            </a:r>
            <a:endParaRPr sz="900">
              <a:solidFill>
                <a:srgbClr val="FFFFFF"/>
              </a:solidFill>
            </a:endParaRPr>
          </a:p>
        </p:txBody>
      </p:sp>
      <p:sp>
        <p:nvSpPr>
          <p:cNvPr id="5341" name="Google Shape;5341;p221"/>
          <p:cNvSpPr txBox="1"/>
          <p:nvPr/>
        </p:nvSpPr>
        <p:spPr>
          <a:xfrm>
            <a:off x="860400" y="595033"/>
            <a:ext cx="9752100" cy="726900"/>
          </a:xfrm>
          <a:prstGeom prst="rect">
            <a:avLst/>
          </a:prstGeom>
          <a:noFill/>
          <a:ln>
            <a:noFill/>
          </a:ln>
        </p:spPr>
        <p:txBody>
          <a:bodyPr anchorCtr="0" anchor="t" bIns="121900" lIns="121900" spcFirstLastPara="1" rIns="121900" wrap="square" tIns="121900">
            <a:noAutofit/>
          </a:bodyPr>
          <a:lstStyle/>
          <a:p>
            <a:pPr indent="0" lvl="0" marL="0" rtl="0" algn="ctr">
              <a:spcBef>
                <a:spcPts val="0"/>
              </a:spcBef>
              <a:spcAft>
                <a:spcPts val="0"/>
              </a:spcAft>
              <a:buNone/>
            </a:pPr>
            <a:r>
              <a:rPr lang="en" sz="2700">
                <a:latin typeface="Red Hat Display Medium"/>
                <a:ea typeface="Red Hat Display Medium"/>
                <a:cs typeface="Red Hat Display Medium"/>
                <a:sym typeface="Red Hat Display Medium"/>
              </a:rPr>
              <a:t>Red Hat Infrastructure Standard aligned Services</a:t>
            </a:r>
            <a:endParaRPr sz="2700">
              <a:latin typeface="Red Hat Display Medium"/>
              <a:ea typeface="Red Hat Display Medium"/>
              <a:cs typeface="Red Hat Display Medium"/>
              <a:sym typeface="Red Hat Display Medium"/>
            </a:endParaRPr>
          </a:p>
        </p:txBody>
      </p:sp>
      <p:sp>
        <p:nvSpPr>
          <p:cNvPr id="5342" name="Google Shape;5342;p221"/>
          <p:cNvSpPr/>
          <p:nvPr/>
        </p:nvSpPr>
        <p:spPr>
          <a:xfrm>
            <a:off x="924925" y="4125875"/>
            <a:ext cx="9659100" cy="1450800"/>
          </a:xfrm>
          <a:prstGeom prst="rect">
            <a:avLst/>
          </a:prstGeom>
          <a:solidFill>
            <a:srgbClr val="D9D9D9"/>
          </a:solidFill>
          <a:ln>
            <a:noFill/>
          </a:ln>
        </p:spPr>
        <p:txBody>
          <a:bodyPr anchorCtr="0" anchor="b" bIns="121900" lIns="121900" spcFirstLastPara="1" rIns="121900" wrap="square" tIns="121900">
            <a:noAutofit/>
          </a:bodyPr>
          <a:lstStyle/>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None/>
            </a:pPr>
            <a:r>
              <a:t/>
            </a:r>
            <a:endParaRPr b="1" sz="1600">
              <a:solidFill>
                <a:srgbClr val="FF0000"/>
              </a:solidFill>
              <a:latin typeface="Red Hat Display"/>
              <a:ea typeface="Red Hat Display"/>
              <a:cs typeface="Red Hat Display"/>
              <a:sym typeface="Red Hat Display"/>
            </a:endParaRPr>
          </a:p>
        </p:txBody>
      </p:sp>
      <p:sp>
        <p:nvSpPr>
          <p:cNvPr id="5343" name="Google Shape;5343;p221">
            <a:hlinkClick r:id="rId5"/>
          </p:cNvPr>
          <p:cNvSpPr/>
          <p:nvPr/>
        </p:nvSpPr>
        <p:spPr>
          <a:xfrm>
            <a:off x="1010725" y="4907616"/>
            <a:ext cx="8576700" cy="569100"/>
          </a:xfrm>
          <a:prstGeom prst="rect">
            <a:avLst/>
          </a:prstGeom>
          <a:solidFill>
            <a:srgbClr val="C0000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
                <a:solidFill>
                  <a:schemeClr val="lt1"/>
                </a:solidFill>
                <a:uFill>
                  <a:noFill/>
                </a:uFill>
                <a:latin typeface="Red Hat Display Medium"/>
                <a:ea typeface="Red Hat Display Medium"/>
                <a:cs typeface="Red Hat Display Medium"/>
                <a:sym typeface="Red Hat Display Medium"/>
                <a:hlinkClick r:id="rId6">
                  <a:extLst>
                    <a:ext uri="{A12FA001-AC4F-418D-AE19-62706E023703}">
                      <ahyp:hlinkClr val="tx"/>
                    </a:ext>
                  </a:extLst>
                </a:hlinkClick>
              </a:rPr>
              <a:t>Navigate to the Red Hat Infrastructure</a:t>
            </a:r>
            <a:r>
              <a:rPr lang="en">
                <a:solidFill>
                  <a:schemeClr val="lt1"/>
                </a:solidFill>
                <a:latin typeface="Red Hat Display Medium"/>
                <a:ea typeface="Red Hat Display Medium"/>
                <a:cs typeface="Red Hat Display Medium"/>
                <a:sym typeface="Red Hat Display Medium"/>
              </a:rPr>
              <a:t> Standard</a:t>
            </a:r>
            <a:endParaRPr>
              <a:solidFill>
                <a:schemeClr val="lt1"/>
              </a:solidFill>
              <a:latin typeface="Red Hat Display Medium"/>
              <a:ea typeface="Red Hat Display Medium"/>
              <a:cs typeface="Red Hat Display Medium"/>
              <a:sym typeface="Red Hat Display Medium"/>
            </a:endParaRPr>
          </a:p>
          <a:p>
            <a:pPr indent="0" lvl="0" marL="0" rtl="0" algn="l">
              <a:spcBef>
                <a:spcPts val="0"/>
              </a:spcBef>
              <a:spcAft>
                <a:spcPts val="0"/>
              </a:spcAft>
              <a:buNone/>
            </a:pPr>
            <a:r>
              <a:rPr lang="en" sz="900">
                <a:solidFill>
                  <a:schemeClr val="lt1"/>
                </a:solidFill>
                <a:latin typeface="Red Hat Display"/>
                <a:ea typeface="Red Hat Display"/>
                <a:cs typeface="Red Hat Display"/>
                <a:sym typeface="Red Hat Display"/>
              </a:rPr>
              <a:t>Engage with Red Hat to fully determine requirements, operational readiness.</a:t>
            </a:r>
            <a:endParaRPr sz="900">
              <a:solidFill>
                <a:srgbClr val="FFFFFF"/>
              </a:solidFill>
            </a:endParaRPr>
          </a:p>
        </p:txBody>
      </p:sp>
      <p:sp>
        <p:nvSpPr>
          <p:cNvPr id="5344" name="Google Shape;5344;p221">
            <a:hlinkClick r:id="rId7"/>
          </p:cNvPr>
          <p:cNvSpPr/>
          <p:nvPr/>
        </p:nvSpPr>
        <p:spPr>
          <a:xfrm>
            <a:off x="1010725" y="4233675"/>
            <a:ext cx="8576700" cy="569100"/>
          </a:xfrm>
          <a:prstGeom prst="rect">
            <a:avLst/>
          </a:prstGeom>
          <a:solidFill>
            <a:srgbClr val="C0000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
                <a:solidFill>
                  <a:schemeClr val="lt1"/>
                </a:solidFill>
                <a:latin typeface="Red Hat Display Medium"/>
                <a:ea typeface="Red Hat Display Medium"/>
                <a:cs typeface="Red Hat Display Medium"/>
                <a:sym typeface="Red Hat Display Medium"/>
              </a:rPr>
              <a:t>Implement the Red Hat Infrastructure Standard*</a:t>
            </a:r>
            <a:endParaRPr>
              <a:solidFill>
                <a:schemeClr val="lt1"/>
              </a:solidFill>
              <a:latin typeface="Red Hat Display Medium"/>
              <a:ea typeface="Red Hat Display Medium"/>
              <a:cs typeface="Red Hat Display Medium"/>
              <a:sym typeface="Red Hat Display Medium"/>
            </a:endParaRPr>
          </a:p>
          <a:p>
            <a:pPr indent="0" lvl="0" marL="0" rtl="0" algn="l">
              <a:spcBef>
                <a:spcPts val="0"/>
              </a:spcBef>
              <a:spcAft>
                <a:spcPts val="0"/>
              </a:spcAft>
              <a:buNone/>
            </a:pPr>
            <a:r>
              <a:rPr lang="en" sz="900">
                <a:solidFill>
                  <a:schemeClr val="lt1"/>
                </a:solidFill>
                <a:latin typeface="Red Hat Display"/>
                <a:ea typeface="Red Hat Display"/>
                <a:cs typeface="Red Hat Display"/>
                <a:sym typeface="Red Hat Display"/>
              </a:rPr>
              <a:t>Required :building a secure, stable, manageable, automated RHEL platform to scale workloads on</a:t>
            </a:r>
            <a:endParaRPr sz="900">
              <a:solidFill>
                <a:srgbClr val="FFFFFF"/>
              </a:solidFill>
            </a:endParaRPr>
          </a:p>
        </p:txBody>
      </p:sp>
      <p:sp>
        <p:nvSpPr>
          <p:cNvPr id="5345" name="Google Shape;5345;p221"/>
          <p:cNvSpPr txBox="1"/>
          <p:nvPr/>
        </p:nvSpPr>
        <p:spPr>
          <a:xfrm>
            <a:off x="817800" y="6201425"/>
            <a:ext cx="8997300" cy="3747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rPr lang="en" sz="1000">
                <a:solidFill>
                  <a:schemeClr val="dk1"/>
                </a:solidFill>
                <a:latin typeface="Red Hat Text"/>
                <a:ea typeface="Red Hat Text"/>
                <a:cs typeface="Red Hat Text"/>
                <a:sym typeface="Red Hat Text"/>
              </a:rPr>
              <a:t>* This component is mandatory unless the customer already has a RHEL Standard Operating Environment in place.</a:t>
            </a:r>
            <a:endParaRPr/>
          </a:p>
        </p:txBody>
      </p:sp>
      <p:sp>
        <p:nvSpPr>
          <p:cNvPr id="5346" name="Google Shape;5346;p221"/>
          <p:cNvSpPr txBox="1"/>
          <p:nvPr/>
        </p:nvSpPr>
        <p:spPr>
          <a:xfrm rot="-5400000">
            <a:off x="9747750" y="4615925"/>
            <a:ext cx="1354800" cy="3747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lang="en" sz="1200">
                <a:solidFill>
                  <a:schemeClr val="dk1"/>
                </a:solidFill>
                <a:latin typeface="Red Hat Text"/>
                <a:ea typeface="Red Hat Text"/>
                <a:cs typeface="Red Hat Text"/>
                <a:sym typeface="Red Hat Text"/>
              </a:rPr>
              <a:t>Foundational</a:t>
            </a:r>
            <a:endParaRPr sz="1200"/>
          </a:p>
        </p:txBody>
      </p:sp>
      <p:sp>
        <p:nvSpPr>
          <p:cNvPr id="5347" name="Google Shape;5347;p221"/>
          <p:cNvSpPr txBox="1"/>
          <p:nvPr/>
        </p:nvSpPr>
        <p:spPr>
          <a:xfrm rot="-5400000">
            <a:off x="8881200" y="2605730"/>
            <a:ext cx="2783100" cy="3747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lang="en" sz="1200">
                <a:solidFill>
                  <a:schemeClr val="dk1"/>
                </a:solidFill>
                <a:latin typeface="Red Hat Text"/>
                <a:ea typeface="Red Hat Text"/>
                <a:cs typeface="Red Hat Text"/>
                <a:sym typeface="Red Hat Text"/>
              </a:rPr>
              <a:t>Plugable Solutions</a:t>
            </a:r>
            <a:endParaRPr sz="1200">
              <a:solidFill>
                <a:schemeClr val="dk1"/>
              </a:solidFill>
              <a:latin typeface="Red Hat Text"/>
              <a:ea typeface="Red Hat Text"/>
              <a:cs typeface="Red Hat Text"/>
              <a:sym typeface="Red Hat Text"/>
            </a:endParaRPr>
          </a:p>
          <a:p>
            <a:pPr indent="0" lvl="0" marL="0" marR="0" rtl="0" algn="ctr">
              <a:spcBef>
                <a:spcPts val="0"/>
              </a:spcBef>
              <a:spcAft>
                <a:spcPts val="0"/>
              </a:spcAft>
              <a:buNone/>
            </a:pPr>
            <a:r>
              <a:rPr lang="en" sz="1200">
                <a:solidFill>
                  <a:schemeClr val="dk1"/>
                </a:solidFill>
                <a:latin typeface="Red Hat Text"/>
                <a:ea typeface="Red Hat Text"/>
                <a:cs typeface="Red Hat Text"/>
                <a:sym typeface="Red Hat Text"/>
              </a:rPr>
              <a:t>at least one + Contribute</a:t>
            </a:r>
            <a:endParaRPr sz="1200">
              <a:solidFill>
                <a:schemeClr val="dk1"/>
              </a:solidFill>
              <a:latin typeface="Red Hat Text"/>
              <a:ea typeface="Red Hat Text"/>
              <a:cs typeface="Red Hat Text"/>
              <a:sym typeface="Red Hat Text"/>
            </a:endParaRPr>
          </a:p>
        </p:txBody>
      </p:sp>
      <p:sp>
        <p:nvSpPr>
          <p:cNvPr id="5348" name="Google Shape;5348;p221">
            <a:hlinkClick r:id="rId8"/>
          </p:cNvPr>
          <p:cNvSpPr/>
          <p:nvPr/>
        </p:nvSpPr>
        <p:spPr>
          <a:xfrm>
            <a:off x="2382326" y="1640781"/>
            <a:ext cx="1274100" cy="2304600"/>
          </a:xfrm>
          <a:prstGeom prst="rect">
            <a:avLst/>
          </a:prstGeom>
          <a:solidFill>
            <a:srgbClr val="C00000"/>
          </a:solidFill>
          <a:ln>
            <a:noFill/>
          </a:ln>
        </p:spPr>
        <p:txBody>
          <a:bodyPr anchorCtr="0" anchor="t" bIns="121900" lIns="121900" spcFirstLastPara="1" rIns="121900" wrap="square" tIns="121900">
            <a:noAutofit/>
          </a:bodyPr>
          <a:lstStyle/>
          <a:p>
            <a:pPr indent="0" lvl="0" marL="0" rtl="0" algn="l">
              <a:spcBef>
                <a:spcPts val="0"/>
              </a:spcBef>
              <a:spcAft>
                <a:spcPts val="0"/>
              </a:spcAft>
              <a:buClr>
                <a:srgbClr val="000000"/>
              </a:buClr>
              <a:buSzPts val="1100"/>
              <a:buFont typeface="Arial"/>
              <a:buNone/>
            </a:pPr>
            <a:r>
              <a:rPr lang="en">
                <a:solidFill>
                  <a:schemeClr val="lt1"/>
                </a:solidFill>
                <a:uFill>
                  <a:noFill/>
                </a:uFill>
                <a:latin typeface="Red Hat Display Medium"/>
                <a:ea typeface="Red Hat Display Medium"/>
                <a:cs typeface="Red Hat Display Medium"/>
                <a:sym typeface="Red Hat Display Medium"/>
                <a:hlinkClick r:id="rId9">
                  <a:extLst>
                    <a:ext uri="{A12FA001-AC4F-418D-AE19-62706E023703}">
                      <ahyp:hlinkClr val="tx"/>
                    </a:ext>
                  </a:extLst>
                </a:hlinkClick>
              </a:rPr>
              <a:t>Convert to RHEL</a:t>
            </a:r>
            <a:endParaRPr>
              <a:solidFill>
                <a:schemeClr val="lt1"/>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rPr lang="en" sz="900">
                <a:solidFill>
                  <a:srgbClr val="FFFFFF"/>
                </a:solidFill>
                <a:latin typeface="Red Hat Text"/>
                <a:ea typeface="Red Hat Text"/>
                <a:cs typeface="Red Hat Text"/>
                <a:sym typeface="Red Hat Text"/>
              </a:rPr>
              <a:t>Analysing and converting in-place rpm based operating systems to RHEL.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rPr lang="en" sz="900">
                <a:solidFill>
                  <a:srgbClr val="FFFFFF"/>
                </a:solidFill>
                <a:latin typeface="Red Hat Text"/>
                <a:ea typeface="Red Hat Text"/>
                <a:cs typeface="Red Hat Text"/>
                <a:sym typeface="Red Hat Text"/>
              </a:rPr>
              <a:t>This allows in-place upgrade to eliminate technical debt.</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900">
              <a:solidFill>
                <a:srgbClr val="FFFFFF"/>
              </a:solidFill>
            </a:endParaRPr>
          </a:p>
        </p:txBody>
      </p:sp>
      <p:sp>
        <p:nvSpPr>
          <p:cNvPr id="5349" name="Google Shape;5349;p221">
            <a:hlinkClick r:id="rId10"/>
          </p:cNvPr>
          <p:cNvSpPr/>
          <p:nvPr/>
        </p:nvSpPr>
        <p:spPr>
          <a:xfrm>
            <a:off x="3753926" y="1640781"/>
            <a:ext cx="1274100" cy="2304600"/>
          </a:xfrm>
          <a:prstGeom prst="rect">
            <a:avLst/>
          </a:prstGeom>
          <a:solidFill>
            <a:srgbClr val="C00000"/>
          </a:solid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
                <a:solidFill>
                  <a:schemeClr val="lt1"/>
                </a:solidFill>
                <a:uFill>
                  <a:noFill/>
                </a:uFill>
                <a:latin typeface="Red Hat Display Medium"/>
                <a:ea typeface="Red Hat Display Medium"/>
                <a:cs typeface="Red Hat Display Medium"/>
                <a:sym typeface="Red Hat Display Medium"/>
                <a:hlinkClick r:id="rId11">
                  <a:extLst>
                    <a:ext uri="{A12FA001-AC4F-418D-AE19-62706E023703}">
                      <ahyp:hlinkClr val="tx"/>
                    </a:ext>
                  </a:extLst>
                </a:hlinkClick>
              </a:rPr>
              <a:t>Upgrade to RHEL</a:t>
            </a:r>
            <a:r>
              <a:rPr lang="en">
                <a:solidFill>
                  <a:schemeClr val="lt1"/>
                </a:solidFill>
                <a:latin typeface="Red Hat Display Medium"/>
                <a:ea typeface="Red Hat Display Medium"/>
                <a:cs typeface="Red Hat Display Medium"/>
                <a:sym typeface="Red Hat Display Medium"/>
              </a:rPr>
              <a:t>8 or 9</a:t>
            </a:r>
            <a:endParaRPr>
              <a:solidFill>
                <a:schemeClr val="lt1"/>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rPr lang="en" sz="900">
                <a:solidFill>
                  <a:srgbClr val="FFFFFF"/>
                </a:solidFill>
                <a:latin typeface="Red Hat Text"/>
                <a:ea typeface="Red Hat Text"/>
                <a:cs typeface="Red Hat Text"/>
                <a:sym typeface="Red Hat Text"/>
              </a:rPr>
              <a:t>Analysis and in-place upgrading servers running older versions of RHEL to RHEL8 or RHEL9.</a:t>
            </a:r>
            <a:endParaRPr sz="900">
              <a:solidFill>
                <a:schemeClr val="lt1"/>
              </a:solidFill>
              <a:latin typeface="Red Hat Text"/>
              <a:ea typeface="Red Hat Text"/>
              <a:cs typeface="Red Hat Text"/>
              <a:sym typeface="Red Hat Text"/>
            </a:endParaRPr>
          </a:p>
        </p:txBody>
      </p:sp>
      <p:sp>
        <p:nvSpPr>
          <p:cNvPr id="5350" name="Google Shape;5350;p221">
            <a:hlinkClick r:id="rId12"/>
          </p:cNvPr>
          <p:cNvSpPr/>
          <p:nvPr/>
        </p:nvSpPr>
        <p:spPr>
          <a:xfrm>
            <a:off x="6471001" y="1640681"/>
            <a:ext cx="1274100" cy="2304600"/>
          </a:xfrm>
          <a:prstGeom prst="rect">
            <a:avLst/>
          </a:prstGeom>
          <a:solidFill>
            <a:srgbClr val="C00000"/>
          </a:solidFill>
          <a:ln>
            <a:noFill/>
          </a:ln>
        </p:spPr>
        <p:txBody>
          <a:bodyPr anchorCtr="0" anchor="t" bIns="121900" lIns="121900" spcFirstLastPara="1" rIns="121900" wrap="square" tIns="121900">
            <a:noAutofit/>
          </a:bodyPr>
          <a:lstStyle/>
          <a:p>
            <a:pPr indent="0" lvl="0" marL="0" marR="0" rtl="0" algn="l">
              <a:spcBef>
                <a:spcPts val="0"/>
              </a:spcBef>
              <a:spcAft>
                <a:spcPts val="0"/>
              </a:spcAft>
              <a:buNone/>
            </a:pPr>
            <a:r>
              <a:rPr lang="en">
                <a:solidFill>
                  <a:srgbClr val="FFFFFF"/>
                </a:solidFill>
                <a:latin typeface="Red Hat Display Medium"/>
                <a:ea typeface="Red Hat Display Medium"/>
                <a:cs typeface="Red Hat Display Medium"/>
                <a:sym typeface="Red Hat Display Medium"/>
              </a:rPr>
              <a:t>Modernize Application Delivery</a:t>
            </a:r>
            <a:endParaRPr>
              <a:solidFill>
                <a:srgbClr val="FFFFFF"/>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t/>
            </a:r>
            <a:endParaRPr>
              <a:solidFill>
                <a:srgbClr val="FFFFFF"/>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rPr lang="en" sz="900">
                <a:solidFill>
                  <a:srgbClr val="FFFFFF"/>
                </a:solidFill>
                <a:latin typeface="Red Hat Text"/>
                <a:ea typeface="Red Hat Text"/>
                <a:cs typeface="Red Hat Text"/>
                <a:sym typeface="Red Hat Text"/>
              </a:rPr>
              <a:t>Analysis and migration of applications running any operating system to a standard methodology</a:t>
            </a:r>
            <a:endParaRPr sz="1600">
              <a:solidFill>
                <a:srgbClr val="FFFFFF"/>
              </a:solidFill>
            </a:endParaRPr>
          </a:p>
        </p:txBody>
      </p:sp>
      <p:sp>
        <p:nvSpPr>
          <p:cNvPr id="5351" name="Google Shape;5351;p221"/>
          <p:cNvSpPr/>
          <p:nvPr/>
        </p:nvSpPr>
        <p:spPr>
          <a:xfrm>
            <a:off x="8171213" y="1640681"/>
            <a:ext cx="1274100" cy="2304600"/>
          </a:xfrm>
          <a:prstGeom prst="rect">
            <a:avLst/>
          </a:prstGeom>
          <a:solidFill>
            <a:srgbClr val="D9D9D9"/>
          </a:solidFill>
          <a:ln cap="flat" cmpd="sng" w="9525">
            <a:solidFill>
              <a:srgbClr val="FFFFFF"/>
            </a:solidFill>
            <a:prstDash val="dot"/>
            <a:round/>
            <a:headEnd len="sm" w="sm" type="none"/>
            <a:tailEnd len="sm" w="sm" type="none"/>
          </a:ln>
        </p:spPr>
        <p:txBody>
          <a:bodyPr anchorCtr="0" anchor="t" bIns="121900" lIns="121900" spcFirstLastPara="1" rIns="121900" wrap="square" tIns="121900">
            <a:noAutofit/>
          </a:bodyPr>
          <a:lstStyle/>
          <a:p>
            <a:pPr indent="0" lvl="0" marL="0" marR="0" rtl="0" algn="l">
              <a:spcBef>
                <a:spcPts val="0"/>
              </a:spcBef>
              <a:spcAft>
                <a:spcPts val="0"/>
              </a:spcAft>
              <a:buNone/>
            </a:pPr>
            <a:r>
              <a:t/>
            </a:r>
            <a:endParaRPr sz="1600">
              <a:solidFill>
                <a:srgbClr val="FFFFFF"/>
              </a:solidFill>
            </a:endParaRPr>
          </a:p>
        </p:txBody>
      </p:sp>
      <p:sp>
        <p:nvSpPr>
          <p:cNvPr id="5352" name="Google Shape;5352;p221"/>
          <p:cNvSpPr/>
          <p:nvPr/>
        </p:nvSpPr>
        <p:spPr>
          <a:xfrm>
            <a:off x="8052151" y="1640681"/>
            <a:ext cx="1274100" cy="2304600"/>
          </a:xfrm>
          <a:prstGeom prst="rect">
            <a:avLst/>
          </a:prstGeom>
          <a:solidFill>
            <a:srgbClr val="D9D9D9"/>
          </a:solidFill>
          <a:ln cap="flat" cmpd="sng" w="9525">
            <a:solidFill>
              <a:srgbClr val="FFFFFF"/>
            </a:solidFill>
            <a:prstDash val="dot"/>
            <a:round/>
            <a:headEnd len="sm" w="sm" type="none"/>
            <a:tailEnd len="sm" w="sm" type="none"/>
          </a:ln>
        </p:spPr>
        <p:txBody>
          <a:bodyPr anchorCtr="0" anchor="t" bIns="121900" lIns="121900" spcFirstLastPara="1" rIns="121900" wrap="square" tIns="121900">
            <a:noAutofit/>
          </a:bodyPr>
          <a:lstStyle/>
          <a:p>
            <a:pPr indent="0" lvl="0" marL="0" marR="0" rtl="0" algn="l">
              <a:spcBef>
                <a:spcPts val="0"/>
              </a:spcBef>
              <a:spcAft>
                <a:spcPts val="0"/>
              </a:spcAft>
              <a:buNone/>
            </a:pPr>
            <a:r>
              <a:t/>
            </a:r>
            <a:endParaRPr sz="1600">
              <a:solidFill>
                <a:srgbClr val="FFFFFF"/>
              </a:solidFill>
            </a:endParaRPr>
          </a:p>
        </p:txBody>
      </p:sp>
      <p:sp>
        <p:nvSpPr>
          <p:cNvPr id="5353" name="Google Shape;5353;p221"/>
          <p:cNvSpPr/>
          <p:nvPr/>
        </p:nvSpPr>
        <p:spPr>
          <a:xfrm>
            <a:off x="7942613" y="1640681"/>
            <a:ext cx="1274100" cy="2304600"/>
          </a:xfrm>
          <a:prstGeom prst="rect">
            <a:avLst/>
          </a:prstGeom>
          <a:solidFill>
            <a:srgbClr val="D9D9D9"/>
          </a:solidFill>
          <a:ln cap="flat" cmpd="sng" w="9525">
            <a:solidFill>
              <a:srgbClr val="FFFFFF"/>
            </a:solidFill>
            <a:prstDash val="dot"/>
            <a:round/>
            <a:headEnd len="sm" w="sm" type="none"/>
            <a:tailEnd len="sm" w="sm" type="none"/>
          </a:ln>
        </p:spPr>
        <p:txBody>
          <a:bodyPr anchorCtr="0" anchor="t" bIns="121900" lIns="121900" spcFirstLastPara="1" rIns="121900" wrap="square" tIns="121900">
            <a:noAutofit/>
          </a:bodyPr>
          <a:lstStyle/>
          <a:p>
            <a:pPr indent="0" lvl="0" marL="0" marR="0" rtl="0" algn="l">
              <a:spcBef>
                <a:spcPts val="0"/>
              </a:spcBef>
              <a:spcAft>
                <a:spcPts val="0"/>
              </a:spcAft>
              <a:buNone/>
            </a:pPr>
            <a:r>
              <a:t/>
            </a:r>
            <a:endParaRPr sz="1600">
              <a:solidFill>
                <a:srgbClr val="FFFFFF"/>
              </a:solidFill>
            </a:endParaRPr>
          </a:p>
        </p:txBody>
      </p:sp>
      <p:sp>
        <p:nvSpPr>
          <p:cNvPr id="5354" name="Google Shape;5354;p221">
            <a:hlinkClick r:id="rId13"/>
          </p:cNvPr>
          <p:cNvSpPr/>
          <p:nvPr/>
        </p:nvSpPr>
        <p:spPr>
          <a:xfrm>
            <a:off x="7842601" y="1640681"/>
            <a:ext cx="1274100" cy="2304600"/>
          </a:xfrm>
          <a:prstGeom prst="rect">
            <a:avLst/>
          </a:prstGeom>
          <a:solidFill>
            <a:srgbClr val="999999"/>
          </a:solidFill>
          <a:ln>
            <a:noFill/>
          </a:ln>
        </p:spPr>
        <p:txBody>
          <a:bodyPr anchorCtr="0" anchor="t" bIns="121900" lIns="121900" spcFirstLastPara="1" rIns="121900" wrap="square" tIns="121900">
            <a:noAutofit/>
          </a:bodyPr>
          <a:lstStyle/>
          <a:p>
            <a:pPr indent="0" lvl="0" marL="0" marR="0" rtl="0" algn="l">
              <a:spcBef>
                <a:spcPts val="0"/>
              </a:spcBef>
              <a:spcAft>
                <a:spcPts val="0"/>
              </a:spcAft>
              <a:buNone/>
            </a:pPr>
            <a:r>
              <a:rPr lang="en">
                <a:solidFill>
                  <a:srgbClr val="FFFFFF"/>
                </a:solidFill>
                <a:latin typeface="Red Hat Display Medium"/>
                <a:ea typeface="Red Hat Display Medium"/>
                <a:cs typeface="Red Hat Display Medium"/>
                <a:sym typeface="Red Hat Display Medium"/>
              </a:rPr>
              <a:t>Deliver All Standard Workloads through Automation</a:t>
            </a:r>
            <a:endParaRPr sz="9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1600">
              <a:solidFill>
                <a:srgbClr val="FFFFFF"/>
              </a:solidFill>
            </a:endParaRPr>
          </a:p>
        </p:txBody>
      </p:sp>
      <p:sp>
        <p:nvSpPr>
          <p:cNvPr id="5355" name="Google Shape;5355;p221">
            <a:hlinkClick r:id="rId14"/>
          </p:cNvPr>
          <p:cNvSpPr/>
          <p:nvPr/>
        </p:nvSpPr>
        <p:spPr>
          <a:xfrm>
            <a:off x="5112463" y="1649725"/>
            <a:ext cx="1274100" cy="2304600"/>
          </a:xfrm>
          <a:prstGeom prst="rect">
            <a:avLst/>
          </a:prstGeom>
          <a:solidFill>
            <a:srgbClr val="C00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Medium"/>
                <a:ea typeface="Red Hat Display Medium"/>
                <a:cs typeface="Red Hat Display Medium"/>
                <a:sym typeface="Red Hat Display Medium"/>
              </a:rPr>
              <a:t>Modernize</a:t>
            </a:r>
            <a:br>
              <a:rPr lang="en">
                <a:solidFill>
                  <a:schemeClr val="lt1"/>
                </a:solidFill>
                <a:latin typeface="Red Hat Display Medium"/>
                <a:ea typeface="Red Hat Display Medium"/>
                <a:cs typeface="Red Hat Display Medium"/>
                <a:sym typeface="Red Hat Display Medium"/>
              </a:rPr>
            </a:br>
            <a:r>
              <a:rPr lang="en">
                <a:solidFill>
                  <a:schemeClr val="lt1"/>
                </a:solidFill>
                <a:latin typeface="Red Hat Display Medium"/>
                <a:ea typeface="Red Hat Display Medium"/>
                <a:cs typeface="Red Hat Display Medium"/>
                <a:sym typeface="Red Hat Display Medium"/>
              </a:rPr>
              <a:t>Virtualization</a:t>
            </a:r>
            <a:endParaRPr>
              <a:solidFill>
                <a:schemeClr val="lt1"/>
              </a:solidFill>
              <a:latin typeface="Red Hat Display Medium"/>
              <a:ea typeface="Red Hat Display Medium"/>
              <a:cs typeface="Red Hat Display Medium"/>
              <a:sym typeface="Red Hat Display Medium"/>
            </a:endParaRPr>
          </a:p>
          <a:p>
            <a:pPr indent="0" lvl="0" marL="0" rtl="0" algn="l">
              <a:spcBef>
                <a:spcPts val="0"/>
              </a:spcBef>
              <a:spcAft>
                <a:spcPts val="0"/>
              </a:spcAft>
              <a:buNone/>
            </a:pPr>
            <a:r>
              <a:t/>
            </a:r>
            <a:endParaRPr sz="9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900">
                <a:solidFill>
                  <a:schemeClr val="lt1"/>
                </a:solidFill>
                <a:latin typeface="Red Hat Display"/>
                <a:ea typeface="Red Hat Display"/>
                <a:cs typeface="Red Hat Display"/>
                <a:sym typeface="Red Hat Display"/>
              </a:rPr>
              <a:t>Deploy New Virtualization Platforms and migrate workloads onto it. </a:t>
            </a:r>
            <a:endParaRPr sz="9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sz="900">
              <a:solidFill>
                <a:schemeClr val="lt1"/>
              </a:solidFill>
              <a:latin typeface="Red Hat Display"/>
              <a:ea typeface="Red Hat Display"/>
              <a:cs typeface="Red Hat Display"/>
              <a:sym typeface="Red Hat Display"/>
            </a:endParaRPr>
          </a:p>
        </p:txBody>
      </p:sp>
      <p:sp>
        <p:nvSpPr>
          <p:cNvPr id="5356" name="Google Shape;5356;p22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1"/>
                </a:solidFill>
              </a:rPr>
              <a:t>Red Hat Infrastructure Standard Adoption Model</a:t>
            </a:r>
            <a:endParaRPr/>
          </a:p>
        </p:txBody>
      </p:sp>
      <p:sp>
        <p:nvSpPr>
          <p:cNvPr id="5357" name="Google Shape;5357;p22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1" name="Shape 5361"/>
        <p:cNvGrpSpPr/>
        <p:nvPr/>
      </p:nvGrpSpPr>
      <p:grpSpPr>
        <a:xfrm>
          <a:off x="0" y="0"/>
          <a:ext cx="0" cy="0"/>
          <a:chOff x="0" y="0"/>
          <a:chExt cx="0" cy="0"/>
        </a:xfrm>
      </p:grpSpPr>
      <p:sp>
        <p:nvSpPr>
          <p:cNvPr id="5362" name="Google Shape;5362;p222"/>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i="1" lang="en"/>
              <a:t>* The landing zone would always be the RH-ISAM based solution - this is where we want to be so this is what would then be prepared and provides the most current version of the RHEL SOE based on the customers standards.</a:t>
            </a:r>
            <a:endParaRPr i="1"/>
          </a:p>
        </p:txBody>
      </p:sp>
      <p:sp>
        <p:nvSpPr>
          <p:cNvPr id="5363" name="Google Shape;5363;p222"/>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Timeline</a:t>
            </a:r>
            <a:endParaRPr/>
          </a:p>
        </p:txBody>
      </p:sp>
      <p:sp>
        <p:nvSpPr>
          <p:cNvPr id="5364" name="Google Shape;5364;p22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365" name="Google Shape;5365;p222"/>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Upgrades and migrations</a:t>
            </a:r>
            <a:endParaRPr/>
          </a:p>
        </p:txBody>
      </p:sp>
      <p:sp>
        <p:nvSpPr>
          <p:cNvPr id="5366" name="Google Shape;5366;p222"/>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Multiple timelines, common endstate</a:t>
            </a:r>
            <a:endParaRPr/>
          </a:p>
        </p:txBody>
      </p:sp>
      <p:sp>
        <p:nvSpPr>
          <p:cNvPr id="5367" name="Google Shape;5367;p222"/>
          <p:cNvSpPr/>
          <p:nvPr/>
        </p:nvSpPr>
        <p:spPr>
          <a:xfrm>
            <a:off x="1349614" y="2245825"/>
            <a:ext cx="6985800" cy="819900"/>
          </a:xfrm>
          <a:prstGeom prst="homePlate">
            <a:avLst>
              <a:gd fmla="val 50000" name="adj"/>
            </a:avLst>
          </a:prstGeom>
          <a:solidFill>
            <a:srgbClr val="A3A3A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RHEL based</a:t>
            </a:r>
            <a:endParaRPr sz="1200">
              <a:solidFill>
                <a:schemeClr val="lt1"/>
              </a:solidFill>
              <a:latin typeface="Red Hat Display"/>
              <a:ea typeface="Red Hat Display"/>
              <a:cs typeface="Red Hat Display"/>
              <a:sym typeface="Red Hat Display"/>
            </a:endParaRPr>
          </a:p>
        </p:txBody>
      </p:sp>
      <p:sp>
        <p:nvSpPr>
          <p:cNvPr id="5368" name="Google Shape;5368;p222"/>
          <p:cNvSpPr/>
          <p:nvPr/>
        </p:nvSpPr>
        <p:spPr>
          <a:xfrm>
            <a:off x="1319388" y="5141763"/>
            <a:ext cx="9553200" cy="318600"/>
          </a:xfrm>
          <a:prstGeom prst="rightArrow">
            <a:avLst>
              <a:gd fmla="val 50000" name="adj1"/>
              <a:gd fmla="val 50000" name="adj2"/>
            </a:avLst>
          </a:prstGeom>
          <a:solidFill>
            <a:srgbClr val="980000"/>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i="1" lang="en" sz="1200">
                <a:solidFill>
                  <a:schemeClr val="lt1"/>
                </a:solidFill>
                <a:latin typeface="Red Hat Display"/>
                <a:ea typeface="Red Hat Display"/>
                <a:cs typeface="Red Hat Display"/>
                <a:sym typeface="Red Hat Display"/>
              </a:rPr>
              <a:t>&gt;&gt;&gt; time &gt;&gt;&gt;</a:t>
            </a:r>
            <a:endParaRPr b="1" i="1" sz="1200">
              <a:solidFill>
                <a:schemeClr val="lt1"/>
              </a:solidFill>
              <a:latin typeface="Red Hat Display"/>
              <a:ea typeface="Red Hat Display"/>
              <a:cs typeface="Red Hat Display"/>
              <a:sym typeface="Red Hat Display"/>
            </a:endParaRPr>
          </a:p>
        </p:txBody>
      </p:sp>
      <p:sp>
        <p:nvSpPr>
          <p:cNvPr id="5369" name="Google Shape;5369;p222"/>
          <p:cNvSpPr/>
          <p:nvPr/>
        </p:nvSpPr>
        <p:spPr>
          <a:xfrm>
            <a:off x="1349615" y="3269650"/>
            <a:ext cx="6985800" cy="819900"/>
          </a:xfrm>
          <a:prstGeom prst="homePlate">
            <a:avLst>
              <a:gd fmla="val 50000"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200">
                <a:solidFill>
                  <a:schemeClr val="lt1"/>
                </a:solidFill>
                <a:latin typeface="Red Hat Display"/>
                <a:ea typeface="Red Hat Display"/>
                <a:cs typeface="Red Hat Display"/>
                <a:sym typeface="Red Hat Display"/>
              </a:rPr>
              <a:t>Older RHEL</a:t>
            </a:r>
            <a:endParaRPr sz="1200">
              <a:solidFill>
                <a:schemeClr val="lt1"/>
              </a:solidFill>
              <a:latin typeface="Red Hat Display"/>
              <a:ea typeface="Red Hat Display"/>
              <a:cs typeface="Red Hat Display"/>
              <a:sym typeface="Red Hat Display"/>
            </a:endParaRPr>
          </a:p>
        </p:txBody>
      </p:sp>
      <p:sp>
        <p:nvSpPr>
          <p:cNvPr id="5370" name="Google Shape;5370;p222"/>
          <p:cNvSpPr/>
          <p:nvPr/>
        </p:nvSpPr>
        <p:spPr>
          <a:xfrm>
            <a:off x="1336691" y="4258075"/>
            <a:ext cx="6985800" cy="819900"/>
          </a:xfrm>
          <a:prstGeom prst="homePlate">
            <a:avLst>
              <a:gd fmla="val 50000" name="adj"/>
            </a:avLst>
          </a:prstGeom>
          <a:solidFill>
            <a:srgbClr val="4D4D4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200">
                <a:solidFill>
                  <a:schemeClr val="lt1"/>
                </a:solidFill>
                <a:latin typeface="Red Hat Display"/>
                <a:ea typeface="Red Hat Display"/>
                <a:cs typeface="Red Hat Display"/>
                <a:sym typeface="Red Hat Display"/>
              </a:rPr>
              <a:t>Other Linuxes</a:t>
            </a:r>
            <a:endParaRPr sz="1200">
              <a:solidFill>
                <a:schemeClr val="lt1"/>
              </a:solidFill>
              <a:latin typeface="Red Hat Display"/>
              <a:ea typeface="Red Hat Display"/>
              <a:cs typeface="Red Hat Display"/>
              <a:sym typeface="Red Hat Display"/>
            </a:endParaRPr>
          </a:p>
        </p:txBody>
      </p:sp>
      <p:sp>
        <p:nvSpPr>
          <p:cNvPr id="5371" name="Google Shape;5371;p222"/>
          <p:cNvSpPr/>
          <p:nvPr/>
        </p:nvSpPr>
        <p:spPr>
          <a:xfrm>
            <a:off x="8335227" y="3273552"/>
            <a:ext cx="1824900" cy="822900"/>
          </a:xfrm>
          <a:prstGeom prst="chevron">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lt1"/>
                </a:solidFill>
                <a:latin typeface="Red Hat Display"/>
                <a:ea typeface="Red Hat Display"/>
                <a:cs typeface="Red Hat Display"/>
                <a:sym typeface="Red Hat Display"/>
              </a:rPr>
              <a:t>RH-ISAM based *</a:t>
            </a:r>
            <a:endParaRPr b="1" sz="1200">
              <a:solidFill>
                <a:schemeClr val="lt1"/>
              </a:solidFill>
              <a:latin typeface="Red Hat Display"/>
              <a:ea typeface="Red Hat Display"/>
              <a:cs typeface="Red Hat Display"/>
              <a:sym typeface="Red Hat Display"/>
            </a:endParaRPr>
          </a:p>
        </p:txBody>
      </p:sp>
      <p:sp>
        <p:nvSpPr>
          <p:cNvPr id="5372" name="Google Shape;5372;p222"/>
          <p:cNvSpPr/>
          <p:nvPr/>
        </p:nvSpPr>
        <p:spPr>
          <a:xfrm>
            <a:off x="372050" y="5460375"/>
            <a:ext cx="1883700" cy="479100"/>
          </a:xfrm>
          <a:prstGeom prst="parallelogram">
            <a:avLst>
              <a:gd fmla="val 25000" name="adj"/>
            </a:avLst>
          </a:prstGeom>
          <a:solidFill>
            <a:schemeClr val="lt2"/>
          </a:solidFill>
          <a:ln cap="flat" cmpd="sng" w="9525">
            <a:solidFill>
              <a:srgbClr val="EBEBE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a:solidFill>
                  <a:schemeClr val="accent3"/>
                </a:solidFill>
                <a:latin typeface="Red Hat Display"/>
                <a:ea typeface="Red Hat Display"/>
                <a:cs typeface="Red Hat Display"/>
                <a:sym typeface="Red Hat Display"/>
              </a:rPr>
              <a:t>Where you are</a:t>
            </a:r>
            <a:endParaRPr b="1" i="1">
              <a:solidFill>
                <a:schemeClr val="accent3"/>
              </a:solidFill>
              <a:latin typeface="Red Hat Display"/>
              <a:ea typeface="Red Hat Display"/>
              <a:cs typeface="Red Hat Display"/>
              <a:sym typeface="Red Hat Display"/>
            </a:endParaRPr>
          </a:p>
        </p:txBody>
      </p:sp>
      <p:sp>
        <p:nvSpPr>
          <p:cNvPr id="5373" name="Google Shape;5373;p222"/>
          <p:cNvSpPr/>
          <p:nvPr/>
        </p:nvSpPr>
        <p:spPr>
          <a:xfrm>
            <a:off x="9423950" y="5460375"/>
            <a:ext cx="2150400" cy="479100"/>
          </a:xfrm>
          <a:prstGeom prst="parallelogram">
            <a:avLst>
              <a:gd fmla="val 25000" name="adj"/>
            </a:avLst>
          </a:prstGeom>
          <a:solidFill>
            <a:schemeClr val="lt2"/>
          </a:solidFill>
          <a:ln cap="flat" cmpd="sng" w="9525">
            <a:solidFill>
              <a:srgbClr val="EBEBE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a:solidFill>
                  <a:schemeClr val="accent3"/>
                </a:solidFill>
                <a:latin typeface="Red Hat Display"/>
                <a:ea typeface="Red Hat Display"/>
                <a:cs typeface="Red Hat Display"/>
                <a:sym typeface="Red Hat Display"/>
              </a:rPr>
              <a:t>Where you want to be</a:t>
            </a:r>
            <a:endParaRPr b="1" i="1">
              <a:solidFill>
                <a:schemeClr val="accent3"/>
              </a:solidFill>
              <a:latin typeface="Red Hat Display"/>
              <a:ea typeface="Red Hat Display"/>
              <a:cs typeface="Red Hat Display"/>
              <a:sym typeface="Red Hat Display"/>
            </a:endParaRPr>
          </a:p>
        </p:txBody>
      </p:sp>
      <p:sp>
        <p:nvSpPr>
          <p:cNvPr id="5374" name="Google Shape;5374;p222"/>
          <p:cNvSpPr/>
          <p:nvPr/>
        </p:nvSpPr>
        <p:spPr>
          <a:xfrm rot="5400000">
            <a:off x="8564350" y="2406675"/>
            <a:ext cx="561900" cy="871800"/>
          </a:xfrm>
          <a:prstGeom prst="bentArrow">
            <a:avLst>
              <a:gd fmla="val 25000" name="adj1"/>
              <a:gd fmla="val 25000" name="adj2"/>
              <a:gd fmla="val 25000" name="adj3"/>
              <a:gd fmla="val 43750" name="adj4"/>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5375" name="Google Shape;5375;p222"/>
          <p:cNvSpPr/>
          <p:nvPr/>
        </p:nvSpPr>
        <p:spPr>
          <a:xfrm flipH="1" rot="5400000">
            <a:off x="8564350" y="4048225"/>
            <a:ext cx="561900" cy="871800"/>
          </a:xfrm>
          <a:prstGeom prst="bentArrow">
            <a:avLst>
              <a:gd fmla="val 25000" name="adj1"/>
              <a:gd fmla="val 25000" name="adj2"/>
              <a:gd fmla="val 25000" name="adj3"/>
              <a:gd fmla="val 43750" name="adj4"/>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9" name="Shape 5379"/>
        <p:cNvGrpSpPr/>
        <p:nvPr/>
      </p:nvGrpSpPr>
      <p:grpSpPr>
        <a:xfrm>
          <a:off x="0" y="0"/>
          <a:ext cx="0" cy="0"/>
          <a:chOff x="0" y="0"/>
          <a:chExt cx="0" cy="0"/>
        </a:xfrm>
      </p:grpSpPr>
      <p:sp>
        <p:nvSpPr>
          <p:cNvPr id="5380" name="Google Shape;5380;p223"/>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Timeline</a:t>
            </a:r>
            <a:endParaRPr/>
          </a:p>
        </p:txBody>
      </p:sp>
      <p:sp>
        <p:nvSpPr>
          <p:cNvPr id="5381" name="Google Shape;5381;p22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382" name="Google Shape;5382;p223"/>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5383" name="Google Shape;5383;p223"/>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Upgrades and migrations</a:t>
            </a:r>
            <a:endParaRPr/>
          </a:p>
        </p:txBody>
      </p:sp>
      <p:sp>
        <p:nvSpPr>
          <p:cNvPr id="5384" name="Google Shape;5384;p223"/>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Convert to Red Hat Enterprise Linux</a:t>
            </a:r>
            <a:endParaRPr/>
          </a:p>
        </p:txBody>
      </p:sp>
      <p:sp>
        <p:nvSpPr>
          <p:cNvPr id="5385" name="Google Shape;5385;p223"/>
          <p:cNvSpPr/>
          <p:nvPr/>
        </p:nvSpPr>
        <p:spPr>
          <a:xfrm>
            <a:off x="1319388" y="2209800"/>
            <a:ext cx="1661100" cy="819900"/>
          </a:xfrm>
          <a:prstGeom prst="homePlate">
            <a:avLst>
              <a:gd fmla="val 50000" name="adj"/>
            </a:avLst>
          </a:prstGeom>
          <a:solidFill>
            <a:srgbClr val="A3A3A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RHEL based</a:t>
            </a:r>
            <a:endParaRPr sz="1200">
              <a:solidFill>
                <a:schemeClr val="lt1"/>
              </a:solidFill>
              <a:latin typeface="Red Hat Display"/>
              <a:ea typeface="Red Hat Display"/>
              <a:cs typeface="Red Hat Display"/>
              <a:sym typeface="Red Hat Display"/>
            </a:endParaRPr>
          </a:p>
        </p:txBody>
      </p:sp>
      <p:sp>
        <p:nvSpPr>
          <p:cNvPr id="5386" name="Google Shape;5386;p223"/>
          <p:cNvSpPr/>
          <p:nvPr/>
        </p:nvSpPr>
        <p:spPr>
          <a:xfrm>
            <a:off x="1319388" y="5141763"/>
            <a:ext cx="9553200" cy="318600"/>
          </a:xfrm>
          <a:prstGeom prst="rightArrow">
            <a:avLst>
              <a:gd fmla="val 50000" name="adj1"/>
              <a:gd fmla="val 50000" name="adj2"/>
            </a:avLst>
          </a:prstGeom>
          <a:solidFill>
            <a:srgbClr val="980000"/>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i="1" lang="en" sz="1200">
                <a:solidFill>
                  <a:schemeClr val="lt1"/>
                </a:solidFill>
                <a:latin typeface="Red Hat Display"/>
                <a:ea typeface="Red Hat Display"/>
                <a:cs typeface="Red Hat Display"/>
                <a:sym typeface="Red Hat Display"/>
              </a:rPr>
              <a:t>&gt;&gt;&gt; time &gt;&gt;&gt;</a:t>
            </a:r>
            <a:endParaRPr b="1" i="1" sz="1200">
              <a:solidFill>
                <a:schemeClr val="lt1"/>
              </a:solidFill>
              <a:latin typeface="Red Hat Display"/>
              <a:ea typeface="Red Hat Display"/>
              <a:cs typeface="Red Hat Display"/>
              <a:sym typeface="Red Hat Display"/>
            </a:endParaRPr>
          </a:p>
        </p:txBody>
      </p:sp>
      <p:sp>
        <p:nvSpPr>
          <p:cNvPr id="5387" name="Google Shape;5387;p223"/>
          <p:cNvSpPr/>
          <p:nvPr/>
        </p:nvSpPr>
        <p:spPr>
          <a:xfrm>
            <a:off x="372050" y="5460375"/>
            <a:ext cx="1883700" cy="479100"/>
          </a:xfrm>
          <a:prstGeom prst="parallelogram">
            <a:avLst>
              <a:gd fmla="val 25000"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a:solidFill>
                  <a:schemeClr val="accent3"/>
                </a:solidFill>
                <a:latin typeface="Red Hat Display"/>
                <a:ea typeface="Red Hat Display"/>
                <a:cs typeface="Red Hat Display"/>
                <a:sym typeface="Red Hat Display"/>
              </a:rPr>
              <a:t>Where you are</a:t>
            </a:r>
            <a:endParaRPr b="1" i="1">
              <a:solidFill>
                <a:schemeClr val="accent3"/>
              </a:solidFill>
              <a:latin typeface="Red Hat Display"/>
              <a:ea typeface="Red Hat Display"/>
              <a:cs typeface="Red Hat Display"/>
              <a:sym typeface="Red Hat Display"/>
            </a:endParaRPr>
          </a:p>
        </p:txBody>
      </p:sp>
      <p:sp>
        <p:nvSpPr>
          <p:cNvPr id="5388" name="Google Shape;5388;p223"/>
          <p:cNvSpPr/>
          <p:nvPr/>
        </p:nvSpPr>
        <p:spPr>
          <a:xfrm>
            <a:off x="9423950" y="5460375"/>
            <a:ext cx="2150400" cy="479100"/>
          </a:xfrm>
          <a:prstGeom prst="parallelogram">
            <a:avLst>
              <a:gd fmla="val 25000"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a:solidFill>
                  <a:schemeClr val="accent3"/>
                </a:solidFill>
                <a:latin typeface="Red Hat Display"/>
                <a:ea typeface="Red Hat Display"/>
                <a:cs typeface="Red Hat Display"/>
                <a:sym typeface="Red Hat Display"/>
              </a:rPr>
              <a:t>Where you want to be</a:t>
            </a:r>
            <a:endParaRPr b="1" i="1">
              <a:solidFill>
                <a:schemeClr val="accent3"/>
              </a:solidFill>
              <a:latin typeface="Red Hat Display"/>
              <a:ea typeface="Red Hat Display"/>
              <a:cs typeface="Red Hat Display"/>
              <a:sym typeface="Red Hat Display"/>
            </a:endParaRPr>
          </a:p>
        </p:txBody>
      </p:sp>
      <p:sp>
        <p:nvSpPr>
          <p:cNvPr id="5389" name="Google Shape;5389;p223"/>
          <p:cNvSpPr/>
          <p:nvPr/>
        </p:nvSpPr>
        <p:spPr>
          <a:xfrm>
            <a:off x="1319388" y="3231675"/>
            <a:ext cx="1661100" cy="819900"/>
          </a:xfrm>
          <a:prstGeom prst="homePlate">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Older RHEL</a:t>
            </a:r>
            <a:endParaRPr sz="1200">
              <a:solidFill>
                <a:schemeClr val="lt1"/>
              </a:solidFill>
              <a:latin typeface="Red Hat Display"/>
              <a:ea typeface="Red Hat Display"/>
              <a:cs typeface="Red Hat Display"/>
              <a:sym typeface="Red Hat Display"/>
            </a:endParaRPr>
          </a:p>
        </p:txBody>
      </p:sp>
      <p:sp>
        <p:nvSpPr>
          <p:cNvPr id="5390" name="Google Shape;5390;p223"/>
          <p:cNvSpPr/>
          <p:nvPr/>
        </p:nvSpPr>
        <p:spPr>
          <a:xfrm>
            <a:off x="1319388" y="4258056"/>
            <a:ext cx="1626600" cy="819900"/>
          </a:xfrm>
          <a:prstGeom prst="homePlate">
            <a:avLst>
              <a:gd fmla="val 50000" name="adj"/>
            </a:avLst>
          </a:prstGeom>
          <a:solidFill>
            <a:srgbClr val="4D4D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Other Linuxes</a:t>
            </a:r>
            <a:endParaRPr sz="1200">
              <a:solidFill>
                <a:schemeClr val="lt1"/>
              </a:solidFill>
              <a:latin typeface="Red Hat Display"/>
              <a:ea typeface="Red Hat Display"/>
              <a:cs typeface="Red Hat Display"/>
              <a:sym typeface="Red Hat Display"/>
            </a:endParaRPr>
          </a:p>
        </p:txBody>
      </p:sp>
      <p:sp>
        <p:nvSpPr>
          <p:cNvPr id="5391" name="Google Shape;5391;p223"/>
          <p:cNvSpPr/>
          <p:nvPr/>
        </p:nvSpPr>
        <p:spPr>
          <a:xfrm>
            <a:off x="2782423" y="2209800"/>
            <a:ext cx="1661100" cy="822900"/>
          </a:xfrm>
          <a:prstGeom prst="chevron">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convert to</a:t>
            </a:r>
            <a:br>
              <a:rPr lang="en" sz="1200">
                <a:solidFill>
                  <a:schemeClr val="lt1"/>
                </a:solidFill>
                <a:latin typeface="Red Hat Display"/>
                <a:ea typeface="Red Hat Display"/>
                <a:cs typeface="Red Hat Display"/>
                <a:sym typeface="Red Hat Display"/>
              </a:rPr>
            </a:br>
            <a:r>
              <a:rPr lang="en" sz="1200">
                <a:solidFill>
                  <a:schemeClr val="lt1"/>
                </a:solidFill>
                <a:latin typeface="Red Hat Display"/>
                <a:ea typeface="Red Hat Display"/>
                <a:cs typeface="Red Hat Display"/>
                <a:sym typeface="Red Hat Display"/>
              </a:rPr>
              <a:t>RHEL7</a:t>
            </a:r>
            <a:endParaRPr sz="1200">
              <a:solidFill>
                <a:schemeClr val="lt1"/>
              </a:solidFill>
              <a:latin typeface="Red Hat Display"/>
              <a:ea typeface="Red Hat Display"/>
              <a:cs typeface="Red Hat Display"/>
              <a:sym typeface="Red Hat Display"/>
            </a:endParaRPr>
          </a:p>
        </p:txBody>
      </p:sp>
      <p:sp>
        <p:nvSpPr>
          <p:cNvPr id="5392" name="Google Shape;5392;p223"/>
          <p:cNvSpPr/>
          <p:nvPr/>
        </p:nvSpPr>
        <p:spPr>
          <a:xfrm>
            <a:off x="5466575" y="3102613"/>
            <a:ext cx="1259100" cy="590100"/>
          </a:xfrm>
          <a:prstGeom prst="wedgeRoundRectCallout">
            <a:avLst>
              <a:gd fmla="val -166671" name="adj1"/>
              <a:gd fmla="val -105935" name="adj2"/>
              <a:gd fmla="val 0" name="adj3"/>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“We need python 2 for our application”</a:t>
            </a:r>
            <a:endParaRPr sz="1000">
              <a:latin typeface="Red Hat Display"/>
              <a:ea typeface="Red Hat Display"/>
              <a:cs typeface="Red Hat Display"/>
              <a:sym typeface="Red Hat Display"/>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6" name="Shape 5396"/>
        <p:cNvGrpSpPr/>
        <p:nvPr/>
      </p:nvGrpSpPr>
      <p:grpSpPr>
        <a:xfrm>
          <a:off x="0" y="0"/>
          <a:ext cx="0" cy="0"/>
          <a:chOff x="0" y="0"/>
          <a:chExt cx="0" cy="0"/>
        </a:xfrm>
      </p:grpSpPr>
      <p:sp>
        <p:nvSpPr>
          <p:cNvPr id="5397" name="Google Shape;5397;p224"/>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Timeline</a:t>
            </a:r>
            <a:endParaRPr/>
          </a:p>
        </p:txBody>
      </p:sp>
      <p:sp>
        <p:nvSpPr>
          <p:cNvPr id="5398" name="Google Shape;5398;p22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399" name="Google Shape;5399;p224"/>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5400" name="Google Shape;5400;p224"/>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Upgrades and migrations</a:t>
            </a:r>
            <a:endParaRPr/>
          </a:p>
        </p:txBody>
      </p:sp>
      <p:sp>
        <p:nvSpPr>
          <p:cNvPr id="5401" name="Google Shape;5401;p224"/>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Convert to Red Hat Enterprise Linux</a:t>
            </a:r>
            <a:endParaRPr/>
          </a:p>
        </p:txBody>
      </p:sp>
      <p:sp>
        <p:nvSpPr>
          <p:cNvPr id="5402" name="Google Shape;5402;p224"/>
          <p:cNvSpPr/>
          <p:nvPr/>
        </p:nvSpPr>
        <p:spPr>
          <a:xfrm>
            <a:off x="1319388" y="2209800"/>
            <a:ext cx="1661100" cy="819900"/>
          </a:xfrm>
          <a:prstGeom prst="homePlate">
            <a:avLst>
              <a:gd fmla="val 50000" name="adj"/>
            </a:avLst>
          </a:prstGeom>
          <a:solidFill>
            <a:srgbClr val="A3A3A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RHEL based</a:t>
            </a:r>
            <a:endParaRPr sz="1200">
              <a:solidFill>
                <a:schemeClr val="lt1"/>
              </a:solidFill>
              <a:latin typeface="Red Hat Display"/>
              <a:ea typeface="Red Hat Display"/>
              <a:cs typeface="Red Hat Display"/>
              <a:sym typeface="Red Hat Display"/>
            </a:endParaRPr>
          </a:p>
        </p:txBody>
      </p:sp>
      <p:sp>
        <p:nvSpPr>
          <p:cNvPr id="5403" name="Google Shape;5403;p224"/>
          <p:cNvSpPr/>
          <p:nvPr/>
        </p:nvSpPr>
        <p:spPr>
          <a:xfrm>
            <a:off x="1319388" y="5141763"/>
            <a:ext cx="9553200" cy="318600"/>
          </a:xfrm>
          <a:prstGeom prst="rightArrow">
            <a:avLst>
              <a:gd fmla="val 50000" name="adj1"/>
              <a:gd fmla="val 50000" name="adj2"/>
            </a:avLst>
          </a:prstGeom>
          <a:solidFill>
            <a:srgbClr val="980000"/>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i="1" lang="en" sz="1200">
                <a:solidFill>
                  <a:schemeClr val="lt1"/>
                </a:solidFill>
                <a:latin typeface="Red Hat Display"/>
                <a:ea typeface="Red Hat Display"/>
                <a:cs typeface="Red Hat Display"/>
                <a:sym typeface="Red Hat Display"/>
              </a:rPr>
              <a:t>&gt;&gt;&gt; time &gt;&gt;&gt;</a:t>
            </a:r>
            <a:endParaRPr b="1" i="1" sz="1200">
              <a:solidFill>
                <a:schemeClr val="lt1"/>
              </a:solidFill>
              <a:latin typeface="Red Hat Display"/>
              <a:ea typeface="Red Hat Display"/>
              <a:cs typeface="Red Hat Display"/>
              <a:sym typeface="Red Hat Display"/>
            </a:endParaRPr>
          </a:p>
        </p:txBody>
      </p:sp>
      <p:sp>
        <p:nvSpPr>
          <p:cNvPr id="5404" name="Google Shape;5404;p224"/>
          <p:cNvSpPr/>
          <p:nvPr/>
        </p:nvSpPr>
        <p:spPr>
          <a:xfrm>
            <a:off x="372050" y="5460375"/>
            <a:ext cx="1883700" cy="479100"/>
          </a:xfrm>
          <a:prstGeom prst="parallelogram">
            <a:avLst>
              <a:gd fmla="val 25000"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a:solidFill>
                  <a:schemeClr val="accent3"/>
                </a:solidFill>
                <a:latin typeface="Red Hat Display"/>
                <a:ea typeface="Red Hat Display"/>
                <a:cs typeface="Red Hat Display"/>
                <a:sym typeface="Red Hat Display"/>
              </a:rPr>
              <a:t>Where you are</a:t>
            </a:r>
            <a:endParaRPr b="1" i="1">
              <a:solidFill>
                <a:schemeClr val="accent3"/>
              </a:solidFill>
              <a:latin typeface="Red Hat Display"/>
              <a:ea typeface="Red Hat Display"/>
              <a:cs typeface="Red Hat Display"/>
              <a:sym typeface="Red Hat Display"/>
            </a:endParaRPr>
          </a:p>
        </p:txBody>
      </p:sp>
      <p:sp>
        <p:nvSpPr>
          <p:cNvPr id="5405" name="Google Shape;5405;p224"/>
          <p:cNvSpPr/>
          <p:nvPr/>
        </p:nvSpPr>
        <p:spPr>
          <a:xfrm>
            <a:off x="9423950" y="5460375"/>
            <a:ext cx="2150400" cy="479100"/>
          </a:xfrm>
          <a:prstGeom prst="parallelogram">
            <a:avLst>
              <a:gd fmla="val 25000"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a:solidFill>
                  <a:schemeClr val="accent3"/>
                </a:solidFill>
                <a:latin typeface="Red Hat Display"/>
                <a:ea typeface="Red Hat Display"/>
                <a:cs typeface="Red Hat Display"/>
                <a:sym typeface="Red Hat Display"/>
              </a:rPr>
              <a:t>Where you want to be</a:t>
            </a:r>
            <a:endParaRPr b="1" i="1">
              <a:solidFill>
                <a:schemeClr val="accent3"/>
              </a:solidFill>
              <a:latin typeface="Red Hat Display"/>
              <a:ea typeface="Red Hat Display"/>
              <a:cs typeface="Red Hat Display"/>
              <a:sym typeface="Red Hat Display"/>
            </a:endParaRPr>
          </a:p>
        </p:txBody>
      </p:sp>
      <p:sp>
        <p:nvSpPr>
          <p:cNvPr id="5406" name="Google Shape;5406;p224"/>
          <p:cNvSpPr/>
          <p:nvPr/>
        </p:nvSpPr>
        <p:spPr>
          <a:xfrm>
            <a:off x="1319388" y="3231675"/>
            <a:ext cx="1661100" cy="819900"/>
          </a:xfrm>
          <a:prstGeom prst="homePlate">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Older RHEL</a:t>
            </a:r>
            <a:endParaRPr sz="1200">
              <a:solidFill>
                <a:schemeClr val="lt1"/>
              </a:solidFill>
              <a:latin typeface="Red Hat Display"/>
              <a:ea typeface="Red Hat Display"/>
              <a:cs typeface="Red Hat Display"/>
              <a:sym typeface="Red Hat Display"/>
            </a:endParaRPr>
          </a:p>
        </p:txBody>
      </p:sp>
      <p:sp>
        <p:nvSpPr>
          <p:cNvPr id="5407" name="Google Shape;5407;p224"/>
          <p:cNvSpPr/>
          <p:nvPr/>
        </p:nvSpPr>
        <p:spPr>
          <a:xfrm>
            <a:off x="1319388" y="4258056"/>
            <a:ext cx="1626600" cy="819900"/>
          </a:xfrm>
          <a:prstGeom prst="homePlate">
            <a:avLst>
              <a:gd fmla="val 50000" name="adj"/>
            </a:avLst>
          </a:prstGeom>
          <a:solidFill>
            <a:srgbClr val="4D4D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Other Linuxes</a:t>
            </a:r>
            <a:endParaRPr sz="1200">
              <a:solidFill>
                <a:schemeClr val="lt1"/>
              </a:solidFill>
              <a:latin typeface="Red Hat Display"/>
              <a:ea typeface="Red Hat Display"/>
              <a:cs typeface="Red Hat Display"/>
              <a:sym typeface="Red Hat Display"/>
            </a:endParaRPr>
          </a:p>
        </p:txBody>
      </p:sp>
      <p:sp>
        <p:nvSpPr>
          <p:cNvPr id="5408" name="Google Shape;5408;p224"/>
          <p:cNvSpPr/>
          <p:nvPr/>
        </p:nvSpPr>
        <p:spPr>
          <a:xfrm>
            <a:off x="2782423" y="2209800"/>
            <a:ext cx="1661100" cy="822900"/>
          </a:xfrm>
          <a:prstGeom prst="chevron">
            <a:avLst>
              <a:gd fmla="val 50000" name="adj"/>
            </a:avLst>
          </a:prstGeom>
          <a:solidFill>
            <a:srgbClr val="820000">
              <a:alpha val="246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convert to</a:t>
            </a:r>
            <a:br>
              <a:rPr lang="en" sz="1200">
                <a:solidFill>
                  <a:schemeClr val="lt1"/>
                </a:solidFill>
                <a:latin typeface="Red Hat Display"/>
                <a:ea typeface="Red Hat Display"/>
                <a:cs typeface="Red Hat Display"/>
                <a:sym typeface="Red Hat Display"/>
              </a:rPr>
            </a:br>
            <a:r>
              <a:rPr lang="en" sz="1200">
                <a:solidFill>
                  <a:schemeClr val="lt1"/>
                </a:solidFill>
                <a:latin typeface="Red Hat Display"/>
                <a:ea typeface="Red Hat Display"/>
                <a:cs typeface="Red Hat Display"/>
                <a:sym typeface="Red Hat Display"/>
              </a:rPr>
              <a:t>RHEL7</a:t>
            </a:r>
            <a:endParaRPr sz="1200">
              <a:solidFill>
                <a:schemeClr val="lt1"/>
              </a:solidFill>
              <a:latin typeface="Red Hat Display"/>
              <a:ea typeface="Red Hat Display"/>
              <a:cs typeface="Red Hat Display"/>
              <a:sym typeface="Red Hat Display"/>
            </a:endParaRPr>
          </a:p>
        </p:txBody>
      </p:sp>
      <p:sp>
        <p:nvSpPr>
          <p:cNvPr id="5409" name="Google Shape;5409;p224"/>
          <p:cNvSpPr/>
          <p:nvPr/>
        </p:nvSpPr>
        <p:spPr>
          <a:xfrm>
            <a:off x="4245463" y="2209800"/>
            <a:ext cx="1661100" cy="822900"/>
          </a:xfrm>
          <a:prstGeom prst="chevron">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convert to</a:t>
            </a:r>
            <a:br>
              <a:rPr lang="en" sz="1200">
                <a:solidFill>
                  <a:schemeClr val="lt1"/>
                </a:solidFill>
                <a:latin typeface="Red Hat Display"/>
                <a:ea typeface="Red Hat Display"/>
                <a:cs typeface="Red Hat Display"/>
                <a:sym typeface="Red Hat Display"/>
              </a:rPr>
            </a:br>
            <a:r>
              <a:rPr lang="en" sz="1200">
                <a:solidFill>
                  <a:schemeClr val="lt1"/>
                </a:solidFill>
                <a:latin typeface="Red Hat Display"/>
                <a:ea typeface="Red Hat Display"/>
                <a:cs typeface="Red Hat Display"/>
                <a:sym typeface="Red Hat Display"/>
              </a:rPr>
              <a:t>RHEL8</a:t>
            </a:r>
            <a:endParaRPr sz="1200">
              <a:solidFill>
                <a:schemeClr val="lt1"/>
              </a:solidFill>
              <a:latin typeface="Red Hat Display"/>
              <a:ea typeface="Red Hat Display"/>
              <a:cs typeface="Red Hat Display"/>
              <a:sym typeface="Red Hat Display"/>
            </a:endParaRPr>
          </a:p>
        </p:txBody>
      </p:sp>
      <p:sp>
        <p:nvSpPr>
          <p:cNvPr id="5410" name="Google Shape;5410;p224"/>
          <p:cNvSpPr/>
          <p:nvPr/>
        </p:nvSpPr>
        <p:spPr>
          <a:xfrm>
            <a:off x="7304900" y="2987325"/>
            <a:ext cx="1259100" cy="590100"/>
          </a:xfrm>
          <a:prstGeom prst="wedgeRoundRectCallout">
            <a:avLst>
              <a:gd fmla="val -182004" name="adj1"/>
              <a:gd fmla="val -88840" name="adj2"/>
              <a:gd fmla="val 0" name="adj3"/>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“Moving to RHEL8 solves our support issue”</a:t>
            </a:r>
            <a:endParaRPr sz="1000">
              <a:latin typeface="Red Hat Display"/>
              <a:ea typeface="Red Hat Display"/>
              <a:cs typeface="Red Hat Display"/>
              <a:sym typeface="Red Hat Display"/>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4" name="Shape 5414"/>
        <p:cNvGrpSpPr/>
        <p:nvPr/>
      </p:nvGrpSpPr>
      <p:grpSpPr>
        <a:xfrm>
          <a:off x="0" y="0"/>
          <a:ext cx="0" cy="0"/>
          <a:chOff x="0" y="0"/>
          <a:chExt cx="0" cy="0"/>
        </a:xfrm>
      </p:grpSpPr>
      <p:sp>
        <p:nvSpPr>
          <p:cNvPr id="5415" name="Google Shape;5415;p225"/>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Timeline</a:t>
            </a:r>
            <a:endParaRPr/>
          </a:p>
        </p:txBody>
      </p:sp>
      <p:sp>
        <p:nvSpPr>
          <p:cNvPr id="5416" name="Google Shape;5416;p22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417" name="Google Shape;5417;p225"/>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5418" name="Google Shape;5418;p225"/>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Upgrade and migrations</a:t>
            </a:r>
            <a:endParaRPr/>
          </a:p>
        </p:txBody>
      </p:sp>
      <p:sp>
        <p:nvSpPr>
          <p:cNvPr id="5419" name="Google Shape;5419;p225"/>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p>
            <a:pPr indent="0" lvl="0" marL="0" rtl="0" algn="ctr">
              <a:spcBef>
                <a:spcPts val="0"/>
              </a:spcBef>
              <a:spcAft>
                <a:spcPts val="0"/>
              </a:spcAft>
              <a:buClr>
                <a:schemeClr val="dk1"/>
              </a:buClr>
              <a:buSzPts val="1100"/>
              <a:buFont typeface="Arial"/>
              <a:buNone/>
            </a:pPr>
            <a:r>
              <a:rPr lang="en"/>
              <a:t>Convert to Red Hat Enterprise Linux</a:t>
            </a:r>
            <a:endParaRPr/>
          </a:p>
          <a:p>
            <a:pPr indent="0" lvl="0" marL="0" rtl="0" algn="ctr">
              <a:spcBef>
                <a:spcPts val="500"/>
              </a:spcBef>
              <a:spcAft>
                <a:spcPts val="500"/>
              </a:spcAft>
              <a:buNone/>
            </a:pPr>
            <a:r>
              <a:t/>
            </a:r>
            <a:endParaRPr/>
          </a:p>
        </p:txBody>
      </p:sp>
      <p:sp>
        <p:nvSpPr>
          <p:cNvPr id="5420" name="Google Shape;5420;p225"/>
          <p:cNvSpPr/>
          <p:nvPr/>
        </p:nvSpPr>
        <p:spPr>
          <a:xfrm>
            <a:off x="1319388" y="3231675"/>
            <a:ext cx="1661100" cy="819900"/>
          </a:xfrm>
          <a:prstGeom prst="homePlate">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Older RHEL</a:t>
            </a:r>
            <a:endParaRPr sz="1200">
              <a:solidFill>
                <a:schemeClr val="lt1"/>
              </a:solidFill>
              <a:latin typeface="Red Hat Display"/>
              <a:ea typeface="Red Hat Display"/>
              <a:cs typeface="Red Hat Display"/>
              <a:sym typeface="Red Hat Display"/>
            </a:endParaRPr>
          </a:p>
        </p:txBody>
      </p:sp>
      <p:sp>
        <p:nvSpPr>
          <p:cNvPr id="5421" name="Google Shape;5421;p225"/>
          <p:cNvSpPr/>
          <p:nvPr/>
        </p:nvSpPr>
        <p:spPr>
          <a:xfrm>
            <a:off x="1319388" y="2209800"/>
            <a:ext cx="1661100" cy="819900"/>
          </a:xfrm>
          <a:prstGeom prst="homePlate">
            <a:avLst>
              <a:gd fmla="val 50000" name="adj"/>
            </a:avLst>
          </a:prstGeom>
          <a:solidFill>
            <a:srgbClr val="A3A3A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RHEL based</a:t>
            </a:r>
            <a:endParaRPr sz="1200">
              <a:solidFill>
                <a:schemeClr val="lt1"/>
              </a:solidFill>
              <a:latin typeface="Red Hat Display"/>
              <a:ea typeface="Red Hat Display"/>
              <a:cs typeface="Red Hat Display"/>
              <a:sym typeface="Red Hat Display"/>
            </a:endParaRPr>
          </a:p>
        </p:txBody>
      </p:sp>
      <p:sp>
        <p:nvSpPr>
          <p:cNvPr id="5422" name="Google Shape;5422;p225"/>
          <p:cNvSpPr/>
          <p:nvPr/>
        </p:nvSpPr>
        <p:spPr>
          <a:xfrm>
            <a:off x="1319388" y="5141763"/>
            <a:ext cx="9553200" cy="318600"/>
          </a:xfrm>
          <a:prstGeom prst="rightArrow">
            <a:avLst>
              <a:gd fmla="val 50000" name="adj1"/>
              <a:gd fmla="val 50000" name="adj2"/>
            </a:avLst>
          </a:prstGeom>
          <a:solidFill>
            <a:srgbClr val="980000"/>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i="1" lang="en" sz="1200">
                <a:solidFill>
                  <a:schemeClr val="lt1"/>
                </a:solidFill>
                <a:latin typeface="Red Hat Display"/>
                <a:ea typeface="Red Hat Display"/>
                <a:cs typeface="Red Hat Display"/>
                <a:sym typeface="Red Hat Display"/>
              </a:rPr>
              <a:t>&gt;&gt;&gt; time &gt;&gt;&gt;</a:t>
            </a:r>
            <a:endParaRPr b="1" i="1" sz="1200">
              <a:solidFill>
                <a:schemeClr val="lt1"/>
              </a:solidFill>
              <a:latin typeface="Red Hat Display"/>
              <a:ea typeface="Red Hat Display"/>
              <a:cs typeface="Red Hat Display"/>
              <a:sym typeface="Red Hat Display"/>
            </a:endParaRPr>
          </a:p>
        </p:txBody>
      </p:sp>
      <p:sp>
        <p:nvSpPr>
          <p:cNvPr id="5423" name="Google Shape;5423;p225"/>
          <p:cNvSpPr/>
          <p:nvPr/>
        </p:nvSpPr>
        <p:spPr>
          <a:xfrm>
            <a:off x="372050" y="5460375"/>
            <a:ext cx="1883700" cy="479100"/>
          </a:xfrm>
          <a:prstGeom prst="parallelogram">
            <a:avLst>
              <a:gd fmla="val 25000"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a:solidFill>
                  <a:schemeClr val="accent3"/>
                </a:solidFill>
                <a:latin typeface="Red Hat Display"/>
                <a:ea typeface="Red Hat Display"/>
                <a:cs typeface="Red Hat Display"/>
                <a:sym typeface="Red Hat Display"/>
              </a:rPr>
              <a:t>Where you are</a:t>
            </a:r>
            <a:endParaRPr b="1" i="1">
              <a:solidFill>
                <a:schemeClr val="accent3"/>
              </a:solidFill>
              <a:latin typeface="Red Hat Display"/>
              <a:ea typeface="Red Hat Display"/>
              <a:cs typeface="Red Hat Display"/>
              <a:sym typeface="Red Hat Display"/>
            </a:endParaRPr>
          </a:p>
        </p:txBody>
      </p:sp>
      <p:sp>
        <p:nvSpPr>
          <p:cNvPr id="5424" name="Google Shape;5424;p225"/>
          <p:cNvSpPr/>
          <p:nvPr/>
        </p:nvSpPr>
        <p:spPr>
          <a:xfrm>
            <a:off x="9423950" y="5460375"/>
            <a:ext cx="2150400" cy="479100"/>
          </a:xfrm>
          <a:prstGeom prst="parallelogram">
            <a:avLst>
              <a:gd fmla="val 25000"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a:solidFill>
                  <a:schemeClr val="accent3"/>
                </a:solidFill>
                <a:latin typeface="Red Hat Display"/>
                <a:ea typeface="Red Hat Display"/>
                <a:cs typeface="Red Hat Display"/>
                <a:sym typeface="Red Hat Display"/>
              </a:rPr>
              <a:t>Where you want to be</a:t>
            </a:r>
            <a:endParaRPr b="1" i="1">
              <a:solidFill>
                <a:schemeClr val="accent3"/>
              </a:solidFill>
              <a:latin typeface="Red Hat Display"/>
              <a:ea typeface="Red Hat Display"/>
              <a:cs typeface="Red Hat Display"/>
              <a:sym typeface="Red Hat Display"/>
            </a:endParaRPr>
          </a:p>
        </p:txBody>
      </p:sp>
      <p:sp>
        <p:nvSpPr>
          <p:cNvPr id="5425" name="Google Shape;5425;p225"/>
          <p:cNvSpPr/>
          <p:nvPr/>
        </p:nvSpPr>
        <p:spPr>
          <a:xfrm>
            <a:off x="1319388" y="4258056"/>
            <a:ext cx="1626600" cy="819900"/>
          </a:xfrm>
          <a:prstGeom prst="homePlate">
            <a:avLst>
              <a:gd fmla="val 50000" name="adj"/>
            </a:avLst>
          </a:prstGeom>
          <a:solidFill>
            <a:srgbClr val="4D4D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Other Linuxes</a:t>
            </a:r>
            <a:endParaRPr sz="1200">
              <a:solidFill>
                <a:schemeClr val="lt1"/>
              </a:solidFill>
              <a:latin typeface="Red Hat Display"/>
              <a:ea typeface="Red Hat Display"/>
              <a:cs typeface="Red Hat Display"/>
              <a:sym typeface="Red Hat Display"/>
            </a:endParaRPr>
          </a:p>
        </p:txBody>
      </p:sp>
      <p:sp>
        <p:nvSpPr>
          <p:cNvPr id="5426" name="Google Shape;5426;p225"/>
          <p:cNvSpPr/>
          <p:nvPr/>
        </p:nvSpPr>
        <p:spPr>
          <a:xfrm>
            <a:off x="2782423" y="2209800"/>
            <a:ext cx="1661100" cy="822900"/>
          </a:xfrm>
          <a:prstGeom prst="chevron">
            <a:avLst>
              <a:gd fmla="val 50000" name="adj"/>
            </a:avLst>
          </a:prstGeom>
          <a:solidFill>
            <a:srgbClr val="820000">
              <a:alpha val="246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convert to</a:t>
            </a:r>
            <a:br>
              <a:rPr lang="en" sz="1200">
                <a:solidFill>
                  <a:schemeClr val="lt1"/>
                </a:solidFill>
                <a:latin typeface="Red Hat Display"/>
                <a:ea typeface="Red Hat Display"/>
                <a:cs typeface="Red Hat Display"/>
                <a:sym typeface="Red Hat Display"/>
              </a:rPr>
            </a:br>
            <a:r>
              <a:rPr lang="en" sz="1200">
                <a:solidFill>
                  <a:schemeClr val="lt1"/>
                </a:solidFill>
                <a:latin typeface="Red Hat Display"/>
                <a:ea typeface="Red Hat Display"/>
                <a:cs typeface="Red Hat Display"/>
                <a:sym typeface="Red Hat Display"/>
              </a:rPr>
              <a:t>RHEL7</a:t>
            </a:r>
            <a:endParaRPr sz="1200">
              <a:solidFill>
                <a:schemeClr val="lt1"/>
              </a:solidFill>
              <a:latin typeface="Red Hat Display"/>
              <a:ea typeface="Red Hat Display"/>
              <a:cs typeface="Red Hat Display"/>
              <a:sym typeface="Red Hat Display"/>
            </a:endParaRPr>
          </a:p>
        </p:txBody>
      </p:sp>
      <p:sp>
        <p:nvSpPr>
          <p:cNvPr id="5427" name="Google Shape;5427;p225"/>
          <p:cNvSpPr/>
          <p:nvPr/>
        </p:nvSpPr>
        <p:spPr>
          <a:xfrm>
            <a:off x="4245463" y="2209800"/>
            <a:ext cx="1661100" cy="822900"/>
          </a:xfrm>
          <a:prstGeom prst="chevron">
            <a:avLst>
              <a:gd fmla="val 50000" name="adj"/>
            </a:avLst>
          </a:prstGeom>
          <a:solidFill>
            <a:srgbClr val="CC0000">
              <a:alpha val="430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convert to</a:t>
            </a:r>
            <a:br>
              <a:rPr lang="en" sz="1200">
                <a:solidFill>
                  <a:schemeClr val="lt1"/>
                </a:solidFill>
                <a:latin typeface="Red Hat Display"/>
                <a:ea typeface="Red Hat Display"/>
                <a:cs typeface="Red Hat Display"/>
                <a:sym typeface="Red Hat Display"/>
              </a:rPr>
            </a:br>
            <a:r>
              <a:rPr lang="en" sz="1200">
                <a:solidFill>
                  <a:schemeClr val="lt1"/>
                </a:solidFill>
                <a:latin typeface="Red Hat Display"/>
                <a:ea typeface="Red Hat Display"/>
                <a:cs typeface="Red Hat Display"/>
                <a:sym typeface="Red Hat Display"/>
              </a:rPr>
              <a:t>RHEL8</a:t>
            </a:r>
            <a:endParaRPr sz="1200">
              <a:solidFill>
                <a:schemeClr val="lt1"/>
              </a:solidFill>
              <a:latin typeface="Red Hat Display"/>
              <a:ea typeface="Red Hat Display"/>
              <a:cs typeface="Red Hat Display"/>
              <a:sym typeface="Red Hat Display"/>
            </a:endParaRPr>
          </a:p>
        </p:txBody>
      </p:sp>
      <p:sp>
        <p:nvSpPr>
          <p:cNvPr id="5428" name="Google Shape;5428;p225"/>
          <p:cNvSpPr/>
          <p:nvPr/>
        </p:nvSpPr>
        <p:spPr>
          <a:xfrm>
            <a:off x="5708503" y="2209800"/>
            <a:ext cx="1661100" cy="822900"/>
          </a:xfrm>
          <a:prstGeom prst="chevron">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convert to</a:t>
            </a:r>
            <a:br>
              <a:rPr lang="en" sz="1200">
                <a:solidFill>
                  <a:schemeClr val="lt1"/>
                </a:solidFill>
                <a:latin typeface="Red Hat Display"/>
                <a:ea typeface="Red Hat Display"/>
                <a:cs typeface="Red Hat Display"/>
                <a:sym typeface="Red Hat Display"/>
              </a:rPr>
            </a:br>
            <a:r>
              <a:rPr lang="en" sz="1200">
                <a:solidFill>
                  <a:schemeClr val="lt1"/>
                </a:solidFill>
                <a:latin typeface="Red Hat Display"/>
                <a:ea typeface="Red Hat Display"/>
                <a:cs typeface="Red Hat Display"/>
                <a:sym typeface="Red Hat Display"/>
              </a:rPr>
              <a:t>RHEL9</a:t>
            </a:r>
            <a:endParaRPr sz="1200">
              <a:solidFill>
                <a:schemeClr val="lt1"/>
              </a:solidFill>
              <a:latin typeface="Red Hat Display"/>
              <a:ea typeface="Red Hat Display"/>
              <a:cs typeface="Red Hat Display"/>
              <a:sym typeface="Red Hat Display"/>
            </a:endParaRPr>
          </a:p>
        </p:txBody>
      </p:sp>
      <p:sp>
        <p:nvSpPr>
          <p:cNvPr id="5429" name="Google Shape;5429;p225"/>
          <p:cNvSpPr/>
          <p:nvPr/>
        </p:nvSpPr>
        <p:spPr>
          <a:xfrm>
            <a:off x="9151800" y="1708800"/>
            <a:ext cx="1259100" cy="590100"/>
          </a:xfrm>
          <a:prstGeom prst="wedgeRoundRectCallout">
            <a:avLst>
              <a:gd fmla="val -213714" name="adj1"/>
              <a:gd fmla="val 114570" name="adj2"/>
              <a:gd fmla="val 0" name="adj3"/>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“We move from CentOS stream to RHEL”</a:t>
            </a:r>
            <a:endParaRPr sz="1000">
              <a:latin typeface="Red Hat Display"/>
              <a:ea typeface="Red Hat Display"/>
              <a:cs typeface="Red Hat Display"/>
              <a:sym typeface="Red Hat Display"/>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3" name="Shape 5433"/>
        <p:cNvGrpSpPr/>
        <p:nvPr/>
      </p:nvGrpSpPr>
      <p:grpSpPr>
        <a:xfrm>
          <a:off x="0" y="0"/>
          <a:ext cx="0" cy="0"/>
          <a:chOff x="0" y="0"/>
          <a:chExt cx="0" cy="0"/>
        </a:xfrm>
      </p:grpSpPr>
      <p:sp>
        <p:nvSpPr>
          <p:cNvPr id="5434" name="Google Shape;5434;p226"/>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Timeline</a:t>
            </a:r>
            <a:endParaRPr/>
          </a:p>
        </p:txBody>
      </p:sp>
      <p:sp>
        <p:nvSpPr>
          <p:cNvPr id="5435" name="Google Shape;5435;p22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436" name="Google Shape;5436;p226"/>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Upgrade and migrations</a:t>
            </a:r>
            <a:endParaRPr/>
          </a:p>
        </p:txBody>
      </p:sp>
      <p:sp>
        <p:nvSpPr>
          <p:cNvPr id="5437" name="Google Shape;5437;p226"/>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In place upgrades</a:t>
            </a:r>
            <a:endParaRPr/>
          </a:p>
        </p:txBody>
      </p:sp>
      <p:sp>
        <p:nvSpPr>
          <p:cNvPr id="5438" name="Google Shape;5438;p226"/>
          <p:cNvSpPr/>
          <p:nvPr/>
        </p:nvSpPr>
        <p:spPr>
          <a:xfrm>
            <a:off x="1319388" y="3231675"/>
            <a:ext cx="1661100" cy="819900"/>
          </a:xfrm>
          <a:prstGeom prst="homePlate">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Older RHEL</a:t>
            </a:r>
            <a:endParaRPr sz="1200">
              <a:solidFill>
                <a:schemeClr val="lt1"/>
              </a:solidFill>
              <a:latin typeface="Red Hat Display"/>
              <a:ea typeface="Red Hat Display"/>
              <a:cs typeface="Red Hat Display"/>
              <a:sym typeface="Red Hat Display"/>
            </a:endParaRPr>
          </a:p>
        </p:txBody>
      </p:sp>
      <p:sp>
        <p:nvSpPr>
          <p:cNvPr id="5439" name="Google Shape;5439;p226"/>
          <p:cNvSpPr/>
          <p:nvPr/>
        </p:nvSpPr>
        <p:spPr>
          <a:xfrm>
            <a:off x="1319388" y="2209800"/>
            <a:ext cx="1661100" cy="819900"/>
          </a:xfrm>
          <a:prstGeom prst="homePlate">
            <a:avLst>
              <a:gd fmla="val 50000" name="adj"/>
            </a:avLst>
          </a:prstGeom>
          <a:solidFill>
            <a:srgbClr val="A3A3A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RHEL based</a:t>
            </a:r>
            <a:endParaRPr sz="1200">
              <a:solidFill>
                <a:schemeClr val="lt1"/>
              </a:solidFill>
              <a:latin typeface="Red Hat Display"/>
              <a:ea typeface="Red Hat Display"/>
              <a:cs typeface="Red Hat Display"/>
              <a:sym typeface="Red Hat Display"/>
            </a:endParaRPr>
          </a:p>
        </p:txBody>
      </p:sp>
      <p:sp>
        <p:nvSpPr>
          <p:cNvPr id="5440" name="Google Shape;5440;p226"/>
          <p:cNvSpPr/>
          <p:nvPr/>
        </p:nvSpPr>
        <p:spPr>
          <a:xfrm>
            <a:off x="2782423" y="3229875"/>
            <a:ext cx="1661100" cy="822900"/>
          </a:xfrm>
          <a:prstGeom prst="chevron">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IPU* to RHEL7</a:t>
            </a:r>
            <a:endParaRPr sz="1200">
              <a:solidFill>
                <a:schemeClr val="lt1"/>
              </a:solidFill>
              <a:latin typeface="Red Hat Display"/>
              <a:ea typeface="Red Hat Display"/>
              <a:cs typeface="Red Hat Display"/>
              <a:sym typeface="Red Hat Display"/>
            </a:endParaRPr>
          </a:p>
        </p:txBody>
      </p:sp>
      <p:sp>
        <p:nvSpPr>
          <p:cNvPr id="5441" name="Google Shape;5441;p226"/>
          <p:cNvSpPr/>
          <p:nvPr/>
        </p:nvSpPr>
        <p:spPr>
          <a:xfrm>
            <a:off x="1319388" y="5141763"/>
            <a:ext cx="9553200" cy="318600"/>
          </a:xfrm>
          <a:prstGeom prst="rightArrow">
            <a:avLst>
              <a:gd fmla="val 50000" name="adj1"/>
              <a:gd fmla="val 50000" name="adj2"/>
            </a:avLst>
          </a:prstGeom>
          <a:solidFill>
            <a:srgbClr val="980000"/>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i="1" lang="en" sz="1200">
                <a:solidFill>
                  <a:schemeClr val="lt1"/>
                </a:solidFill>
                <a:latin typeface="Red Hat Display"/>
                <a:ea typeface="Red Hat Display"/>
                <a:cs typeface="Red Hat Display"/>
                <a:sym typeface="Red Hat Display"/>
              </a:rPr>
              <a:t>&gt;&gt;&gt; time &gt;&gt;&gt;</a:t>
            </a:r>
            <a:endParaRPr b="1" i="1" sz="1200">
              <a:solidFill>
                <a:schemeClr val="lt1"/>
              </a:solidFill>
              <a:latin typeface="Red Hat Display"/>
              <a:ea typeface="Red Hat Display"/>
              <a:cs typeface="Red Hat Display"/>
              <a:sym typeface="Red Hat Display"/>
            </a:endParaRPr>
          </a:p>
        </p:txBody>
      </p:sp>
      <p:sp>
        <p:nvSpPr>
          <p:cNvPr id="5442" name="Google Shape;5442;p226"/>
          <p:cNvSpPr/>
          <p:nvPr/>
        </p:nvSpPr>
        <p:spPr>
          <a:xfrm>
            <a:off x="372050" y="5460375"/>
            <a:ext cx="1883700" cy="479100"/>
          </a:xfrm>
          <a:prstGeom prst="parallelogram">
            <a:avLst>
              <a:gd fmla="val 25000"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a:solidFill>
                  <a:schemeClr val="accent3"/>
                </a:solidFill>
                <a:latin typeface="Red Hat Display"/>
                <a:ea typeface="Red Hat Display"/>
                <a:cs typeface="Red Hat Display"/>
                <a:sym typeface="Red Hat Display"/>
              </a:rPr>
              <a:t>Where you are</a:t>
            </a:r>
            <a:endParaRPr b="1" i="1">
              <a:solidFill>
                <a:schemeClr val="accent3"/>
              </a:solidFill>
              <a:latin typeface="Red Hat Display"/>
              <a:ea typeface="Red Hat Display"/>
              <a:cs typeface="Red Hat Display"/>
              <a:sym typeface="Red Hat Display"/>
            </a:endParaRPr>
          </a:p>
        </p:txBody>
      </p:sp>
      <p:sp>
        <p:nvSpPr>
          <p:cNvPr id="5443" name="Google Shape;5443;p226"/>
          <p:cNvSpPr/>
          <p:nvPr/>
        </p:nvSpPr>
        <p:spPr>
          <a:xfrm>
            <a:off x="9423950" y="5460375"/>
            <a:ext cx="2150400" cy="479100"/>
          </a:xfrm>
          <a:prstGeom prst="parallelogram">
            <a:avLst>
              <a:gd fmla="val 25000"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a:solidFill>
                  <a:schemeClr val="accent3"/>
                </a:solidFill>
                <a:latin typeface="Red Hat Display"/>
                <a:ea typeface="Red Hat Display"/>
                <a:cs typeface="Red Hat Display"/>
                <a:sym typeface="Red Hat Display"/>
              </a:rPr>
              <a:t>Where you want to be</a:t>
            </a:r>
            <a:endParaRPr b="1" i="1">
              <a:solidFill>
                <a:schemeClr val="accent3"/>
              </a:solidFill>
              <a:latin typeface="Red Hat Display"/>
              <a:ea typeface="Red Hat Display"/>
              <a:cs typeface="Red Hat Display"/>
              <a:sym typeface="Red Hat Display"/>
            </a:endParaRPr>
          </a:p>
        </p:txBody>
      </p:sp>
      <p:sp>
        <p:nvSpPr>
          <p:cNvPr id="5444" name="Google Shape;5444;p226"/>
          <p:cNvSpPr/>
          <p:nvPr/>
        </p:nvSpPr>
        <p:spPr>
          <a:xfrm>
            <a:off x="1319388" y="4258056"/>
            <a:ext cx="1626600" cy="819900"/>
          </a:xfrm>
          <a:prstGeom prst="homePlate">
            <a:avLst>
              <a:gd fmla="val 50000" name="adj"/>
            </a:avLst>
          </a:prstGeom>
          <a:solidFill>
            <a:srgbClr val="4D4D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Other Linuxes</a:t>
            </a:r>
            <a:endParaRPr sz="1200">
              <a:solidFill>
                <a:schemeClr val="lt1"/>
              </a:solidFill>
              <a:latin typeface="Red Hat Display"/>
              <a:ea typeface="Red Hat Display"/>
              <a:cs typeface="Red Hat Display"/>
              <a:sym typeface="Red Hat Display"/>
            </a:endParaRPr>
          </a:p>
        </p:txBody>
      </p:sp>
      <p:sp>
        <p:nvSpPr>
          <p:cNvPr id="5445" name="Google Shape;5445;p226"/>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i="1" lang="en"/>
              <a:t>* In place upgrades</a:t>
            </a:r>
            <a:endParaRPr i="1"/>
          </a:p>
        </p:txBody>
      </p:sp>
      <p:sp>
        <p:nvSpPr>
          <p:cNvPr id="5446" name="Google Shape;5446;p226"/>
          <p:cNvSpPr/>
          <p:nvPr/>
        </p:nvSpPr>
        <p:spPr>
          <a:xfrm>
            <a:off x="4869025" y="2128163"/>
            <a:ext cx="1259100" cy="590100"/>
          </a:xfrm>
          <a:prstGeom prst="wedgeRoundRectCallout">
            <a:avLst>
              <a:gd fmla="val -124212" name="adj1"/>
              <a:gd fmla="val 168885" name="adj2"/>
              <a:gd fmla="val 0" name="adj3"/>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“We need python 2 for our application”</a:t>
            </a:r>
            <a:endParaRPr sz="1000">
              <a:latin typeface="Red Hat Display"/>
              <a:ea typeface="Red Hat Display"/>
              <a:cs typeface="Red Hat Display"/>
              <a:sym typeface="Red Hat Display"/>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0" name="Shape 5450"/>
        <p:cNvGrpSpPr/>
        <p:nvPr/>
      </p:nvGrpSpPr>
      <p:grpSpPr>
        <a:xfrm>
          <a:off x="0" y="0"/>
          <a:ext cx="0" cy="0"/>
          <a:chOff x="0" y="0"/>
          <a:chExt cx="0" cy="0"/>
        </a:xfrm>
      </p:grpSpPr>
      <p:sp>
        <p:nvSpPr>
          <p:cNvPr id="5451" name="Google Shape;5451;p227"/>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Timeline</a:t>
            </a:r>
            <a:endParaRPr/>
          </a:p>
        </p:txBody>
      </p:sp>
      <p:sp>
        <p:nvSpPr>
          <p:cNvPr id="5452" name="Google Shape;5452;p22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453" name="Google Shape;5453;p227"/>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i="1" lang="en"/>
              <a:t>* In place upgrade</a:t>
            </a:r>
            <a:endParaRPr i="1"/>
          </a:p>
        </p:txBody>
      </p:sp>
      <p:sp>
        <p:nvSpPr>
          <p:cNvPr id="5454" name="Google Shape;5454;p227"/>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Upgrade and migrations</a:t>
            </a:r>
            <a:endParaRPr/>
          </a:p>
        </p:txBody>
      </p:sp>
      <p:sp>
        <p:nvSpPr>
          <p:cNvPr id="5455" name="Google Shape;5455;p227"/>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Multiple timelines come together</a:t>
            </a:r>
            <a:endParaRPr/>
          </a:p>
        </p:txBody>
      </p:sp>
      <p:sp>
        <p:nvSpPr>
          <p:cNvPr id="5456" name="Google Shape;5456;p227"/>
          <p:cNvSpPr/>
          <p:nvPr/>
        </p:nvSpPr>
        <p:spPr>
          <a:xfrm>
            <a:off x="1319388" y="3231675"/>
            <a:ext cx="1661100" cy="819900"/>
          </a:xfrm>
          <a:prstGeom prst="homePlate">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Older RHEL</a:t>
            </a:r>
            <a:endParaRPr sz="1200">
              <a:solidFill>
                <a:schemeClr val="lt1"/>
              </a:solidFill>
              <a:latin typeface="Red Hat Display"/>
              <a:ea typeface="Red Hat Display"/>
              <a:cs typeface="Red Hat Display"/>
              <a:sym typeface="Red Hat Display"/>
            </a:endParaRPr>
          </a:p>
        </p:txBody>
      </p:sp>
      <p:sp>
        <p:nvSpPr>
          <p:cNvPr id="5457" name="Google Shape;5457;p227"/>
          <p:cNvSpPr/>
          <p:nvPr/>
        </p:nvSpPr>
        <p:spPr>
          <a:xfrm>
            <a:off x="1319388" y="2209800"/>
            <a:ext cx="1661100" cy="819900"/>
          </a:xfrm>
          <a:prstGeom prst="homePlate">
            <a:avLst>
              <a:gd fmla="val 50000" name="adj"/>
            </a:avLst>
          </a:prstGeom>
          <a:solidFill>
            <a:srgbClr val="A3A3A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RHEL based</a:t>
            </a:r>
            <a:endParaRPr sz="1200">
              <a:solidFill>
                <a:schemeClr val="lt1"/>
              </a:solidFill>
              <a:latin typeface="Red Hat Display"/>
              <a:ea typeface="Red Hat Display"/>
              <a:cs typeface="Red Hat Display"/>
              <a:sym typeface="Red Hat Display"/>
            </a:endParaRPr>
          </a:p>
        </p:txBody>
      </p:sp>
      <p:sp>
        <p:nvSpPr>
          <p:cNvPr id="5458" name="Google Shape;5458;p227"/>
          <p:cNvSpPr/>
          <p:nvPr/>
        </p:nvSpPr>
        <p:spPr>
          <a:xfrm>
            <a:off x="2782423" y="3229875"/>
            <a:ext cx="1661100" cy="822900"/>
          </a:xfrm>
          <a:prstGeom prst="chevron">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IPU* to RHEL7</a:t>
            </a:r>
            <a:endParaRPr sz="1200">
              <a:solidFill>
                <a:schemeClr val="lt1"/>
              </a:solidFill>
              <a:latin typeface="Red Hat Display"/>
              <a:ea typeface="Red Hat Display"/>
              <a:cs typeface="Red Hat Display"/>
              <a:sym typeface="Red Hat Display"/>
            </a:endParaRPr>
          </a:p>
        </p:txBody>
      </p:sp>
      <p:sp>
        <p:nvSpPr>
          <p:cNvPr id="5459" name="Google Shape;5459;p227"/>
          <p:cNvSpPr/>
          <p:nvPr/>
        </p:nvSpPr>
        <p:spPr>
          <a:xfrm>
            <a:off x="2782423" y="2209800"/>
            <a:ext cx="1661100" cy="822900"/>
          </a:xfrm>
          <a:prstGeom prst="chevron">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convert toRHEL7</a:t>
            </a:r>
            <a:endParaRPr sz="1200">
              <a:solidFill>
                <a:schemeClr val="lt1"/>
              </a:solidFill>
              <a:latin typeface="Red Hat Display"/>
              <a:ea typeface="Red Hat Display"/>
              <a:cs typeface="Red Hat Display"/>
              <a:sym typeface="Red Hat Display"/>
            </a:endParaRPr>
          </a:p>
        </p:txBody>
      </p:sp>
      <p:sp>
        <p:nvSpPr>
          <p:cNvPr id="5460" name="Google Shape;5460;p227"/>
          <p:cNvSpPr/>
          <p:nvPr/>
        </p:nvSpPr>
        <p:spPr>
          <a:xfrm>
            <a:off x="4245463" y="3231675"/>
            <a:ext cx="1661100" cy="822900"/>
          </a:xfrm>
          <a:prstGeom prst="chevron">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IPU* to RHEL8</a:t>
            </a:r>
            <a:endParaRPr sz="1200">
              <a:solidFill>
                <a:schemeClr val="lt1"/>
              </a:solidFill>
              <a:latin typeface="Red Hat Display"/>
              <a:ea typeface="Red Hat Display"/>
              <a:cs typeface="Red Hat Display"/>
              <a:sym typeface="Red Hat Display"/>
            </a:endParaRPr>
          </a:p>
        </p:txBody>
      </p:sp>
      <p:sp>
        <p:nvSpPr>
          <p:cNvPr id="5461" name="Google Shape;5461;p227"/>
          <p:cNvSpPr/>
          <p:nvPr/>
        </p:nvSpPr>
        <p:spPr>
          <a:xfrm>
            <a:off x="1319388" y="5141763"/>
            <a:ext cx="9553200" cy="318600"/>
          </a:xfrm>
          <a:prstGeom prst="rightArrow">
            <a:avLst>
              <a:gd fmla="val 50000" name="adj1"/>
              <a:gd fmla="val 50000" name="adj2"/>
            </a:avLst>
          </a:prstGeom>
          <a:solidFill>
            <a:srgbClr val="980000"/>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i="1" lang="en" sz="1200">
                <a:solidFill>
                  <a:schemeClr val="lt1"/>
                </a:solidFill>
                <a:latin typeface="Red Hat Display"/>
                <a:ea typeface="Red Hat Display"/>
                <a:cs typeface="Red Hat Display"/>
                <a:sym typeface="Red Hat Display"/>
              </a:rPr>
              <a:t>&gt;&gt;&gt; time &gt;&gt;&gt;</a:t>
            </a:r>
            <a:endParaRPr b="1" i="1" sz="1200">
              <a:solidFill>
                <a:schemeClr val="lt1"/>
              </a:solidFill>
              <a:latin typeface="Red Hat Display"/>
              <a:ea typeface="Red Hat Display"/>
              <a:cs typeface="Red Hat Display"/>
              <a:sym typeface="Red Hat Display"/>
            </a:endParaRPr>
          </a:p>
        </p:txBody>
      </p:sp>
      <p:sp>
        <p:nvSpPr>
          <p:cNvPr id="5462" name="Google Shape;5462;p227"/>
          <p:cNvSpPr/>
          <p:nvPr/>
        </p:nvSpPr>
        <p:spPr>
          <a:xfrm>
            <a:off x="372050" y="5460375"/>
            <a:ext cx="1883700" cy="479100"/>
          </a:xfrm>
          <a:prstGeom prst="parallelogram">
            <a:avLst>
              <a:gd fmla="val 25000"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a:solidFill>
                  <a:schemeClr val="accent3"/>
                </a:solidFill>
                <a:latin typeface="Red Hat Display"/>
                <a:ea typeface="Red Hat Display"/>
                <a:cs typeface="Red Hat Display"/>
                <a:sym typeface="Red Hat Display"/>
              </a:rPr>
              <a:t>Where you are</a:t>
            </a:r>
            <a:endParaRPr b="1" i="1">
              <a:solidFill>
                <a:schemeClr val="accent3"/>
              </a:solidFill>
              <a:latin typeface="Red Hat Display"/>
              <a:ea typeface="Red Hat Display"/>
              <a:cs typeface="Red Hat Display"/>
              <a:sym typeface="Red Hat Display"/>
            </a:endParaRPr>
          </a:p>
        </p:txBody>
      </p:sp>
      <p:sp>
        <p:nvSpPr>
          <p:cNvPr id="5463" name="Google Shape;5463;p227"/>
          <p:cNvSpPr/>
          <p:nvPr/>
        </p:nvSpPr>
        <p:spPr>
          <a:xfrm>
            <a:off x="9423950" y="5460375"/>
            <a:ext cx="2150400" cy="479100"/>
          </a:xfrm>
          <a:prstGeom prst="parallelogram">
            <a:avLst>
              <a:gd fmla="val 25000"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a:solidFill>
                  <a:schemeClr val="accent3"/>
                </a:solidFill>
                <a:latin typeface="Red Hat Display"/>
                <a:ea typeface="Red Hat Display"/>
                <a:cs typeface="Red Hat Display"/>
                <a:sym typeface="Red Hat Display"/>
              </a:rPr>
              <a:t>Where you want to be</a:t>
            </a:r>
            <a:endParaRPr b="1" i="1">
              <a:solidFill>
                <a:schemeClr val="accent3"/>
              </a:solidFill>
              <a:latin typeface="Red Hat Display"/>
              <a:ea typeface="Red Hat Display"/>
              <a:cs typeface="Red Hat Display"/>
              <a:sym typeface="Red Hat Display"/>
            </a:endParaRPr>
          </a:p>
        </p:txBody>
      </p:sp>
      <p:sp>
        <p:nvSpPr>
          <p:cNvPr id="5464" name="Google Shape;5464;p227"/>
          <p:cNvSpPr/>
          <p:nvPr/>
        </p:nvSpPr>
        <p:spPr>
          <a:xfrm>
            <a:off x="1319388" y="4258056"/>
            <a:ext cx="1626600" cy="819900"/>
          </a:xfrm>
          <a:prstGeom prst="homePlate">
            <a:avLst>
              <a:gd fmla="val 50000" name="adj"/>
            </a:avLst>
          </a:prstGeom>
          <a:solidFill>
            <a:srgbClr val="4D4D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Other Linuxes</a:t>
            </a:r>
            <a:endParaRPr sz="1200">
              <a:solidFill>
                <a:schemeClr val="lt1"/>
              </a:solidFill>
              <a:latin typeface="Red Hat Display"/>
              <a:ea typeface="Red Hat Display"/>
              <a:cs typeface="Red Hat Display"/>
              <a:sym typeface="Red Hat Display"/>
            </a:endParaRPr>
          </a:p>
        </p:txBody>
      </p:sp>
      <p:sp>
        <p:nvSpPr>
          <p:cNvPr id="5465" name="Google Shape;5465;p227"/>
          <p:cNvSpPr/>
          <p:nvPr/>
        </p:nvSpPr>
        <p:spPr>
          <a:xfrm>
            <a:off x="2782423" y="3229875"/>
            <a:ext cx="1661100" cy="822900"/>
          </a:xfrm>
          <a:prstGeom prst="chevron">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IPU* to RHEL7</a:t>
            </a:r>
            <a:endParaRPr sz="1200">
              <a:solidFill>
                <a:schemeClr val="lt1"/>
              </a:solidFill>
              <a:latin typeface="Red Hat Display"/>
              <a:ea typeface="Red Hat Display"/>
              <a:cs typeface="Red Hat Display"/>
              <a:sym typeface="Red Hat Display"/>
            </a:endParaRPr>
          </a:p>
        </p:txBody>
      </p:sp>
      <p:sp>
        <p:nvSpPr>
          <p:cNvPr id="5466" name="Google Shape;5466;p227"/>
          <p:cNvSpPr/>
          <p:nvPr/>
        </p:nvSpPr>
        <p:spPr>
          <a:xfrm>
            <a:off x="2782423" y="2209800"/>
            <a:ext cx="1661100" cy="822900"/>
          </a:xfrm>
          <a:prstGeom prst="chevron">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convert to</a:t>
            </a:r>
            <a:br>
              <a:rPr lang="en" sz="1200">
                <a:solidFill>
                  <a:schemeClr val="lt1"/>
                </a:solidFill>
                <a:latin typeface="Red Hat Display"/>
                <a:ea typeface="Red Hat Display"/>
                <a:cs typeface="Red Hat Display"/>
                <a:sym typeface="Red Hat Display"/>
              </a:rPr>
            </a:br>
            <a:r>
              <a:rPr lang="en" sz="1200">
                <a:solidFill>
                  <a:schemeClr val="lt1"/>
                </a:solidFill>
                <a:latin typeface="Red Hat Display"/>
                <a:ea typeface="Red Hat Display"/>
                <a:cs typeface="Red Hat Display"/>
                <a:sym typeface="Red Hat Display"/>
              </a:rPr>
              <a:t>RHEL7</a:t>
            </a:r>
            <a:endParaRPr sz="1200">
              <a:solidFill>
                <a:schemeClr val="lt1"/>
              </a:solidFill>
              <a:latin typeface="Red Hat Display"/>
              <a:ea typeface="Red Hat Display"/>
              <a:cs typeface="Red Hat Display"/>
              <a:sym typeface="Red Hat Display"/>
            </a:endParaRPr>
          </a:p>
        </p:txBody>
      </p:sp>
      <p:sp>
        <p:nvSpPr>
          <p:cNvPr id="5467" name="Google Shape;5467;p227"/>
          <p:cNvSpPr/>
          <p:nvPr/>
        </p:nvSpPr>
        <p:spPr>
          <a:xfrm>
            <a:off x="4245463" y="3231675"/>
            <a:ext cx="1661100" cy="822900"/>
          </a:xfrm>
          <a:prstGeom prst="chevron">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IPU* to RHEL8</a:t>
            </a:r>
            <a:endParaRPr sz="1200">
              <a:solidFill>
                <a:schemeClr val="lt1"/>
              </a:solidFill>
              <a:latin typeface="Red Hat Display"/>
              <a:ea typeface="Red Hat Display"/>
              <a:cs typeface="Red Hat Display"/>
              <a:sym typeface="Red Hat Display"/>
            </a:endParaRPr>
          </a:p>
        </p:txBody>
      </p:sp>
      <p:sp>
        <p:nvSpPr>
          <p:cNvPr id="5468" name="Google Shape;5468;p227"/>
          <p:cNvSpPr/>
          <p:nvPr/>
        </p:nvSpPr>
        <p:spPr>
          <a:xfrm rot="5400000">
            <a:off x="4666500" y="2379075"/>
            <a:ext cx="561900" cy="871800"/>
          </a:xfrm>
          <a:prstGeom prst="bentArrow">
            <a:avLst>
              <a:gd fmla="val 25000" name="adj1"/>
              <a:gd fmla="val 25000" name="adj2"/>
              <a:gd fmla="val 25000" name="adj3"/>
              <a:gd fmla="val 43750" name="adj4"/>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2" name="Shape 5472"/>
        <p:cNvGrpSpPr/>
        <p:nvPr/>
      </p:nvGrpSpPr>
      <p:grpSpPr>
        <a:xfrm>
          <a:off x="0" y="0"/>
          <a:ext cx="0" cy="0"/>
          <a:chOff x="0" y="0"/>
          <a:chExt cx="0" cy="0"/>
        </a:xfrm>
      </p:grpSpPr>
      <p:sp>
        <p:nvSpPr>
          <p:cNvPr id="5473" name="Google Shape;5473;p228"/>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Timeline</a:t>
            </a:r>
            <a:endParaRPr/>
          </a:p>
        </p:txBody>
      </p:sp>
      <p:sp>
        <p:nvSpPr>
          <p:cNvPr id="5474" name="Google Shape;5474;p22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475" name="Google Shape;5475;p228"/>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i="1" lang="en"/>
              <a:t>* In place upgrade</a:t>
            </a:r>
            <a:endParaRPr/>
          </a:p>
        </p:txBody>
      </p:sp>
      <p:sp>
        <p:nvSpPr>
          <p:cNvPr id="5476" name="Google Shape;5476;p228"/>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Upgrade and migrations</a:t>
            </a:r>
            <a:endParaRPr/>
          </a:p>
        </p:txBody>
      </p:sp>
      <p:sp>
        <p:nvSpPr>
          <p:cNvPr id="5477" name="Google Shape;5477;p228"/>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Multiple timelines come together</a:t>
            </a:r>
            <a:endParaRPr/>
          </a:p>
        </p:txBody>
      </p:sp>
      <p:sp>
        <p:nvSpPr>
          <p:cNvPr id="5478" name="Google Shape;5478;p228"/>
          <p:cNvSpPr/>
          <p:nvPr/>
        </p:nvSpPr>
        <p:spPr>
          <a:xfrm>
            <a:off x="1319388" y="3231675"/>
            <a:ext cx="1661100" cy="819900"/>
          </a:xfrm>
          <a:prstGeom prst="homePlate">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Older RHEL</a:t>
            </a:r>
            <a:endParaRPr sz="1200">
              <a:solidFill>
                <a:schemeClr val="lt1"/>
              </a:solidFill>
              <a:latin typeface="Red Hat Display"/>
              <a:ea typeface="Red Hat Display"/>
              <a:cs typeface="Red Hat Display"/>
              <a:sym typeface="Red Hat Display"/>
            </a:endParaRPr>
          </a:p>
        </p:txBody>
      </p:sp>
      <p:sp>
        <p:nvSpPr>
          <p:cNvPr id="5479" name="Google Shape;5479;p228"/>
          <p:cNvSpPr/>
          <p:nvPr/>
        </p:nvSpPr>
        <p:spPr>
          <a:xfrm>
            <a:off x="1319388" y="2209800"/>
            <a:ext cx="1661100" cy="819900"/>
          </a:xfrm>
          <a:prstGeom prst="homePlate">
            <a:avLst>
              <a:gd fmla="val 50000" name="adj"/>
            </a:avLst>
          </a:prstGeom>
          <a:solidFill>
            <a:srgbClr val="A3A3A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RHEL based</a:t>
            </a:r>
            <a:endParaRPr sz="1200">
              <a:solidFill>
                <a:schemeClr val="lt1"/>
              </a:solidFill>
              <a:latin typeface="Red Hat Display"/>
              <a:ea typeface="Red Hat Display"/>
              <a:cs typeface="Red Hat Display"/>
              <a:sym typeface="Red Hat Display"/>
            </a:endParaRPr>
          </a:p>
        </p:txBody>
      </p:sp>
      <p:sp>
        <p:nvSpPr>
          <p:cNvPr id="5480" name="Google Shape;5480;p228"/>
          <p:cNvSpPr/>
          <p:nvPr/>
        </p:nvSpPr>
        <p:spPr>
          <a:xfrm>
            <a:off x="1319388" y="5141763"/>
            <a:ext cx="9553200" cy="318600"/>
          </a:xfrm>
          <a:prstGeom prst="rightArrow">
            <a:avLst>
              <a:gd fmla="val 50000" name="adj1"/>
              <a:gd fmla="val 50000" name="adj2"/>
            </a:avLst>
          </a:prstGeom>
          <a:solidFill>
            <a:srgbClr val="980000"/>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i="1" lang="en" sz="1200">
                <a:solidFill>
                  <a:schemeClr val="lt1"/>
                </a:solidFill>
                <a:latin typeface="Red Hat Display"/>
                <a:ea typeface="Red Hat Display"/>
                <a:cs typeface="Red Hat Display"/>
                <a:sym typeface="Red Hat Display"/>
              </a:rPr>
              <a:t>&gt;&gt;&gt; time &gt;&gt;&gt;</a:t>
            </a:r>
            <a:endParaRPr b="1" i="1" sz="1200">
              <a:solidFill>
                <a:schemeClr val="lt1"/>
              </a:solidFill>
              <a:latin typeface="Red Hat Display"/>
              <a:ea typeface="Red Hat Display"/>
              <a:cs typeface="Red Hat Display"/>
              <a:sym typeface="Red Hat Display"/>
            </a:endParaRPr>
          </a:p>
        </p:txBody>
      </p:sp>
      <p:sp>
        <p:nvSpPr>
          <p:cNvPr id="5481" name="Google Shape;5481;p228"/>
          <p:cNvSpPr/>
          <p:nvPr/>
        </p:nvSpPr>
        <p:spPr>
          <a:xfrm>
            <a:off x="1319388" y="4258056"/>
            <a:ext cx="1626600" cy="819900"/>
          </a:xfrm>
          <a:prstGeom prst="homePlate">
            <a:avLst>
              <a:gd fmla="val 50000" name="adj"/>
            </a:avLst>
          </a:prstGeom>
          <a:solidFill>
            <a:srgbClr val="4D4D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Other Linuxes</a:t>
            </a:r>
            <a:endParaRPr sz="1200">
              <a:solidFill>
                <a:schemeClr val="lt1"/>
              </a:solidFill>
              <a:latin typeface="Red Hat Display"/>
              <a:ea typeface="Red Hat Display"/>
              <a:cs typeface="Red Hat Display"/>
              <a:sym typeface="Red Hat Display"/>
            </a:endParaRPr>
          </a:p>
        </p:txBody>
      </p:sp>
      <p:sp>
        <p:nvSpPr>
          <p:cNvPr id="5482" name="Google Shape;5482;p228"/>
          <p:cNvSpPr/>
          <p:nvPr/>
        </p:nvSpPr>
        <p:spPr>
          <a:xfrm>
            <a:off x="2782423" y="3229875"/>
            <a:ext cx="1661100" cy="822900"/>
          </a:xfrm>
          <a:prstGeom prst="chevron">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IPU* to RHEL7</a:t>
            </a:r>
            <a:endParaRPr sz="1200">
              <a:solidFill>
                <a:schemeClr val="lt1"/>
              </a:solidFill>
              <a:latin typeface="Red Hat Display"/>
              <a:ea typeface="Red Hat Display"/>
              <a:cs typeface="Red Hat Display"/>
              <a:sym typeface="Red Hat Display"/>
            </a:endParaRPr>
          </a:p>
        </p:txBody>
      </p:sp>
      <p:sp>
        <p:nvSpPr>
          <p:cNvPr id="5483" name="Google Shape;5483;p228"/>
          <p:cNvSpPr/>
          <p:nvPr/>
        </p:nvSpPr>
        <p:spPr>
          <a:xfrm>
            <a:off x="2782423" y="2209800"/>
            <a:ext cx="1661100" cy="822900"/>
          </a:xfrm>
          <a:prstGeom prst="chevron">
            <a:avLst>
              <a:gd fmla="val 50000" name="adj"/>
            </a:avLst>
          </a:prstGeom>
          <a:solidFill>
            <a:srgbClr val="820000">
              <a:alpha val="246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convert to</a:t>
            </a:r>
            <a:br>
              <a:rPr lang="en" sz="1200">
                <a:solidFill>
                  <a:schemeClr val="lt1"/>
                </a:solidFill>
                <a:latin typeface="Red Hat Display"/>
                <a:ea typeface="Red Hat Display"/>
                <a:cs typeface="Red Hat Display"/>
                <a:sym typeface="Red Hat Display"/>
              </a:rPr>
            </a:br>
            <a:r>
              <a:rPr lang="en" sz="1200">
                <a:solidFill>
                  <a:schemeClr val="lt1"/>
                </a:solidFill>
                <a:latin typeface="Red Hat Display"/>
                <a:ea typeface="Red Hat Display"/>
                <a:cs typeface="Red Hat Display"/>
                <a:sym typeface="Red Hat Display"/>
              </a:rPr>
              <a:t>RHEL7</a:t>
            </a:r>
            <a:endParaRPr sz="1200">
              <a:solidFill>
                <a:schemeClr val="lt1"/>
              </a:solidFill>
              <a:latin typeface="Red Hat Display"/>
              <a:ea typeface="Red Hat Display"/>
              <a:cs typeface="Red Hat Display"/>
              <a:sym typeface="Red Hat Display"/>
            </a:endParaRPr>
          </a:p>
        </p:txBody>
      </p:sp>
      <p:sp>
        <p:nvSpPr>
          <p:cNvPr id="5484" name="Google Shape;5484;p228"/>
          <p:cNvSpPr/>
          <p:nvPr/>
        </p:nvSpPr>
        <p:spPr>
          <a:xfrm>
            <a:off x="4245463" y="3231675"/>
            <a:ext cx="1661100" cy="822900"/>
          </a:xfrm>
          <a:prstGeom prst="chevron">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IPU* to RHEL8</a:t>
            </a:r>
            <a:endParaRPr sz="1200">
              <a:solidFill>
                <a:schemeClr val="lt1"/>
              </a:solidFill>
              <a:latin typeface="Red Hat Display"/>
              <a:ea typeface="Red Hat Display"/>
              <a:cs typeface="Red Hat Display"/>
              <a:sym typeface="Red Hat Display"/>
            </a:endParaRPr>
          </a:p>
        </p:txBody>
      </p:sp>
      <p:sp>
        <p:nvSpPr>
          <p:cNvPr id="5485" name="Google Shape;5485;p228"/>
          <p:cNvSpPr/>
          <p:nvPr/>
        </p:nvSpPr>
        <p:spPr>
          <a:xfrm>
            <a:off x="5708503" y="3229875"/>
            <a:ext cx="1661100" cy="822900"/>
          </a:xfrm>
          <a:prstGeom prst="chevron">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IPU* to RHEL9</a:t>
            </a:r>
            <a:endParaRPr sz="1200">
              <a:solidFill>
                <a:schemeClr val="lt1"/>
              </a:solidFill>
              <a:latin typeface="Red Hat Display"/>
              <a:ea typeface="Red Hat Display"/>
              <a:cs typeface="Red Hat Display"/>
              <a:sym typeface="Red Hat Display"/>
            </a:endParaRPr>
          </a:p>
        </p:txBody>
      </p:sp>
      <p:sp>
        <p:nvSpPr>
          <p:cNvPr id="5486" name="Google Shape;5486;p228"/>
          <p:cNvSpPr/>
          <p:nvPr/>
        </p:nvSpPr>
        <p:spPr>
          <a:xfrm>
            <a:off x="4245463" y="2209800"/>
            <a:ext cx="1661100" cy="822900"/>
          </a:xfrm>
          <a:prstGeom prst="chevron">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convert to</a:t>
            </a:r>
            <a:br>
              <a:rPr lang="en" sz="1200">
                <a:solidFill>
                  <a:schemeClr val="lt1"/>
                </a:solidFill>
                <a:latin typeface="Red Hat Display"/>
                <a:ea typeface="Red Hat Display"/>
                <a:cs typeface="Red Hat Display"/>
                <a:sym typeface="Red Hat Display"/>
              </a:rPr>
            </a:br>
            <a:r>
              <a:rPr lang="en" sz="1200">
                <a:solidFill>
                  <a:schemeClr val="lt1"/>
                </a:solidFill>
                <a:latin typeface="Red Hat Display"/>
                <a:ea typeface="Red Hat Display"/>
                <a:cs typeface="Red Hat Display"/>
                <a:sym typeface="Red Hat Display"/>
              </a:rPr>
              <a:t>RHEL8</a:t>
            </a:r>
            <a:endParaRPr sz="1200">
              <a:solidFill>
                <a:schemeClr val="lt1"/>
              </a:solidFill>
              <a:latin typeface="Red Hat Display"/>
              <a:ea typeface="Red Hat Display"/>
              <a:cs typeface="Red Hat Display"/>
              <a:sym typeface="Red Hat Display"/>
            </a:endParaRPr>
          </a:p>
        </p:txBody>
      </p:sp>
      <p:sp>
        <p:nvSpPr>
          <p:cNvPr id="5487" name="Google Shape;5487;p228"/>
          <p:cNvSpPr/>
          <p:nvPr/>
        </p:nvSpPr>
        <p:spPr>
          <a:xfrm>
            <a:off x="372050" y="5460375"/>
            <a:ext cx="1883700" cy="479100"/>
          </a:xfrm>
          <a:prstGeom prst="parallelogram">
            <a:avLst>
              <a:gd fmla="val 25000"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a:solidFill>
                  <a:schemeClr val="accent3"/>
                </a:solidFill>
                <a:latin typeface="Red Hat Display"/>
                <a:ea typeface="Red Hat Display"/>
                <a:cs typeface="Red Hat Display"/>
                <a:sym typeface="Red Hat Display"/>
              </a:rPr>
              <a:t>Where you are</a:t>
            </a:r>
            <a:endParaRPr b="1" i="1">
              <a:solidFill>
                <a:schemeClr val="accent3"/>
              </a:solidFill>
              <a:latin typeface="Red Hat Display"/>
              <a:ea typeface="Red Hat Display"/>
              <a:cs typeface="Red Hat Display"/>
              <a:sym typeface="Red Hat Display"/>
            </a:endParaRPr>
          </a:p>
        </p:txBody>
      </p:sp>
      <p:sp>
        <p:nvSpPr>
          <p:cNvPr id="5488" name="Google Shape;5488;p228"/>
          <p:cNvSpPr/>
          <p:nvPr/>
        </p:nvSpPr>
        <p:spPr>
          <a:xfrm>
            <a:off x="9423950" y="5460375"/>
            <a:ext cx="2150400" cy="479100"/>
          </a:xfrm>
          <a:prstGeom prst="parallelogram">
            <a:avLst>
              <a:gd fmla="val 25000"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a:solidFill>
                  <a:schemeClr val="accent3"/>
                </a:solidFill>
                <a:latin typeface="Red Hat Display"/>
                <a:ea typeface="Red Hat Display"/>
                <a:cs typeface="Red Hat Display"/>
                <a:sym typeface="Red Hat Display"/>
              </a:rPr>
              <a:t>Where you want to be</a:t>
            </a:r>
            <a:endParaRPr b="1" i="1">
              <a:solidFill>
                <a:schemeClr val="accent3"/>
              </a:solidFill>
              <a:latin typeface="Red Hat Display"/>
              <a:ea typeface="Red Hat Display"/>
              <a:cs typeface="Red Hat Display"/>
              <a:sym typeface="Red Hat Display"/>
            </a:endParaRPr>
          </a:p>
        </p:txBody>
      </p:sp>
      <p:sp>
        <p:nvSpPr>
          <p:cNvPr id="5489" name="Google Shape;5489;p228"/>
          <p:cNvSpPr/>
          <p:nvPr/>
        </p:nvSpPr>
        <p:spPr>
          <a:xfrm rot="5400000">
            <a:off x="6137375" y="2379075"/>
            <a:ext cx="561900" cy="871800"/>
          </a:xfrm>
          <a:prstGeom prst="bentArrow">
            <a:avLst>
              <a:gd fmla="val 25000" name="adj1"/>
              <a:gd fmla="val 25000" name="adj2"/>
              <a:gd fmla="val 25000" name="adj3"/>
              <a:gd fmla="val 43750" name="adj4"/>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3" name="Shape 5493"/>
        <p:cNvGrpSpPr/>
        <p:nvPr/>
      </p:nvGrpSpPr>
      <p:grpSpPr>
        <a:xfrm>
          <a:off x="0" y="0"/>
          <a:ext cx="0" cy="0"/>
          <a:chOff x="0" y="0"/>
          <a:chExt cx="0" cy="0"/>
        </a:xfrm>
      </p:grpSpPr>
      <p:sp>
        <p:nvSpPr>
          <p:cNvPr id="5494" name="Google Shape;5494;p229"/>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Timeline</a:t>
            </a:r>
            <a:endParaRPr/>
          </a:p>
        </p:txBody>
      </p:sp>
      <p:sp>
        <p:nvSpPr>
          <p:cNvPr id="5495" name="Google Shape;5495;p22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496" name="Google Shape;5496;p229"/>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i="1" lang="en"/>
              <a:t>* In place upgrade</a:t>
            </a:r>
            <a:endParaRPr/>
          </a:p>
        </p:txBody>
      </p:sp>
      <p:sp>
        <p:nvSpPr>
          <p:cNvPr id="5497" name="Google Shape;5497;p229"/>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Upgrade and migrations</a:t>
            </a:r>
            <a:endParaRPr/>
          </a:p>
        </p:txBody>
      </p:sp>
      <p:sp>
        <p:nvSpPr>
          <p:cNvPr id="5498" name="Google Shape;5498;p229"/>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Multiple timelines</a:t>
            </a:r>
            <a:endParaRPr/>
          </a:p>
        </p:txBody>
      </p:sp>
      <p:sp>
        <p:nvSpPr>
          <p:cNvPr id="5499" name="Google Shape;5499;p229"/>
          <p:cNvSpPr/>
          <p:nvPr/>
        </p:nvSpPr>
        <p:spPr>
          <a:xfrm>
            <a:off x="1319388" y="3231675"/>
            <a:ext cx="1661100" cy="819900"/>
          </a:xfrm>
          <a:prstGeom prst="homePlate">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Older RHEL</a:t>
            </a:r>
            <a:endParaRPr sz="1200">
              <a:solidFill>
                <a:schemeClr val="lt1"/>
              </a:solidFill>
              <a:latin typeface="Red Hat Display"/>
              <a:ea typeface="Red Hat Display"/>
              <a:cs typeface="Red Hat Display"/>
              <a:sym typeface="Red Hat Display"/>
            </a:endParaRPr>
          </a:p>
        </p:txBody>
      </p:sp>
      <p:sp>
        <p:nvSpPr>
          <p:cNvPr id="5500" name="Google Shape;5500;p229"/>
          <p:cNvSpPr/>
          <p:nvPr/>
        </p:nvSpPr>
        <p:spPr>
          <a:xfrm>
            <a:off x="1319388" y="2209800"/>
            <a:ext cx="1661100" cy="819900"/>
          </a:xfrm>
          <a:prstGeom prst="homePlate">
            <a:avLst>
              <a:gd fmla="val 50000" name="adj"/>
            </a:avLst>
          </a:prstGeom>
          <a:solidFill>
            <a:srgbClr val="A3A3A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RHEL based</a:t>
            </a:r>
            <a:endParaRPr sz="1200">
              <a:solidFill>
                <a:schemeClr val="lt1"/>
              </a:solidFill>
              <a:latin typeface="Red Hat Display"/>
              <a:ea typeface="Red Hat Display"/>
              <a:cs typeface="Red Hat Display"/>
              <a:sym typeface="Red Hat Display"/>
            </a:endParaRPr>
          </a:p>
        </p:txBody>
      </p:sp>
      <p:sp>
        <p:nvSpPr>
          <p:cNvPr id="5501" name="Google Shape;5501;p229"/>
          <p:cNvSpPr/>
          <p:nvPr/>
        </p:nvSpPr>
        <p:spPr>
          <a:xfrm>
            <a:off x="1319388" y="4258056"/>
            <a:ext cx="1626600" cy="819900"/>
          </a:xfrm>
          <a:prstGeom prst="homePlate">
            <a:avLst>
              <a:gd fmla="val 50000" name="adj"/>
            </a:avLst>
          </a:prstGeom>
          <a:solidFill>
            <a:srgbClr val="4D4D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Other Linuxes</a:t>
            </a:r>
            <a:endParaRPr sz="1200">
              <a:solidFill>
                <a:schemeClr val="lt1"/>
              </a:solidFill>
              <a:latin typeface="Red Hat Display"/>
              <a:ea typeface="Red Hat Display"/>
              <a:cs typeface="Red Hat Display"/>
              <a:sym typeface="Red Hat Display"/>
            </a:endParaRPr>
          </a:p>
        </p:txBody>
      </p:sp>
      <p:sp>
        <p:nvSpPr>
          <p:cNvPr id="5502" name="Google Shape;5502;p229"/>
          <p:cNvSpPr/>
          <p:nvPr/>
        </p:nvSpPr>
        <p:spPr>
          <a:xfrm>
            <a:off x="2782423" y="3229875"/>
            <a:ext cx="1661100" cy="822900"/>
          </a:xfrm>
          <a:prstGeom prst="chevron">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IPU* to RHEL7</a:t>
            </a:r>
            <a:endParaRPr sz="1200">
              <a:solidFill>
                <a:schemeClr val="lt1"/>
              </a:solidFill>
              <a:latin typeface="Red Hat Display"/>
              <a:ea typeface="Red Hat Display"/>
              <a:cs typeface="Red Hat Display"/>
              <a:sym typeface="Red Hat Display"/>
            </a:endParaRPr>
          </a:p>
        </p:txBody>
      </p:sp>
      <p:sp>
        <p:nvSpPr>
          <p:cNvPr id="5503" name="Google Shape;5503;p229"/>
          <p:cNvSpPr/>
          <p:nvPr/>
        </p:nvSpPr>
        <p:spPr>
          <a:xfrm>
            <a:off x="2782423" y="2209800"/>
            <a:ext cx="1661100" cy="822900"/>
          </a:xfrm>
          <a:prstGeom prst="chevron">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convert to</a:t>
            </a:r>
            <a:br>
              <a:rPr lang="en" sz="1200">
                <a:solidFill>
                  <a:schemeClr val="lt1"/>
                </a:solidFill>
                <a:latin typeface="Red Hat Display"/>
                <a:ea typeface="Red Hat Display"/>
                <a:cs typeface="Red Hat Display"/>
                <a:sym typeface="Red Hat Display"/>
              </a:rPr>
            </a:br>
            <a:r>
              <a:rPr lang="en" sz="1200">
                <a:solidFill>
                  <a:schemeClr val="lt1"/>
                </a:solidFill>
                <a:latin typeface="Red Hat Display"/>
                <a:ea typeface="Red Hat Display"/>
                <a:cs typeface="Red Hat Display"/>
                <a:sym typeface="Red Hat Display"/>
              </a:rPr>
              <a:t>RHEL7</a:t>
            </a:r>
            <a:endParaRPr sz="1200">
              <a:solidFill>
                <a:schemeClr val="lt1"/>
              </a:solidFill>
              <a:latin typeface="Red Hat Display"/>
              <a:ea typeface="Red Hat Display"/>
              <a:cs typeface="Red Hat Display"/>
              <a:sym typeface="Red Hat Display"/>
            </a:endParaRPr>
          </a:p>
        </p:txBody>
      </p:sp>
      <p:sp>
        <p:nvSpPr>
          <p:cNvPr id="5504" name="Google Shape;5504;p229"/>
          <p:cNvSpPr/>
          <p:nvPr/>
        </p:nvSpPr>
        <p:spPr>
          <a:xfrm>
            <a:off x="4245463" y="3231675"/>
            <a:ext cx="1661100" cy="822900"/>
          </a:xfrm>
          <a:prstGeom prst="chevron">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IPU* to RHEL8</a:t>
            </a:r>
            <a:endParaRPr sz="1200">
              <a:solidFill>
                <a:schemeClr val="lt1"/>
              </a:solidFill>
              <a:latin typeface="Red Hat Display"/>
              <a:ea typeface="Red Hat Display"/>
              <a:cs typeface="Red Hat Display"/>
              <a:sym typeface="Red Hat Display"/>
            </a:endParaRPr>
          </a:p>
        </p:txBody>
      </p:sp>
      <p:sp>
        <p:nvSpPr>
          <p:cNvPr id="5505" name="Google Shape;5505;p229"/>
          <p:cNvSpPr/>
          <p:nvPr/>
        </p:nvSpPr>
        <p:spPr>
          <a:xfrm>
            <a:off x="5708503" y="3229875"/>
            <a:ext cx="1661100" cy="822900"/>
          </a:xfrm>
          <a:prstGeom prst="chevron">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IPU* to RHEL9</a:t>
            </a:r>
            <a:endParaRPr sz="1200">
              <a:solidFill>
                <a:schemeClr val="lt1"/>
              </a:solidFill>
              <a:latin typeface="Red Hat Display"/>
              <a:ea typeface="Red Hat Display"/>
              <a:cs typeface="Red Hat Display"/>
              <a:sym typeface="Red Hat Display"/>
            </a:endParaRPr>
          </a:p>
        </p:txBody>
      </p:sp>
      <p:sp>
        <p:nvSpPr>
          <p:cNvPr id="5506" name="Google Shape;5506;p229"/>
          <p:cNvSpPr/>
          <p:nvPr/>
        </p:nvSpPr>
        <p:spPr>
          <a:xfrm>
            <a:off x="1319388" y="5141763"/>
            <a:ext cx="9553200" cy="318600"/>
          </a:xfrm>
          <a:prstGeom prst="rightArrow">
            <a:avLst>
              <a:gd fmla="val 50000" name="adj1"/>
              <a:gd fmla="val 50000" name="adj2"/>
            </a:avLst>
          </a:prstGeom>
          <a:solidFill>
            <a:srgbClr val="980000"/>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i="1" lang="en" sz="1200">
                <a:solidFill>
                  <a:schemeClr val="lt1"/>
                </a:solidFill>
                <a:latin typeface="Red Hat Display"/>
                <a:ea typeface="Red Hat Display"/>
                <a:cs typeface="Red Hat Display"/>
                <a:sym typeface="Red Hat Display"/>
              </a:rPr>
              <a:t>&gt;&gt;&gt; time &gt;&gt;&gt;</a:t>
            </a:r>
            <a:endParaRPr b="1" i="1" sz="1200">
              <a:solidFill>
                <a:schemeClr val="lt1"/>
              </a:solidFill>
              <a:latin typeface="Red Hat Display"/>
              <a:ea typeface="Red Hat Display"/>
              <a:cs typeface="Red Hat Display"/>
              <a:sym typeface="Red Hat Display"/>
            </a:endParaRPr>
          </a:p>
        </p:txBody>
      </p:sp>
      <p:sp>
        <p:nvSpPr>
          <p:cNvPr id="5507" name="Google Shape;5507;p229"/>
          <p:cNvSpPr/>
          <p:nvPr/>
        </p:nvSpPr>
        <p:spPr>
          <a:xfrm>
            <a:off x="4245463" y="2209800"/>
            <a:ext cx="1661100" cy="822900"/>
          </a:xfrm>
          <a:prstGeom prst="chevron">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convert to</a:t>
            </a:r>
            <a:br>
              <a:rPr lang="en" sz="1200">
                <a:solidFill>
                  <a:schemeClr val="lt1"/>
                </a:solidFill>
                <a:latin typeface="Red Hat Display"/>
                <a:ea typeface="Red Hat Display"/>
                <a:cs typeface="Red Hat Display"/>
                <a:sym typeface="Red Hat Display"/>
              </a:rPr>
            </a:br>
            <a:r>
              <a:rPr lang="en" sz="1200">
                <a:solidFill>
                  <a:schemeClr val="lt1"/>
                </a:solidFill>
                <a:latin typeface="Red Hat Display"/>
                <a:ea typeface="Red Hat Display"/>
                <a:cs typeface="Red Hat Display"/>
                <a:sym typeface="Red Hat Display"/>
              </a:rPr>
              <a:t>RHEL8</a:t>
            </a:r>
            <a:endParaRPr sz="1200">
              <a:solidFill>
                <a:schemeClr val="lt1"/>
              </a:solidFill>
              <a:latin typeface="Red Hat Display"/>
              <a:ea typeface="Red Hat Display"/>
              <a:cs typeface="Red Hat Display"/>
              <a:sym typeface="Red Hat Display"/>
            </a:endParaRPr>
          </a:p>
        </p:txBody>
      </p:sp>
      <p:sp>
        <p:nvSpPr>
          <p:cNvPr id="5508" name="Google Shape;5508;p229"/>
          <p:cNvSpPr/>
          <p:nvPr/>
        </p:nvSpPr>
        <p:spPr>
          <a:xfrm>
            <a:off x="5708503" y="2209800"/>
            <a:ext cx="1661100" cy="822900"/>
          </a:xfrm>
          <a:prstGeom prst="chevron">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convert to</a:t>
            </a:r>
            <a:br>
              <a:rPr lang="en" sz="1200">
                <a:solidFill>
                  <a:schemeClr val="lt1"/>
                </a:solidFill>
                <a:latin typeface="Red Hat Display"/>
                <a:ea typeface="Red Hat Display"/>
                <a:cs typeface="Red Hat Display"/>
                <a:sym typeface="Red Hat Display"/>
              </a:rPr>
            </a:br>
            <a:r>
              <a:rPr lang="en" sz="1200">
                <a:solidFill>
                  <a:schemeClr val="lt1"/>
                </a:solidFill>
                <a:latin typeface="Red Hat Display"/>
                <a:ea typeface="Red Hat Display"/>
                <a:cs typeface="Red Hat Display"/>
                <a:sym typeface="Red Hat Display"/>
              </a:rPr>
              <a:t>RHEL9</a:t>
            </a:r>
            <a:endParaRPr sz="1200">
              <a:solidFill>
                <a:schemeClr val="lt1"/>
              </a:solidFill>
              <a:latin typeface="Red Hat Display"/>
              <a:ea typeface="Red Hat Display"/>
              <a:cs typeface="Red Hat Display"/>
              <a:sym typeface="Red Hat Display"/>
            </a:endParaRPr>
          </a:p>
        </p:txBody>
      </p:sp>
      <p:sp>
        <p:nvSpPr>
          <p:cNvPr id="5509" name="Google Shape;5509;p229"/>
          <p:cNvSpPr/>
          <p:nvPr/>
        </p:nvSpPr>
        <p:spPr>
          <a:xfrm>
            <a:off x="372050" y="5460375"/>
            <a:ext cx="1883700" cy="479100"/>
          </a:xfrm>
          <a:prstGeom prst="parallelogram">
            <a:avLst>
              <a:gd fmla="val 25000"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a:solidFill>
                  <a:schemeClr val="accent3"/>
                </a:solidFill>
                <a:latin typeface="Red Hat Display"/>
                <a:ea typeface="Red Hat Display"/>
                <a:cs typeface="Red Hat Display"/>
                <a:sym typeface="Red Hat Display"/>
              </a:rPr>
              <a:t>Where you are</a:t>
            </a:r>
            <a:endParaRPr b="1" i="1">
              <a:solidFill>
                <a:schemeClr val="accent3"/>
              </a:solidFill>
              <a:latin typeface="Red Hat Display"/>
              <a:ea typeface="Red Hat Display"/>
              <a:cs typeface="Red Hat Display"/>
              <a:sym typeface="Red Hat Display"/>
            </a:endParaRPr>
          </a:p>
        </p:txBody>
      </p:sp>
      <p:sp>
        <p:nvSpPr>
          <p:cNvPr id="5510" name="Google Shape;5510;p229"/>
          <p:cNvSpPr/>
          <p:nvPr/>
        </p:nvSpPr>
        <p:spPr>
          <a:xfrm>
            <a:off x="9423950" y="5460375"/>
            <a:ext cx="2150400" cy="479100"/>
          </a:xfrm>
          <a:prstGeom prst="parallelogram">
            <a:avLst>
              <a:gd fmla="val 25000"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a:solidFill>
                  <a:schemeClr val="accent3"/>
                </a:solidFill>
                <a:latin typeface="Red Hat Display"/>
                <a:ea typeface="Red Hat Display"/>
                <a:cs typeface="Red Hat Display"/>
                <a:sym typeface="Red Hat Display"/>
              </a:rPr>
              <a:t>Where you want to be</a:t>
            </a:r>
            <a:endParaRPr b="1" i="1">
              <a:solidFill>
                <a:schemeClr val="accent3"/>
              </a:solidFill>
              <a:latin typeface="Red Hat Display"/>
              <a:ea typeface="Red Hat Display"/>
              <a:cs typeface="Red Hat Display"/>
              <a:sym typeface="Red Hat Display"/>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4" name="Shape 5514"/>
        <p:cNvGrpSpPr/>
        <p:nvPr/>
      </p:nvGrpSpPr>
      <p:grpSpPr>
        <a:xfrm>
          <a:off x="0" y="0"/>
          <a:ext cx="0" cy="0"/>
          <a:chOff x="0" y="0"/>
          <a:chExt cx="0" cy="0"/>
        </a:xfrm>
      </p:grpSpPr>
      <p:sp>
        <p:nvSpPr>
          <p:cNvPr id="5515" name="Google Shape;5515;p230"/>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Timeline</a:t>
            </a:r>
            <a:endParaRPr/>
          </a:p>
        </p:txBody>
      </p:sp>
      <p:sp>
        <p:nvSpPr>
          <p:cNvPr id="5516" name="Google Shape;5516;p23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517" name="Google Shape;5517;p230"/>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i="1" lang="en"/>
              <a:t>* The landing zone would always be the RH-ISAM based solution - this is where we want to be so this is what would then be prepared and provides the most current version of the RHEL SOE based on the customers standards.</a:t>
            </a:r>
            <a:endParaRPr i="1"/>
          </a:p>
        </p:txBody>
      </p:sp>
      <p:sp>
        <p:nvSpPr>
          <p:cNvPr id="5518" name="Google Shape;5518;p230"/>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Upgrade and migrations</a:t>
            </a:r>
            <a:endParaRPr/>
          </a:p>
        </p:txBody>
      </p:sp>
      <p:sp>
        <p:nvSpPr>
          <p:cNvPr id="5519" name="Google Shape;5519;p230"/>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Migrate from Linux to Red Hat Enterprise Linux</a:t>
            </a:r>
            <a:endParaRPr/>
          </a:p>
        </p:txBody>
      </p:sp>
      <p:sp>
        <p:nvSpPr>
          <p:cNvPr id="5520" name="Google Shape;5520;p230"/>
          <p:cNvSpPr/>
          <p:nvPr/>
        </p:nvSpPr>
        <p:spPr>
          <a:xfrm>
            <a:off x="1319388" y="3231675"/>
            <a:ext cx="1661100" cy="819900"/>
          </a:xfrm>
          <a:prstGeom prst="homePlate">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Older RHEL</a:t>
            </a:r>
            <a:endParaRPr sz="1200">
              <a:solidFill>
                <a:schemeClr val="lt1"/>
              </a:solidFill>
              <a:latin typeface="Red Hat Display"/>
              <a:ea typeface="Red Hat Display"/>
              <a:cs typeface="Red Hat Display"/>
              <a:sym typeface="Red Hat Display"/>
            </a:endParaRPr>
          </a:p>
        </p:txBody>
      </p:sp>
      <p:sp>
        <p:nvSpPr>
          <p:cNvPr id="5521" name="Google Shape;5521;p230"/>
          <p:cNvSpPr/>
          <p:nvPr/>
        </p:nvSpPr>
        <p:spPr>
          <a:xfrm>
            <a:off x="1319388" y="2209800"/>
            <a:ext cx="1661100" cy="819900"/>
          </a:xfrm>
          <a:prstGeom prst="homePlate">
            <a:avLst>
              <a:gd fmla="val 50000" name="adj"/>
            </a:avLst>
          </a:prstGeom>
          <a:solidFill>
            <a:srgbClr val="A3A3A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RHEL based</a:t>
            </a:r>
            <a:endParaRPr sz="1200">
              <a:solidFill>
                <a:schemeClr val="lt1"/>
              </a:solidFill>
              <a:latin typeface="Red Hat Display"/>
              <a:ea typeface="Red Hat Display"/>
              <a:cs typeface="Red Hat Display"/>
              <a:sym typeface="Red Hat Display"/>
            </a:endParaRPr>
          </a:p>
        </p:txBody>
      </p:sp>
      <p:sp>
        <p:nvSpPr>
          <p:cNvPr id="5522" name="Google Shape;5522;p230"/>
          <p:cNvSpPr/>
          <p:nvPr/>
        </p:nvSpPr>
        <p:spPr>
          <a:xfrm>
            <a:off x="1319388" y="4258056"/>
            <a:ext cx="1626600" cy="819900"/>
          </a:xfrm>
          <a:prstGeom prst="homePlate">
            <a:avLst>
              <a:gd fmla="val 50000" name="adj"/>
            </a:avLst>
          </a:prstGeom>
          <a:solidFill>
            <a:srgbClr val="4D4D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Other Linuxes</a:t>
            </a:r>
            <a:endParaRPr sz="1200">
              <a:solidFill>
                <a:schemeClr val="lt1"/>
              </a:solidFill>
              <a:latin typeface="Red Hat Display"/>
              <a:ea typeface="Red Hat Display"/>
              <a:cs typeface="Red Hat Display"/>
              <a:sym typeface="Red Hat Display"/>
            </a:endParaRPr>
          </a:p>
        </p:txBody>
      </p:sp>
      <p:sp>
        <p:nvSpPr>
          <p:cNvPr id="5523" name="Google Shape;5523;p230"/>
          <p:cNvSpPr/>
          <p:nvPr/>
        </p:nvSpPr>
        <p:spPr>
          <a:xfrm>
            <a:off x="2782425" y="4347900"/>
            <a:ext cx="5735400" cy="640200"/>
          </a:xfrm>
          <a:prstGeom prst="chevron">
            <a:avLst>
              <a:gd fmla="val 50000" name="adj"/>
            </a:avLst>
          </a:prstGeom>
          <a:gradFill>
            <a:gsLst>
              <a:gs pos="0">
                <a:srgbClr val="292929"/>
              </a:gs>
              <a:gs pos="100000">
                <a:schemeClr val="accent1"/>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Workload migrations</a:t>
            </a:r>
            <a:endParaRPr sz="1200">
              <a:solidFill>
                <a:schemeClr val="lt1"/>
              </a:solidFill>
              <a:latin typeface="Red Hat Display"/>
              <a:ea typeface="Red Hat Display"/>
              <a:cs typeface="Red Hat Display"/>
              <a:sym typeface="Red Hat Display"/>
            </a:endParaRPr>
          </a:p>
        </p:txBody>
      </p:sp>
      <p:sp>
        <p:nvSpPr>
          <p:cNvPr id="5524" name="Google Shape;5524;p230"/>
          <p:cNvSpPr/>
          <p:nvPr/>
        </p:nvSpPr>
        <p:spPr>
          <a:xfrm>
            <a:off x="1319388" y="5141763"/>
            <a:ext cx="9553200" cy="318600"/>
          </a:xfrm>
          <a:prstGeom prst="rightArrow">
            <a:avLst>
              <a:gd fmla="val 50000" name="adj1"/>
              <a:gd fmla="val 50000" name="adj2"/>
            </a:avLst>
          </a:prstGeom>
          <a:solidFill>
            <a:srgbClr val="980000"/>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i="1" lang="en" sz="1200">
                <a:solidFill>
                  <a:schemeClr val="lt1"/>
                </a:solidFill>
                <a:latin typeface="Red Hat Display"/>
                <a:ea typeface="Red Hat Display"/>
                <a:cs typeface="Red Hat Display"/>
                <a:sym typeface="Red Hat Display"/>
              </a:rPr>
              <a:t>&gt;&gt;&gt; time &gt;&gt;&gt;</a:t>
            </a:r>
            <a:endParaRPr b="1" i="1" sz="1200">
              <a:solidFill>
                <a:schemeClr val="lt1"/>
              </a:solidFill>
              <a:latin typeface="Red Hat Display"/>
              <a:ea typeface="Red Hat Display"/>
              <a:cs typeface="Red Hat Display"/>
              <a:sym typeface="Red Hat Display"/>
            </a:endParaRPr>
          </a:p>
        </p:txBody>
      </p:sp>
      <p:sp>
        <p:nvSpPr>
          <p:cNvPr id="5525" name="Google Shape;5525;p230"/>
          <p:cNvSpPr/>
          <p:nvPr/>
        </p:nvSpPr>
        <p:spPr>
          <a:xfrm>
            <a:off x="8263877" y="4256550"/>
            <a:ext cx="1824900" cy="822900"/>
          </a:xfrm>
          <a:prstGeom prst="chevron">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RH-ISAM based *</a:t>
            </a:r>
            <a:endParaRPr sz="1200">
              <a:solidFill>
                <a:schemeClr val="lt1"/>
              </a:solidFill>
              <a:latin typeface="Red Hat Display"/>
              <a:ea typeface="Red Hat Display"/>
              <a:cs typeface="Red Hat Display"/>
              <a:sym typeface="Red Hat Display"/>
            </a:endParaRPr>
          </a:p>
        </p:txBody>
      </p:sp>
      <p:sp>
        <p:nvSpPr>
          <p:cNvPr id="5526" name="Google Shape;5526;p230"/>
          <p:cNvSpPr/>
          <p:nvPr/>
        </p:nvSpPr>
        <p:spPr>
          <a:xfrm>
            <a:off x="372050" y="5460375"/>
            <a:ext cx="1883700" cy="479100"/>
          </a:xfrm>
          <a:prstGeom prst="parallelogram">
            <a:avLst>
              <a:gd fmla="val 25000"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a:solidFill>
                  <a:schemeClr val="accent3"/>
                </a:solidFill>
                <a:latin typeface="Red Hat Display"/>
                <a:ea typeface="Red Hat Display"/>
                <a:cs typeface="Red Hat Display"/>
                <a:sym typeface="Red Hat Display"/>
              </a:rPr>
              <a:t>Where you are</a:t>
            </a:r>
            <a:endParaRPr b="1" i="1">
              <a:solidFill>
                <a:schemeClr val="accent3"/>
              </a:solidFill>
              <a:latin typeface="Red Hat Display"/>
              <a:ea typeface="Red Hat Display"/>
              <a:cs typeface="Red Hat Display"/>
              <a:sym typeface="Red Hat Display"/>
            </a:endParaRPr>
          </a:p>
        </p:txBody>
      </p:sp>
      <p:sp>
        <p:nvSpPr>
          <p:cNvPr id="5527" name="Google Shape;5527;p230"/>
          <p:cNvSpPr/>
          <p:nvPr/>
        </p:nvSpPr>
        <p:spPr>
          <a:xfrm>
            <a:off x="9423950" y="5460375"/>
            <a:ext cx="2150400" cy="479100"/>
          </a:xfrm>
          <a:prstGeom prst="parallelogram">
            <a:avLst>
              <a:gd fmla="val 25000"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a:solidFill>
                  <a:schemeClr val="accent3"/>
                </a:solidFill>
                <a:latin typeface="Red Hat Display"/>
                <a:ea typeface="Red Hat Display"/>
                <a:cs typeface="Red Hat Display"/>
                <a:sym typeface="Red Hat Display"/>
              </a:rPr>
              <a:t>Where you want to be</a:t>
            </a:r>
            <a:endParaRPr b="1" i="1">
              <a:solidFill>
                <a:schemeClr val="accent3"/>
              </a:solidFill>
              <a:latin typeface="Red Hat Display"/>
              <a:ea typeface="Red Hat Display"/>
              <a:cs typeface="Red Hat Display"/>
              <a:sym typeface="Red Hat Display"/>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1" name="Shape 5531"/>
        <p:cNvGrpSpPr/>
        <p:nvPr/>
      </p:nvGrpSpPr>
      <p:grpSpPr>
        <a:xfrm>
          <a:off x="0" y="0"/>
          <a:ext cx="0" cy="0"/>
          <a:chOff x="0" y="0"/>
          <a:chExt cx="0" cy="0"/>
        </a:xfrm>
      </p:grpSpPr>
      <p:sp>
        <p:nvSpPr>
          <p:cNvPr id="5532" name="Google Shape;5532;p231"/>
          <p:cNvSpPr/>
          <p:nvPr/>
        </p:nvSpPr>
        <p:spPr>
          <a:xfrm>
            <a:off x="6922550" y="2371875"/>
            <a:ext cx="2501400" cy="1533600"/>
          </a:xfrm>
          <a:prstGeom prst="homePlate">
            <a:avLst>
              <a:gd fmla="val 50000" name="adj"/>
            </a:avLst>
          </a:prstGeom>
          <a:gradFill>
            <a:gsLst>
              <a:gs pos="0">
                <a:srgbClr val="820000">
                  <a:alpha val="24705"/>
                </a:srgbClr>
              </a:gs>
              <a:gs pos="100000">
                <a:schemeClr val="accent1"/>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a:solidFill>
                  <a:schemeClr val="lt1"/>
                </a:solidFill>
                <a:latin typeface="Red Hat Display"/>
                <a:ea typeface="Red Hat Display"/>
                <a:cs typeface="Red Hat Display"/>
                <a:sym typeface="Red Hat Display"/>
              </a:rPr>
              <a:t>Workload</a:t>
            </a:r>
            <a:endParaRPr i="1">
              <a:solidFill>
                <a:schemeClr val="lt1"/>
              </a:solidFill>
              <a:latin typeface="Red Hat Display"/>
              <a:ea typeface="Red Hat Display"/>
              <a:cs typeface="Red Hat Display"/>
              <a:sym typeface="Red Hat Display"/>
            </a:endParaRPr>
          </a:p>
          <a:p>
            <a:pPr indent="0" lvl="0" marL="0" rtl="0" algn="ctr">
              <a:spcBef>
                <a:spcPts val="0"/>
              </a:spcBef>
              <a:spcAft>
                <a:spcPts val="0"/>
              </a:spcAft>
              <a:buNone/>
            </a:pPr>
            <a:r>
              <a:rPr i="1" lang="en">
                <a:solidFill>
                  <a:schemeClr val="lt1"/>
                </a:solidFill>
                <a:latin typeface="Red Hat Display"/>
                <a:ea typeface="Red Hat Display"/>
                <a:cs typeface="Red Hat Display"/>
                <a:sym typeface="Red Hat Display"/>
              </a:rPr>
              <a:t>Migrations</a:t>
            </a:r>
            <a:endParaRPr i="1">
              <a:solidFill>
                <a:schemeClr val="lt1"/>
              </a:solidFill>
              <a:latin typeface="Red Hat Display"/>
              <a:ea typeface="Red Hat Display"/>
              <a:cs typeface="Red Hat Display"/>
              <a:sym typeface="Red Hat Display"/>
            </a:endParaRPr>
          </a:p>
        </p:txBody>
      </p:sp>
      <p:sp>
        <p:nvSpPr>
          <p:cNvPr id="5533" name="Google Shape;5533;p231"/>
          <p:cNvSpPr/>
          <p:nvPr/>
        </p:nvSpPr>
        <p:spPr>
          <a:xfrm>
            <a:off x="5708503" y="3229875"/>
            <a:ext cx="1661100" cy="822900"/>
          </a:xfrm>
          <a:prstGeom prst="chevron">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IPU* to RHEL9</a:t>
            </a:r>
            <a:endParaRPr sz="1200">
              <a:solidFill>
                <a:schemeClr val="lt1"/>
              </a:solidFill>
              <a:latin typeface="Red Hat Display"/>
              <a:ea typeface="Red Hat Display"/>
              <a:cs typeface="Red Hat Display"/>
              <a:sym typeface="Red Hat Display"/>
            </a:endParaRPr>
          </a:p>
        </p:txBody>
      </p:sp>
      <p:sp>
        <p:nvSpPr>
          <p:cNvPr id="5534" name="Google Shape;5534;p231"/>
          <p:cNvSpPr/>
          <p:nvPr/>
        </p:nvSpPr>
        <p:spPr>
          <a:xfrm>
            <a:off x="5708503" y="2209800"/>
            <a:ext cx="1661100" cy="822900"/>
          </a:xfrm>
          <a:prstGeom prst="chevron">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convert to</a:t>
            </a:r>
            <a:br>
              <a:rPr lang="en" sz="1200">
                <a:solidFill>
                  <a:schemeClr val="lt1"/>
                </a:solidFill>
                <a:latin typeface="Red Hat Display"/>
                <a:ea typeface="Red Hat Display"/>
                <a:cs typeface="Red Hat Display"/>
                <a:sym typeface="Red Hat Display"/>
              </a:rPr>
            </a:br>
            <a:r>
              <a:rPr lang="en" sz="1200">
                <a:solidFill>
                  <a:schemeClr val="lt1"/>
                </a:solidFill>
                <a:latin typeface="Red Hat Display"/>
                <a:ea typeface="Red Hat Display"/>
                <a:cs typeface="Red Hat Display"/>
                <a:sym typeface="Red Hat Display"/>
              </a:rPr>
              <a:t>RHEL9</a:t>
            </a:r>
            <a:endParaRPr sz="1200">
              <a:solidFill>
                <a:schemeClr val="lt1"/>
              </a:solidFill>
              <a:latin typeface="Red Hat Display"/>
              <a:ea typeface="Red Hat Display"/>
              <a:cs typeface="Red Hat Display"/>
              <a:sym typeface="Red Hat Display"/>
            </a:endParaRPr>
          </a:p>
        </p:txBody>
      </p:sp>
      <p:sp>
        <p:nvSpPr>
          <p:cNvPr id="5535" name="Google Shape;5535;p231"/>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Timeline</a:t>
            </a:r>
            <a:endParaRPr/>
          </a:p>
        </p:txBody>
      </p:sp>
      <p:sp>
        <p:nvSpPr>
          <p:cNvPr id="5536" name="Google Shape;5536;p23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537" name="Google Shape;5537;p231"/>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i="1" lang="en"/>
              <a:t>* To move the converted </a:t>
            </a:r>
            <a:endParaRPr i="1"/>
          </a:p>
        </p:txBody>
      </p:sp>
      <p:sp>
        <p:nvSpPr>
          <p:cNvPr id="5538" name="Google Shape;5538;p231"/>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Upgrade and migrations</a:t>
            </a:r>
            <a:endParaRPr/>
          </a:p>
        </p:txBody>
      </p:sp>
      <p:sp>
        <p:nvSpPr>
          <p:cNvPr id="5539" name="Google Shape;5539;p231"/>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Multiple timelines to similar results</a:t>
            </a:r>
            <a:endParaRPr/>
          </a:p>
        </p:txBody>
      </p:sp>
      <p:sp>
        <p:nvSpPr>
          <p:cNvPr id="5540" name="Google Shape;5540;p231"/>
          <p:cNvSpPr/>
          <p:nvPr/>
        </p:nvSpPr>
        <p:spPr>
          <a:xfrm>
            <a:off x="1319388" y="3231675"/>
            <a:ext cx="1661100" cy="819900"/>
          </a:xfrm>
          <a:prstGeom prst="homePlate">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Older RHEL</a:t>
            </a:r>
            <a:endParaRPr sz="1200">
              <a:solidFill>
                <a:schemeClr val="lt1"/>
              </a:solidFill>
              <a:latin typeface="Red Hat Display"/>
              <a:ea typeface="Red Hat Display"/>
              <a:cs typeface="Red Hat Display"/>
              <a:sym typeface="Red Hat Display"/>
            </a:endParaRPr>
          </a:p>
        </p:txBody>
      </p:sp>
      <p:sp>
        <p:nvSpPr>
          <p:cNvPr id="5541" name="Google Shape;5541;p231"/>
          <p:cNvSpPr/>
          <p:nvPr/>
        </p:nvSpPr>
        <p:spPr>
          <a:xfrm>
            <a:off x="1319388" y="2209800"/>
            <a:ext cx="1661100" cy="819900"/>
          </a:xfrm>
          <a:prstGeom prst="homePlate">
            <a:avLst>
              <a:gd fmla="val 50000" name="adj"/>
            </a:avLst>
          </a:prstGeom>
          <a:solidFill>
            <a:srgbClr val="A3A3A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RHEL based</a:t>
            </a:r>
            <a:endParaRPr sz="1200">
              <a:solidFill>
                <a:schemeClr val="lt1"/>
              </a:solidFill>
              <a:latin typeface="Red Hat Display"/>
              <a:ea typeface="Red Hat Display"/>
              <a:cs typeface="Red Hat Display"/>
              <a:sym typeface="Red Hat Display"/>
            </a:endParaRPr>
          </a:p>
        </p:txBody>
      </p:sp>
      <p:sp>
        <p:nvSpPr>
          <p:cNvPr id="5542" name="Google Shape;5542;p231"/>
          <p:cNvSpPr/>
          <p:nvPr/>
        </p:nvSpPr>
        <p:spPr>
          <a:xfrm>
            <a:off x="1319388" y="4258056"/>
            <a:ext cx="1626600" cy="819900"/>
          </a:xfrm>
          <a:prstGeom prst="homePlate">
            <a:avLst>
              <a:gd fmla="val 50000" name="adj"/>
            </a:avLst>
          </a:prstGeom>
          <a:solidFill>
            <a:srgbClr val="4D4D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Other Linuxes</a:t>
            </a:r>
            <a:endParaRPr sz="1200">
              <a:solidFill>
                <a:schemeClr val="lt1"/>
              </a:solidFill>
              <a:latin typeface="Red Hat Display"/>
              <a:ea typeface="Red Hat Display"/>
              <a:cs typeface="Red Hat Display"/>
              <a:sym typeface="Red Hat Display"/>
            </a:endParaRPr>
          </a:p>
        </p:txBody>
      </p:sp>
      <p:sp>
        <p:nvSpPr>
          <p:cNvPr id="5543" name="Google Shape;5543;p231"/>
          <p:cNvSpPr/>
          <p:nvPr/>
        </p:nvSpPr>
        <p:spPr>
          <a:xfrm>
            <a:off x="1319388" y="5141763"/>
            <a:ext cx="9553200" cy="318600"/>
          </a:xfrm>
          <a:prstGeom prst="rightArrow">
            <a:avLst>
              <a:gd fmla="val 50000" name="adj1"/>
              <a:gd fmla="val 50000" name="adj2"/>
            </a:avLst>
          </a:prstGeom>
          <a:solidFill>
            <a:srgbClr val="980000"/>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i="1" lang="en" sz="1200">
                <a:solidFill>
                  <a:schemeClr val="lt1"/>
                </a:solidFill>
                <a:latin typeface="Red Hat Display"/>
                <a:ea typeface="Red Hat Display"/>
                <a:cs typeface="Red Hat Display"/>
                <a:sym typeface="Red Hat Display"/>
              </a:rPr>
              <a:t>&gt;&gt;&gt; time &gt;&gt;&gt;</a:t>
            </a:r>
            <a:endParaRPr b="1" i="1" sz="1200">
              <a:solidFill>
                <a:schemeClr val="lt1"/>
              </a:solidFill>
              <a:latin typeface="Red Hat Display"/>
              <a:ea typeface="Red Hat Display"/>
              <a:cs typeface="Red Hat Display"/>
              <a:sym typeface="Red Hat Display"/>
            </a:endParaRPr>
          </a:p>
        </p:txBody>
      </p:sp>
      <p:sp>
        <p:nvSpPr>
          <p:cNvPr id="5544" name="Google Shape;5544;p231"/>
          <p:cNvSpPr/>
          <p:nvPr/>
        </p:nvSpPr>
        <p:spPr>
          <a:xfrm>
            <a:off x="9156427" y="2727213"/>
            <a:ext cx="1824900" cy="822900"/>
          </a:xfrm>
          <a:prstGeom prst="chevron">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RH-ISAM based </a:t>
            </a:r>
            <a:endParaRPr sz="1200">
              <a:solidFill>
                <a:schemeClr val="lt1"/>
              </a:solidFill>
              <a:latin typeface="Red Hat Display"/>
              <a:ea typeface="Red Hat Display"/>
              <a:cs typeface="Red Hat Display"/>
              <a:sym typeface="Red Hat Display"/>
            </a:endParaRPr>
          </a:p>
        </p:txBody>
      </p:sp>
      <p:sp>
        <p:nvSpPr>
          <p:cNvPr id="5545" name="Google Shape;5545;p231"/>
          <p:cNvSpPr/>
          <p:nvPr/>
        </p:nvSpPr>
        <p:spPr>
          <a:xfrm>
            <a:off x="372050" y="5460375"/>
            <a:ext cx="1883700" cy="479100"/>
          </a:xfrm>
          <a:prstGeom prst="parallelogram">
            <a:avLst>
              <a:gd fmla="val 25000"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a:solidFill>
                  <a:schemeClr val="accent3"/>
                </a:solidFill>
                <a:latin typeface="Red Hat Display"/>
                <a:ea typeface="Red Hat Display"/>
                <a:cs typeface="Red Hat Display"/>
                <a:sym typeface="Red Hat Display"/>
              </a:rPr>
              <a:t>Where you are</a:t>
            </a:r>
            <a:endParaRPr b="1" i="1">
              <a:solidFill>
                <a:schemeClr val="accent3"/>
              </a:solidFill>
              <a:latin typeface="Red Hat Display"/>
              <a:ea typeface="Red Hat Display"/>
              <a:cs typeface="Red Hat Display"/>
              <a:sym typeface="Red Hat Display"/>
            </a:endParaRPr>
          </a:p>
        </p:txBody>
      </p:sp>
      <p:sp>
        <p:nvSpPr>
          <p:cNvPr id="5546" name="Google Shape;5546;p231"/>
          <p:cNvSpPr/>
          <p:nvPr/>
        </p:nvSpPr>
        <p:spPr>
          <a:xfrm>
            <a:off x="9423950" y="5460375"/>
            <a:ext cx="2150400" cy="479100"/>
          </a:xfrm>
          <a:prstGeom prst="parallelogram">
            <a:avLst>
              <a:gd fmla="val 25000"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a:solidFill>
                  <a:schemeClr val="accent3"/>
                </a:solidFill>
                <a:latin typeface="Red Hat Display"/>
                <a:ea typeface="Red Hat Display"/>
                <a:cs typeface="Red Hat Display"/>
                <a:sym typeface="Red Hat Display"/>
              </a:rPr>
              <a:t>Where you want to be</a:t>
            </a:r>
            <a:endParaRPr b="1" i="1">
              <a:solidFill>
                <a:schemeClr val="accent3"/>
              </a:solidFill>
              <a:latin typeface="Red Hat Display"/>
              <a:ea typeface="Red Hat Display"/>
              <a:cs typeface="Red Hat Display"/>
              <a:sym typeface="Red Hat Display"/>
            </a:endParaRPr>
          </a:p>
        </p:txBody>
      </p:sp>
      <p:sp>
        <p:nvSpPr>
          <p:cNvPr id="5547" name="Google Shape;5547;p231"/>
          <p:cNvSpPr/>
          <p:nvPr/>
        </p:nvSpPr>
        <p:spPr>
          <a:xfrm>
            <a:off x="2782423" y="3229875"/>
            <a:ext cx="1661100" cy="822900"/>
          </a:xfrm>
          <a:prstGeom prst="chevron">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IPU* to RHEL7</a:t>
            </a:r>
            <a:endParaRPr sz="1200">
              <a:solidFill>
                <a:schemeClr val="lt1"/>
              </a:solidFill>
              <a:latin typeface="Red Hat Display"/>
              <a:ea typeface="Red Hat Display"/>
              <a:cs typeface="Red Hat Display"/>
              <a:sym typeface="Red Hat Display"/>
            </a:endParaRPr>
          </a:p>
        </p:txBody>
      </p:sp>
      <p:sp>
        <p:nvSpPr>
          <p:cNvPr id="5548" name="Google Shape;5548;p231"/>
          <p:cNvSpPr/>
          <p:nvPr/>
        </p:nvSpPr>
        <p:spPr>
          <a:xfrm>
            <a:off x="2782423" y="2209800"/>
            <a:ext cx="1661100" cy="822900"/>
          </a:xfrm>
          <a:prstGeom prst="chevron">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convert to</a:t>
            </a:r>
            <a:br>
              <a:rPr lang="en" sz="1200">
                <a:solidFill>
                  <a:schemeClr val="lt1"/>
                </a:solidFill>
                <a:latin typeface="Red Hat Display"/>
                <a:ea typeface="Red Hat Display"/>
                <a:cs typeface="Red Hat Display"/>
                <a:sym typeface="Red Hat Display"/>
              </a:rPr>
            </a:br>
            <a:r>
              <a:rPr lang="en" sz="1200">
                <a:solidFill>
                  <a:schemeClr val="lt1"/>
                </a:solidFill>
                <a:latin typeface="Red Hat Display"/>
                <a:ea typeface="Red Hat Display"/>
                <a:cs typeface="Red Hat Display"/>
                <a:sym typeface="Red Hat Display"/>
              </a:rPr>
              <a:t>RHEL7</a:t>
            </a:r>
            <a:endParaRPr sz="1200">
              <a:solidFill>
                <a:schemeClr val="lt1"/>
              </a:solidFill>
              <a:latin typeface="Red Hat Display"/>
              <a:ea typeface="Red Hat Display"/>
              <a:cs typeface="Red Hat Display"/>
              <a:sym typeface="Red Hat Display"/>
            </a:endParaRPr>
          </a:p>
        </p:txBody>
      </p:sp>
      <p:sp>
        <p:nvSpPr>
          <p:cNvPr id="5549" name="Google Shape;5549;p231"/>
          <p:cNvSpPr/>
          <p:nvPr/>
        </p:nvSpPr>
        <p:spPr>
          <a:xfrm>
            <a:off x="4245463" y="3231675"/>
            <a:ext cx="1661100" cy="822900"/>
          </a:xfrm>
          <a:prstGeom prst="chevron">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IPU* to RHEL8</a:t>
            </a:r>
            <a:endParaRPr sz="1200">
              <a:solidFill>
                <a:schemeClr val="lt1"/>
              </a:solidFill>
              <a:latin typeface="Red Hat Display"/>
              <a:ea typeface="Red Hat Display"/>
              <a:cs typeface="Red Hat Display"/>
              <a:sym typeface="Red Hat Display"/>
            </a:endParaRPr>
          </a:p>
        </p:txBody>
      </p:sp>
      <p:sp>
        <p:nvSpPr>
          <p:cNvPr id="5550" name="Google Shape;5550;p231"/>
          <p:cNvSpPr/>
          <p:nvPr/>
        </p:nvSpPr>
        <p:spPr>
          <a:xfrm>
            <a:off x="4245463" y="2209800"/>
            <a:ext cx="1661100" cy="822900"/>
          </a:xfrm>
          <a:prstGeom prst="chevron">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convert to</a:t>
            </a:r>
            <a:br>
              <a:rPr lang="en" sz="1200">
                <a:solidFill>
                  <a:schemeClr val="lt1"/>
                </a:solidFill>
                <a:latin typeface="Red Hat Display"/>
                <a:ea typeface="Red Hat Display"/>
                <a:cs typeface="Red Hat Display"/>
                <a:sym typeface="Red Hat Display"/>
              </a:rPr>
            </a:br>
            <a:r>
              <a:rPr lang="en" sz="1200">
                <a:solidFill>
                  <a:schemeClr val="lt1"/>
                </a:solidFill>
                <a:latin typeface="Red Hat Display"/>
                <a:ea typeface="Red Hat Display"/>
                <a:cs typeface="Red Hat Display"/>
                <a:sym typeface="Red Hat Display"/>
              </a:rPr>
              <a:t>RHEL8</a:t>
            </a:r>
            <a:endParaRPr sz="1200">
              <a:solidFill>
                <a:schemeClr val="lt1"/>
              </a:solidFill>
              <a:latin typeface="Red Hat Display"/>
              <a:ea typeface="Red Hat Display"/>
              <a:cs typeface="Red Hat Display"/>
              <a:sym typeface="Red Hat Display"/>
            </a:endParaRPr>
          </a:p>
        </p:txBody>
      </p:sp>
      <p:sp>
        <p:nvSpPr>
          <p:cNvPr id="5551" name="Google Shape;5551;p231"/>
          <p:cNvSpPr/>
          <p:nvPr/>
        </p:nvSpPr>
        <p:spPr>
          <a:xfrm flipH="1" rot="5400000">
            <a:off x="8663700" y="3202675"/>
            <a:ext cx="1161300" cy="1963500"/>
          </a:xfrm>
          <a:prstGeom prst="bentArrow">
            <a:avLst>
              <a:gd fmla="val 13685" name="adj1"/>
              <a:gd fmla="val 16862" name="adj2"/>
              <a:gd fmla="val 25000" name="adj3"/>
              <a:gd fmla="val 43750" name="adj4"/>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5552" name="Google Shape;5552;p231"/>
          <p:cNvSpPr/>
          <p:nvPr/>
        </p:nvSpPr>
        <p:spPr>
          <a:xfrm>
            <a:off x="2782425" y="4347900"/>
            <a:ext cx="5735400" cy="640200"/>
          </a:xfrm>
          <a:prstGeom prst="chevron">
            <a:avLst>
              <a:gd fmla="val 50000" name="adj"/>
            </a:avLst>
          </a:prstGeom>
          <a:gradFill>
            <a:gsLst>
              <a:gs pos="0">
                <a:srgbClr val="292929"/>
              </a:gs>
              <a:gs pos="100000">
                <a:schemeClr val="accent1"/>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Workload migrations</a:t>
            </a:r>
            <a:endParaRPr sz="1200">
              <a:solidFill>
                <a:schemeClr val="lt1"/>
              </a:solidFill>
              <a:latin typeface="Red Hat Display"/>
              <a:ea typeface="Red Hat Display"/>
              <a:cs typeface="Red Hat Display"/>
              <a:sym typeface="Red Hat Display"/>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6" name="Shape 5556"/>
        <p:cNvGrpSpPr/>
        <p:nvPr/>
      </p:nvGrpSpPr>
      <p:grpSpPr>
        <a:xfrm>
          <a:off x="0" y="0"/>
          <a:ext cx="0" cy="0"/>
          <a:chOff x="0" y="0"/>
          <a:chExt cx="0" cy="0"/>
        </a:xfrm>
      </p:grpSpPr>
      <p:sp>
        <p:nvSpPr>
          <p:cNvPr id="5557" name="Google Shape;5557;p232"/>
          <p:cNvSpPr/>
          <p:nvPr/>
        </p:nvSpPr>
        <p:spPr>
          <a:xfrm>
            <a:off x="6922550" y="2371875"/>
            <a:ext cx="2501400" cy="1533600"/>
          </a:xfrm>
          <a:prstGeom prst="homePlate">
            <a:avLst>
              <a:gd fmla="val 50000" name="adj"/>
            </a:avLst>
          </a:prstGeom>
          <a:gradFill>
            <a:gsLst>
              <a:gs pos="0">
                <a:srgbClr val="820000">
                  <a:alpha val="24705"/>
                </a:srgbClr>
              </a:gs>
              <a:gs pos="100000">
                <a:schemeClr val="accent1"/>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a:solidFill>
                  <a:schemeClr val="lt1"/>
                </a:solidFill>
                <a:latin typeface="Red Hat Display"/>
                <a:ea typeface="Red Hat Display"/>
                <a:cs typeface="Red Hat Display"/>
                <a:sym typeface="Red Hat Display"/>
              </a:rPr>
              <a:t>Workload</a:t>
            </a:r>
            <a:endParaRPr i="1">
              <a:solidFill>
                <a:schemeClr val="lt1"/>
              </a:solidFill>
              <a:latin typeface="Red Hat Display"/>
              <a:ea typeface="Red Hat Display"/>
              <a:cs typeface="Red Hat Display"/>
              <a:sym typeface="Red Hat Display"/>
            </a:endParaRPr>
          </a:p>
          <a:p>
            <a:pPr indent="0" lvl="0" marL="0" rtl="0" algn="ctr">
              <a:spcBef>
                <a:spcPts val="0"/>
              </a:spcBef>
              <a:spcAft>
                <a:spcPts val="0"/>
              </a:spcAft>
              <a:buNone/>
            </a:pPr>
            <a:r>
              <a:rPr i="1" lang="en">
                <a:solidFill>
                  <a:schemeClr val="lt1"/>
                </a:solidFill>
                <a:latin typeface="Red Hat Display"/>
                <a:ea typeface="Red Hat Display"/>
                <a:cs typeface="Red Hat Display"/>
                <a:sym typeface="Red Hat Display"/>
              </a:rPr>
              <a:t>Migrations</a:t>
            </a:r>
            <a:endParaRPr i="1">
              <a:solidFill>
                <a:schemeClr val="lt1"/>
              </a:solidFill>
              <a:latin typeface="Red Hat Display"/>
              <a:ea typeface="Red Hat Display"/>
              <a:cs typeface="Red Hat Display"/>
              <a:sym typeface="Red Hat Display"/>
            </a:endParaRPr>
          </a:p>
        </p:txBody>
      </p:sp>
      <p:sp>
        <p:nvSpPr>
          <p:cNvPr id="5558" name="Google Shape;5558;p232"/>
          <p:cNvSpPr/>
          <p:nvPr/>
        </p:nvSpPr>
        <p:spPr>
          <a:xfrm>
            <a:off x="9156427" y="2727213"/>
            <a:ext cx="1824900" cy="822900"/>
          </a:xfrm>
          <a:prstGeom prst="chevron">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RH-ISAM based </a:t>
            </a:r>
            <a:endParaRPr sz="1200">
              <a:solidFill>
                <a:schemeClr val="lt1"/>
              </a:solidFill>
              <a:latin typeface="Red Hat Display"/>
              <a:ea typeface="Red Hat Display"/>
              <a:cs typeface="Red Hat Display"/>
              <a:sym typeface="Red Hat Display"/>
            </a:endParaRPr>
          </a:p>
        </p:txBody>
      </p:sp>
      <p:sp>
        <p:nvSpPr>
          <p:cNvPr id="5559" name="Google Shape;5559;p232"/>
          <p:cNvSpPr/>
          <p:nvPr/>
        </p:nvSpPr>
        <p:spPr>
          <a:xfrm flipH="1" rot="5400000">
            <a:off x="8663700" y="3202675"/>
            <a:ext cx="1161300" cy="1963500"/>
          </a:xfrm>
          <a:prstGeom prst="bentArrow">
            <a:avLst>
              <a:gd fmla="val 13685" name="adj1"/>
              <a:gd fmla="val 16862" name="adj2"/>
              <a:gd fmla="val 25000" name="adj3"/>
              <a:gd fmla="val 43750" name="adj4"/>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5560" name="Google Shape;5560;p232"/>
          <p:cNvSpPr/>
          <p:nvPr/>
        </p:nvSpPr>
        <p:spPr>
          <a:xfrm>
            <a:off x="5708503" y="3229875"/>
            <a:ext cx="1661100" cy="822900"/>
          </a:xfrm>
          <a:prstGeom prst="chevron">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IPU* to RHEL9</a:t>
            </a:r>
            <a:endParaRPr sz="1200">
              <a:solidFill>
                <a:schemeClr val="lt1"/>
              </a:solidFill>
              <a:latin typeface="Red Hat Display"/>
              <a:ea typeface="Red Hat Display"/>
              <a:cs typeface="Red Hat Display"/>
              <a:sym typeface="Red Hat Display"/>
            </a:endParaRPr>
          </a:p>
        </p:txBody>
      </p:sp>
      <p:sp>
        <p:nvSpPr>
          <p:cNvPr id="5561" name="Google Shape;5561;p232"/>
          <p:cNvSpPr/>
          <p:nvPr/>
        </p:nvSpPr>
        <p:spPr>
          <a:xfrm>
            <a:off x="5708503" y="2209800"/>
            <a:ext cx="1661100" cy="822900"/>
          </a:xfrm>
          <a:prstGeom prst="chevron">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convert to</a:t>
            </a:r>
            <a:br>
              <a:rPr lang="en" sz="1200">
                <a:solidFill>
                  <a:schemeClr val="lt1"/>
                </a:solidFill>
                <a:latin typeface="Red Hat Display"/>
                <a:ea typeface="Red Hat Display"/>
                <a:cs typeface="Red Hat Display"/>
                <a:sym typeface="Red Hat Display"/>
              </a:rPr>
            </a:br>
            <a:r>
              <a:rPr lang="en" sz="1200">
                <a:solidFill>
                  <a:schemeClr val="lt1"/>
                </a:solidFill>
                <a:latin typeface="Red Hat Display"/>
                <a:ea typeface="Red Hat Display"/>
                <a:cs typeface="Red Hat Display"/>
                <a:sym typeface="Red Hat Display"/>
              </a:rPr>
              <a:t>RHEL9</a:t>
            </a:r>
            <a:endParaRPr sz="1200">
              <a:solidFill>
                <a:schemeClr val="lt1"/>
              </a:solidFill>
              <a:latin typeface="Red Hat Display"/>
              <a:ea typeface="Red Hat Display"/>
              <a:cs typeface="Red Hat Display"/>
              <a:sym typeface="Red Hat Display"/>
            </a:endParaRPr>
          </a:p>
        </p:txBody>
      </p:sp>
      <p:sp>
        <p:nvSpPr>
          <p:cNvPr id="5562" name="Google Shape;5562;p232"/>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Timeline</a:t>
            </a:r>
            <a:endParaRPr/>
          </a:p>
        </p:txBody>
      </p:sp>
      <p:sp>
        <p:nvSpPr>
          <p:cNvPr id="5563" name="Google Shape;5563;p23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564" name="Google Shape;5564;p232"/>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i="1" lang="en"/>
              <a:t>* To move the converted </a:t>
            </a:r>
            <a:endParaRPr i="1"/>
          </a:p>
        </p:txBody>
      </p:sp>
      <p:sp>
        <p:nvSpPr>
          <p:cNvPr id="5565" name="Google Shape;5565;p232"/>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Upgrade and migrations</a:t>
            </a:r>
            <a:endParaRPr/>
          </a:p>
        </p:txBody>
      </p:sp>
      <p:sp>
        <p:nvSpPr>
          <p:cNvPr id="5566" name="Google Shape;5566;p232"/>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Application modernisation on the horizon</a:t>
            </a:r>
            <a:endParaRPr/>
          </a:p>
        </p:txBody>
      </p:sp>
      <p:sp>
        <p:nvSpPr>
          <p:cNvPr id="5567" name="Google Shape;5567;p232"/>
          <p:cNvSpPr/>
          <p:nvPr/>
        </p:nvSpPr>
        <p:spPr>
          <a:xfrm>
            <a:off x="1319388" y="3231675"/>
            <a:ext cx="1661100" cy="819900"/>
          </a:xfrm>
          <a:prstGeom prst="homePlate">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Older RHEL</a:t>
            </a:r>
            <a:endParaRPr sz="1200">
              <a:solidFill>
                <a:schemeClr val="lt1"/>
              </a:solidFill>
              <a:latin typeface="Red Hat Display"/>
              <a:ea typeface="Red Hat Display"/>
              <a:cs typeface="Red Hat Display"/>
              <a:sym typeface="Red Hat Display"/>
            </a:endParaRPr>
          </a:p>
        </p:txBody>
      </p:sp>
      <p:sp>
        <p:nvSpPr>
          <p:cNvPr id="5568" name="Google Shape;5568;p232"/>
          <p:cNvSpPr/>
          <p:nvPr/>
        </p:nvSpPr>
        <p:spPr>
          <a:xfrm>
            <a:off x="1319388" y="2209800"/>
            <a:ext cx="1661100" cy="819900"/>
          </a:xfrm>
          <a:prstGeom prst="homePlate">
            <a:avLst>
              <a:gd fmla="val 50000" name="adj"/>
            </a:avLst>
          </a:prstGeom>
          <a:solidFill>
            <a:srgbClr val="A3A3A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RHEL based</a:t>
            </a:r>
            <a:endParaRPr sz="1200">
              <a:solidFill>
                <a:schemeClr val="lt1"/>
              </a:solidFill>
              <a:latin typeface="Red Hat Display"/>
              <a:ea typeface="Red Hat Display"/>
              <a:cs typeface="Red Hat Display"/>
              <a:sym typeface="Red Hat Display"/>
            </a:endParaRPr>
          </a:p>
        </p:txBody>
      </p:sp>
      <p:sp>
        <p:nvSpPr>
          <p:cNvPr id="5569" name="Google Shape;5569;p232"/>
          <p:cNvSpPr/>
          <p:nvPr/>
        </p:nvSpPr>
        <p:spPr>
          <a:xfrm>
            <a:off x="1319388" y="4258056"/>
            <a:ext cx="1626600" cy="819900"/>
          </a:xfrm>
          <a:prstGeom prst="homePlate">
            <a:avLst>
              <a:gd fmla="val 50000" name="adj"/>
            </a:avLst>
          </a:prstGeom>
          <a:solidFill>
            <a:srgbClr val="4D4D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Other Linuxes</a:t>
            </a:r>
            <a:endParaRPr sz="1200">
              <a:solidFill>
                <a:schemeClr val="lt1"/>
              </a:solidFill>
              <a:latin typeface="Red Hat Display"/>
              <a:ea typeface="Red Hat Display"/>
              <a:cs typeface="Red Hat Display"/>
              <a:sym typeface="Red Hat Display"/>
            </a:endParaRPr>
          </a:p>
        </p:txBody>
      </p:sp>
      <p:sp>
        <p:nvSpPr>
          <p:cNvPr id="5570" name="Google Shape;5570;p232"/>
          <p:cNvSpPr/>
          <p:nvPr/>
        </p:nvSpPr>
        <p:spPr>
          <a:xfrm>
            <a:off x="1319388" y="5141763"/>
            <a:ext cx="9553200" cy="318600"/>
          </a:xfrm>
          <a:prstGeom prst="rightArrow">
            <a:avLst>
              <a:gd fmla="val 50000" name="adj1"/>
              <a:gd fmla="val 50000" name="adj2"/>
            </a:avLst>
          </a:prstGeom>
          <a:solidFill>
            <a:srgbClr val="980000"/>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i="1" lang="en" sz="1200">
                <a:solidFill>
                  <a:schemeClr val="lt1"/>
                </a:solidFill>
                <a:latin typeface="Red Hat Display"/>
                <a:ea typeface="Red Hat Display"/>
                <a:cs typeface="Red Hat Display"/>
                <a:sym typeface="Red Hat Display"/>
              </a:rPr>
              <a:t>&gt;&gt;&gt; time &gt;&gt;&gt;</a:t>
            </a:r>
            <a:endParaRPr b="1" i="1" sz="1200">
              <a:solidFill>
                <a:schemeClr val="lt1"/>
              </a:solidFill>
              <a:latin typeface="Red Hat Display"/>
              <a:ea typeface="Red Hat Display"/>
              <a:cs typeface="Red Hat Display"/>
              <a:sym typeface="Red Hat Display"/>
            </a:endParaRPr>
          </a:p>
        </p:txBody>
      </p:sp>
      <p:sp>
        <p:nvSpPr>
          <p:cNvPr id="5571" name="Google Shape;5571;p232"/>
          <p:cNvSpPr/>
          <p:nvPr/>
        </p:nvSpPr>
        <p:spPr>
          <a:xfrm>
            <a:off x="372050" y="5460375"/>
            <a:ext cx="1883700" cy="479100"/>
          </a:xfrm>
          <a:prstGeom prst="parallelogram">
            <a:avLst>
              <a:gd fmla="val 25000"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a:solidFill>
                  <a:schemeClr val="accent3"/>
                </a:solidFill>
                <a:latin typeface="Red Hat Display"/>
                <a:ea typeface="Red Hat Display"/>
                <a:cs typeface="Red Hat Display"/>
                <a:sym typeface="Red Hat Display"/>
              </a:rPr>
              <a:t>Where you are</a:t>
            </a:r>
            <a:endParaRPr b="1" i="1">
              <a:solidFill>
                <a:schemeClr val="accent3"/>
              </a:solidFill>
              <a:latin typeface="Red Hat Display"/>
              <a:ea typeface="Red Hat Display"/>
              <a:cs typeface="Red Hat Display"/>
              <a:sym typeface="Red Hat Display"/>
            </a:endParaRPr>
          </a:p>
        </p:txBody>
      </p:sp>
      <p:sp>
        <p:nvSpPr>
          <p:cNvPr id="5572" name="Google Shape;5572;p232"/>
          <p:cNvSpPr/>
          <p:nvPr/>
        </p:nvSpPr>
        <p:spPr>
          <a:xfrm>
            <a:off x="9423950" y="5460375"/>
            <a:ext cx="2150400" cy="479100"/>
          </a:xfrm>
          <a:prstGeom prst="parallelogram">
            <a:avLst>
              <a:gd fmla="val 25000"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a:solidFill>
                  <a:schemeClr val="accent3"/>
                </a:solidFill>
                <a:latin typeface="Red Hat Display"/>
                <a:ea typeface="Red Hat Display"/>
                <a:cs typeface="Red Hat Display"/>
                <a:sym typeface="Red Hat Display"/>
              </a:rPr>
              <a:t>Where you want to be</a:t>
            </a:r>
            <a:endParaRPr b="1" i="1">
              <a:solidFill>
                <a:schemeClr val="accent3"/>
              </a:solidFill>
              <a:latin typeface="Red Hat Display"/>
              <a:ea typeface="Red Hat Display"/>
              <a:cs typeface="Red Hat Display"/>
              <a:sym typeface="Red Hat Display"/>
            </a:endParaRPr>
          </a:p>
        </p:txBody>
      </p:sp>
      <p:sp>
        <p:nvSpPr>
          <p:cNvPr id="5573" name="Google Shape;5573;p232"/>
          <p:cNvSpPr/>
          <p:nvPr/>
        </p:nvSpPr>
        <p:spPr>
          <a:xfrm>
            <a:off x="2782423" y="3229875"/>
            <a:ext cx="1661100" cy="822900"/>
          </a:xfrm>
          <a:prstGeom prst="chevron">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IPU* to RHEL7</a:t>
            </a:r>
            <a:endParaRPr sz="1200">
              <a:solidFill>
                <a:schemeClr val="lt1"/>
              </a:solidFill>
              <a:latin typeface="Red Hat Display"/>
              <a:ea typeface="Red Hat Display"/>
              <a:cs typeface="Red Hat Display"/>
              <a:sym typeface="Red Hat Display"/>
            </a:endParaRPr>
          </a:p>
        </p:txBody>
      </p:sp>
      <p:sp>
        <p:nvSpPr>
          <p:cNvPr id="5574" name="Google Shape;5574;p232"/>
          <p:cNvSpPr/>
          <p:nvPr/>
        </p:nvSpPr>
        <p:spPr>
          <a:xfrm>
            <a:off x="2782423" y="2209800"/>
            <a:ext cx="1661100" cy="822900"/>
          </a:xfrm>
          <a:prstGeom prst="chevron">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convert to</a:t>
            </a:r>
            <a:br>
              <a:rPr lang="en" sz="1200">
                <a:solidFill>
                  <a:schemeClr val="lt1"/>
                </a:solidFill>
                <a:latin typeface="Red Hat Display"/>
                <a:ea typeface="Red Hat Display"/>
                <a:cs typeface="Red Hat Display"/>
                <a:sym typeface="Red Hat Display"/>
              </a:rPr>
            </a:br>
            <a:r>
              <a:rPr lang="en" sz="1200">
                <a:solidFill>
                  <a:schemeClr val="lt1"/>
                </a:solidFill>
                <a:latin typeface="Red Hat Display"/>
                <a:ea typeface="Red Hat Display"/>
                <a:cs typeface="Red Hat Display"/>
                <a:sym typeface="Red Hat Display"/>
              </a:rPr>
              <a:t>RHEL7</a:t>
            </a:r>
            <a:endParaRPr sz="1200">
              <a:solidFill>
                <a:schemeClr val="lt1"/>
              </a:solidFill>
              <a:latin typeface="Red Hat Display"/>
              <a:ea typeface="Red Hat Display"/>
              <a:cs typeface="Red Hat Display"/>
              <a:sym typeface="Red Hat Display"/>
            </a:endParaRPr>
          </a:p>
        </p:txBody>
      </p:sp>
      <p:sp>
        <p:nvSpPr>
          <p:cNvPr id="5575" name="Google Shape;5575;p232"/>
          <p:cNvSpPr/>
          <p:nvPr/>
        </p:nvSpPr>
        <p:spPr>
          <a:xfrm>
            <a:off x="4245463" y="3231675"/>
            <a:ext cx="1661100" cy="822900"/>
          </a:xfrm>
          <a:prstGeom prst="chevron">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IPU* to RHEL8</a:t>
            </a:r>
            <a:endParaRPr sz="1200">
              <a:solidFill>
                <a:schemeClr val="lt1"/>
              </a:solidFill>
              <a:latin typeface="Red Hat Display"/>
              <a:ea typeface="Red Hat Display"/>
              <a:cs typeface="Red Hat Display"/>
              <a:sym typeface="Red Hat Display"/>
            </a:endParaRPr>
          </a:p>
        </p:txBody>
      </p:sp>
      <p:sp>
        <p:nvSpPr>
          <p:cNvPr id="5576" name="Google Shape;5576;p232"/>
          <p:cNvSpPr/>
          <p:nvPr/>
        </p:nvSpPr>
        <p:spPr>
          <a:xfrm>
            <a:off x="4245463" y="2209800"/>
            <a:ext cx="1661100" cy="822900"/>
          </a:xfrm>
          <a:prstGeom prst="chevron">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convert to</a:t>
            </a:r>
            <a:br>
              <a:rPr lang="en" sz="1200">
                <a:solidFill>
                  <a:schemeClr val="lt1"/>
                </a:solidFill>
                <a:latin typeface="Red Hat Display"/>
                <a:ea typeface="Red Hat Display"/>
                <a:cs typeface="Red Hat Display"/>
                <a:sym typeface="Red Hat Display"/>
              </a:rPr>
            </a:br>
            <a:r>
              <a:rPr lang="en" sz="1200">
                <a:solidFill>
                  <a:schemeClr val="lt1"/>
                </a:solidFill>
                <a:latin typeface="Red Hat Display"/>
                <a:ea typeface="Red Hat Display"/>
                <a:cs typeface="Red Hat Display"/>
                <a:sym typeface="Red Hat Display"/>
              </a:rPr>
              <a:t>RHEL8</a:t>
            </a:r>
            <a:endParaRPr sz="1200">
              <a:solidFill>
                <a:schemeClr val="lt1"/>
              </a:solidFill>
              <a:latin typeface="Red Hat Display"/>
              <a:ea typeface="Red Hat Display"/>
              <a:cs typeface="Red Hat Display"/>
              <a:sym typeface="Red Hat Display"/>
            </a:endParaRPr>
          </a:p>
        </p:txBody>
      </p:sp>
      <p:sp>
        <p:nvSpPr>
          <p:cNvPr id="5577" name="Google Shape;5577;p232"/>
          <p:cNvSpPr/>
          <p:nvPr/>
        </p:nvSpPr>
        <p:spPr>
          <a:xfrm>
            <a:off x="2782425" y="4347900"/>
            <a:ext cx="5735400" cy="640200"/>
          </a:xfrm>
          <a:prstGeom prst="chevron">
            <a:avLst>
              <a:gd fmla="val 50000" name="adj"/>
            </a:avLst>
          </a:prstGeom>
          <a:gradFill>
            <a:gsLst>
              <a:gs pos="0">
                <a:srgbClr val="292929"/>
              </a:gs>
              <a:gs pos="100000">
                <a:schemeClr val="accent1"/>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Red Hat Display"/>
                <a:ea typeface="Red Hat Display"/>
                <a:cs typeface="Red Hat Display"/>
                <a:sym typeface="Red Hat Display"/>
              </a:rPr>
              <a:t>Workload migrations</a:t>
            </a:r>
            <a:endParaRPr sz="1200">
              <a:solidFill>
                <a:schemeClr val="lt1"/>
              </a:solidFill>
              <a:latin typeface="Red Hat Display"/>
              <a:ea typeface="Red Hat Display"/>
              <a:cs typeface="Red Hat Display"/>
              <a:sym typeface="Red Hat Display"/>
            </a:endParaRPr>
          </a:p>
        </p:txBody>
      </p:sp>
      <p:sp>
        <p:nvSpPr>
          <p:cNvPr id="5578" name="Google Shape;5578;p232"/>
          <p:cNvSpPr/>
          <p:nvPr/>
        </p:nvSpPr>
        <p:spPr>
          <a:xfrm>
            <a:off x="10228375" y="2617575"/>
            <a:ext cx="1963500" cy="1042200"/>
          </a:xfrm>
          <a:prstGeom prst="chevron">
            <a:avLst>
              <a:gd fmla="val 50000" name="adj"/>
            </a:avLst>
          </a:prstGeom>
          <a:solidFill>
            <a:schemeClr val="lt1"/>
          </a:solidFill>
          <a:ln cap="flat" cmpd="sng" w="9525">
            <a:solidFill>
              <a:schemeClr val="accent4"/>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sz="900">
                <a:solidFill>
                  <a:schemeClr val="accent4"/>
                </a:solidFill>
                <a:latin typeface="Red Hat Display"/>
                <a:ea typeface="Red Hat Display"/>
                <a:cs typeface="Red Hat Display"/>
                <a:sym typeface="Red Hat Display"/>
              </a:rPr>
              <a:t>Application Modernisation</a:t>
            </a:r>
            <a:endParaRPr i="1" sz="900">
              <a:solidFill>
                <a:schemeClr val="accent4"/>
              </a:solidFill>
              <a:latin typeface="Red Hat Display"/>
              <a:ea typeface="Red Hat Display"/>
              <a:cs typeface="Red Hat Display"/>
              <a:sym typeface="Red Hat Display"/>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2" name="Shape 5582"/>
        <p:cNvGrpSpPr/>
        <p:nvPr/>
      </p:nvGrpSpPr>
      <p:grpSpPr>
        <a:xfrm>
          <a:off x="0" y="0"/>
          <a:ext cx="0" cy="0"/>
          <a:chOff x="0" y="0"/>
          <a:chExt cx="0" cy="0"/>
        </a:xfrm>
      </p:grpSpPr>
      <p:sp>
        <p:nvSpPr>
          <p:cNvPr id="5583" name="Google Shape;5583;p233"/>
          <p:cNvSpPr/>
          <p:nvPr/>
        </p:nvSpPr>
        <p:spPr>
          <a:xfrm>
            <a:off x="542651" y="1971561"/>
            <a:ext cx="10819045" cy="2970050"/>
          </a:xfrm>
          <a:custGeom>
            <a:rect b="b" l="l" r="r" t="t"/>
            <a:pathLst>
              <a:path extrusionOk="0" h="2565918" w="7552562">
                <a:moveTo>
                  <a:pt x="0" y="2565918"/>
                </a:moveTo>
                <a:cubicBezTo>
                  <a:pt x="489079" y="1771261"/>
                  <a:pt x="1000295" y="1219200"/>
                  <a:pt x="1841605" y="1110343"/>
                </a:cubicBezTo>
                <a:cubicBezTo>
                  <a:pt x="2682915" y="1001486"/>
                  <a:pt x="4096035" y="2097832"/>
                  <a:pt x="5047861" y="1912775"/>
                </a:cubicBezTo>
                <a:cubicBezTo>
                  <a:pt x="5999687" y="1727718"/>
                  <a:pt x="6860364" y="1041141"/>
                  <a:pt x="7552562" y="0"/>
                </a:cubicBezTo>
              </a:path>
            </a:pathLst>
          </a:custGeom>
          <a:noFill/>
          <a:ln cap="flat" cmpd="sng" w="76200">
            <a:solidFill>
              <a:srgbClr val="EE0000"/>
            </a:solidFill>
            <a:prstDash val="solid"/>
            <a:round/>
            <a:headEnd len="sm" w="sm" type="none"/>
            <a:tailEnd len="sm" w="sm" type="none"/>
          </a:ln>
          <a:effectLst>
            <a:outerShdw blurRad="50800" rotWithShape="0" algn="tl" dir="2700000" dist="203200">
              <a:srgbClr val="000000">
                <a:alpha val="863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b="0" i="0" sz="3200" u="none" cap="none" strike="noStrike">
              <a:solidFill>
                <a:srgbClr val="FFFFFF"/>
              </a:solidFill>
              <a:latin typeface="Calibri"/>
              <a:ea typeface="Calibri"/>
              <a:cs typeface="Calibri"/>
              <a:sym typeface="Calibri"/>
            </a:endParaRPr>
          </a:p>
        </p:txBody>
      </p:sp>
      <p:grpSp>
        <p:nvGrpSpPr>
          <p:cNvPr id="5584" name="Google Shape;5584;p233"/>
          <p:cNvGrpSpPr/>
          <p:nvPr/>
        </p:nvGrpSpPr>
        <p:grpSpPr>
          <a:xfrm>
            <a:off x="2006878" y="3191918"/>
            <a:ext cx="515572" cy="526964"/>
            <a:chOff x="2961988" y="3325174"/>
            <a:chExt cx="482700" cy="482700"/>
          </a:xfrm>
        </p:grpSpPr>
        <p:sp>
          <p:nvSpPr>
            <p:cNvPr id="5585" name="Google Shape;5585;p233"/>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b="0" i="1" sz="3200" u="none" cap="none" strike="noStrike">
                <a:solidFill>
                  <a:srgbClr val="FFFFFF"/>
                </a:solidFill>
                <a:latin typeface="Calibri"/>
                <a:ea typeface="Calibri"/>
                <a:cs typeface="Calibri"/>
                <a:sym typeface="Calibri"/>
              </a:endParaRPr>
            </a:p>
          </p:txBody>
        </p:sp>
        <p:sp>
          <p:nvSpPr>
            <p:cNvPr id="5586" name="Google Shape;5586;p233"/>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i="1" sz="3200">
                <a:solidFill>
                  <a:srgbClr val="000000"/>
                </a:solidFill>
                <a:latin typeface="Calibri"/>
                <a:ea typeface="Calibri"/>
                <a:cs typeface="Calibri"/>
                <a:sym typeface="Calibri"/>
              </a:endParaRPr>
            </a:p>
          </p:txBody>
        </p:sp>
      </p:grpSp>
      <p:grpSp>
        <p:nvGrpSpPr>
          <p:cNvPr id="5587" name="Google Shape;5587;p233"/>
          <p:cNvGrpSpPr/>
          <p:nvPr/>
        </p:nvGrpSpPr>
        <p:grpSpPr>
          <a:xfrm>
            <a:off x="354123" y="4660381"/>
            <a:ext cx="515572" cy="526964"/>
            <a:chOff x="2961988" y="3325174"/>
            <a:chExt cx="482700" cy="482700"/>
          </a:xfrm>
        </p:grpSpPr>
        <p:sp>
          <p:nvSpPr>
            <p:cNvPr id="5588" name="Google Shape;5588;p233"/>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i="1" sz="3200">
                <a:solidFill>
                  <a:srgbClr val="FFFFFF"/>
                </a:solidFill>
                <a:latin typeface="Calibri"/>
                <a:ea typeface="Calibri"/>
                <a:cs typeface="Calibri"/>
                <a:sym typeface="Calibri"/>
              </a:endParaRPr>
            </a:p>
          </p:txBody>
        </p:sp>
        <p:sp>
          <p:nvSpPr>
            <p:cNvPr id="5589" name="Google Shape;5589;p233"/>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i="1" sz="3200">
                <a:solidFill>
                  <a:srgbClr val="000000"/>
                </a:solidFill>
                <a:latin typeface="Calibri"/>
                <a:ea typeface="Calibri"/>
                <a:cs typeface="Calibri"/>
                <a:sym typeface="Calibri"/>
              </a:endParaRPr>
            </a:p>
          </p:txBody>
        </p:sp>
      </p:grpSp>
      <p:grpSp>
        <p:nvGrpSpPr>
          <p:cNvPr id="5590" name="Google Shape;5590;p233"/>
          <p:cNvGrpSpPr/>
          <p:nvPr/>
        </p:nvGrpSpPr>
        <p:grpSpPr>
          <a:xfrm>
            <a:off x="6672611" y="3807854"/>
            <a:ext cx="515572" cy="526964"/>
            <a:chOff x="2961988" y="3325174"/>
            <a:chExt cx="482700" cy="482700"/>
          </a:xfrm>
        </p:grpSpPr>
        <p:sp>
          <p:nvSpPr>
            <p:cNvPr id="5591" name="Google Shape;5591;p233"/>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i="1" sz="3200">
                <a:solidFill>
                  <a:srgbClr val="FFFFFF"/>
                </a:solidFill>
                <a:latin typeface="Calibri"/>
                <a:ea typeface="Calibri"/>
                <a:cs typeface="Calibri"/>
                <a:sym typeface="Calibri"/>
              </a:endParaRPr>
            </a:p>
          </p:txBody>
        </p:sp>
        <p:sp>
          <p:nvSpPr>
            <p:cNvPr id="5592" name="Google Shape;5592;p233"/>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i="1" sz="3200">
                <a:solidFill>
                  <a:srgbClr val="000000"/>
                </a:solidFill>
                <a:latin typeface="Calibri"/>
                <a:ea typeface="Calibri"/>
                <a:cs typeface="Calibri"/>
                <a:sym typeface="Calibri"/>
              </a:endParaRPr>
            </a:p>
          </p:txBody>
        </p:sp>
      </p:grpSp>
      <p:grpSp>
        <p:nvGrpSpPr>
          <p:cNvPr id="5593" name="Google Shape;5593;p233"/>
          <p:cNvGrpSpPr/>
          <p:nvPr/>
        </p:nvGrpSpPr>
        <p:grpSpPr>
          <a:xfrm>
            <a:off x="9038614" y="3351380"/>
            <a:ext cx="515572" cy="526964"/>
            <a:chOff x="2961988" y="3325174"/>
            <a:chExt cx="482700" cy="482700"/>
          </a:xfrm>
        </p:grpSpPr>
        <p:sp>
          <p:nvSpPr>
            <p:cNvPr id="5594" name="Google Shape;5594;p233"/>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i="1" sz="3200">
                <a:solidFill>
                  <a:srgbClr val="FFFFFF"/>
                </a:solidFill>
                <a:latin typeface="Calibri"/>
                <a:ea typeface="Calibri"/>
                <a:cs typeface="Calibri"/>
                <a:sym typeface="Calibri"/>
              </a:endParaRPr>
            </a:p>
          </p:txBody>
        </p:sp>
        <p:sp>
          <p:nvSpPr>
            <p:cNvPr id="5595" name="Google Shape;5595;p233"/>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i="1" sz="3200">
                <a:solidFill>
                  <a:srgbClr val="000000"/>
                </a:solidFill>
                <a:latin typeface="Calibri"/>
                <a:ea typeface="Calibri"/>
                <a:cs typeface="Calibri"/>
                <a:sym typeface="Calibri"/>
              </a:endParaRPr>
            </a:p>
          </p:txBody>
        </p:sp>
      </p:grpSp>
      <p:grpSp>
        <p:nvGrpSpPr>
          <p:cNvPr id="5596" name="Google Shape;5596;p233"/>
          <p:cNvGrpSpPr/>
          <p:nvPr/>
        </p:nvGrpSpPr>
        <p:grpSpPr>
          <a:xfrm>
            <a:off x="11151846" y="1721447"/>
            <a:ext cx="515572" cy="526964"/>
            <a:chOff x="2961988" y="3325174"/>
            <a:chExt cx="482700" cy="482700"/>
          </a:xfrm>
        </p:grpSpPr>
        <p:sp>
          <p:nvSpPr>
            <p:cNvPr id="5597" name="Google Shape;5597;p233"/>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i="1" sz="3200">
                <a:solidFill>
                  <a:srgbClr val="FFFFFF"/>
                </a:solidFill>
                <a:latin typeface="Calibri"/>
                <a:ea typeface="Calibri"/>
                <a:cs typeface="Calibri"/>
                <a:sym typeface="Calibri"/>
              </a:endParaRPr>
            </a:p>
          </p:txBody>
        </p:sp>
        <p:sp>
          <p:nvSpPr>
            <p:cNvPr id="5598" name="Google Shape;5598;p233"/>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i="1" sz="3200">
                <a:solidFill>
                  <a:srgbClr val="000000"/>
                </a:solidFill>
                <a:latin typeface="Calibri"/>
                <a:ea typeface="Calibri"/>
                <a:cs typeface="Calibri"/>
                <a:sym typeface="Calibri"/>
              </a:endParaRPr>
            </a:p>
          </p:txBody>
        </p:sp>
      </p:grpSp>
      <p:sp>
        <p:nvSpPr>
          <p:cNvPr id="5599" name="Google Shape;5599;p233"/>
          <p:cNvSpPr txBox="1"/>
          <p:nvPr/>
        </p:nvSpPr>
        <p:spPr>
          <a:xfrm>
            <a:off x="435864" y="1362597"/>
            <a:ext cx="3657600" cy="806400"/>
          </a:xfrm>
          <a:prstGeom prst="rect">
            <a:avLst/>
          </a:prstGeom>
          <a:noFill/>
          <a:ln>
            <a:noFill/>
          </a:ln>
        </p:spPr>
        <p:txBody>
          <a:bodyPr anchorCtr="0" anchor="t" bIns="60925" lIns="0" spcFirstLastPara="1" rIns="0" wrap="square" tIns="60925">
            <a:noAutofit/>
          </a:bodyPr>
          <a:lstStyle/>
          <a:p>
            <a:pPr indent="-381000" lvl="0" marL="609600" marR="0" rtl="0" algn="l">
              <a:spcBef>
                <a:spcPts val="0"/>
              </a:spcBef>
              <a:spcAft>
                <a:spcPts val="0"/>
              </a:spcAft>
              <a:buClr>
                <a:srgbClr val="595959"/>
              </a:buClr>
              <a:buSzPts val="1200"/>
              <a:buFont typeface="Red Hat Display"/>
              <a:buChar char="●"/>
            </a:pPr>
            <a:r>
              <a:rPr lang="en" sz="1200">
                <a:solidFill>
                  <a:schemeClr val="dk2"/>
                </a:solidFill>
                <a:latin typeface="Red Hat Display"/>
                <a:ea typeface="Red Hat Display"/>
                <a:cs typeface="Red Hat Display"/>
                <a:sym typeface="Red Hat Display"/>
              </a:rPr>
              <a:t>Why is this important?</a:t>
            </a:r>
            <a:endParaRPr sz="1200">
              <a:solidFill>
                <a:schemeClr val="dk2"/>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Who will be responsible?</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Who will be involved in execution?</a:t>
            </a:r>
            <a:endParaRPr sz="1200">
              <a:solidFill>
                <a:srgbClr val="595959"/>
              </a:solidFill>
              <a:latin typeface="Red Hat Display"/>
              <a:ea typeface="Red Hat Display"/>
              <a:cs typeface="Red Hat Display"/>
              <a:sym typeface="Red Hat Display"/>
            </a:endParaRPr>
          </a:p>
          <a:p>
            <a:pPr indent="-381000" lvl="0" marL="609600" rtl="0" algn="l">
              <a:spcBef>
                <a:spcPts val="0"/>
              </a:spcBef>
              <a:spcAft>
                <a:spcPts val="0"/>
              </a:spcAft>
              <a:buClr>
                <a:srgbClr val="595959"/>
              </a:buClr>
              <a:buSzPts val="1200"/>
              <a:buFont typeface="Red Hat Display"/>
              <a:buChar char="●"/>
            </a:pPr>
            <a:r>
              <a:rPr lang="en" sz="1200">
                <a:solidFill>
                  <a:schemeClr val="dk2"/>
                </a:solidFill>
                <a:latin typeface="Red Hat Display"/>
                <a:ea typeface="Red Hat Display"/>
                <a:cs typeface="Red Hat Display"/>
                <a:sym typeface="Red Hat Display"/>
              </a:rPr>
              <a:t>What is the task we need to execute?</a:t>
            </a:r>
            <a:endParaRPr sz="1200">
              <a:solidFill>
                <a:schemeClr val="dk2"/>
              </a:solidFill>
              <a:latin typeface="Red Hat Display"/>
              <a:ea typeface="Red Hat Display"/>
              <a:cs typeface="Red Hat Display"/>
              <a:sym typeface="Red Hat Display"/>
            </a:endParaRPr>
          </a:p>
          <a:p>
            <a:pPr indent="-381000" lvl="0" marL="609600" rtl="0" algn="l">
              <a:spcBef>
                <a:spcPts val="0"/>
              </a:spcBef>
              <a:spcAft>
                <a:spcPts val="0"/>
              </a:spcAft>
              <a:buClr>
                <a:schemeClr val="dk2"/>
              </a:buClr>
              <a:buSzPts val="1200"/>
              <a:buFont typeface="Red Hat Display"/>
              <a:buChar char="●"/>
            </a:pPr>
            <a:r>
              <a:rPr lang="en" sz="1200">
                <a:solidFill>
                  <a:schemeClr val="dk2"/>
                </a:solidFill>
                <a:latin typeface="Red Hat Display"/>
                <a:ea typeface="Red Hat Display"/>
                <a:cs typeface="Red Hat Display"/>
                <a:sym typeface="Red Hat Display"/>
              </a:rPr>
              <a:t>What are target applications?</a:t>
            </a:r>
            <a:endParaRPr sz="1200">
              <a:solidFill>
                <a:schemeClr val="dk2"/>
              </a:solidFill>
              <a:latin typeface="Red Hat Display"/>
              <a:ea typeface="Red Hat Display"/>
              <a:cs typeface="Red Hat Display"/>
              <a:sym typeface="Red Hat Display"/>
            </a:endParaRPr>
          </a:p>
        </p:txBody>
      </p:sp>
      <p:sp>
        <p:nvSpPr>
          <p:cNvPr id="5600" name="Google Shape;5600;p233"/>
          <p:cNvSpPr txBox="1"/>
          <p:nvPr/>
        </p:nvSpPr>
        <p:spPr>
          <a:xfrm>
            <a:off x="1236414" y="920711"/>
            <a:ext cx="2056500" cy="436800"/>
          </a:xfrm>
          <a:prstGeom prst="rect">
            <a:avLst/>
          </a:prstGeom>
          <a:noFill/>
          <a:ln>
            <a:noFill/>
          </a:ln>
        </p:spPr>
        <p:txBody>
          <a:bodyPr anchorCtr="0" anchor="ctr" bIns="60925" lIns="0" spcFirstLastPara="1" rIns="0" wrap="square" tIns="60925">
            <a:noAutofit/>
          </a:bodyPr>
          <a:lstStyle/>
          <a:p>
            <a:pPr indent="0" lvl="0" marL="0" marR="0" rtl="0" algn="ctr">
              <a:spcBef>
                <a:spcPts val="0"/>
              </a:spcBef>
              <a:spcAft>
                <a:spcPts val="0"/>
              </a:spcAft>
              <a:buNone/>
            </a:pPr>
            <a:r>
              <a:rPr b="1" lang="en" sz="2400">
                <a:solidFill>
                  <a:srgbClr val="EE0000"/>
                </a:solidFill>
                <a:latin typeface="Red Hat Display"/>
                <a:ea typeface="Red Hat Display"/>
                <a:cs typeface="Red Hat Display"/>
                <a:sym typeface="Red Hat Display"/>
              </a:rPr>
              <a:t>Discovery</a:t>
            </a:r>
            <a:endParaRPr b="1" sz="1600">
              <a:solidFill>
                <a:srgbClr val="EE0000"/>
              </a:solidFill>
              <a:latin typeface="Red Hat Display"/>
              <a:ea typeface="Red Hat Display"/>
              <a:cs typeface="Red Hat Display"/>
              <a:sym typeface="Red Hat Display"/>
            </a:endParaRPr>
          </a:p>
        </p:txBody>
      </p:sp>
      <p:sp>
        <p:nvSpPr>
          <p:cNvPr id="5601" name="Google Shape;5601;p233"/>
          <p:cNvSpPr txBox="1"/>
          <p:nvPr/>
        </p:nvSpPr>
        <p:spPr>
          <a:xfrm>
            <a:off x="3361500" y="4555970"/>
            <a:ext cx="2519700" cy="436800"/>
          </a:xfrm>
          <a:prstGeom prst="rect">
            <a:avLst/>
          </a:prstGeom>
          <a:noFill/>
          <a:ln>
            <a:noFill/>
          </a:ln>
        </p:spPr>
        <p:txBody>
          <a:bodyPr anchorCtr="0" anchor="ctr" bIns="60925" lIns="0" spcFirstLastPara="1" rIns="0" wrap="square" tIns="60925">
            <a:noAutofit/>
          </a:bodyPr>
          <a:lstStyle/>
          <a:p>
            <a:pPr indent="0" lvl="0" marL="0" marR="0" rtl="0" algn="ctr">
              <a:spcBef>
                <a:spcPts val="0"/>
              </a:spcBef>
              <a:spcAft>
                <a:spcPts val="0"/>
              </a:spcAft>
              <a:buNone/>
            </a:pPr>
            <a:r>
              <a:rPr b="1" lang="en" sz="2700">
                <a:solidFill>
                  <a:srgbClr val="EE0000"/>
                </a:solidFill>
                <a:latin typeface="Red Hat Display"/>
                <a:ea typeface="Red Hat Display"/>
                <a:cs typeface="Red Hat Display"/>
                <a:sym typeface="Red Hat Display"/>
              </a:rPr>
              <a:t>Navigate</a:t>
            </a:r>
            <a:endParaRPr b="1" sz="1900">
              <a:solidFill>
                <a:srgbClr val="EE0000"/>
              </a:solidFill>
              <a:latin typeface="Red Hat Display"/>
              <a:ea typeface="Red Hat Display"/>
              <a:cs typeface="Red Hat Display"/>
              <a:sym typeface="Red Hat Display"/>
            </a:endParaRPr>
          </a:p>
        </p:txBody>
      </p:sp>
      <p:sp>
        <p:nvSpPr>
          <p:cNvPr id="5602" name="Google Shape;5602;p233"/>
          <p:cNvSpPr txBox="1"/>
          <p:nvPr/>
        </p:nvSpPr>
        <p:spPr>
          <a:xfrm>
            <a:off x="5670700" y="693951"/>
            <a:ext cx="2519700" cy="436800"/>
          </a:xfrm>
          <a:prstGeom prst="rect">
            <a:avLst/>
          </a:prstGeom>
          <a:noFill/>
          <a:ln>
            <a:noFill/>
          </a:ln>
        </p:spPr>
        <p:txBody>
          <a:bodyPr anchorCtr="0" anchor="ctr" bIns="60925" lIns="0" spcFirstLastPara="1" rIns="0" wrap="square" tIns="60925">
            <a:noAutofit/>
          </a:bodyPr>
          <a:lstStyle/>
          <a:p>
            <a:pPr indent="0" lvl="0" marL="0" marR="0" rtl="0" algn="ctr">
              <a:spcBef>
                <a:spcPts val="0"/>
              </a:spcBef>
              <a:spcAft>
                <a:spcPts val="0"/>
              </a:spcAft>
              <a:buNone/>
            </a:pPr>
            <a:r>
              <a:rPr b="1" lang="en" sz="2700">
                <a:solidFill>
                  <a:srgbClr val="EE0000"/>
                </a:solidFill>
                <a:latin typeface="Red Hat Display"/>
                <a:ea typeface="Red Hat Display"/>
                <a:cs typeface="Red Hat Display"/>
                <a:sym typeface="Red Hat Display"/>
              </a:rPr>
              <a:t>Pilot</a:t>
            </a:r>
            <a:endParaRPr b="1" sz="1900">
              <a:solidFill>
                <a:srgbClr val="EE0000"/>
              </a:solidFill>
              <a:latin typeface="Red Hat Display"/>
              <a:ea typeface="Red Hat Display"/>
              <a:cs typeface="Red Hat Display"/>
              <a:sym typeface="Red Hat Display"/>
            </a:endParaRPr>
          </a:p>
        </p:txBody>
      </p:sp>
      <p:sp>
        <p:nvSpPr>
          <p:cNvPr id="5603" name="Google Shape;5603;p233"/>
          <p:cNvSpPr txBox="1"/>
          <p:nvPr/>
        </p:nvSpPr>
        <p:spPr>
          <a:xfrm>
            <a:off x="8036550" y="4732777"/>
            <a:ext cx="2519700" cy="436800"/>
          </a:xfrm>
          <a:prstGeom prst="rect">
            <a:avLst/>
          </a:prstGeom>
          <a:noFill/>
          <a:ln>
            <a:noFill/>
          </a:ln>
        </p:spPr>
        <p:txBody>
          <a:bodyPr anchorCtr="0" anchor="ctr" bIns="60925" lIns="0" spcFirstLastPara="1" rIns="0" wrap="square" tIns="60925">
            <a:noAutofit/>
          </a:bodyPr>
          <a:lstStyle/>
          <a:p>
            <a:pPr indent="0" lvl="0" marL="0" marR="0" rtl="0" algn="ctr">
              <a:spcBef>
                <a:spcPts val="0"/>
              </a:spcBef>
              <a:spcAft>
                <a:spcPts val="0"/>
              </a:spcAft>
              <a:buNone/>
            </a:pPr>
            <a:r>
              <a:rPr b="1" lang="en" sz="2700">
                <a:solidFill>
                  <a:srgbClr val="EE0000"/>
                </a:solidFill>
                <a:latin typeface="Red Hat Display"/>
                <a:ea typeface="Red Hat Display"/>
                <a:cs typeface="Red Hat Display"/>
                <a:sym typeface="Red Hat Display"/>
              </a:rPr>
              <a:t>Scale</a:t>
            </a:r>
            <a:endParaRPr b="1" sz="1900">
              <a:solidFill>
                <a:srgbClr val="EE0000"/>
              </a:solidFill>
              <a:latin typeface="Red Hat Display"/>
              <a:ea typeface="Red Hat Display"/>
              <a:cs typeface="Red Hat Display"/>
              <a:sym typeface="Red Hat Display"/>
            </a:endParaRPr>
          </a:p>
        </p:txBody>
      </p:sp>
      <p:cxnSp>
        <p:nvCxnSpPr>
          <p:cNvPr id="5604" name="Google Shape;5604;p233"/>
          <p:cNvCxnSpPr/>
          <p:nvPr/>
        </p:nvCxnSpPr>
        <p:spPr>
          <a:xfrm>
            <a:off x="6890013" y="2941898"/>
            <a:ext cx="0" cy="751500"/>
          </a:xfrm>
          <a:prstGeom prst="straightConnector1">
            <a:avLst/>
          </a:prstGeom>
          <a:noFill/>
          <a:ln cap="flat" cmpd="sng" w="9525">
            <a:solidFill>
              <a:srgbClr val="595959"/>
            </a:solidFill>
            <a:prstDash val="solid"/>
            <a:round/>
            <a:headEnd len="sm" w="sm" type="none"/>
            <a:tailEnd len="sm" w="sm" type="none"/>
          </a:ln>
        </p:spPr>
      </p:cxnSp>
      <p:cxnSp>
        <p:nvCxnSpPr>
          <p:cNvPr id="5605" name="Google Shape;5605;p233"/>
          <p:cNvCxnSpPr/>
          <p:nvPr/>
        </p:nvCxnSpPr>
        <p:spPr>
          <a:xfrm>
            <a:off x="4621350" y="3878269"/>
            <a:ext cx="0" cy="528300"/>
          </a:xfrm>
          <a:prstGeom prst="straightConnector1">
            <a:avLst/>
          </a:prstGeom>
          <a:noFill/>
          <a:ln cap="flat" cmpd="sng" w="9525">
            <a:solidFill>
              <a:srgbClr val="595959"/>
            </a:solidFill>
            <a:prstDash val="solid"/>
            <a:round/>
            <a:headEnd len="sm" w="sm" type="none"/>
            <a:tailEnd len="sm" w="sm" type="none"/>
          </a:ln>
        </p:spPr>
      </p:cxnSp>
      <p:cxnSp>
        <p:nvCxnSpPr>
          <p:cNvPr id="5606" name="Google Shape;5606;p233"/>
          <p:cNvCxnSpPr/>
          <p:nvPr/>
        </p:nvCxnSpPr>
        <p:spPr>
          <a:xfrm>
            <a:off x="2264664" y="2428493"/>
            <a:ext cx="0" cy="501900"/>
          </a:xfrm>
          <a:prstGeom prst="straightConnector1">
            <a:avLst/>
          </a:prstGeom>
          <a:noFill/>
          <a:ln cap="flat" cmpd="sng" w="9525">
            <a:solidFill>
              <a:srgbClr val="595959"/>
            </a:solidFill>
            <a:prstDash val="solid"/>
            <a:round/>
            <a:headEnd len="sm" w="sm" type="none"/>
            <a:tailEnd len="sm" w="sm" type="none"/>
          </a:ln>
        </p:spPr>
      </p:cxnSp>
      <p:sp>
        <p:nvSpPr>
          <p:cNvPr id="5607" name="Google Shape;5607;p233"/>
          <p:cNvSpPr txBox="1"/>
          <p:nvPr/>
        </p:nvSpPr>
        <p:spPr>
          <a:xfrm>
            <a:off x="0" y="5411925"/>
            <a:ext cx="1657800" cy="504000"/>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rPr b="1" lang="en" sz="2700">
                <a:solidFill>
                  <a:srgbClr val="EE0000"/>
                </a:solidFill>
                <a:latin typeface="Red Hat Display"/>
                <a:ea typeface="Red Hat Display"/>
                <a:cs typeface="Red Hat Display"/>
                <a:sym typeface="Red Hat Display"/>
              </a:rPr>
              <a:t>Where you are</a:t>
            </a:r>
            <a:endParaRPr b="1" sz="2700">
              <a:solidFill>
                <a:srgbClr val="EE0000"/>
              </a:solidFill>
              <a:latin typeface="Red Hat Display"/>
              <a:ea typeface="Red Hat Display"/>
              <a:cs typeface="Red Hat Display"/>
              <a:sym typeface="Red Hat Display"/>
            </a:endParaRPr>
          </a:p>
        </p:txBody>
      </p:sp>
      <p:sp>
        <p:nvSpPr>
          <p:cNvPr id="5608" name="Google Shape;5608;p233"/>
          <p:cNvSpPr txBox="1"/>
          <p:nvPr/>
        </p:nvSpPr>
        <p:spPr>
          <a:xfrm>
            <a:off x="9975275" y="231175"/>
            <a:ext cx="1904700" cy="1359000"/>
          </a:xfrm>
          <a:prstGeom prst="rect">
            <a:avLst/>
          </a:prstGeom>
          <a:noFill/>
          <a:ln>
            <a:noFill/>
          </a:ln>
        </p:spPr>
        <p:txBody>
          <a:bodyPr anchorCtr="0" anchor="t" bIns="60925" lIns="121900" spcFirstLastPara="1" rIns="121900" wrap="square" tIns="60925">
            <a:noAutofit/>
          </a:bodyPr>
          <a:lstStyle/>
          <a:p>
            <a:pPr indent="0" lvl="0" marL="0" marR="0" rtl="0" algn="r">
              <a:spcBef>
                <a:spcPts val="0"/>
              </a:spcBef>
              <a:spcAft>
                <a:spcPts val="0"/>
              </a:spcAft>
              <a:buNone/>
            </a:pPr>
            <a:r>
              <a:rPr b="1" lang="en" sz="2700">
                <a:solidFill>
                  <a:srgbClr val="EE0000"/>
                </a:solidFill>
                <a:latin typeface="Red Hat Display"/>
                <a:ea typeface="Red Hat Display"/>
                <a:cs typeface="Red Hat Display"/>
                <a:sym typeface="Red Hat Display"/>
              </a:rPr>
              <a:t>Where you want to be</a:t>
            </a:r>
            <a:endParaRPr b="1" sz="2700">
              <a:solidFill>
                <a:srgbClr val="EE0000"/>
              </a:solidFill>
              <a:latin typeface="Red Hat Display"/>
              <a:ea typeface="Red Hat Display"/>
              <a:cs typeface="Red Hat Display"/>
              <a:sym typeface="Red Hat Display"/>
            </a:endParaRPr>
          </a:p>
        </p:txBody>
      </p:sp>
      <p:grpSp>
        <p:nvGrpSpPr>
          <p:cNvPr id="5609" name="Google Shape;5609;p233"/>
          <p:cNvGrpSpPr/>
          <p:nvPr/>
        </p:nvGrpSpPr>
        <p:grpSpPr>
          <a:xfrm>
            <a:off x="4363564" y="3148650"/>
            <a:ext cx="515572" cy="526964"/>
            <a:chOff x="2961988" y="3325174"/>
            <a:chExt cx="482700" cy="482700"/>
          </a:xfrm>
        </p:grpSpPr>
        <p:sp>
          <p:nvSpPr>
            <p:cNvPr id="5610" name="Google Shape;5610;p233"/>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i="1" sz="3200">
                <a:solidFill>
                  <a:srgbClr val="FFFFFF"/>
                </a:solidFill>
                <a:latin typeface="Calibri"/>
                <a:ea typeface="Calibri"/>
                <a:cs typeface="Calibri"/>
                <a:sym typeface="Calibri"/>
              </a:endParaRPr>
            </a:p>
          </p:txBody>
        </p:sp>
        <p:sp>
          <p:nvSpPr>
            <p:cNvPr id="5611" name="Google Shape;5611;p233"/>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60925" lIns="121900" spcFirstLastPara="1" rIns="121900" wrap="square" tIns="60925">
              <a:noAutofit/>
            </a:bodyPr>
            <a:lstStyle/>
            <a:p>
              <a:pPr indent="0" lvl="0" marL="0" marR="0" rtl="0" algn="l">
                <a:spcBef>
                  <a:spcPts val="0"/>
                </a:spcBef>
                <a:spcAft>
                  <a:spcPts val="0"/>
                </a:spcAft>
                <a:buNone/>
              </a:pPr>
              <a:r>
                <a:t/>
              </a:r>
              <a:endParaRPr i="1" sz="3200">
                <a:solidFill>
                  <a:srgbClr val="000000"/>
                </a:solidFill>
                <a:latin typeface="Calibri"/>
                <a:ea typeface="Calibri"/>
                <a:cs typeface="Calibri"/>
                <a:sym typeface="Calibri"/>
              </a:endParaRPr>
            </a:p>
          </p:txBody>
        </p:sp>
      </p:grpSp>
      <p:cxnSp>
        <p:nvCxnSpPr>
          <p:cNvPr id="5612" name="Google Shape;5612;p233"/>
          <p:cNvCxnSpPr/>
          <p:nvPr/>
        </p:nvCxnSpPr>
        <p:spPr>
          <a:xfrm>
            <a:off x="9296400" y="4198681"/>
            <a:ext cx="0" cy="462000"/>
          </a:xfrm>
          <a:prstGeom prst="straightConnector1">
            <a:avLst/>
          </a:prstGeom>
          <a:noFill/>
          <a:ln cap="flat" cmpd="sng" w="9525">
            <a:solidFill>
              <a:srgbClr val="595959"/>
            </a:solidFill>
            <a:prstDash val="solid"/>
            <a:round/>
            <a:headEnd len="sm" w="sm" type="none"/>
            <a:tailEnd len="sm" w="sm" type="none"/>
          </a:ln>
        </p:spPr>
      </p:cxnSp>
      <p:sp>
        <p:nvSpPr>
          <p:cNvPr id="5613" name="Google Shape;5613;p233"/>
          <p:cNvSpPr txBox="1"/>
          <p:nvPr/>
        </p:nvSpPr>
        <p:spPr>
          <a:xfrm>
            <a:off x="1942800" y="4992767"/>
            <a:ext cx="5357100" cy="806400"/>
          </a:xfrm>
          <a:prstGeom prst="rect">
            <a:avLst/>
          </a:prstGeom>
          <a:noFill/>
          <a:ln>
            <a:noFill/>
          </a:ln>
        </p:spPr>
        <p:txBody>
          <a:bodyPr anchorCtr="0" anchor="t" bIns="60925" lIns="0" spcFirstLastPara="1" rIns="0" wrap="square" tIns="60925">
            <a:noAutofit/>
          </a:bodyPr>
          <a:lstStyle/>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Review the current environment and integrations, dependencies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Review applications and review systems running these applications, identify and commit to the order of migrations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Analyse where these applications can go to: RHEL, containers, bin, and so on.</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High level design for the new RHEL environment, including security model based on HBAC and RBAC and central directory services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Common understanding of the task at hand</a:t>
            </a:r>
            <a:endParaRPr sz="1200">
              <a:solidFill>
                <a:srgbClr val="595959"/>
              </a:solidFill>
              <a:latin typeface="Red Hat Display"/>
              <a:ea typeface="Red Hat Display"/>
              <a:cs typeface="Red Hat Display"/>
              <a:sym typeface="Red Hat Display"/>
            </a:endParaRPr>
          </a:p>
        </p:txBody>
      </p:sp>
      <p:sp>
        <p:nvSpPr>
          <p:cNvPr id="5614" name="Google Shape;5614;p233"/>
          <p:cNvSpPr txBox="1"/>
          <p:nvPr/>
        </p:nvSpPr>
        <p:spPr>
          <a:xfrm>
            <a:off x="4870704" y="1221825"/>
            <a:ext cx="4114800" cy="806400"/>
          </a:xfrm>
          <a:prstGeom prst="rect">
            <a:avLst/>
          </a:prstGeom>
          <a:noFill/>
          <a:ln>
            <a:noFill/>
          </a:ln>
        </p:spPr>
        <p:txBody>
          <a:bodyPr anchorCtr="0" anchor="t" bIns="60925" lIns="0" spcFirstLastPara="1" rIns="0" wrap="square" tIns="60925">
            <a:noAutofit/>
          </a:bodyPr>
          <a:lstStyle/>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Create and build modernisation paths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Deploy automation tools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Design and deploy SOE</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Test modernisation of workloads</a:t>
            </a:r>
            <a:br>
              <a:rPr lang="en" sz="1200">
                <a:solidFill>
                  <a:srgbClr val="595959"/>
                </a:solidFill>
                <a:latin typeface="Red Hat Display"/>
                <a:ea typeface="Red Hat Display"/>
                <a:cs typeface="Red Hat Display"/>
                <a:sym typeface="Red Hat Display"/>
              </a:rPr>
            </a:br>
            <a:r>
              <a:rPr lang="en" sz="1200">
                <a:solidFill>
                  <a:srgbClr val="595959"/>
                </a:solidFill>
                <a:latin typeface="Red Hat Display"/>
                <a:ea typeface="Red Hat Display"/>
                <a:cs typeface="Red Hat Display"/>
                <a:sym typeface="Red Hat Display"/>
              </a:rPr>
              <a:t>Use side by side comparisons, use dark launches, test deployments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Define the factory</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Define day 2 operations and other standards</a:t>
            </a:r>
            <a:endParaRPr sz="1200">
              <a:solidFill>
                <a:srgbClr val="595959"/>
              </a:solidFill>
              <a:latin typeface="Red Hat Display"/>
              <a:ea typeface="Red Hat Display"/>
              <a:cs typeface="Red Hat Display"/>
              <a:sym typeface="Red Hat Display"/>
            </a:endParaRPr>
          </a:p>
        </p:txBody>
      </p:sp>
      <p:sp>
        <p:nvSpPr>
          <p:cNvPr id="5615" name="Google Shape;5615;p233"/>
          <p:cNvSpPr txBox="1"/>
          <p:nvPr/>
        </p:nvSpPr>
        <p:spPr>
          <a:xfrm>
            <a:off x="7946400" y="5181761"/>
            <a:ext cx="2700000" cy="806400"/>
          </a:xfrm>
          <a:prstGeom prst="rect">
            <a:avLst/>
          </a:prstGeom>
          <a:noFill/>
          <a:ln>
            <a:noFill/>
          </a:ln>
        </p:spPr>
        <p:txBody>
          <a:bodyPr anchorCtr="0" anchor="t" bIns="60925" lIns="0" spcFirstLastPara="1" rIns="0" wrap="square" tIns="60925">
            <a:noAutofit/>
          </a:bodyPr>
          <a:lstStyle/>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Deploy the modernisation factory</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Plan for modernisation</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Modernize remaining systems</a:t>
            </a:r>
            <a:endParaRPr sz="1200">
              <a:solidFill>
                <a:srgbClr val="595959"/>
              </a:solidFill>
              <a:latin typeface="Red Hat Display"/>
              <a:ea typeface="Red Hat Display"/>
              <a:cs typeface="Red Hat Display"/>
              <a:sym typeface="Red Hat Display"/>
            </a:endParaRPr>
          </a:p>
          <a:p>
            <a:pPr indent="-381000" lvl="0" marL="609600" marR="0" rtl="0" algn="l">
              <a:spcBef>
                <a:spcPts val="0"/>
              </a:spcBef>
              <a:spcAft>
                <a:spcPts val="0"/>
              </a:spcAft>
              <a:buClr>
                <a:srgbClr val="595959"/>
              </a:buClr>
              <a:buSzPts val="1200"/>
              <a:buFont typeface="Red Hat Display"/>
              <a:buChar char="●"/>
            </a:pPr>
            <a:r>
              <a:rPr lang="en" sz="1200">
                <a:solidFill>
                  <a:srgbClr val="595959"/>
                </a:solidFill>
                <a:latin typeface="Red Hat Display"/>
                <a:ea typeface="Red Hat Display"/>
                <a:cs typeface="Red Hat Display"/>
                <a:sym typeface="Red Hat Display"/>
              </a:rPr>
              <a:t>Implement responsibilities</a:t>
            </a:r>
            <a:endParaRPr sz="1200">
              <a:solidFill>
                <a:srgbClr val="595959"/>
              </a:solidFill>
              <a:latin typeface="Red Hat Display"/>
              <a:ea typeface="Red Hat Display"/>
              <a:cs typeface="Red Hat Display"/>
              <a:sym typeface="Red Hat Display"/>
            </a:endParaRPr>
          </a:p>
        </p:txBody>
      </p:sp>
      <p:sp>
        <p:nvSpPr>
          <p:cNvPr id="5616" name="Google Shape;5616;p23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1"/>
                </a:solidFill>
              </a:rPr>
              <a:t>Red Hat Infrastructure Standard Adoption Model</a:t>
            </a:r>
            <a:endParaRPr/>
          </a:p>
        </p:txBody>
      </p:sp>
      <p:sp>
        <p:nvSpPr>
          <p:cNvPr id="5617" name="Google Shape;5617;p23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1" name="Shape 5621"/>
        <p:cNvGrpSpPr/>
        <p:nvPr/>
      </p:nvGrpSpPr>
      <p:grpSpPr>
        <a:xfrm>
          <a:off x="0" y="0"/>
          <a:ext cx="0" cy="0"/>
          <a:chOff x="0" y="0"/>
          <a:chExt cx="0" cy="0"/>
        </a:xfrm>
      </p:grpSpPr>
      <p:sp>
        <p:nvSpPr>
          <p:cNvPr id="5622" name="Google Shape;5622;p23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Red Hat Infrastructure Standard Adoption Model</a:t>
            </a:r>
            <a:endParaRPr/>
          </a:p>
          <a:p>
            <a:pPr indent="0" lvl="0" marL="0" rtl="0" algn="l">
              <a:spcBef>
                <a:spcPts val="0"/>
              </a:spcBef>
              <a:spcAft>
                <a:spcPts val="0"/>
              </a:spcAft>
              <a:buNone/>
            </a:pPr>
            <a:r>
              <a:t/>
            </a:r>
            <a:endParaRPr/>
          </a:p>
        </p:txBody>
      </p:sp>
      <p:sp>
        <p:nvSpPr>
          <p:cNvPr id="5623" name="Google Shape;5623;p234"/>
          <p:cNvSpPr txBox="1"/>
          <p:nvPr>
            <p:ph type="title"/>
          </p:nvPr>
        </p:nvSpPr>
        <p:spPr>
          <a:xfrm>
            <a:off x="2076025" y="1883250"/>
            <a:ext cx="7992000" cy="307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Wrapping Up</a:t>
            </a:r>
            <a:endParaRPr/>
          </a:p>
        </p:txBody>
      </p:sp>
      <p:sp>
        <p:nvSpPr>
          <p:cNvPr id="5624" name="Google Shape;5624;p23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8" name="Shape 5628"/>
        <p:cNvGrpSpPr/>
        <p:nvPr/>
      </p:nvGrpSpPr>
      <p:grpSpPr>
        <a:xfrm>
          <a:off x="0" y="0"/>
          <a:ext cx="0" cy="0"/>
          <a:chOff x="0" y="0"/>
          <a:chExt cx="0" cy="0"/>
        </a:xfrm>
      </p:grpSpPr>
      <p:sp>
        <p:nvSpPr>
          <p:cNvPr id="5629" name="Google Shape;5629;p235"/>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Red Hat Infrastructure Standard</a:t>
            </a:r>
            <a:endParaRPr/>
          </a:p>
        </p:txBody>
      </p:sp>
      <p:sp>
        <p:nvSpPr>
          <p:cNvPr id="5630" name="Google Shape;5630;p23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5631" name="Google Shape;5631;p23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5632" name="Google Shape;5632;p235"/>
          <p:cNvPicPr preferRelativeResize="0"/>
          <p:nvPr/>
        </p:nvPicPr>
        <p:blipFill rotWithShape="1">
          <a:blip r:embed="rId3">
            <a:alphaModFix/>
          </a:blip>
          <a:srcRect b="25702" l="0" r="0" t="28126"/>
          <a:stretch/>
        </p:blipFill>
        <p:spPr>
          <a:xfrm>
            <a:off x="9257441" y="4740292"/>
            <a:ext cx="914400" cy="422175"/>
          </a:xfrm>
          <a:prstGeom prst="rect">
            <a:avLst/>
          </a:prstGeom>
          <a:noFill/>
          <a:ln>
            <a:noFill/>
          </a:ln>
        </p:spPr>
      </p:pic>
      <p:pic>
        <p:nvPicPr>
          <p:cNvPr id="5633" name="Google Shape;5633;p235"/>
          <p:cNvPicPr preferRelativeResize="0"/>
          <p:nvPr/>
        </p:nvPicPr>
        <p:blipFill rotWithShape="1">
          <a:blip r:embed="rId4">
            <a:alphaModFix/>
          </a:blip>
          <a:srcRect b="19054" l="0" r="0" t="19757"/>
          <a:stretch/>
        </p:blipFill>
        <p:spPr>
          <a:xfrm>
            <a:off x="5423025" y="4671620"/>
            <a:ext cx="914400" cy="559500"/>
          </a:xfrm>
          <a:prstGeom prst="rect">
            <a:avLst/>
          </a:prstGeom>
          <a:noFill/>
          <a:ln>
            <a:noFill/>
          </a:ln>
        </p:spPr>
      </p:pic>
      <p:grpSp>
        <p:nvGrpSpPr>
          <p:cNvPr id="5634" name="Google Shape;5634;p235"/>
          <p:cNvGrpSpPr/>
          <p:nvPr/>
        </p:nvGrpSpPr>
        <p:grpSpPr>
          <a:xfrm>
            <a:off x="8001425" y="4671613"/>
            <a:ext cx="914400" cy="559500"/>
            <a:chOff x="3899025" y="4752650"/>
            <a:chExt cx="914400" cy="559500"/>
          </a:xfrm>
        </p:grpSpPr>
        <p:pic>
          <p:nvPicPr>
            <p:cNvPr id="5635" name="Google Shape;5635;p235"/>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5636" name="Google Shape;5636;p235"/>
            <p:cNvPicPr preferRelativeResize="0"/>
            <p:nvPr/>
          </p:nvPicPr>
          <p:blipFill>
            <a:blip r:embed="rId5">
              <a:alphaModFix/>
            </a:blip>
            <a:stretch>
              <a:fillRect/>
            </a:stretch>
          </p:blipFill>
          <p:spPr>
            <a:xfrm>
              <a:off x="4302575" y="4883351"/>
              <a:ext cx="275675" cy="275675"/>
            </a:xfrm>
            <a:prstGeom prst="rect">
              <a:avLst/>
            </a:prstGeom>
            <a:noFill/>
            <a:ln>
              <a:noFill/>
            </a:ln>
          </p:spPr>
        </p:pic>
      </p:grpSp>
      <p:sp>
        <p:nvSpPr>
          <p:cNvPr id="5637" name="Google Shape;5637;p235"/>
          <p:cNvSpPr txBox="1"/>
          <p:nvPr/>
        </p:nvSpPr>
        <p:spPr>
          <a:xfrm>
            <a:off x="9206317" y="4413300"/>
            <a:ext cx="1104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Bare Metal</a:t>
            </a:r>
            <a:endParaRPr>
              <a:latin typeface="Overpass Light"/>
              <a:ea typeface="Overpass Light"/>
              <a:cs typeface="Overpass Light"/>
              <a:sym typeface="Overpass Light"/>
            </a:endParaRPr>
          </a:p>
        </p:txBody>
      </p:sp>
      <p:sp>
        <p:nvSpPr>
          <p:cNvPr id="5638" name="Google Shape;5638;p235"/>
          <p:cNvSpPr txBox="1"/>
          <p:nvPr/>
        </p:nvSpPr>
        <p:spPr>
          <a:xfrm>
            <a:off x="5419203" y="4423100"/>
            <a:ext cx="914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Kubevirt </a:t>
            </a:r>
            <a:endParaRPr>
              <a:latin typeface="Overpass Light"/>
              <a:ea typeface="Overpass Light"/>
              <a:cs typeface="Overpass Light"/>
              <a:sym typeface="Overpass Light"/>
            </a:endParaRPr>
          </a:p>
        </p:txBody>
      </p:sp>
      <p:sp>
        <p:nvSpPr>
          <p:cNvPr id="5639" name="Google Shape;5639;p235"/>
          <p:cNvSpPr txBox="1"/>
          <p:nvPr/>
        </p:nvSpPr>
        <p:spPr>
          <a:xfrm>
            <a:off x="8091061" y="4409800"/>
            <a:ext cx="731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Cloud</a:t>
            </a:r>
            <a:endParaRPr>
              <a:latin typeface="Overpass Light"/>
              <a:ea typeface="Overpass Light"/>
              <a:cs typeface="Overpass Light"/>
              <a:sym typeface="Overpass Light"/>
            </a:endParaRPr>
          </a:p>
        </p:txBody>
      </p:sp>
      <p:pic>
        <p:nvPicPr>
          <p:cNvPr id="5640" name="Google Shape;5640;p235"/>
          <p:cNvPicPr preferRelativeResize="0"/>
          <p:nvPr/>
        </p:nvPicPr>
        <p:blipFill>
          <a:blip r:embed="rId6">
            <a:alphaModFix/>
          </a:blip>
          <a:stretch>
            <a:fillRect/>
          </a:stretch>
        </p:blipFill>
        <p:spPr>
          <a:xfrm>
            <a:off x="3004383" y="4508700"/>
            <a:ext cx="914400" cy="914400"/>
          </a:xfrm>
          <a:prstGeom prst="rect">
            <a:avLst/>
          </a:prstGeom>
          <a:noFill/>
          <a:ln>
            <a:noFill/>
          </a:ln>
        </p:spPr>
      </p:pic>
      <p:pic>
        <p:nvPicPr>
          <p:cNvPr id="5641" name="Google Shape;5641;p235"/>
          <p:cNvPicPr preferRelativeResize="0"/>
          <p:nvPr/>
        </p:nvPicPr>
        <p:blipFill>
          <a:blip r:embed="rId7">
            <a:alphaModFix/>
          </a:blip>
          <a:stretch>
            <a:fillRect/>
          </a:stretch>
        </p:blipFill>
        <p:spPr>
          <a:xfrm>
            <a:off x="5229082" y="5036800"/>
            <a:ext cx="1315400" cy="1315400"/>
          </a:xfrm>
          <a:prstGeom prst="rect">
            <a:avLst/>
          </a:prstGeom>
          <a:noFill/>
          <a:ln>
            <a:noFill/>
          </a:ln>
        </p:spPr>
      </p:pic>
      <p:pic>
        <p:nvPicPr>
          <p:cNvPr id="5642" name="Google Shape;5642;p235"/>
          <p:cNvPicPr preferRelativeResize="0"/>
          <p:nvPr/>
        </p:nvPicPr>
        <p:blipFill rotWithShape="1">
          <a:blip r:embed="rId5">
            <a:alphaModFix/>
          </a:blip>
          <a:srcRect b="16811" l="0" r="0" t="17233"/>
          <a:stretch/>
        </p:blipFill>
        <p:spPr>
          <a:xfrm>
            <a:off x="7756625" y="5182750"/>
            <a:ext cx="1466903" cy="967500"/>
          </a:xfrm>
          <a:prstGeom prst="rect">
            <a:avLst/>
          </a:prstGeom>
          <a:noFill/>
          <a:ln>
            <a:noFill/>
          </a:ln>
        </p:spPr>
      </p:pic>
      <p:cxnSp>
        <p:nvCxnSpPr>
          <p:cNvPr id="5643" name="Google Shape;5643;p235"/>
          <p:cNvCxnSpPr>
            <a:stCxn id="5640" idx="3"/>
            <a:endCxn id="5641" idx="1"/>
          </p:cNvCxnSpPr>
          <p:nvPr/>
        </p:nvCxnSpPr>
        <p:spPr>
          <a:xfrm>
            <a:off x="3918782" y="4965900"/>
            <a:ext cx="1310400" cy="728700"/>
          </a:xfrm>
          <a:prstGeom prst="curvedConnector3">
            <a:avLst>
              <a:gd fmla="val 49996" name="adj1"/>
            </a:avLst>
          </a:prstGeom>
          <a:noFill/>
          <a:ln cap="flat" cmpd="sng" w="19050">
            <a:solidFill>
              <a:schemeClr val="dk1"/>
            </a:solidFill>
            <a:prstDash val="solid"/>
            <a:round/>
            <a:headEnd len="med" w="med" type="none"/>
            <a:tailEnd len="med" w="med" type="triangle"/>
          </a:ln>
        </p:spPr>
      </p:cxnSp>
      <p:sp>
        <p:nvSpPr>
          <p:cNvPr id="5644" name="Google Shape;5644;p235"/>
          <p:cNvSpPr txBox="1"/>
          <p:nvPr/>
        </p:nvSpPr>
        <p:spPr>
          <a:xfrm>
            <a:off x="9235400" y="5583450"/>
            <a:ext cx="2302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Any Cloud or Hypervisor Image</a:t>
            </a:r>
            <a:endParaRPr>
              <a:latin typeface="Overpass Light"/>
              <a:ea typeface="Overpass Light"/>
              <a:cs typeface="Overpass Light"/>
              <a:sym typeface="Overpass Light"/>
            </a:endParaRPr>
          </a:p>
        </p:txBody>
      </p:sp>
      <p:sp>
        <p:nvSpPr>
          <p:cNvPr id="5645" name="Google Shape;5645;p235"/>
          <p:cNvSpPr/>
          <p:nvPr/>
        </p:nvSpPr>
        <p:spPr>
          <a:xfrm rot="5400000">
            <a:off x="7784750" y="1704625"/>
            <a:ext cx="300900" cy="5183400"/>
          </a:xfrm>
          <a:prstGeom prst="leftBrace">
            <a:avLst>
              <a:gd fmla="val 50000" name="adj1"/>
              <a:gd fmla="val 50000" name="adj2"/>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646" name="Google Shape;5646;p235"/>
          <p:cNvPicPr preferRelativeResize="0"/>
          <p:nvPr/>
        </p:nvPicPr>
        <p:blipFill rotWithShape="1">
          <a:blip r:embed="rId4">
            <a:alphaModFix/>
          </a:blip>
          <a:srcRect b="19054" l="0" r="0" t="19757"/>
          <a:stretch/>
        </p:blipFill>
        <p:spPr>
          <a:xfrm>
            <a:off x="6718425" y="4671620"/>
            <a:ext cx="914400" cy="559500"/>
          </a:xfrm>
          <a:prstGeom prst="rect">
            <a:avLst/>
          </a:prstGeom>
          <a:noFill/>
          <a:ln>
            <a:noFill/>
          </a:ln>
        </p:spPr>
      </p:pic>
      <p:sp>
        <p:nvSpPr>
          <p:cNvPr id="5647" name="Google Shape;5647;p235"/>
          <p:cNvSpPr txBox="1"/>
          <p:nvPr/>
        </p:nvSpPr>
        <p:spPr>
          <a:xfrm>
            <a:off x="6639340" y="4423100"/>
            <a:ext cx="1086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Overpass Light"/>
                <a:ea typeface="Overpass Light"/>
                <a:cs typeface="Overpass Light"/>
                <a:sym typeface="Overpass Light"/>
              </a:rPr>
              <a:t>Hypervisor </a:t>
            </a:r>
            <a:endParaRPr>
              <a:latin typeface="Overpass Light"/>
              <a:ea typeface="Overpass Light"/>
              <a:cs typeface="Overpass Light"/>
              <a:sym typeface="Overpass Light"/>
            </a:endParaRPr>
          </a:p>
        </p:txBody>
      </p:sp>
      <p:pic>
        <p:nvPicPr>
          <p:cNvPr id="5648" name="Google Shape;5648;p235"/>
          <p:cNvPicPr preferRelativeResize="0"/>
          <p:nvPr/>
        </p:nvPicPr>
        <p:blipFill>
          <a:blip r:embed="rId7">
            <a:alphaModFix/>
          </a:blip>
          <a:stretch>
            <a:fillRect/>
          </a:stretch>
        </p:blipFill>
        <p:spPr>
          <a:xfrm>
            <a:off x="6524482" y="5036800"/>
            <a:ext cx="1315400" cy="1315400"/>
          </a:xfrm>
          <a:prstGeom prst="rect">
            <a:avLst/>
          </a:prstGeom>
          <a:noFill/>
          <a:ln>
            <a:noFill/>
          </a:ln>
        </p:spPr>
      </p:pic>
      <p:pic>
        <p:nvPicPr>
          <p:cNvPr id="5649" name="Google Shape;5649;p235"/>
          <p:cNvPicPr preferRelativeResize="0"/>
          <p:nvPr/>
        </p:nvPicPr>
        <p:blipFill>
          <a:blip r:embed="rId8">
            <a:alphaModFix/>
          </a:blip>
          <a:stretch>
            <a:fillRect/>
          </a:stretch>
        </p:blipFill>
        <p:spPr>
          <a:xfrm>
            <a:off x="4381500" y="5347855"/>
            <a:ext cx="300900" cy="300900"/>
          </a:xfrm>
          <a:prstGeom prst="rect">
            <a:avLst/>
          </a:prstGeom>
          <a:noFill/>
          <a:ln>
            <a:noFill/>
          </a:ln>
        </p:spPr>
      </p:pic>
      <p:pic>
        <p:nvPicPr>
          <p:cNvPr id="5650" name="Google Shape;5650;p235"/>
          <p:cNvPicPr preferRelativeResize="0"/>
          <p:nvPr/>
        </p:nvPicPr>
        <p:blipFill>
          <a:blip r:embed="rId8">
            <a:alphaModFix/>
          </a:blip>
          <a:stretch>
            <a:fillRect/>
          </a:stretch>
        </p:blipFill>
        <p:spPr>
          <a:xfrm>
            <a:off x="5485827" y="5318563"/>
            <a:ext cx="300900" cy="300900"/>
          </a:xfrm>
          <a:prstGeom prst="rect">
            <a:avLst/>
          </a:prstGeom>
          <a:noFill/>
          <a:ln>
            <a:noFill/>
          </a:ln>
        </p:spPr>
      </p:pic>
      <p:pic>
        <p:nvPicPr>
          <p:cNvPr id="5651" name="Google Shape;5651;p235"/>
          <p:cNvPicPr preferRelativeResize="0"/>
          <p:nvPr/>
        </p:nvPicPr>
        <p:blipFill>
          <a:blip r:embed="rId8">
            <a:alphaModFix/>
          </a:blip>
          <a:stretch>
            <a:fillRect/>
          </a:stretch>
        </p:blipFill>
        <p:spPr>
          <a:xfrm>
            <a:off x="6781227" y="5318563"/>
            <a:ext cx="300900" cy="300900"/>
          </a:xfrm>
          <a:prstGeom prst="rect">
            <a:avLst/>
          </a:prstGeom>
          <a:noFill/>
          <a:ln>
            <a:noFill/>
          </a:ln>
        </p:spPr>
      </p:pic>
      <p:pic>
        <p:nvPicPr>
          <p:cNvPr id="5652" name="Google Shape;5652;p235"/>
          <p:cNvPicPr preferRelativeResize="0"/>
          <p:nvPr/>
        </p:nvPicPr>
        <p:blipFill>
          <a:blip r:embed="rId8">
            <a:alphaModFix/>
          </a:blip>
          <a:stretch>
            <a:fillRect/>
          </a:stretch>
        </p:blipFill>
        <p:spPr>
          <a:xfrm>
            <a:off x="8000427" y="5604600"/>
            <a:ext cx="300900" cy="300900"/>
          </a:xfrm>
          <a:prstGeom prst="rect">
            <a:avLst/>
          </a:prstGeom>
          <a:noFill/>
          <a:ln>
            <a:noFill/>
          </a:ln>
        </p:spPr>
      </p:pic>
      <p:pic>
        <p:nvPicPr>
          <p:cNvPr id="5653" name="Google Shape;5653;p235"/>
          <p:cNvPicPr preferRelativeResize="0"/>
          <p:nvPr/>
        </p:nvPicPr>
        <p:blipFill>
          <a:blip r:embed="rId9">
            <a:alphaModFix/>
          </a:blip>
          <a:stretch>
            <a:fillRect/>
          </a:stretch>
        </p:blipFill>
        <p:spPr>
          <a:xfrm>
            <a:off x="5753100" y="5318563"/>
            <a:ext cx="300900" cy="300900"/>
          </a:xfrm>
          <a:prstGeom prst="rect">
            <a:avLst/>
          </a:prstGeom>
          <a:noFill/>
          <a:ln>
            <a:noFill/>
          </a:ln>
        </p:spPr>
      </p:pic>
      <p:pic>
        <p:nvPicPr>
          <p:cNvPr id="5654" name="Google Shape;5654;p235"/>
          <p:cNvPicPr preferRelativeResize="0"/>
          <p:nvPr/>
        </p:nvPicPr>
        <p:blipFill>
          <a:blip r:embed="rId9">
            <a:alphaModFix/>
          </a:blip>
          <a:stretch>
            <a:fillRect/>
          </a:stretch>
        </p:blipFill>
        <p:spPr>
          <a:xfrm>
            <a:off x="7048500" y="5318563"/>
            <a:ext cx="300900" cy="300900"/>
          </a:xfrm>
          <a:prstGeom prst="rect">
            <a:avLst/>
          </a:prstGeom>
          <a:noFill/>
          <a:ln>
            <a:noFill/>
          </a:ln>
        </p:spPr>
      </p:pic>
      <p:pic>
        <p:nvPicPr>
          <p:cNvPr id="5655" name="Google Shape;5655;p235"/>
          <p:cNvPicPr preferRelativeResize="0"/>
          <p:nvPr/>
        </p:nvPicPr>
        <p:blipFill>
          <a:blip r:embed="rId9">
            <a:alphaModFix/>
          </a:blip>
          <a:stretch>
            <a:fillRect/>
          </a:stretch>
        </p:blipFill>
        <p:spPr>
          <a:xfrm>
            <a:off x="8267700" y="5604600"/>
            <a:ext cx="300900" cy="300900"/>
          </a:xfrm>
          <a:prstGeom prst="rect">
            <a:avLst/>
          </a:prstGeom>
          <a:noFill/>
          <a:ln>
            <a:noFill/>
          </a:ln>
        </p:spPr>
      </p:pic>
      <p:pic>
        <p:nvPicPr>
          <p:cNvPr id="5656" name="Google Shape;5656;p235"/>
          <p:cNvPicPr preferRelativeResize="0"/>
          <p:nvPr/>
        </p:nvPicPr>
        <p:blipFill>
          <a:blip r:embed="rId8">
            <a:alphaModFix/>
          </a:blip>
          <a:stretch>
            <a:fillRect/>
          </a:stretch>
        </p:blipFill>
        <p:spPr>
          <a:xfrm>
            <a:off x="6019227" y="5318563"/>
            <a:ext cx="300900" cy="300900"/>
          </a:xfrm>
          <a:prstGeom prst="rect">
            <a:avLst/>
          </a:prstGeom>
          <a:noFill/>
          <a:ln>
            <a:noFill/>
          </a:ln>
        </p:spPr>
      </p:pic>
      <p:pic>
        <p:nvPicPr>
          <p:cNvPr id="5657" name="Google Shape;5657;p235"/>
          <p:cNvPicPr preferRelativeResize="0"/>
          <p:nvPr/>
        </p:nvPicPr>
        <p:blipFill>
          <a:blip r:embed="rId8">
            <a:alphaModFix/>
          </a:blip>
          <a:stretch>
            <a:fillRect/>
          </a:stretch>
        </p:blipFill>
        <p:spPr>
          <a:xfrm>
            <a:off x="7314627" y="5318563"/>
            <a:ext cx="300900" cy="300900"/>
          </a:xfrm>
          <a:prstGeom prst="rect">
            <a:avLst/>
          </a:prstGeom>
          <a:noFill/>
          <a:ln>
            <a:noFill/>
          </a:ln>
        </p:spPr>
      </p:pic>
      <p:pic>
        <p:nvPicPr>
          <p:cNvPr id="5658" name="Google Shape;5658;p235"/>
          <p:cNvPicPr preferRelativeResize="0"/>
          <p:nvPr/>
        </p:nvPicPr>
        <p:blipFill>
          <a:blip r:embed="rId8">
            <a:alphaModFix/>
          </a:blip>
          <a:stretch>
            <a:fillRect/>
          </a:stretch>
        </p:blipFill>
        <p:spPr>
          <a:xfrm>
            <a:off x="8524445" y="5595218"/>
            <a:ext cx="300900" cy="300900"/>
          </a:xfrm>
          <a:prstGeom prst="rect">
            <a:avLst/>
          </a:prstGeom>
          <a:noFill/>
          <a:ln>
            <a:noFill/>
          </a:ln>
        </p:spPr>
      </p:pic>
      <p:pic>
        <p:nvPicPr>
          <p:cNvPr id="5659" name="Google Shape;5659;p235"/>
          <p:cNvPicPr preferRelativeResize="0"/>
          <p:nvPr/>
        </p:nvPicPr>
        <p:blipFill>
          <a:blip r:embed="rId9">
            <a:alphaModFix/>
          </a:blip>
          <a:stretch>
            <a:fillRect/>
          </a:stretch>
        </p:blipFill>
        <p:spPr>
          <a:xfrm>
            <a:off x="4229100" y="4708963"/>
            <a:ext cx="300900" cy="300900"/>
          </a:xfrm>
          <a:prstGeom prst="rect">
            <a:avLst/>
          </a:prstGeom>
          <a:noFill/>
          <a:ln>
            <a:noFill/>
          </a:ln>
        </p:spPr>
      </p:pic>
      <p:grpSp>
        <p:nvGrpSpPr>
          <p:cNvPr id="5660" name="Google Shape;5660;p235"/>
          <p:cNvGrpSpPr/>
          <p:nvPr/>
        </p:nvGrpSpPr>
        <p:grpSpPr>
          <a:xfrm>
            <a:off x="571564" y="1400175"/>
            <a:ext cx="2834700" cy="2834700"/>
            <a:chOff x="4381564" y="1323975"/>
            <a:chExt cx="2834700" cy="2834700"/>
          </a:xfrm>
        </p:grpSpPr>
        <p:grpSp>
          <p:nvGrpSpPr>
            <p:cNvPr id="5661" name="Google Shape;5661;p235"/>
            <p:cNvGrpSpPr/>
            <p:nvPr/>
          </p:nvGrpSpPr>
          <p:grpSpPr>
            <a:xfrm>
              <a:off x="4381564" y="1323975"/>
              <a:ext cx="2834700" cy="2834700"/>
              <a:chOff x="4381500" y="1323975"/>
              <a:chExt cx="2834700" cy="2834700"/>
            </a:xfrm>
          </p:grpSpPr>
          <p:sp>
            <p:nvSpPr>
              <p:cNvPr id="5662" name="Google Shape;5662;p235"/>
              <p:cNvSpPr/>
              <p:nvPr/>
            </p:nvSpPr>
            <p:spPr>
              <a:xfrm>
                <a:off x="4381500" y="1323975"/>
                <a:ext cx="2834700" cy="2834700"/>
              </a:xfrm>
              <a:prstGeom prst="ellipse">
                <a:avLst/>
              </a:prstGeom>
              <a:noFill/>
              <a:ln cap="flat" cmpd="sng" w="1143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3" name="Google Shape;5663;p235"/>
              <p:cNvSpPr/>
              <p:nvPr/>
            </p:nvSpPr>
            <p:spPr>
              <a:xfrm>
                <a:off x="5067300" y="2009775"/>
                <a:ext cx="1463100" cy="1463100"/>
              </a:xfrm>
              <a:prstGeom prst="ellipse">
                <a:avLst/>
              </a:prstGeom>
              <a:noFill/>
              <a:ln cap="flat" cmpd="sng" w="152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64" name="Google Shape;5664;p235"/>
            <p:cNvGrpSpPr/>
            <p:nvPr/>
          </p:nvGrpSpPr>
          <p:grpSpPr>
            <a:xfrm>
              <a:off x="4397514" y="1379648"/>
              <a:ext cx="2802802" cy="2723355"/>
              <a:chOff x="4413527" y="1370716"/>
              <a:chExt cx="2802802" cy="2723355"/>
            </a:xfrm>
          </p:grpSpPr>
          <p:grpSp>
            <p:nvGrpSpPr>
              <p:cNvPr id="5665" name="Google Shape;5665;p235"/>
              <p:cNvGrpSpPr/>
              <p:nvPr/>
            </p:nvGrpSpPr>
            <p:grpSpPr>
              <a:xfrm>
                <a:off x="6301929" y="3179671"/>
                <a:ext cx="914400" cy="914400"/>
                <a:chOff x="8321229" y="3179936"/>
                <a:chExt cx="914400" cy="914400"/>
              </a:xfrm>
            </p:grpSpPr>
            <p:sp>
              <p:nvSpPr>
                <p:cNvPr id="5666" name="Google Shape;5666;p235"/>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667" name="Google Shape;5667;p235"/>
                <p:cNvPicPr preferRelativeResize="0"/>
                <p:nvPr/>
              </p:nvPicPr>
              <p:blipFill>
                <a:blip r:embed="rId10">
                  <a:alphaModFix/>
                </a:blip>
                <a:stretch>
                  <a:fillRect/>
                </a:stretch>
              </p:blipFill>
              <p:spPr>
                <a:xfrm>
                  <a:off x="8321229" y="3179936"/>
                  <a:ext cx="914400" cy="914400"/>
                </a:xfrm>
                <a:prstGeom prst="rect">
                  <a:avLst/>
                </a:prstGeom>
                <a:noFill/>
                <a:ln>
                  <a:noFill/>
                </a:ln>
              </p:spPr>
            </p:pic>
          </p:grpSp>
          <p:grpSp>
            <p:nvGrpSpPr>
              <p:cNvPr id="5668" name="Google Shape;5668;p235"/>
              <p:cNvGrpSpPr/>
              <p:nvPr/>
            </p:nvGrpSpPr>
            <p:grpSpPr>
              <a:xfrm>
                <a:off x="6301929" y="1370716"/>
                <a:ext cx="914400" cy="914400"/>
                <a:chOff x="6263829" y="1370716"/>
                <a:chExt cx="914400" cy="914400"/>
              </a:xfrm>
            </p:grpSpPr>
            <p:sp>
              <p:nvSpPr>
                <p:cNvPr id="5669" name="Google Shape;5669;p235"/>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670" name="Google Shape;5670;p235"/>
                <p:cNvPicPr preferRelativeResize="0"/>
                <p:nvPr/>
              </p:nvPicPr>
              <p:blipFill>
                <a:blip r:embed="rId11">
                  <a:alphaModFix/>
                </a:blip>
                <a:stretch>
                  <a:fillRect/>
                </a:stretch>
              </p:blipFill>
              <p:spPr>
                <a:xfrm>
                  <a:off x="6312879" y="1419766"/>
                  <a:ext cx="816300" cy="816300"/>
                </a:xfrm>
                <a:prstGeom prst="rect">
                  <a:avLst/>
                </a:prstGeom>
                <a:noFill/>
                <a:ln>
                  <a:noFill/>
                </a:ln>
              </p:spPr>
            </p:pic>
          </p:grpSp>
          <p:grpSp>
            <p:nvGrpSpPr>
              <p:cNvPr id="5671" name="Google Shape;5671;p235"/>
              <p:cNvGrpSpPr/>
              <p:nvPr/>
            </p:nvGrpSpPr>
            <p:grpSpPr>
              <a:xfrm>
                <a:off x="4413527" y="1370716"/>
                <a:ext cx="914400" cy="914400"/>
                <a:chOff x="4437340" y="1269451"/>
                <a:chExt cx="914400" cy="914400"/>
              </a:xfrm>
            </p:grpSpPr>
            <p:sp>
              <p:nvSpPr>
                <p:cNvPr id="5672" name="Google Shape;5672;p235"/>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673" name="Google Shape;5673;p235"/>
                <p:cNvPicPr preferRelativeResize="0"/>
                <p:nvPr/>
              </p:nvPicPr>
              <p:blipFill rotWithShape="1">
                <a:blip r:embed="rId12">
                  <a:alphaModFix/>
                </a:blip>
                <a:srcRect b="9632" l="15541" r="14164" t="9218"/>
                <a:stretch/>
              </p:blipFill>
              <p:spPr>
                <a:xfrm>
                  <a:off x="4537357" y="1303203"/>
                  <a:ext cx="739893" cy="850172"/>
                </a:xfrm>
                <a:prstGeom prst="rect">
                  <a:avLst/>
                </a:prstGeom>
                <a:noFill/>
                <a:ln>
                  <a:noFill/>
                </a:ln>
              </p:spPr>
            </p:pic>
          </p:grpSp>
          <p:grpSp>
            <p:nvGrpSpPr>
              <p:cNvPr id="5674" name="Google Shape;5674;p235"/>
              <p:cNvGrpSpPr/>
              <p:nvPr/>
            </p:nvGrpSpPr>
            <p:grpSpPr>
              <a:xfrm>
                <a:off x="4413527" y="3179671"/>
                <a:ext cx="914400" cy="914400"/>
                <a:chOff x="4437340" y="3101261"/>
                <a:chExt cx="914400" cy="914400"/>
              </a:xfrm>
            </p:grpSpPr>
            <p:sp>
              <p:nvSpPr>
                <p:cNvPr id="5675" name="Google Shape;5675;p235"/>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676" name="Google Shape;5676;p235"/>
                <p:cNvPicPr preferRelativeResize="0"/>
                <p:nvPr/>
              </p:nvPicPr>
              <p:blipFill rotWithShape="1">
                <a:blip r:embed="rId13">
                  <a:alphaModFix/>
                </a:blip>
                <a:srcRect b="13122" l="12810" r="11523" t="12272"/>
                <a:stretch/>
              </p:blipFill>
              <p:spPr>
                <a:xfrm>
                  <a:off x="4518236" y="3190157"/>
                  <a:ext cx="752608" cy="736608"/>
                </a:xfrm>
                <a:prstGeom prst="rect">
                  <a:avLst/>
                </a:prstGeom>
                <a:noFill/>
                <a:ln>
                  <a:noFill/>
                </a:ln>
              </p:spPr>
            </p:pic>
          </p:grpSp>
        </p:grpSp>
        <p:sp>
          <p:nvSpPr>
            <p:cNvPr id="5677" name="Google Shape;5677;p235"/>
            <p:cNvSpPr/>
            <p:nvPr/>
          </p:nvSpPr>
          <p:spPr>
            <a:xfrm>
              <a:off x="5570314" y="2514525"/>
              <a:ext cx="457200" cy="453600"/>
            </a:xfrm>
            <a:prstGeom prst="ellipse">
              <a:avLst/>
            </a:prstGeom>
            <a:solidFill>
              <a:schemeClr val="accent1"/>
            </a:solidFill>
            <a:ln cap="flat" cmpd="sng" w="762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678" name="Google Shape;5678;p235"/>
          <p:cNvCxnSpPr>
            <a:stCxn id="5662" idx="4"/>
            <a:endCxn id="5640" idx="1"/>
          </p:cNvCxnSpPr>
          <p:nvPr/>
        </p:nvCxnSpPr>
        <p:spPr>
          <a:xfrm flipH="1" rot="-5400000">
            <a:off x="2131114" y="4092675"/>
            <a:ext cx="731100" cy="1015500"/>
          </a:xfrm>
          <a:prstGeom prst="curvedConnector2">
            <a:avLst/>
          </a:prstGeom>
          <a:noFill/>
          <a:ln cap="flat" cmpd="sng" w="19050">
            <a:solidFill>
              <a:schemeClr val="dk1"/>
            </a:solidFill>
            <a:prstDash val="solid"/>
            <a:round/>
            <a:headEnd len="med" w="med" type="none"/>
            <a:tailEnd len="med" w="med" type="triangle"/>
          </a:ln>
        </p:spPr>
      </p:cxnSp>
      <p:cxnSp>
        <p:nvCxnSpPr>
          <p:cNvPr id="5679" name="Google Shape;5679;p235"/>
          <p:cNvCxnSpPr>
            <a:stCxn id="5662" idx="6"/>
            <a:endCxn id="5645" idx="1"/>
          </p:cNvCxnSpPr>
          <p:nvPr/>
        </p:nvCxnSpPr>
        <p:spPr>
          <a:xfrm>
            <a:off x="3406264" y="2817525"/>
            <a:ext cx="4528800" cy="1328400"/>
          </a:xfrm>
          <a:prstGeom prst="curvedConnector2">
            <a:avLst/>
          </a:prstGeom>
          <a:noFill/>
          <a:ln cap="flat" cmpd="sng" w="19050">
            <a:solidFill>
              <a:schemeClr val="dk1"/>
            </a:solidFill>
            <a:prstDash val="solid"/>
            <a:round/>
            <a:headEnd len="med" w="med" type="none"/>
            <a:tailEnd len="med" w="med" type="triangle"/>
          </a:ln>
        </p:spPr>
      </p:cxnSp>
      <p:grpSp>
        <p:nvGrpSpPr>
          <p:cNvPr id="5680" name="Google Shape;5680;p235"/>
          <p:cNvGrpSpPr/>
          <p:nvPr/>
        </p:nvGrpSpPr>
        <p:grpSpPr>
          <a:xfrm>
            <a:off x="8220875" y="1758875"/>
            <a:ext cx="3671700" cy="2043025"/>
            <a:chOff x="8220875" y="1987475"/>
            <a:chExt cx="3671700" cy="2043025"/>
          </a:xfrm>
        </p:grpSpPr>
        <p:sp>
          <p:nvSpPr>
            <p:cNvPr id="5681" name="Google Shape;5681;p235"/>
            <p:cNvSpPr txBox="1"/>
            <p:nvPr/>
          </p:nvSpPr>
          <p:spPr>
            <a:xfrm>
              <a:off x="8220875" y="3630300"/>
              <a:ext cx="295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Red Hat Image Builder</a:t>
              </a:r>
              <a:endParaRPr>
                <a:latin typeface="Red Hat Display"/>
                <a:ea typeface="Red Hat Display"/>
                <a:cs typeface="Red Hat Display"/>
                <a:sym typeface="Red Hat Display"/>
              </a:endParaRPr>
            </a:p>
          </p:txBody>
        </p:sp>
        <p:sp>
          <p:nvSpPr>
            <p:cNvPr id="5682" name="Google Shape;5682;p235"/>
            <p:cNvSpPr txBox="1"/>
            <p:nvPr/>
          </p:nvSpPr>
          <p:spPr>
            <a:xfrm>
              <a:off x="8220875" y="2398175"/>
              <a:ext cx="345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Red Hat Satellite</a:t>
              </a:r>
              <a:endParaRPr>
                <a:latin typeface="Red Hat Display"/>
                <a:ea typeface="Red Hat Display"/>
                <a:cs typeface="Red Hat Display"/>
                <a:sym typeface="Red Hat Display"/>
              </a:endParaRPr>
            </a:p>
          </p:txBody>
        </p:sp>
        <p:sp>
          <p:nvSpPr>
            <p:cNvPr id="5683" name="Google Shape;5683;p235"/>
            <p:cNvSpPr txBox="1"/>
            <p:nvPr/>
          </p:nvSpPr>
          <p:spPr>
            <a:xfrm>
              <a:off x="8220875" y="3219600"/>
              <a:ext cx="283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Red Hat Hybrid Cloud Console</a:t>
              </a:r>
              <a:endParaRPr>
                <a:latin typeface="Red Hat Display"/>
                <a:ea typeface="Red Hat Display"/>
                <a:cs typeface="Red Hat Display"/>
                <a:sym typeface="Red Hat Display"/>
              </a:endParaRPr>
            </a:p>
          </p:txBody>
        </p:sp>
        <p:sp>
          <p:nvSpPr>
            <p:cNvPr id="5684" name="Google Shape;5684;p235"/>
            <p:cNvSpPr txBox="1"/>
            <p:nvPr/>
          </p:nvSpPr>
          <p:spPr>
            <a:xfrm>
              <a:off x="8220875" y="1987475"/>
              <a:ext cx="272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Red Hat Identity Management</a:t>
              </a:r>
              <a:endParaRPr>
                <a:latin typeface="Red Hat Display"/>
                <a:ea typeface="Red Hat Display"/>
                <a:cs typeface="Red Hat Display"/>
                <a:sym typeface="Red Hat Display"/>
              </a:endParaRPr>
            </a:p>
          </p:txBody>
        </p:sp>
        <p:sp>
          <p:nvSpPr>
            <p:cNvPr id="5685" name="Google Shape;5685;p235"/>
            <p:cNvSpPr txBox="1"/>
            <p:nvPr/>
          </p:nvSpPr>
          <p:spPr>
            <a:xfrm>
              <a:off x="8220875" y="2808888"/>
              <a:ext cx="367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Ansible Automation Platform</a:t>
              </a:r>
              <a:endParaRPr>
                <a:latin typeface="Red Hat Display"/>
                <a:ea typeface="Red Hat Display"/>
                <a:cs typeface="Red Hat Display"/>
                <a:sym typeface="Red Hat Display"/>
              </a:endParaRPr>
            </a:p>
          </p:txBody>
        </p:sp>
      </p:grpSp>
      <p:sp>
        <p:nvSpPr>
          <p:cNvPr id="5686" name="Google Shape;5686;p235"/>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An Open Hybrid Cloud</a:t>
            </a:r>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0" name="Shape 5690"/>
        <p:cNvGrpSpPr/>
        <p:nvPr/>
      </p:nvGrpSpPr>
      <p:grpSpPr>
        <a:xfrm>
          <a:off x="0" y="0"/>
          <a:ext cx="0" cy="0"/>
          <a:chOff x="0" y="0"/>
          <a:chExt cx="0" cy="0"/>
        </a:xfrm>
      </p:grpSpPr>
      <p:sp>
        <p:nvSpPr>
          <p:cNvPr id="5691" name="Google Shape;5691;p23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692" name="Google Shape;5692;p236"/>
          <p:cNvSpPr txBox="1"/>
          <p:nvPr>
            <p:ph type="title"/>
          </p:nvPr>
        </p:nvSpPr>
        <p:spPr>
          <a:xfrm>
            <a:off x="2076025" y="1883250"/>
            <a:ext cx="7992000" cy="307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latin typeface="Red Hat Display Medium"/>
                <a:ea typeface="Red Hat Display Medium"/>
                <a:cs typeface="Red Hat Display Medium"/>
                <a:sym typeface="Red Hat Display Medium"/>
              </a:rPr>
              <a:t>Discussion</a:t>
            </a:r>
            <a:endParaRPr>
              <a:latin typeface="Red Hat Display Medium"/>
              <a:ea typeface="Red Hat Display Medium"/>
              <a:cs typeface="Red Hat Display Medium"/>
              <a:sym typeface="Red Hat Display Medium"/>
            </a:endParaRPr>
          </a:p>
        </p:txBody>
      </p:sp>
      <p:sp>
        <p:nvSpPr>
          <p:cNvPr id="5693" name="Google Shape;5693;p23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sz="900">
                <a:latin typeface="Overpass SemiBold"/>
                <a:ea typeface="Overpass SemiBold"/>
                <a:cs typeface="Overpass SemiBold"/>
                <a:sym typeface="Overpass SemiBold"/>
              </a:rPr>
              <a:t>Red Hat Infrastructure Standard Adoption Model</a:t>
            </a:r>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7" name="Shape 5697"/>
        <p:cNvGrpSpPr/>
        <p:nvPr/>
      </p:nvGrpSpPr>
      <p:grpSpPr>
        <a:xfrm>
          <a:off x="0" y="0"/>
          <a:ext cx="0" cy="0"/>
          <a:chOff x="0" y="0"/>
          <a:chExt cx="0" cy="0"/>
        </a:xfrm>
      </p:grpSpPr>
      <p:sp>
        <p:nvSpPr>
          <p:cNvPr id="5698" name="Google Shape;5698;p23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699" name="Google Shape;5699;p237"/>
          <p:cNvSpPr txBox="1"/>
          <p:nvPr>
            <p:ph idx="1" type="subTitle"/>
          </p:nvPr>
        </p:nvSpPr>
        <p:spPr>
          <a:xfrm>
            <a:off x="2083725" y="3313225"/>
            <a:ext cx="4047900" cy="1038300"/>
          </a:xfrm>
          <a:prstGeom prst="rect">
            <a:avLst/>
          </a:prstGeom>
        </p:spPr>
        <p:txBody>
          <a:bodyPr anchorCtr="0" anchor="t" bIns="0" lIns="0" spcFirstLastPara="1" rIns="0" wrap="square" tIns="0">
            <a:noAutofit/>
          </a:bodyPr>
          <a:lstStyle/>
          <a:p>
            <a:pPr indent="0" lvl="0" marL="0" rtl="0" algn="l">
              <a:lnSpc>
                <a:spcPct val="135000"/>
              </a:lnSpc>
              <a:spcBef>
                <a:spcPts val="0"/>
              </a:spcBef>
              <a:spcAft>
                <a:spcPts val="0"/>
              </a:spcAft>
              <a:buNone/>
            </a:pPr>
            <a:r>
              <a:rPr lang="en">
                <a:latin typeface="Red Hat Display"/>
                <a:ea typeface="Red Hat Display"/>
                <a:cs typeface="Red Hat Display"/>
                <a:sym typeface="Red Hat Display"/>
              </a:rPr>
              <a:t>Red Hat is the world’s leading provider of enterprise open source software solutions. Award-winning support, training, and consulting services make </a:t>
            </a:r>
            <a:endParaRPr>
              <a:latin typeface="Red Hat Display"/>
              <a:ea typeface="Red Hat Display"/>
              <a:cs typeface="Red Hat Display"/>
              <a:sym typeface="Red Hat Display"/>
            </a:endParaRPr>
          </a:p>
          <a:p>
            <a:pPr indent="0" lvl="0" marL="0" rtl="0" algn="l">
              <a:lnSpc>
                <a:spcPct val="135000"/>
              </a:lnSpc>
              <a:spcBef>
                <a:spcPts val="0"/>
              </a:spcBef>
              <a:spcAft>
                <a:spcPts val="0"/>
              </a:spcAft>
              <a:buNone/>
            </a:pPr>
            <a:r>
              <a:rPr lang="en">
                <a:latin typeface="Red Hat Display"/>
                <a:ea typeface="Red Hat Display"/>
                <a:cs typeface="Red Hat Display"/>
                <a:sym typeface="Red Hat Display"/>
              </a:rPr>
              <a:t>Red Hat a trusted adviser to the Fortune 500. </a:t>
            </a:r>
            <a:endParaRPr>
              <a:latin typeface="Red Hat Display"/>
              <a:ea typeface="Red Hat Display"/>
              <a:cs typeface="Red Hat Display"/>
              <a:sym typeface="Red Hat Display"/>
            </a:endParaRPr>
          </a:p>
        </p:txBody>
      </p:sp>
      <p:sp>
        <p:nvSpPr>
          <p:cNvPr id="5700" name="Google Shape;5700;p237"/>
          <p:cNvSpPr txBox="1"/>
          <p:nvPr>
            <p:ph type="title"/>
          </p:nvPr>
        </p:nvSpPr>
        <p:spPr>
          <a:xfrm>
            <a:off x="2083875" y="1860300"/>
            <a:ext cx="4905000" cy="846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latin typeface="Red Hat Display Medium"/>
                <a:ea typeface="Red Hat Display Medium"/>
                <a:cs typeface="Red Hat Display Medium"/>
                <a:sym typeface="Red Hat Display Medium"/>
              </a:rPr>
              <a:t>Thank you</a:t>
            </a:r>
            <a:endParaRPr>
              <a:latin typeface="Red Hat Display Medium"/>
              <a:ea typeface="Red Hat Display Medium"/>
              <a:cs typeface="Red Hat Display Medium"/>
              <a:sym typeface="Red Hat Display Medium"/>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4" name="Shape 5704"/>
        <p:cNvGrpSpPr/>
        <p:nvPr/>
      </p:nvGrpSpPr>
      <p:grpSpPr>
        <a:xfrm>
          <a:off x="0" y="0"/>
          <a:ext cx="0" cy="0"/>
          <a:chOff x="0" y="0"/>
          <a:chExt cx="0" cy="0"/>
        </a:xfrm>
      </p:grpSpPr>
      <p:sp>
        <p:nvSpPr>
          <p:cNvPr id="5705" name="Google Shape;5705;p23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706" name="Google Shape;5706;p238"/>
          <p:cNvSpPr txBox="1"/>
          <p:nvPr>
            <p:ph type="title"/>
          </p:nvPr>
        </p:nvSpPr>
        <p:spPr>
          <a:xfrm>
            <a:off x="2076025" y="1883250"/>
            <a:ext cx="7992000" cy="307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latin typeface="Red Hat Display Medium"/>
                <a:ea typeface="Red Hat Display Medium"/>
                <a:cs typeface="Red Hat Display Medium"/>
                <a:sym typeface="Red Hat Display Medium"/>
              </a:rPr>
              <a:t>Supplementary Slides</a:t>
            </a:r>
            <a:endParaRPr>
              <a:latin typeface="Red Hat Display Medium"/>
              <a:ea typeface="Red Hat Display Medium"/>
              <a:cs typeface="Red Hat Display Medium"/>
              <a:sym typeface="Red Hat Display Medium"/>
            </a:endParaRPr>
          </a:p>
        </p:txBody>
      </p:sp>
      <p:sp>
        <p:nvSpPr>
          <p:cNvPr id="5707" name="Google Shape;5707;p23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sz="900">
                <a:latin typeface="Overpass SemiBold"/>
                <a:ea typeface="Overpass SemiBold"/>
                <a:cs typeface="Overpass SemiBold"/>
                <a:sym typeface="Overpass SemiBold"/>
              </a:rPr>
              <a:t>Red Hat Infrastructure Standard Adoption Model</a:t>
            </a:r>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1" name="Shape 5711"/>
        <p:cNvGrpSpPr/>
        <p:nvPr/>
      </p:nvGrpSpPr>
      <p:grpSpPr>
        <a:xfrm>
          <a:off x="0" y="0"/>
          <a:ext cx="0" cy="0"/>
          <a:chOff x="0" y="0"/>
          <a:chExt cx="0" cy="0"/>
        </a:xfrm>
      </p:grpSpPr>
      <p:sp>
        <p:nvSpPr>
          <p:cNvPr id="5712" name="Google Shape;5712;p239"/>
          <p:cNvSpPr txBox="1"/>
          <p:nvPr>
            <p:ph type="title"/>
          </p:nvPr>
        </p:nvSpPr>
        <p:spPr>
          <a:xfrm>
            <a:off x="5660525" y="1708950"/>
            <a:ext cx="5736300" cy="2117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4200">
                <a:latin typeface="Red Hat Display"/>
                <a:ea typeface="Red Hat Display"/>
                <a:cs typeface="Red Hat Display"/>
                <a:sym typeface="Red Hat Display"/>
              </a:rPr>
              <a:t>Deployment</a:t>
            </a:r>
            <a:r>
              <a:rPr lang="en" sz="4200">
                <a:latin typeface="Red Hat Display"/>
                <a:ea typeface="Red Hat Display"/>
                <a:cs typeface="Red Hat Display"/>
                <a:sym typeface="Red Hat Display"/>
              </a:rPr>
              <a:t> </a:t>
            </a:r>
            <a:r>
              <a:rPr lang="en" sz="4200">
                <a:latin typeface="Red Hat Display"/>
                <a:ea typeface="Red Hat Display"/>
                <a:cs typeface="Red Hat Display"/>
                <a:sym typeface="Red Hat Display"/>
              </a:rPr>
              <a:t>Recommendations for </a:t>
            </a:r>
            <a:endParaRPr sz="4200">
              <a:latin typeface="Red Hat Display"/>
              <a:ea typeface="Red Hat Display"/>
              <a:cs typeface="Red Hat Display"/>
              <a:sym typeface="Red Hat Display"/>
            </a:endParaRPr>
          </a:p>
          <a:p>
            <a:pPr indent="0" lvl="0" marL="0" rtl="0" algn="l">
              <a:spcBef>
                <a:spcPts val="0"/>
              </a:spcBef>
              <a:spcAft>
                <a:spcPts val="0"/>
              </a:spcAft>
              <a:buNone/>
            </a:pPr>
            <a:r>
              <a:rPr lang="en" sz="4200">
                <a:latin typeface="Red Hat Display"/>
                <a:ea typeface="Red Hat Display"/>
                <a:cs typeface="Red Hat Display"/>
                <a:sym typeface="Red Hat Display"/>
              </a:rPr>
              <a:t>Satellite</a:t>
            </a:r>
            <a:endParaRPr sz="4200">
              <a:latin typeface="Red Hat Display"/>
              <a:ea typeface="Red Hat Display"/>
              <a:cs typeface="Red Hat Display"/>
              <a:sym typeface="Red Hat Display"/>
            </a:endParaRPr>
          </a:p>
        </p:txBody>
      </p:sp>
      <p:sp>
        <p:nvSpPr>
          <p:cNvPr id="5713" name="Google Shape;5713;p239"/>
          <p:cNvSpPr txBox="1"/>
          <p:nvPr>
            <p:ph idx="1" type="subTitle"/>
          </p:nvPr>
        </p:nvSpPr>
        <p:spPr>
          <a:xfrm rot="5400000">
            <a:off x="-2127425" y="2139150"/>
            <a:ext cx="5150400" cy="872100"/>
          </a:xfrm>
          <a:prstGeom prst="rect">
            <a:avLst/>
          </a:prstGeom>
        </p:spPr>
        <p:txBody>
          <a:bodyPr anchorCtr="0" anchor="ctr" bIns="91425" lIns="4572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5714" name="Google Shape;5714;p239"/>
          <p:cNvSpPr txBox="1"/>
          <p:nvPr>
            <p:ph idx="2" type="subTitle"/>
          </p:nvPr>
        </p:nvSpPr>
        <p:spPr>
          <a:xfrm>
            <a:off x="5660525" y="3971650"/>
            <a:ext cx="4446300" cy="914400"/>
          </a:xfrm>
          <a:prstGeom prst="rect">
            <a:avLst/>
          </a:prstGeom>
        </p:spPr>
        <p:txBody>
          <a:bodyPr anchorCtr="0" anchor="t" bIns="0" lIns="0" spcFirstLastPara="1" rIns="0" wrap="square" tIns="0">
            <a:noAutofit/>
          </a:bodyPr>
          <a:lstStyle/>
          <a:p>
            <a:pPr indent="0" lvl="0" marL="0" rtl="0" algn="l">
              <a:spcBef>
                <a:spcPts val="0"/>
              </a:spcBef>
              <a:spcAft>
                <a:spcPts val="500"/>
              </a:spcAft>
              <a:buNone/>
            </a:pPr>
            <a:r>
              <a:t/>
            </a:r>
            <a:endParaRPr/>
          </a:p>
        </p:txBody>
      </p:sp>
      <p:sp>
        <p:nvSpPr>
          <p:cNvPr id="5715" name="Google Shape;5715;p239"/>
          <p:cNvSpPr txBox="1"/>
          <p:nvPr>
            <p:ph idx="3" type="subTitle"/>
          </p:nvPr>
        </p:nvSpPr>
        <p:spPr>
          <a:xfrm>
            <a:off x="5660525" y="5318275"/>
            <a:ext cx="2040300" cy="605700"/>
          </a:xfrm>
          <a:prstGeom prst="rect">
            <a:avLst/>
          </a:prstGeom>
        </p:spPr>
        <p:txBody>
          <a:bodyPr anchorCtr="0" anchor="t" bIns="0" lIns="0" spcFirstLastPara="1" rIns="0" wrap="square" tIns="0">
            <a:noAutofit/>
          </a:bodyPr>
          <a:lstStyle/>
          <a:p>
            <a:pPr indent="0" lvl="0" marL="0" rtl="0" algn="l">
              <a:spcBef>
                <a:spcPts val="0"/>
              </a:spcBef>
              <a:spcAft>
                <a:spcPts val="500"/>
              </a:spcAft>
              <a:buNone/>
            </a:pPr>
            <a:r>
              <a:t/>
            </a:r>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9" name="Shape 5719"/>
        <p:cNvGrpSpPr/>
        <p:nvPr/>
      </p:nvGrpSpPr>
      <p:grpSpPr>
        <a:xfrm>
          <a:off x="0" y="0"/>
          <a:ext cx="0" cy="0"/>
          <a:chOff x="0" y="0"/>
          <a:chExt cx="0" cy="0"/>
        </a:xfrm>
      </p:grpSpPr>
      <p:sp>
        <p:nvSpPr>
          <p:cNvPr id="5720" name="Google Shape;5720;p240"/>
          <p:cNvSpPr txBox="1"/>
          <p:nvPr>
            <p:ph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Satellite and Insights</a:t>
            </a:r>
            <a:endParaRPr>
              <a:latin typeface="Red Hat Display Medium"/>
              <a:ea typeface="Red Hat Display Medium"/>
              <a:cs typeface="Red Hat Display Medium"/>
              <a:sym typeface="Red Hat Display Medium"/>
            </a:endParaRPr>
          </a:p>
        </p:txBody>
      </p:sp>
      <p:sp>
        <p:nvSpPr>
          <p:cNvPr id="5721" name="Google Shape;5721;p24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1"/>
                </a:solidFill>
              </a:rPr>
              <a:t>Red Hat Infrastructure Standard Adoption Model</a:t>
            </a:r>
            <a:endParaRPr/>
          </a:p>
        </p:txBody>
      </p:sp>
      <p:sp>
        <p:nvSpPr>
          <p:cNvPr id="5722" name="Google Shape;5722;p24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5723" name="Google Shape;5723;p240"/>
          <p:cNvPicPr preferRelativeResize="0"/>
          <p:nvPr/>
        </p:nvPicPr>
        <p:blipFill>
          <a:blip r:embed="rId3">
            <a:alphaModFix/>
          </a:blip>
          <a:stretch>
            <a:fillRect/>
          </a:stretch>
        </p:blipFill>
        <p:spPr>
          <a:xfrm>
            <a:off x="0" y="1600200"/>
            <a:ext cx="15087600" cy="4114800"/>
          </a:xfrm>
          <a:prstGeom prst="rect">
            <a:avLst/>
          </a:prstGeom>
          <a:noFill/>
          <a:ln>
            <a:noFill/>
          </a:ln>
        </p:spPr>
      </p:pic>
      <p:pic>
        <p:nvPicPr>
          <p:cNvPr id="5724" name="Google Shape;5724;p240"/>
          <p:cNvPicPr preferRelativeResize="0"/>
          <p:nvPr/>
        </p:nvPicPr>
        <p:blipFill rotWithShape="1">
          <a:blip r:embed="rId4">
            <a:alphaModFix/>
          </a:blip>
          <a:srcRect b="0" l="0" r="0" t="0"/>
          <a:stretch/>
        </p:blipFill>
        <p:spPr>
          <a:xfrm>
            <a:off x="992518" y="1675350"/>
            <a:ext cx="4113842" cy="4059563"/>
          </a:xfrm>
          <a:prstGeom prst="rect">
            <a:avLst/>
          </a:prstGeom>
          <a:noFill/>
          <a:ln>
            <a:noFill/>
          </a:ln>
        </p:spPr>
      </p:pic>
      <p:pic>
        <p:nvPicPr>
          <p:cNvPr id="5725" name="Google Shape;5725;p240"/>
          <p:cNvPicPr preferRelativeResize="0"/>
          <p:nvPr/>
        </p:nvPicPr>
        <p:blipFill rotWithShape="1">
          <a:blip r:embed="rId5">
            <a:alphaModFix/>
          </a:blip>
          <a:srcRect b="0" l="0" r="0" t="0"/>
          <a:stretch/>
        </p:blipFill>
        <p:spPr>
          <a:xfrm>
            <a:off x="6635443" y="1832650"/>
            <a:ext cx="544271" cy="544271"/>
          </a:xfrm>
          <a:prstGeom prst="rect">
            <a:avLst/>
          </a:prstGeom>
          <a:noFill/>
          <a:ln>
            <a:noFill/>
          </a:ln>
        </p:spPr>
      </p:pic>
      <p:pic>
        <p:nvPicPr>
          <p:cNvPr id="5726" name="Google Shape;5726;p240"/>
          <p:cNvPicPr preferRelativeResize="0"/>
          <p:nvPr/>
        </p:nvPicPr>
        <p:blipFill rotWithShape="1">
          <a:blip r:embed="rId6">
            <a:alphaModFix/>
          </a:blip>
          <a:srcRect b="0" l="0" r="0" t="0"/>
          <a:stretch/>
        </p:blipFill>
        <p:spPr>
          <a:xfrm>
            <a:off x="6635447" y="2743576"/>
            <a:ext cx="544271" cy="544271"/>
          </a:xfrm>
          <a:prstGeom prst="rect">
            <a:avLst/>
          </a:prstGeom>
          <a:noFill/>
          <a:ln>
            <a:noFill/>
          </a:ln>
        </p:spPr>
      </p:pic>
      <p:sp>
        <p:nvSpPr>
          <p:cNvPr id="5727" name="Google Shape;5727;p240"/>
          <p:cNvSpPr txBox="1"/>
          <p:nvPr/>
        </p:nvSpPr>
        <p:spPr>
          <a:xfrm>
            <a:off x="7318256" y="1832650"/>
            <a:ext cx="4610700" cy="3448500"/>
          </a:xfrm>
          <a:prstGeom prst="rect">
            <a:avLst/>
          </a:prstGeom>
          <a:noFill/>
          <a:ln>
            <a:noFill/>
          </a:ln>
        </p:spPr>
        <p:txBody>
          <a:bodyPr anchorCtr="0" anchor="ctr" bIns="122175" lIns="122175" spcFirstLastPara="1" rIns="122175" wrap="square" tIns="122175">
            <a:spAutoFit/>
          </a:bodyPr>
          <a:lstStyle/>
          <a:p>
            <a:pPr indent="0" lvl="0" marL="0" rtl="0" algn="l">
              <a:spcBef>
                <a:spcPts val="0"/>
              </a:spcBef>
              <a:spcAft>
                <a:spcPts val="0"/>
              </a:spcAft>
              <a:buNone/>
            </a:pPr>
            <a:r>
              <a:rPr b="1" lang="en" sz="1600">
                <a:solidFill>
                  <a:srgbClr val="A30000"/>
                </a:solidFill>
                <a:latin typeface="Red Hat Display"/>
                <a:ea typeface="Red Hat Display"/>
                <a:cs typeface="Red Hat Display"/>
                <a:sym typeface="Red Hat Display"/>
              </a:rPr>
              <a:t>A </a:t>
            </a:r>
            <a:r>
              <a:rPr b="1" lang="en" sz="1600">
                <a:solidFill>
                  <a:srgbClr val="A30000"/>
                </a:solidFill>
                <a:latin typeface="Red Hat Display"/>
                <a:ea typeface="Red Hat Display"/>
                <a:cs typeface="Red Hat Display"/>
                <a:sym typeface="Red Hat Display"/>
              </a:rPr>
              <a:t>Standard Operating Environment</a:t>
            </a:r>
            <a:r>
              <a:rPr b="1" lang="en" sz="1600">
                <a:latin typeface="Red Hat Display"/>
                <a:ea typeface="Red Hat Display"/>
                <a:cs typeface="Red Hat Display"/>
                <a:sym typeface="Red Hat Display"/>
              </a:rPr>
              <a:t> </a:t>
            </a:r>
            <a:endParaRPr b="1" sz="1600">
              <a:latin typeface="Red Hat Display"/>
              <a:ea typeface="Red Hat Display"/>
              <a:cs typeface="Red Hat Display"/>
              <a:sym typeface="Red Hat Display"/>
            </a:endParaRPr>
          </a:p>
          <a:p>
            <a:pPr indent="0" lvl="0" marL="0" rtl="0" algn="l">
              <a:spcBef>
                <a:spcPts val="0"/>
              </a:spcBef>
              <a:spcAft>
                <a:spcPts val="0"/>
              </a:spcAft>
              <a:buNone/>
            </a:pPr>
            <a:r>
              <a:t/>
            </a:r>
            <a:endParaRPr sz="1600">
              <a:latin typeface="Red Hat Display"/>
              <a:ea typeface="Red Hat Display"/>
              <a:cs typeface="Red Hat Display"/>
              <a:sym typeface="Red Hat Display"/>
            </a:endParaRPr>
          </a:p>
          <a:p>
            <a:pPr indent="0" lvl="0" marL="0" rtl="0" algn="l">
              <a:spcBef>
                <a:spcPts val="0"/>
              </a:spcBef>
              <a:spcAft>
                <a:spcPts val="0"/>
              </a:spcAft>
              <a:buNone/>
            </a:pPr>
            <a:r>
              <a:rPr lang="en" sz="1600">
                <a:latin typeface="Red Hat Display"/>
                <a:ea typeface="Red Hat Display"/>
                <a:cs typeface="Red Hat Display"/>
                <a:sym typeface="Red Hat Display"/>
              </a:rPr>
              <a:t>An SOE provides the predictability and reliability required for the </a:t>
            </a:r>
            <a:r>
              <a:rPr b="1" lang="en" sz="1600">
                <a:solidFill>
                  <a:srgbClr val="A30000"/>
                </a:solidFill>
                <a:latin typeface="Red Hat Display"/>
                <a:ea typeface="Red Hat Display"/>
                <a:cs typeface="Red Hat Display"/>
                <a:sym typeface="Red Hat Display"/>
              </a:rPr>
              <a:t>automation</a:t>
            </a:r>
            <a:r>
              <a:rPr lang="en" sz="1600">
                <a:latin typeface="Red Hat Display"/>
                <a:ea typeface="Red Hat Display"/>
                <a:cs typeface="Red Hat Display"/>
                <a:sym typeface="Red Hat Display"/>
              </a:rPr>
              <a:t> of system deployment, configuration, security and remediation. </a:t>
            </a:r>
            <a:endParaRPr sz="1600">
              <a:latin typeface="Red Hat Display"/>
              <a:ea typeface="Red Hat Display"/>
              <a:cs typeface="Red Hat Display"/>
              <a:sym typeface="Red Hat Display"/>
            </a:endParaRPr>
          </a:p>
          <a:p>
            <a:pPr indent="0" lvl="0" marL="0" rtl="0" algn="l">
              <a:spcBef>
                <a:spcPts val="0"/>
              </a:spcBef>
              <a:spcAft>
                <a:spcPts val="0"/>
              </a:spcAft>
              <a:buNone/>
            </a:pPr>
            <a:r>
              <a:t/>
            </a:r>
            <a:endParaRPr sz="1600">
              <a:latin typeface="Red Hat Display"/>
              <a:ea typeface="Red Hat Display"/>
              <a:cs typeface="Red Hat Display"/>
              <a:sym typeface="Red Hat Display"/>
            </a:endParaRPr>
          </a:p>
          <a:p>
            <a:pPr indent="0" lvl="0" marL="0" rtl="0" algn="l">
              <a:spcBef>
                <a:spcPts val="0"/>
              </a:spcBef>
              <a:spcAft>
                <a:spcPts val="0"/>
              </a:spcAft>
              <a:buNone/>
            </a:pPr>
            <a:r>
              <a:rPr lang="en" sz="1600">
                <a:latin typeface="Red Hat Display"/>
                <a:ea typeface="Red Hat Display"/>
                <a:cs typeface="Red Hat Display"/>
                <a:sym typeface="Red Hat Display"/>
              </a:rPr>
              <a:t>This foundation ensures managed systems meet </a:t>
            </a:r>
            <a:r>
              <a:rPr b="1" lang="en" sz="1600">
                <a:solidFill>
                  <a:srgbClr val="A30000"/>
                </a:solidFill>
                <a:latin typeface="Red Hat Display"/>
                <a:ea typeface="Red Hat Display"/>
                <a:cs typeface="Red Hat Display"/>
                <a:sym typeface="Red Hat Display"/>
              </a:rPr>
              <a:t>customer</a:t>
            </a:r>
            <a:r>
              <a:rPr lang="en" sz="1600">
                <a:latin typeface="Red Hat Display"/>
                <a:ea typeface="Red Hat Display"/>
                <a:cs typeface="Red Hat Display"/>
                <a:sym typeface="Red Hat Display"/>
              </a:rPr>
              <a:t> </a:t>
            </a:r>
            <a:r>
              <a:rPr b="1" lang="en" sz="1600">
                <a:solidFill>
                  <a:srgbClr val="A30000"/>
                </a:solidFill>
                <a:latin typeface="Red Hat Display"/>
                <a:ea typeface="Red Hat Display"/>
                <a:cs typeface="Red Hat Display"/>
                <a:sym typeface="Red Hat Display"/>
              </a:rPr>
              <a:t>requirements</a:t>
            </a:r>
            <a:r>
              <a:rPr lang="en" sz="1600">
                <a:latin typeface="Red Hat Display"/>
                <a:ea typeface="Red Hat Display"/>
                <a:cs typeface="Red Hat Display"/>
                <a:sym typeface="Red Hat Display"/>
              </a:rPr>
              <a:t> while </a:t>
            </a:r>
            <a:r>
              <a:rPr b="1" lang="en" sz="1600">
                <a:latin typeface="Red Hat Display"/>
                <a:ea typeface="Red Hat Display"/>
                <a:cs typeface="Red Hat Display"/>
                <a:sym typeface="Red Hat Display"/>
              </a:rPr>
              <a:t>increasing efficiency </a:t>
            </a:r>
            <a:r>
              <a:rPr lang="en" sz="1600">
                <a:latin typeface="Red Hat Display"/>
                <a:ea typeface="Red Hat Display"/>
                <a:cs typeface="Red Hat Display"/>
                <a:sym typeface="Red Hat Display"/>
              </a:rPr>
              <a:t>and</a:t>
            </a:r>
            <a:r>
              <a:rPr b="1" lang="en" sz="1600">
                <a:latin typeface="Red Hat Display"/>
                <a:ea typeface="Red Hat Display"/>
                <a:cs typeface="Red Hat Display"/>
                <a:sym typeface="Red Hat Display"/>
              </a:rPr>
              <a:t> customer confidence</a:t>
            </a:r>
            <a:r>
              <a:rPr lang="en" sz="1600">
                <a:latin typeface="Red Hat Display"/>
                <a:ea typeface="Red Hat Display"/>
                <a:cs typeface="Red Hat Display"/>
                <a:sym typeface="Red Hat Display"/>
              </a:rPr>
              <a:t>.</a:t>
            </a:r>
            <a:endParaRPr sz="1600">
              <a:latin typeface="Red Hat Display"/>
              <a:ea typeface="Red Hat Display"/>
              <a:cs typeface="Red Hat Display"/>
              <a:sym typeface="Red Hat Display"/>
            </a:endParaRPr>
          </a:p>
          <a:p>
            <a:pPr indent="0" lvl="0" marL="0" rtl="0" algn="l">
              <a:spcBef>
                <a:spcPts val="0"/>
              </a:spcBef>
              <a:spcAft>
                <a:spcPts val="0"/>
              </a:spcAft>
              <a:buNone/>
            </a:pPr>
            <a:r>
              <a:t/>
            </a:r>
            <a:endParaRPr sz="1600">
              <a:latin typeface="Red Hat Display"/>
              <a:ea typeface="Red Hat Display"/>
              <a:cs typeface="Red Hat Display"/>
              <a:sym typeface="Red Hat Display"/>
            </a:endParaRPr>
          </a:p>
          <a:p>
            <a:pPr indent="0" lvl="0" marL="0" rtl="0" algn="l">
              <a:spcBef>
                <a:spcPts val="0"/>
              </a:spcBef>
              <a:spcAft>
                <a:spcPts val="0"/>
              </a:spcAft>
              <a:buNone/>
            </a:pPr>
            <a:r>
              <a:rPr lang="en" sz="1600">
                <a:latin typeface="Red Hat Display"/>
                <a:ea typeface="Red Hat Display"/>
                <a:cs typeface="Red Hat Display"/>
                <a:sym typeface="Red Hat Display"/>
              </a:rPr>
              <a:t>The SOE starts with defining content, provisioning and patching. </a:t>
            </a:r>
            <a:endParaRPr sz="1600">
              <a:latin typeface="Red Hat Display"/>
              <a:ea typeface="Red Hat Display"/>
              <a:cs typeface="Red Hat Display"/>
              <a:sym typeface="Red Hat Display"/>
            </a:endParaRPr>
          </a:p>
        </p:txBody>
      </p:sp>
      <p:pic>
        <p:nvPicPr>
          <p:cNvPr id="5728" name="Google Shape;5728;p240"/>
          <p:cNvPicPr preferRelativeResize="0"/>
          <p:nvPr/>
        </p:nvPicPr>
        <p:blipFill rotWithShape="1">
          <a:blip r:embed="rId7">
            <a:alphaModFix/>
          </a:blip>
          <a:srcRect b="0" l="0" r="0" t="0"/>
          <a:stretch/>
        </p:blipFill>
        <p:spPr>
          <a:xfrm>
            <a:off x="6635447" y="3659265"/>
            <a:ext cx="544271" cy="544271"/>
          </a:xfrm>
          <a:prstGeom prst="rect">
            <a:avLst/>
          </a:prstGeom>
          <a:noFill/>
          <a:ln>
            <a:noFill/>
          </a:ln>
        </p:spPr>
      </p:pic>
      <p:pic>
        <p:nvPicPr>
          <p:cNvPr id="5729" name="Google Shape;5729;p240"/>
          <p:cNvPicPr preferRelativeResize="0"/>
          <p:nvPr/>
        </p:nvPicPr>
        <p:blipFill rotWithShape="1">
          <a:blip r:embed="rId8">
            <a:alphaModFix/>
          </a:blip>
          <a:srcRect b="0" l="0" r="0" t="0"/>
          <a:stretch/>
        </p:blipFill>
        <p:spPr>
          <a:xfrm>
            <a:off x="6635447" y="4574954"/>
            <a:ext cx="544271" cy="544271"/>
          </a:xfrm>
          <a:prstGeom prst="rect">
            <a:avLst/>
          </a:prstGeom>
          <a:noFill/>
          <a:ln>
            <a:noFill/>
          </a:ln>
        </p:spPr>
      </p:pic>
      <p:sp>
        <p:nvSpPr>
          <p:cNvPr id="5730" name="Google Shape;5730;p240"/>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4" name="Shape 5734"/>
        <p:cNvGrpSpPr/>
        <p:nvPr/>
      </p:nvGrpSpPr>
      <p:grpSpPr>
        <a:xfrm>
          <a:off x="0" y="0"/>
          <a:ext cx="0" cy="0"/>
          <a:chOff x="0" y="0"/>
          <a:chExt cx="0" cy="0"/>
        </a:xfrm>
      </p:grpSpPr>
      <p:pic>
        <p:nvPicPr>
          <p:cNvPr id="5735" name="Google Shape;5735;p241"/>
          <p:cNvPicPr preferRelativeResize="0"/>
          <p:nvPr/>
        </p:nvPicPr>
        <p:blipFill>
          <a:blip r:embed="rId3">
            <a:alphaModFix/>
          </a:blip>
          <a:stretch>
            <a:fillRect/>
          </a:stretch>
        </p:blipFill>
        <p:spPr>
          <a:xfrm>
            <a:off x="0" y="1600200"/>
            <a:ext cx="15087600" cy="4114800"/>
          </a:xfrm>
          <a:prstGeom prst="rect">
            <a:avLst/>
          </a:prstGeom>
          <a:noFill/>
          <a:ln>
            <a:noFill/>
          </a:ln>
        </p:spPr>
      </p:pic>
      <p:pic>
        <p:nvPicPr>
          <p:cNvPr id="5736" name="Google Shape;5736;p241"/>
          <p:cNvPicPr preferRelativeResize="0"/>
          <p:nvPr/>
        </p:nvPicPr>
        <p:blipFill rotWithShape="1">
          <a:blip r:embed="rId4">
            <a:alphaModFix/>
          </a:blip>
          <a:srcRect b="0" l="0" r="0" t="0"/>
          <a:stretch/>
        </p:blipFill>
        <p:spPr>
          <a:xfrm>
            <a:off x="992767" y="2482258"/>
            <a:ext cx="4113842" cy="3256792"/>
          </a:xfrm>
          <a:prstGeom prst="rect">
            <a:avLst/>
          </a:prstGeom>
          <a:noFill/>
          <a:ln>
            <a:noFill/>
          </a:ln>
        </p:spPr>
      </p:pic>
      <p:pic>
        <p:nvPicPr>
          <p:cNvPr id="5737" name="Google Shape;5737;p241"/>
          <p:cNvPicPr preferRelativeResize="0"/>
          <p:nvPr/>
        </p:nvPicPr>
        <p:blipFill rotWithShape="1">
          <a:blip r:embed="rId5">
            <a:alphaModFix/>
          </a:blip>
          <a:srcRect b="0" l="0" r="0" t="0"/>
          <a:stretch/>
        </p:blipFill>
        <p:spPr>
          <a:xfrm>
            <a:off x="6635748" y="4574085"/>
            <a:ext cx="544271" cy="544271"/>
          </a:xfrm>
          <a:prstGeom prst="rect">
            <a:avLst/>
          </a:prstGeom>
          <a:noFill/>
          <a:ln>
            <a:noFill/>
          </a:ln>
        </p:spPr>
      </p:pic>
      <p:sp>
        <p:nvSpPr>
          <p:cNvPr id="5738" name="Google Shape;5738;p241"/>
          <p:cNvSpPr txBox="1"/>
          <p:nvPr/>
        </p:nvSpPr>
        <p:spPr>
          <a:xfrm>
            <a:off x="7318544" y="2743252"/>
            <a:ext cx="3508500" cy="605400"/>
          </a:xfrm>
          <a:prstGeom prst="rect">
            <a:avLst/>
          </a:prstGeom>
          <a:noFill/>
          <a:ln>
            <a:noFill/>
          </a:ln>
        </p:spPr>
        <p:txBody>
          <a:bodyPr anchorCtr="0" anchor="ctr" bIns="122175" lIns="122175" spcFirstLastPara="1" rIns="122175" wrap="square" tIns="122175">
            <a:noAutofit/>
          </a:bodyPr>
          <a:lstStyle/>
          <a:p>
            <a:pPr indent="0" lvl="0" marL="0" rtl="0" algn="l">
              <a:spcBef>
                <a:spcPts val="0"/>
              </a:spcBef>
              <a:spcAft>
                <a:spcPts val="0"/>
              </a:spcAft>
              <a:buNone/>
            </a:pPr>
            <a:r>
              <a:rPr b="1" lang="en" sz="1600">
                <a:solidFill>
                  <a:srgbClr val="A30000"/>
                </a:solidFill>
                <a:latin typeface="Red Hat Display"/>
                <a:ea typeface="Red Hat Display"/>
                <a:cs typeface="Red Hat Display"/>
                <a:sym typeface="Red Hat Display"/>
              </a:rPr>
              <a:t>Content Repository</a:t>
            </a:r>
            <a:r>
              <a:rPr b="1" lang="en" sz="1600">
                <a:solidFill>
                  <a:schemeClr val="dk1"/>
                </a:solidFill>
                <a:latin typeface="Red Hat Display"/>
                <a:ea typeface="Red Hat Display"/>
                <a:cs typeface="Red Hat Display"/>
                <a:sym typeface="Red Hat Display"/>
              </a:rPr>
              <a:t> </a:t>
            </a:r>
            <a:r>
              <a:rPr lang="en" sz="1600">
                <a:solidFill>
                  <a:schemeClr val="dk1"/>
                </a:solidFill>
                <a:latin typeface="Red Hat Display"/>
                <a:ea typeface="Red Hat Display"/>
                <a:cs typeface="Red Hat Display"/>
                <a:sym typeface="Red Hat Display"/>
              </a:rPr>
              <a:t>any type of content made available to any host</a:t>
            </a:r>
            <a:endParaRPr b="1" sz="1600">
              <a:solidFill>
                <a:srgbClr val="A30000"/>
              </a:solidFill>
              <a:latin typeface="Red Hat Display"/>
              <a:ea typeface="Red Hat Display"/>
              <a:cs typeface="Red Hat Display"/>
              <a:sym typeface="Red Hat Display"/>
            </a:endParaRPr>
          </a:p>
        </p:txBody>
      </p:sp>
      <p:sp>
        <p:nvSpPr>
          <p:cNvPr id="5739" name="Google Shape;5739;p241"/>
          <p:cNvSpPr txBox="1"/>
          <p:nvPr/>
        </p:nvSpPr>
        <p:spPr>
          <a:xfrm>
            <a:off x="7318544" y="3654846"/>
            <a:ext cx="3508500" cy="605400"/>
          </a:xfrm>
          <a:prstGeom prst="rect">
            <a:avLst/>
          </a:prstGeom>
          <a:noFill/>
          <a:ln>
            <a:noFill/>
          </a:ln>
        </p:spPr>
        <p:txBody>
          <a:bodyPr anchorCtr="0" anchor="ctr" bIns="122175" lIns="122175" spcFirstLastPara="1" rIns="122175" wrap="square" tIns="122175">
            <a:noAutofit/>
          </a:bodyPr>
          <a:lstStyle/>
          <a:p>
            <a:pPr indent="0" lvl="0" marL="0" rtl="0" algn="l">
              <a:spcBef>
                <a:spcPts val="0"/>
              </a:spcBef>
              <a:spcAft>
                <a:spcPts val="0"/>
              </a:spcAft>
              <a:buClr>
                <a:schemeClr val="dk1"/>
              </a:buClr>
              <a:buSzPts val="1600"/>
              <a:buFont typeface="Arial"/>
              <a:buNone/>
            </a:pPr>
            <a:r>
              <a:rPr b="1" lang="en" sz="1600">
                <a:solidFill>
                  <a:srgbClr val="A30000"/>
                </a:solidFill>
                <a:latin typeface="Red Hat Display"/>
                <a:ea typeface="Red Hat Display"/>
                <a:cs typeface="Red Hat Display"/>
                <a:sym typeface="Red Hat Display"/>
              </a:rPr>
              <a:t>Curation</a:t>
            </a:r>
            <a:r>
              <a:rPr b="1" lang="en" sz="1600">
                <a:solidFill>
                  <a:schemeClr val="dk1"/>
                </a:solidFill>
                <a:latin typeface="Red Hat Display"/>
                <a:ea typeface="Red Hat Display"/>
                <a:cs typeface="Red Hat Display"/>
                <a:sym typeface="Red Hat Display"/>
              </a:rPr>
              <a:t> </a:t>
            </a:r>
            <a:r>
              <a:rPr lang="en" sz="1600">
                <a:solidFill>
                  <a:schemeClr val="dk1"/>
                </a:solidFill>
                <a:latin typeface="Red Hat Display"/>
                <a:ea typeface="Red Hat Display"/>
                <a:cs typeface="Red Hat Display"/>
                <a:sym typeface="Red Hat Display"/>
              </a:rPr>
              <a:t>of content prior to distribution</a:t>
            </a:r>
            <a:endParaRPr sz="1600">
              <a:latin typeface="Red Hat Display"/>
              <a:ea typeface="Red Hat Display"/>
              <a:cs typeface="Red Hat Display"/>
              <a:sym typeface="Red Hat Display"/>
            </a:endParaRPr>
          </a:p>
        </p:txBody>
      </p:sp>
      <p:sp>
        <p:nvSpPr>
          <p:cNvPr id="5740" name="Google Shape;5740;p241"/>
          <p:cNvSpPr txBox="1"/>
          <p:nvPr/>
        </p:nvSpPr>
        <p:spPr>
          <a:xfrm>
            <a:off x="7318544" y="4574089"/>
            <a:ext cx="3508500" cy="605400"/>
          </a:xfrm>
          <a:prstGeom prst="rect">
            <a:avLst/>
          </a:prstGeom>
          <a:noFill/>
          <a:ln>
            <a:noFill/>
          </a:ln>
        </p:spPr>
        <p:txBody>
          <a:bodyPr anchorCtr="0" anchor="ctr" bIns="122175" lIns="122175" spcFirstLastPara="1" rIns="122175" wrap="square" tIns="122175">
            <a:noAutofit/>
          </a:bodyPr>
          <a:lstStyle/>
          <a:p>
            <a:pPr indent="0" lvl="0" marL="0" rtl="0" algn="l">
              <a:spcBef>
                <a:spcPts val="0"/>
              </a:spcBef>
              <a:spcAft>
                <a:spcPts val="0"/>
              </a:spcAft>
              <a:buNone/>
            </a:pPr>
            <a:r>
              <a:rPr b="1" lang="en" sz="1600">
                <a:solidFill>
                  <a:srgbClr val="A30000"/>
                </a:solidFill>
                <a:latin typeface="Red Hat Display"/>
                <a:ea typeface="Red Hat Display"/>
                <a:cs typeface="Red Hat Display"/>
                <a:sym typeface="Red Hat Display"/>
              </a:rPr>
              <a:t>Distribution</a:t>
            </a:r>
            <a:r>
              <a:rPr b="1" lang="en" sz="1600">
                <a:solidFill>
                  <a:schemeClr val="dk1"/>
                </a:solidFill>
                <a:latin typeface="Red Hat Display"/>
                <a:ea typeface="Red Hat Display"/>
                <a:cs typeface="Red Hat Display"/>
                <a:sym typeface="Red Hat Display"/>
              </a:rPr>
              <a:t> </a:t>
            </a:r>
            <a:r>
              <a:rPr lang="en" sz="1600">
                <a:solidFill>
                  <a:schemeClr val="dk1"/>
                </a:solidFill>
                <a:latin typeface="Red Hat Display"/>
                <a:ea typeface="Red Hat Display"/>
                <a:cs typeface="Red Hat Display"/>
                <a:sym typeface="Red Hat Display"/>
              </a:rPr>
              <a:t>of content as close as possible to the end point.</a:t>
            </a:r>
            <a:endParaRPr b="1" sz="1600">
              <a:solidFill>
                <a:srgbClr val="A30000"/>
              </a:solidFill>
              <a:latin typeface="Red Hat Display"/>
              <a:ea typeface="Red Hat Display"/>
              <a:cs typeface="Red Hat Display"/>
              <a:sym typeface="Red Hat Display"/>
            </a:endParaRPr>
          </a:p>
        </p:txBody>
      </p:sp>
      <p:pic>
        <p:nvPicPr>
          <p:cNvPr id="5741" name="Google Shape;5741;p241"/>
          <p:cNvPicPr preferRelativeResize="0"/>
          <p:nvPr/>
        </p:nvPicPr>
        <p:blipFill rotWithShape="1">
          <a:blip r:embed="rId6">
            <a:alphaModFix/>
          </a:blip>
          <a:srcRect b="0" l="0" r="0" t="0"/>
          <a:stretch/>
        </p:blipFill>
        <p:spPr>
          <a:xfrm>
            <a:off x="6635748" y="3654859"/>
            <a:ext cx="544271" cy="544271"/>
          </a:xfrm>
          <a:prstGeom prst="rect">
            <a:avLst/>
          </a:prstGeom>
          <a:noFill/>
          <a:ln>
            <a:noFill/>
          </a:ln>
        </p:spPr>
      </p:pic>
      <p:pic>
        <p:nvPicPr>
          <p:cNvPr id="5742" name="Google Shape;5742;p241"/>
          <p:cNvPicPr preferRelativeResize="0"/>
          <p:nvPr/>
        </p:nvPicPr>
        <p:blipFill rotWithShape="1">
          <a:blip r:embed="rId7">
            <a:alphaModFix/>
          </a:blip>
          <a:srcRect b="0" l="0" r="0" t="0"/>
          <a:stretch/>
        </p:blipFill>
        <p:spPr>
          <a:xfrm>
            <a:off x="6635748" y="2743252"/>
            <a:ext cx="544271" cy="544271"/>
          </a:xfrm>
          <a:prstGeom prst="rect">
            <a:avLst/>
          </a:prstGeom>
          <a:noFill/>
          <a:ln>
            <a:noFill/>
          </a:ln>
        </p:spPr>
      </p:pic>
      <p:sp>
        <p:nvSpPr>
          <p:cNvPr id="5743" name="Google Shape;5743;p24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1"/>
                </a:solidFill>
              </a:rPr>
              <a:t>Red Hat Infrastructure Standard Adoption Model</a:t>
            </a:r>
            <a:endParaRPr/>
          </a:p>
        </p:txBody>
      </p:sp>
      <p:sp>
        <p:nvSpPr>
          <p:cNvPr id="5744" name="Google Shape;5744;p24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745" name="Google Shape;5745;p241"/>
          <p:cNvSpPr txBox="1"/>
          <p:nvPr>
            <p:ph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Content Management</a:t>
            </a:r>
            <a:endParaRPr>
              <a:latin typeface="Red Hat Display Medium"/>
              <a:ea typeface="Red Hat Display Medium"/>
              <a:cs typeface="Red Hat Display Medium"/>
              <a:sym typeface="Red Hat Display Medium"/>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9" name="Shape 5749"/>
        <p:cNvGrpSpPr/>
        <p:nvPr/>
      </p:nvGrpSpPr>
      <p:grpSpPr>
        <a:xfrm>
          <a:off x="0" y="0"/>
          <a:ext cx="0" cy="0"/>
          <a:chOff x="0" y="0"/>
          <a:chExt cx="0" cy="0"/>
        </a:xfrm>
      </p:grpSpPr>
      <p:pic>
        <p:nvPicPr>
          <p:cNvPr id="5750" name="Google Shape;5750;p242"/>
          <p:cNvPicPr preferRelativeResize="0"/>
          <p:nvPr/>
        </p:nvPicPr>
        <p:blipFill>
          <a:blip r:embed="rId3">
            <a:alphaModFix/>
          </a:blip>
          <a:stretch>
            <a:fillRect/>
          </a:stretch>
        </p:blipFill>
        <p:spPr>
          <a:xfrm>
            <a:off x="0" y="1600200"/>
            <a:ext cx="15087600" cy="4114800"/>
          </a:xfrm>
          <a:prstGeom prst="rect">
            <a:avLst/>
          </a:prstGeom>
          <a:noFill/>
          <a:ln>
            <a:noFill/>
          </a:ln>
        </p:spPr>
      </p:pic>
      <p:pic>
        <p:nvPicPr>
          <p:cNvPr id="5751" name="Google Shape;5751;p242"/>
          <p:cNvPicPr preferRelativeResize="0"/>
          <p:nvPr/>
        </p:nvPicPr>
        <p:blipFill rotWithShape="1">
          <a:blip r:embed="rId4">
            <a:alphaModFix/>
          </a:blip>
          <a:srcRect b="0" l="0" r="0" t="0"/>
          <a:stretch/>
        </p:blipFill>
        <p:spPr>
          <a:xfrm>
            <a:off x="6635743" y="2743481"/>
            <a:ext cx="544271" cy="544271"/>
          </a:xfrm>
          <a:prstGeom prst="rect">
            <a:avLst/>
          </a:prstGeom>
          <a:noFill/>
          <a:ln>
            <a:noFill/>
          </a:ln>
        </p:spPr>
      </p:pic>
      <p:pic>
        <p:nvPicPr>
          <p:cNvPr id="5752" name="Google Shape;5752;p242"/>
          <p:cNvPicPr preferRelativeResize="0"/>
          <p:nvPr/>
        </p:nvPicPr>
        <p:blipFill rotWithShape="1">
          <a:blip r:embed="rId5">
            <a:alphaModFix/>
          </a:blip>
          <a:srcRect b="0" l="0" r="0" t="0"/>
          <a:stretch/>
        </p:blipFill>
        <p:spPr>
          <a:xfrm>
            <a:off x="6635748" y="4571228"/>
            <a:ext cx="544271" cy="544271"/>
          </a:xfrm>
          <a:prstGeom prst="rect">
            <a:avLst/>
          </a:prstGeom>
          <a:noFill/>
          <a:ln>
            <a:noFill/>
          </a:ln>
        </p:spPr>
      </p:pic>
      <p:sp>
        <p:nvSpPr>
          <p:cNvPr id="5753" name="Google Shape;5753;p242"/>
          <p:cNvSpPr txBox="1"/>
          <p:nvPr/>
        </p:nvSpPr>
        <p:spPr>
          <a:xfrm>
            <a:off x="7318547" y="2743497"/>
            <a:ext cx="3730800" cy="605400"/>
          </a:xfrm>
          <a:prstGeom prst="rect">
            <a:avLst/>
          </a:prstGeom>
          <a:noFill/>
          <a:ln>
            <a:noFill/>
          </a:ln>
        </p:spPr>
        <p:txBody>
          <a:bodyPr anchorCtr="0" anchor="ctr" bIns="122175" lIns="122175" spcFirstLastPara="1" rIns="122175" wrap="square" tIns="122175">
            <a:noAutofit/>
          </a:bodyPr>
          <a:lstStyle/>
          <a:p>
            <a:pPr indent="0" lvl="0" marL="0" rtl="0" algn="l">
              <a:spcBef>
                <a:spcPts val="0"/>
              </a:spcBef>
              <a:spcAft>
                <a:spcPts val="0"/>
              </a:spcAft>
              <a:buNone/>
            </a:pPr>
            <a:r>
              <a:rPr b="1" lang="en" sz="1600">
                <a:solidFill>
                  <a:srgbClr val="A30000"/>
                </a:solidFill>
                <a:latin typeface="Red Hat Display"/>
                <a:ea typeface="Red Hat Display"/>
                <a:cs typeface="Red Hat Display"/>
                <a:sym typeface="Red Hat Display"/>
              </a:rPr>
              <a:t>Report </a:t>
            </a:r>
            <a:r>
              <a:rPr lang="en" sz="1600">
                <a:latin typeface="Red Hat Display"/>
                <a:ea typeface="Red Hat Display"/>
                <a:cs typeface="Red Hat Display"/>
                <a:sym typeface="Red Hat Display"/>
              </a:rPr>
              <a:t>on hosts that need updates, fixes, or enhancements</a:t>
            </a:r>
            <a:endParaRPr sz="1600">
              <a:latin typeface="Red Hat Display"/>
              <a:ea typeface="Red Hat Display"/>
              <a:cs typeface="Red Hat Display"/>
              <a:sym typeface="Red Hat Display"/>
            </a:endParaRPr>
          </a:p>
        </p:txBody>
      </p:sp>
      <p:sp>
        <p:nvSpPr>
          <p:cNvPr id="5754" name="Google Shape;5754;p242"/>
          <p:cNvSpPr txBox="1"/>
          <p:nvPr/>
        </p:nvSpPr>
        <p:spPr>
          <a:xfrm>
            <a:off x="7318547" y="3657373"/>
            <a:ext cx="3863100" cy="605400"/>
          </a:xfrm>
          <a:prstGeom prst="rect">
            <a:avLst/>
          </a:prstGeom>
          <a:noFill/>
          <a:ln>
            <a:noFill/>
          </a:ln>
        </p:spPr>
        <p:txBody>
          <a:bodyPr anchorCtr="0" anchor="ctr" bIns="122175" lIns="122175" spcFirstLastPara="1" rIns="122175" wrap="square" tIns="122175">
            <a:noAutofit/>
          </a:bodyPr>
          <a:lstStyle/>
          <a:p>
            <a:pPr indent="0" lvl="0" marL="0" rtl="0" algn="l">
              <a:spcBef>
                <a:spcPts val="0"/>
              </a:spcBef>
              <a:spcAft>
                <a:spcPts val="0"/>
              </a:spcAft>
              <a:buClr>
                <a:schemeClr val="dk1"/>
              </a:buClr>
              <a:buSzPts val="1600"/>
              <a:buFont typeface="Arial"/>
              <a:buNone/>
            </a:pPr>
            <a:r>
              <a:rPr b="1" lang="en" sz="1600">
                <a:solidFill>
                  <a:srgbClr val="A30000"/>
                </a:solidFill>
                <a:latin typeface="Red Hat Display"/>
                <a:ea typeface="Red Hat Display"/>
                <a:cs typeface="Red Hat Display"/>
                <a:sym typeface="Red Hat Display"/>
              </a:rPr>
              <a:t>Group</a:t>
            </a:r>
            <a:r>
              <a:rPr b="1" lang="en" sz="1600">
                <a:solidFill>
                  <a:schemeClr val="dk1"/>
                </a:solidFill>
                <a:latin typeface="Red Hat Display"/>
                <a:ea typeface="Red Hat Display"/>
                <a:cs typeface="Red Hat Display"/>
                <a:sym typeface="Red Hat Display"/>
              </a:rPr>
              <a:t> </a:t>
            </a:r>
            <a:r>
              <a:rPr lang="en" sz="1600">
                <a:solidFill>
                  <a:schemeClr val="dk1"/>
                </a:solidFill>
                <a:latin typeface="Red Hat Display"/>
                <a:ea typeface="Red Hat Display"/>
                <a:cs typeface="Red Hat Display"/>
                <a:sym typeface="Red Hat Display"/>
              </a:rPr>
              <a:t>homogeneous systems so that you can easily work with them</a:t>
            </a:r>
            <a:endParaRPr sz="1600">
              <a:latin typeface="Red Hat Display"/>
              <a:ea typeface="Red Hat Display"/>
              <a:cs typeface="Red Hat Display"/>
              <a:sym typeface="Red Hat Display"/>
            </a:endParaRPr>
          </a:p>
        </p:txBody>
      </p:sp>
      <p:sp>
        <p:nvSpPr>
          <p:cNvPr id="5755" name="Google Shape;5755;p242"/>
          <p:cNvSpPr txBox="1"/>
          <p:nvPr/>
        </p:nvSpPr>
        <p:spPr>
          <a:xfrm>
            <a:off x="7318547" y="4571249"/>
            <a:ext cx="4005900" cy="605400"/>
          </a:xfrm>
          <a:prstGeom prst="rect">
            <a:avLst/>
          </a:prstGeom>
          <a:noFill/>
          <a:ln>
            <a:noFill/>
          </a:ln>
        </p:spPr>
        <p:txBody>
          <a:bodyPr anchorCtr="0" anchor="ctr" bIns="122175" lIns="122175" spcFirstLastPara="1" rIns="122175" wrap="square" tIns="122175">
            <a:noAutofit/>
          </a:bodyPr>
          <a:lstStyle/>
          <a:p>
            <a:pPr indent="0" lvl="0" marL="0" rtl="0" algn="l">
              <a:spcBef>
                <a:spcPts val="0"/>
              </a:spcBef>
              <a:spcAft>
                <a:spcPts val="0"/>
              </a:spcAft>
              <a:buNone/>
            </a:pPr>
            <a:r>
              <a:rPr b="1" lang="en" sz="1600">
                <a:solidFill>
                  <a:srgbClr val="A30000"/>
                </a:solidFill>
                <a:latin typeface="Red Hat Display"/>
                <a:ea typeface="Red Hat Display"/>
                <a:cs typeface="Red Hat Display"/>
                <a:sym typeface="Red Hat Display"/>
              </a:rPr>
              <a:t>Respond</a:t>
            </a:r>
            <a:r>
              <a:rPr b="1" lang="en" sz="1600">
                <a:latin typeface="Red Hat Display"/>
                <a:ea typeface="Red Hat Display"/>
                <a:cs typeface="Red Hat Display"/>
                <a:sym typeface="Red Hat Display"/>
              </a:rPr>
              <a:t> </a:t>
            </a:r>
            <a:r>
              <a:rPr lang="en" sz="1600">
                <a:latin typeface="Red Hat Display"/>
                <a:ea typeface="Red Hat Display"/>
                <a:cs typeface="Red Hat Display"/>
                <a:sym typeface="Red Hat Display"/>
              </a:rPr>
              <a:t>quickly to patching requirements using scalable automation</a:t>
            </a:r>
            <a:endParaRPr sz="1600">
              <a:latin typeface="Red Hat Display"/>
              <a:ea typeface="Red Hat Display"/>
              <a:cs typeface="Red Hat Display"/>
              <a:sym typeface="Red Hat Display"/>
            </a:endParaRPr>
          </a:p>
        </p:txBody>
      </p:sp>
      <p:pic>
        <p:nvPicPr>
          <p:cNvPr id="5756" name="Google Shape;5756;p242"/>
          <p:cNvPicPr preferRelativeResize="0"/>
          <p:nvPr/>
        </p:nvPicPr>
        <p:blipFill>
          <a:blip r:embed="rId6">
            <a:alphaModFix/>
          </a:blip>
          <a:stretch>
            <a:fillRect/>
          </a:stretch>
        </p:blipFill>
        <p:spPr>
          <a:xfrm>
            <a:off x="992767" y="2031150"/>
            <a:ext cx="4113842" cy="3705315"/>
          </a:xfrm>
          <a:prstGeom prst="rect">
            <a:avLst/>
          </a:prstGeom>
          <a:noFill/>
          <a:ln>
            <a:noFill/>
          </a:ln>
        </p:spPr>
      </p:pic>
      <p:pic>
        <p:nvPicPr>
          <p:cNvPr id="5757" name="Google Shape;5757;p242"/>
          <p:cNvPicPr preferRelativeResize="0"/>
          <p:nvPr/>
        </p:nvPicPr>
        <p:blipFill rotWithShape="1">
          <a:blip r:embed="rId7">
            <a:alphaModFix/>
          </a:blip>
          <a:srcRect b="0" l="0" r="0" t="0"/>
          <a:stretch/>
        </p:blipFill>
        <p:spPr>
          <a:xfrm>
            <a:off x="6635748" y="3657369"/>
            <a:ext cx="544271" cy="544271"/>
          </a:xfrm>
          <a:prstGeom prst="rect">
            <a:avLst/>
          </a:prstGeom>
          <a:noFill/>
          <a:ln>
            <a:noFill/>
          </a:ln>
        </p:spPr>
      </p:pic>
      <p:sp>
        <p:nvSpPr>
          <p:cNvPr id="5758" name="Google Shape;5758;p24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1"/>
                </a:solidFill>
              </a:rPr>
              <a:t>Red Hat Infrastructure Standard Adoption Model</a:t>
            </a:r>
            <a:endParaRPr/>
          </a:p>
        </p:txBody>
      </p:sp>
      <p:sp>
        <p:nvSpPr>
          <p:cNvPr id="5759" name="Google Shape;5759;p242"/>
          <p:cNvSpPr txBox="1"/>
          <p:nvPr>
            <p:ph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Patch Management</a:t>
            </a:r>
            <a:endParaRPr>
              <a:latin typeface="Red Hat Display Medium"/>
              <a:ea typeface="Red Hat Display Medium"/>
              <a:cs typeface="Red Hat Display Medium"/>
              <a:sym typeface="Red Hat Display Medium"/>
            </a:endParaRPr>
          </a:p>
        </p:txBody>
      </p:sp>
      <p:sp>
        <p:nvSpPr>
          <p:cNvPr id="5760" name="Google Shape;5760;p24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4" name="Shape 5764"/>
        <p:cNvGrpSpPr/>
        <p:nvPr/>
      </p:nvGrpSpPr>
      <p:grpSpPr>
        <a:xfrm>
          <a:off x="0" y="0"/>
          <a:ext cx="0" cy="0"/>
          <a:chOff x="0" y="0"/>
          <a:chExt cx="0" cy="0"/>
        </a:xfrm>
      </p:grpSpPr>
      <p:pic>
        <p:nvPicPr>
          <p:cNvPr id="5765" name="Google Shape;5765;p243"/>
          <p:cNvPicPr preferRelativeResize="0"/>
          <p:nvPr/>
        </p:nvPicPr>
        <p:blipFill>
          <a:blip r:embed="rId3">
            <a:alphaModFix/>
          </a:blip>
          <a:stretch>
            <a:fillRect/>
          </a:stretch>
        </p:blipFill>
        <p:spPr>
          <a:xfrm>
            <a:off x="0" y="1600200"/>
            <a:ext cx="15087600" cy="4114800"/>
          </a:xfrm>
          <a:prstGeom prst="rect">
            <a:avLst/>
          </a:prstGeom>
          <a:noFill/>
          <a:ln>
            <a:noFill/>
          </a:ln>
        </p:spPr>
      </p:pic>
      <p:pic>
        <p:nvPicPr>
          <p:cNvPr id="5766" name="Google Shape;5766;p243"/>
          <p:cNvPicPr preferRelativeResize="0"/>
          <p:nvPr/>
        </p:nvPicPr>
        <p:blipFill rotWithShape="1">
          <a:blip r:embed="rId4">
            <a:alphaModFix/>
          </a:blip>
          <a:srcRect b="0" l="0" r="0" t="0"/>
          <a:stretch/>
        </p:blipFill>
        <p:spPr>
          <a:xfrm>
            <a:off x="992767" y="2482258"/>
            <a:ext cx="4113842" cy="3256792"/>
          </a:xfrm>
          <a:prstGeom prst="rect">
            <a:avLst/>
          </a:prstGeom>
          <a:noFill/>
          <a:ln>
            <a:noFill/>
          </a:ln>
        </p:spPr>
      </p:pic>
      <p:pic>
        <p:nvPicPr>
          <p:cNvPr id="5767" name="Google Shape;5767;p243"/>
          <p:cNvPicPr preferRelativeResize="0"/>
          <p:nvPr/>
        </p:nvPicPr>
        <p:blipFill rotWithShape="1">
          <a:blip r:embed="rId5">
            <a:alphaModFix/>
          </a:blip>
          <a:srcRect b="0" l="0" r="0" t="0"/>
          <a:stretch/>
        </p:blipFill>
        <p:spPr>
          <a:xfrm>
            <a:off x="6635743" y="3657583"/>
            <a:ext cx="544271" cy="544271"/>
          </a:xfrm>
          <a:prstGeom prst="rect">
            <a:avLst/>
          </a:prstGeom>
          <a:noFill/>
          <a:ln>
            <a:noFill/>
          </a:ln>
        </p:spPr>
      </p:pic>
      <p:sp>
        <p:nvSpPr>
          <p:cNvPr id="5768" name="Google Shape;5768;p243"/>
          <p:cNvSpPr txBox="1"/>
          <p:nvPr/>
        </p:nvSpPr>
        <p:spPr>
          <a:xfrm>
            <a:off x="7318547" y="2743270"/>
            <a:ext cx="3730800" cy="605400"/>
          </a:xfrm>
          <a:prstGeom prst="rect">
            <a:avLst/>
          </a:prstGeom>
          <a:noFill/>
          <a:ln>
            <a:noFill/>
          </a:ln>
        </p:spPr>
        <p:txBody>
          <a:bodyPr anchorCtr="0" anchor="ctr" bIns="122175" lIns="122175" spcFirstLastPara="1" rIns="122175" wrap="square" tIns="122175">
            <a:noAutofit/>
          </a:bodyPr>
          <a:lstStyle/>
          <a:p>
            <a:pPr indent="0" lvl="0" marL="0" rtl="0" algn="l">
              <a:spcBef>
                <a:spcPts val="0"/>
              </a:spcBef>
              <a:spcAft>
                <a:spcPts val="0"/>
              </a:spcAft>
              <a:buNone/>
            </a:pPr>
            <a:r>
              <a:rPr b="1" lang="en" sz="1600">
                <a:solidFill>
                  <a:srgbClr val="A30000"/>
                </a:solidFill>
                <a:latin typeface="Red Hat Display"/>
                <a:ea typeface="Red Hat Display"/>
                <a:cs typeface="Red Hat Display"/>
                <a:sym typeface="Red Hat Display"/>
              </a:rPr>
              <a:t>Provision</a:t>
            </a:r>
            <a:r>
              <a:rPr b="1" lang="en" sz="1600">
                <a:latin typeface="Red Hat Display"/>
                <a:ea typeface="Red Hat Display"/>
                <a:cs typeface="Red Hat Display"/>
                <a:sym typeface="Red Hat Display"/>
              </a:rPr>
              <a:t> </a:t>
            </a:r>
            <a:r>
              <a:rPr lang="en" sz="1600">
                <a:latin typeface="Red Hat Display"/>
                <a:ea typeface="Red Hat Display"/>
                <a:cs typeface="Red Hat Display"/>
                <a:sym typeface="Red Hat Display"/>
              </a:rPr>
              <a:t>to bare metal, virtual,</a:t>
            </a:r>
            <a:br>
              <a:rPr lang="en" sz="1600">
                <a:latin typeface="Red Hat Display"/>
                <a:ea typeface="Red Hat Display"/>
                <a:cs typeface="Red Hat Display"/>
                <a:sym typeface="Red Hat Display"/>
              </a:rPr>
            </a:br>
            <a:r>
              <a:rPr lang="en" sz="1600">
                <a:latin typeface="Red Hat Display"/>
                <a:ea typeface="Red Hat Display"/>
                <a:cs typeface="Red Hat Display"/>
                <a:sym typeface="Red Hat Display"/>
              </a:rPr>
              <a:t>private, and public clouds</a:t>
            </a:r>
            <a:endParaRPr sz="1600">
              <a:latin typeface="Red Hat Display"/>
              <a:ea typeface="Red Hat Display"/>
              <a:cs typeface="Red Hat Display"/>
              <a:sym typeface="Red Hat Display"/>
            </a:endParaRPr>
          </a:p>
        </p:txBody>
      </p:sp>
      <p:sp>
        <p:nvSpPr>
          <p:cNvPr id="5769" name="Google Shape;5769;p243"/>
          <p:cNvSpPr txBox="1"/>
          <p:nvPr/>
        </p:nvSpPr>
        <p:spPr>
          <a:xfrm>
            <a:off x="7318547" y="3657599"/>
            <a:ext cx="3730800" cy="605400"/>
          </a:xfrm>
          <a:prstGeom prst="rect">
            <a:avLst/>
          </a:prstGeom>
          <a:noFill/>
          <a:ln>
            <a:noFill/>
          </a:ln>
        </p:spPr>
        <p:txBody>
          <a:bodyPr anchorCtr="0" anchor="ctr" bIns="122175" lIns="122175" spcFirstLastPara="1" rIns="122175" wrap="square" tIns="122175">
            <a:noAutofit/>
          </a:bodyPr>
          <a:lstStyle/>
          <a:p>
            <a:pPr indent="0" lvl="0" marL="0" rtl="0" algn="l">
              <a:spcBef>
                <a:spcPts val="0"/>
              </a:spcBef>
              <a:spcAft>
                <a:spcPts val="0"/>
              </a:spcAft>
              <a:buNone/>
            </a:pPr>
            <a:r>
              <a:rPr b="1" lang="en" sz="1600">
                <a:solidFill>
                  <a:srgbClr val="A30000"/>
                </a:solidFill>
                <a:latin typeface="Red Hat Display"/>
                <a:ea typeface="Red Hat Display"/>
                <a:cs typeface="Red Hat Display"/>
                <a:sym typeface="Red Hat Display"/>
              </a:rPr>
              <a:t>Automate</a:t>
            </a:r>
            <a:r>
              <a:rPr b="1" lang="en" sz="1600">
                <a:latin typeface="Red Hat Display"/>
                <a:ea typeface="Red Hat Display"/>
                <a:cs typeface="Red Hat Display"/>
                <a:sym typeface="Red Hat Display"/>
              </a:rPr>
              <a:t> </a:t>
            </a:r>
            <a:r>
              <a:rPr lang="en" sz="1600">
                <a:latin typeface="Red Hat Display"/>
                <a:ea typeface="Red Hat Display"/>
                <a:cs typeface="Red Hat Display"/>
                <a:sym typeface="Red Hat Display"/>
              </a:rPr>
              <a:t>using Ansible roles to perform post-provisioning steps</a:t>
            </a:r>
            <a:endParaRPr sz="1600">
              <a:latin typeface="Red Hat Display"/>
              <a:ea typeface="Red Hat Display"/>
              <a:cs typeface="Red Hat Display"/>
              <a:sym typeface="Red Hat Display"/>
            </a:endParaRPr>
          </a:p>
        </p:txBody>
      </p:sp>
      <p:pic>
        <p:nvPicPr>
          <p:cNvPr id="5770" name="Google Shape;5770;p243"/>
          <p:cNvPicPr preferRelativeResize="0"/>
          <p:nvPr/>
        </p:nvPicPr>
        <p:blipFill rotWithShape="1">
          <a:blip r:embed="rId6">
            <a:alphaModFix/>
          </a:blip>
          <a:srcRect b="0" l="0" r="0" t="0"/>
          <a:stretch/>
        </p:blipFill>
        <p:spPr>
          <a:xfrm>
            <a:off x="6635743" y="2743254"/>
            <a:ext cx="544271" cy="544271"/>
          </a:xfrm>
          <a:prstGeom prst="rect">
            <a:avLst/>
          </a:prstGeom>
          <a:noFill/>
          <a:ln>
            <a:noFill/>
          </a:ln>
        </p:spPr>
      </p:pic>
      <p:sp>
        <p:nvSpPr>
          <p:cNvPr id="5771" name="Google Shape;5771;p24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1"/>
                </a:solidFill>
              </a:rPr>
              <a:t>Red Hat Infrastructure Standard Adoption Model</a:t>
            </a:r>
            <a:endParaRPr/>
          </a:p>
        </p:txBody>
      </p:sp>
      <p:sp>
        <p:nvSpPr>
          <p:cNvPr id="5772" name="Google Shape;5772;p243"/>
          <p:cNvSpPr txBox="1"/>
          <p:nvPr>
            <p:ph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Provisioning Management</a:t>
            </a:r>
            <a:endParaRPr>
              <a:latin typeface="Red Hat Display Medium"/>
              <a:ea typeface="Red Hat Display Medium"/>
              <a:cs typeface="Red Hat Display Medium"/>
              <a:sym typeface="Red Hat Display Medium"/>
            </a:endParaRPr>
          </a:p>
        </p:txBody>
      </p:sp>
      <p:sp>
        <p:nvSpPr>
          <p:cNvPr id="5773" name="Google Shape;5773;p24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774" name="Google Shape;5774;p243"/>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5775" name="Google Shape;5775;p243"/>
          <p:cNvSpPr txBox="1"/>
          <p:nvPr/>
        </p:nvSpPr>
        <p:spPr>
          <a:xfrm>
            <a:off x="7318547" y="4572607"/>
            <a:ext cx="3730800" cy="605400"/>
          </a:xfrm>
          <a:prstGeom prst="rect">
            <a:avLst/>
          </a:prstGeom>
          <a:noFill/>
          <a:ln>
            <a:noFill/>
          </a:ln>
        </p:spPr>
        <p:txBody>
          <a:bodyPr anchorCtr="0" anchor="ctr" bIns="122175" lIns="122175" spcFirstLastPara="1" rIns="122175" wrap="square" tIns="122175">
            <a:noAutofit/>
          </a:bodyPr>
          <a:lstStyle/>
          <a:p>
            <a:pPr indent="0" lvl="0" marL="0" rtl="0" algn="l">
              <a:spcBef>
                <a:spcPts val="0"/>
              </a:spcBef>
              <a:spcAft>
                <a:spcPts val="0"/>
              </a:spcAft>
              <a:buNone/>
            </a:pPr>
            <a:r>
              <a:rPr b="1" lang="en" sz="1600">
                <a:solidFill>
                  <a:srgbClr val="A30000"/>
                </a:solidFill>
                <a:latin typeface="Red Hat Display"/>
                <a:ea typeface="Red Hat Display"/>
                <a:cs typeface="Red Hat Display"/>
                <a:sym typeface="Red Hat Display"/>
              </a:rPr>
              <a:t>Import</a:t>
            </a:r>
            <a:r>
              <a:rPr b="1" lang="en" sz="1600">
                <a:latin typeface="Red Hat Display"/>
                <a:ea typeface="Red Hat Display"/>
                <a:cs typeface="Red Hat Display"/>
                <a:sym typeface="Red Hat Display"/>
              </a:rPr>
              <a:t> </a:t>
            </a:r>
            <a:r>
              <a:rPr lang="en" sz="1600">
                <a:latin typeface="Red Hat Display"/>
                <a:ea typeface="Red Hat Display"/>
                <a:cs typeface="Red Hat Display"/>
                <a:sym typeface="Red Hat Display"/>
              </a:rPr>
              <a:t>hosts</a:t>
            </a:r>
            <a:r>
              <a:rPr b="1" lang="en" sz="1600">
                <a:latin typeface="Red Hat Display"/>
                <a:ea typeface="Red Hat Display"/>
                <a:cs typeface="Red Hat Display"/>
                <a:sym typeface="Red Hat Display"/>
              </a:rPr>
              <a:t> </a:t>
            </a:r>
            <a:r>
              <a:rPr lang="en" sz="1600">
                <a:latin typeface="Red Hat Display"/>
                <a:ea typeface="Red Hat Display"/>
                <a:cs typeface="Red Hat Display"/>
                <a:sym typeface="Red Hat Display"/>
              </a:rPr>
              <a:t>provisioned outside of Satellite</a:t>
            </a:r>
            <a:endParaRPr sz="1600">
              <a:latin typeface="Red Hat Display"/>
              <a:ea typeface="Red Hat Display"/>
              <a:cs typeface="Red Hat Display"/>
              <a:sym typeface="Red Hat Display"/>
            </a:endParaRPr>
          </a:p>
        </p:txBody>
      </p:sp>
      <p:pic>
        <p:nvPicPr>
          <p:cNvPr id="5776" name="Google Shape;5776;p243"/>
          <p:cNvPicPr preferRelativeResize="0"/>
          <p:nvPr/>
        </p:nvPicPr>
        <p:blipFill>
          <a:blip r:embed="rId7">
            <a:alphaModFix/>
          </a:blip>
          <a:stretch>
            <a:fillRect/>
          </a:stretch>
        </p:blipFill>
        <p:spPr>
          <a:xfrm>
            <a:off x="6635743" y="4572557"/>
            <a:ext cx="544271" cy="544271"/>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0" name="Shape 5780"/>
        <p:cNvGrpSpPr/>
        <p:nvPr/>
      </p:nvGrpSpPr>
      <p:grpSpPr>
        <a:xfrm>
          <a:off x="0" y="0"/>
          <a:ext cx="0" cy="0"/>
          <a:chOff x="0" y="0"/>
          <a:chExt cx="0" cy="0"/>
        </a:xfrm>
      </p:grpSpPr>
      <p:pic>
        <p:nvPicPr>
          <p:cNvPr id="5781" name="Google Shape;5781;p244"/>
          <p:cNvPicPr preferRelativeResize="0"/>
          <p:nvPr/>
        </p:nvPicPr>
        <p:blipFill>
          <a:blip r:embed="rId3">
            <a:alphaModFix/>
          </a:blip>
          <a:stretch>
            <a:fillRect/>
          </a:stretch>
        </p:blipFill>
        <p:spPr>
          <a:xfrm>
            <a:off x="0" y="1600200"/>
            <a:ext cx="15087600" cy="4114800"/>
          </a:xfrm>
          <a:prstGeom prst="rect">
            <a:avLst/>
          </a:prstGeom>
          <a:noFill/>
          <a:ln>
            <a:noFill/>
          </a:ln>
        </p:spPr>
      </p:pic>
      <p:pic>
        <p:nvPicPr>
          <p:cNvPr id="5782" name="Google Shape;5782;p244"/>
          <p:cNvPicPr preferRelativeResize="0"/>
          <p:nvPr/>
        </p:nvPicPr>
        <p:blipFill rotWithShape="1">
          <a:blip r:embed="rId4">
            <a:alphaModFix/>
          </a:blip>
          <a:srcRect b="0" l="0" r="0" t="0"/>
          <a:stretch/>
        </p:blipFill>
        <p:spPr>
          <a:xfrm>
            <a:off x="6642321" y="2739684"/>
            <a:ext cx="544271" cy="544271"/>
          </a:xfrm>
          <a:prstGeom prst="rect">
            <a:avLst/>
          </a:prstGeom>
          <a:noFill/>
          <a:ln>
            <a:noFill/>
          </a:ln>
        </p:spPr>
      </p:pic>
      <p:pic>
        <p:nvPicPr>
          <p:cNvPr id="5783" name="Google Shape;5783;p244"/>
          <p:cNvPicPr preferRelativeResize="0"/>
          <p:nvPr/>
        </p:nvPicPr>
        <p:blipFill rotWithShape="1">
          <a:blip r:embed="rId5">
            <a:alphaModFix/>
          </a:blip>
          <a:srcRect b="0" l="0" r="0" t="0"/>
          <a:stretch/>
        </p:blipFill>
        <p:spPr>
          <a:xfrm>
            <a:off x="6642325" y="3656425"/>
            <a:ext cx="544271" cy="544271"/>
          </a:xfrm>
          <a:prstGeom prst="rect">
            <a:avLst/>
          </a:prstGeom>
          <a:noFill/>
          <a:ln>
            <a:noFill/>
          </a:ln>
        </p:spPr>
      </p:pic>
      <p:pic>
        <p:nvPicPr>
          <p:cNvPr id="5784" name="Google Shape;5784;p244"/>
          <p:cNvPicPr preferRelativeResize="0"/>
          <p:nvPr/>
        </p:nvPicPr>
        <p:blipFill rotWithShape="1">
          <a:blip r:embed="rId6">
            <a:alphaModFix/>
          </a:blip>
          <a:srcRect b="0" l="0" r="0" t="0"/>
          <a:stretch/>
        </p:blipFill>
        <p:spPr>
          <a:xfrm>
            <a:off x="6642325" y="4570146"/>
            <a:ext cx="544271" cy="544271"/>
          </a:xfrm>
          <a:prstGeom prst="rect">
            <a:avLst/>
          </a:prstGeom>
          <a:noFill/>
          <a:ln>
            <a:noFill/>
          </a:ln>
        </p:spPr>
      </p:pic>
      <p:sp>
        <p:nvSpPr>
          <p:cNvPr id="5785" name="Google Shape;5785;p244"/>
          <p:cNvSpPr txBox="1"/>
          <p:nvPr/>
        </p:nvSpPr>
        <p:spPr>
          <a:xfrm>
            <a:off x="7359067" y="2739700"/>
            <a:ext cx="3947100" cy="605400"/>
          </a:xfrm>
          <a:prstGeom prst="rect">
            <a:avLst/>
          </a:prstGeom>
          <a:noFill/>
          <a:ln>
            <a:noFill/>
          </a:ln>
        </p:spPr>
        <p:txBody>
          <a:bodyPr anchorCtr="0" anchor="ctr" bIns="122175" lIns="122175" spcFirstLastPara="1" rIns="122175" wrap="square" tIns="122175">
            <a:noAutofit/>
          </a:bodyPr>
          <a:lstStyle/>
          <a:p>
            <a:pPr indent="0" lvl="0" marL="0" rtl="0" algn="l">
              <a:spcBef>
                <a:spcPts val="0"/>
              </a:spcBef>
              <a:spcAft>
                <a:spcPts val="0"/>
              </a:spcAft>
              <a:buNone/>
            </a:pPr>
            <a:r>
              <a:rPr b="1" lang="en" sz="1600">
                <a:solidFill>
                  <a:srgbClr val="A30000"/>
                </a:solidFill>
                <a:latin typeface="Red Hat Display"/>
                <a:ea typeface="Red Hat Display"/>
                <a:cs typeface="Red Hat Display"/>
                <a:sym typeface="Red Hat Display"/>
              </a:rPr>
              <a:t>Centrally manage</a:t>
            </a:r>
            <a:r>
              <a:rPr b="1" lang="en" sz="1600">
                <a:latin typeface="Red Hat Display"/>
                <a:ea typeface="Red Hat Display"/>
                <a:cs typeface="Red Hat Display"/>
                <a:sym typeface="Red Hat Display"/>
              </a:rPr>
              <a:t> </a:t>
            </a:r>
            <a:r>
              <a:rPr lang="en" sz="1600">
                <a:latin typeface="Red Hat Display"/>
                <a:ea typeface="Red Hat Display"/>
                <a:cs typeface="Red Hat Display"/>
                <a:sym typeface="Red Hat Display"/>
              </a:rPr>
              <a:t>subscription usage</a:t>
            </a:r>
            <a:endParaRPr sz="1600">
              <a:latin typeface="Red Hat Display"/>
              <a:ea typeface="Red Hat Display"/>
              <a:cs typeface="Red Hat Display"/>
              <a:sym typeface="Red Hat Display"/>
            </a:endParaRPr>
          </a:p>
        </p:txBody>
      </p:sp>
      <p:sp>
        <p:nvSpPr>
          <p:cNvPr id="5786" name="Google Shape;5786;p244"/>
          <p:cNvSpPr txBox="1"/>
          <p:nvPr/>
        </p:nvSpPr>
        <p:spPr>
          <a:xfrm>
            <a:off x="7359064" y="3656429"/>
            <a:ext cx="3508500" cy="605400"/>
          </a:xfrm>
          <a:prstGeom prst="rect">
            <a:avLst/>
          </a:prstGeom>
          <a:noFill/>
          <a:ln>
            <a:noFill/>
          </a:ln>
        </p:spPr>
        <p:txBody>
          <a:bodyPr anchorCtr="0" anchor="ctr" bIns="122175" lIns="122175" spcFirstLastPara="1" rIns="122175" wrap="square" tIns="122175">
            <a:noAutofit/>
          </a:bodyPr>
          <a:lstStyle/>
          <a:p>
            <a:pPr indent="0" lvl="0" marL="0" rtl="0" algn="l">
              <a:spcBef>
                <a:spcPts val="0"/>
              </a:spcBef>
              <a:spcAft>
                <a:spcPts val="0"/>
              </a:spcAft>
              <a:buNone/>
            </a:pPr>
            <a:r>
              <a:rPr b="1" lang="en" sz="1600">
                <a:solidFill>
                  <a:srgbClr val="A30000"/>
                </a:solidFill>
                <a:latin typeface="Red Hat Display"/>
                <a:ea typeface="Red Hat Display"/>
                <a:cs typeface="Red Hat Display"/>
                <a:sym typeface="Red Hat Display"/>
              </a:rPr>
              <a:t>Maintain</a:t>
            </a:r>
            <a:r>
              <a:rPr b="1" lang="en" sz="1600">
                <a:latin typeface="Red Hat Display"/>
                <a:ea typeface="Red Hat Display"/>
                <a:cs typeface="Red Hat Display"/>
                <a:sym typeface="Red Hat Display"/>
              </a:rPr>
              <a:t> </a:t>
            </a:r>
            <a:r>
              <a:rPr lang="en" sz="1600">
                <a:latin typeface="Red Hat Display"/>
                <a:ea typeface="Red Hat Display"/>
                <a:cs typeface="Red Hat Display"/>
                <a:sym typeface="Red Hat Display"/>
              </a:rPr>
              <a:t>accurate inventory and utilization information </a:t>
            </a:r>
            <a:endParaRPr sz="1600">
              <a:latin typeface="Red Hat Display"/>
              <a:ea typeface="Red Hat Display"/>
              <a:cs typeface="Red Hat Display"/>
              <a:sym typeface="Red Hat Display"/>
            </a:endParaRPr>
          </a:p>
        </p:txBody>
      </p:sp>
      <p:sp>
        <p:nvSpPr>
          <p:cNvPr id="5787" name="Google Shape;5787;p244"/>
          <p:cNvSpPr txBox="1"/>
          <p:nvPr/>
        </p:nvSpPr>
        <p:spPr>
          <a:xfrm>
            <a:off x="7359067" y="4570167"/>
            <a:ext cx="3639900" cy="605400"/>
          </a:xfrm>
          <a:prstGeom prst="rect">
            <a:avLst/>
          </a:prstGeom>
          <a:noFill/>
          <a:ln>
            <a:noFill/>
          </a:ln>
        </p:spPr>
        <p:txBody>
          <a:bodyPr anchorCtr="0" anchor="ctr" bIns="122175" lIns="122175" spcFirstLastPara="1" rIns="122175" wrap="square" tIns="122175">
            <a:noAutofit/>
          </a:bodyPr>
          <a:lstStyle/>
          <a:p>
            <a:pPr indent="0" lvl="0" marL="0" rtl="0" algn="l">
              <a:spcBef>
                <a:spcPts val="0"/>
              </a:spcBef>
              <a:spcAft>
                <a:spcPts val="0"/>
              </a:spcAft>
              <a:buNone/>
            </a:pPr>
            <a:r>
              <a:rPr b="1" lang="en" sz="1600">
                <a:solidFill>
                  <a:srgbClr val="A30000"/>
                </a:solidFill>
                <a:latin typeface="Red Hat Display"/>
                <a:ea typeface="Red Hat Display"/>
                <a:cs typeface="Red Hat Display"/>
                <a:sym typeface="Red Hat Display"/>
              </a:rPr>
              <a:t>Report</a:t>
            </a:r>
            <a:r>
              <a:rPr b="1" lang="en" sz="1600">
                <a:latin typeface="Red Hat Display"/>
                <a:ea typeface="Red Hat Display"/>
                <a:cs typeface="Red Hat Display"/>
                <a:sym typeface="Red Hat Display"/>
              </a:rPr>
              <a:t> </a:t>
            </a:r>
            <a:r>
              <a:rPr lang="en" sz="1600">
                <a:latin typeface="Red Hat Display"/>
                <a:ea typeface="Red Hat Display"/>
                <a:cs typeface="Red Hat Display"/>
                <a:sym typeface="Red Hat Display"/>
              </a:rPr>
              <a:t>on subscription consumption</a:t>
            </a:r>
            <a:endParaRPr sz="1600">
              <a:latin typeface="Red Hat Display"/>
              <a:ea typeface="Red Hat Display"/>
              <a:cs typeface="Red Hat Display"/>
              <a:sym typeface="Red Hat Display"/>
            </a:endParaRPr>
          </a:p>
        </p:txBody>
      </p:sp>
      <p:pic>
        <p:nvPicPr>
          <p:cNvPr id="5788" name="Google Shape;5788;p244"/>
          <p:cNvPicPr preferRelativeResize="0"/>
          <p:nvPr/>
        </p:nvPicPr>
        <p:blipFill>
          <a:blip r:embed="rId7">
            <a:alphaModFix/>
          </a:blip>
          <a:stretch>
            <a:fillRect/>
          </a:stretch>
        </p:blipFill>
        <p:spPr>
          <a:xfrm>
            <a:off x="992761" y="1675350"/>
            <a:ext cx="4113842" cy="4059563"/>
          </a:xfrm>
          <a:prstGeom prst="rect">
            <a:avLst/>
          </a:prstGeom>
          <a:noFill/>
          <a:ln>
            <a:noFill/>
          </a:ln>
        </p:spPr>
      </p:pic>
      <p:sp>
        <p:nvSpPr>
          <p:cNvPr id="5789" name="Google Shape;5789;p24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1"/>
                </a:solidFill>
              </a:rPr>
              <a:t>Red Hat Infrastructure Standard Adoption Model</a:t>
            </a:r>
            <a:endParaRPr/>
          </a:p>
        </p:txBody>
      </p:sp>
      <p:sp>
        <p:nvSpPr>
          <p:cNvPr id="5790" name="Google Shape;5790;p244"/>
          <p:cNvSpPr txBox="1"/>
          <p:nvPr>
            <p:ph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Subscription Management</a:t>
            </a:r>
            <a:endParaRPr>
              <a:latin typeface="Red Hat Display Medium"/>
              <a:ea typeface="Red Hat Display Medium"/>
              <a:cs typeface="Red Hat Display Medium"/>
              <a:sym typeface="Red Hat Display Medium"/>
            </a:endParaRPr>
          </a:p>
        </p:txBody>
      </p:sp>
      <p:sp>
        <p:nvSpPr>
          <p:cNvPr id="5791" name="Google Shape;5791;p24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792" name="Google Shape;5792;p244"/>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6" name="Shape 5796"/>
        <p:cNvGrpSpPr/>
        <p:nvPr/>
      </p:nvGrpSpPr>
      <p:grpSpPr>
        <a:xfrm>
          <a:off x="0" y="0"/>
          <a:ext cx="0" cy="0"/>
          <a:chOff x="0" y="0"/>
          <a:chExt cx="0" cy="0"/>
        </a:xfrm>
      </p:grpSpPr>
      <p:pic>
        <p:nvPicPr>
          <p:cNvPr id="5797" name="Google Shape;5797;p245"/>
          <p:cNvPicPr preferRelativeResize="0"/>
          <p:nvPr/>
        </p:nvPicPr>
        <p:blipFill>
          <a:blip r:embed="rId3">
            <a:alphaModFix/>
          </a:blip>
          <a:stretch>
            <a:fillRect/>
          </a:stretch>
        </p:blipFill>
        <p:spPr>
          <a:xfrm>
            <a:off x="0" y="1600200"/>
            <a:ext cx="15087600" cy="4114800"/>
          </a:xfrm>
          <a:prstGeom prst="rect">
            <a:avLst/>
          </a:prstGeom>
          <a:noFill/>
          <a:ln>
            <a:noFill/>
          </a:ln>
        </p:spPr>
      </p:pic>
      <p:pic>
        <p:nvPicPr>
          <p:cNvPr id="5798" name="Google Shape;5798;p245"/>
          <p:cNvPicPr preferRelativeResize="0"/>
          <p:nvPr/>
        </p:nvPicPr>
        <p:blipFill rotWithShape="1">
          <a:blip r:embed="rId4">
            <a:alphaModFix/>
          </a:blip>
          <a:srcRect b="0" l="0" r="0" t="0"/>
          <a:stretch/>
        </p:blipFill>
        <p:spPr>
          <a:xfrm>
            <a:off x="992766" y="1675350"/>
            <a:ext cx="4113842" cy="4059563"/>
          </a:xfrm>
          <a:prstGeom prst="rect">
            <a:avLst/>
          </a:prstGeom>
          <a:noFill/>
          <a:ln>
            <a:noFill/>
          </a:ln>
        </p:spPr>
      </p:pic>
      <p:pic>
        <p:nvPicPr>
          <p:cNvPr id="5799" name="Google Shape;5799;p245"/>
          <p:cNvPicPr preferRelativeResize="0"/>
          <p:nvPr/>
        </p:nvPicPr>
        <p:blipFill rotWithShape="1">
          <a:blip r:embed="rId5">
            <a:alphaModFix/>
          </a:blip>
          <a:srcRect b="0" l="0" r="0" t="0"/>
          <a:stretch/>
        </p:blipFill>
        <p:spPr>
          <a:xfrm>
            <a:off x="6642321" y="2740684"/>
            <a:ext cx="544271" cy="544271"/>
          </a:xfrm>
          <a:prstGeom prst="rect">
            <a:avLst/>
          </a:prstGeom>
          <a:noFill/>
          <a:ln>
            <a:noFill/>
          </a:ln>
        </p:spPr>
      </p:pic>
      <p:pic>
        <p:nvPicPr>
          <p:cNvPr id="5800" name="Google Shape;5800;p245"/>
          <p:cNvPicPr preferRelativeResize="0"/>
          <p:nvPr/>
        </p:nvPicPr>
        <p:blipFill rotWithShape="1">
          <a:blip r:embed="rId6">
            <a:alphaModFix/>
          </a:blip>
          <a:srcRect b="0" l="0" r="0" t="0"/>
          <a:stretch/>
        </p:blipFill>
        <p:spPr>
          <a:xfrm>
            <a:off x="6642325" y="3657600"/>
            <a:ext cx="544271" cy="544271"/>
          </a:xfrm>
          <a:prstGeom prst="rect">
            <a:avLst/>
          </a:prstGeom>
          <a:noFill/>
          <a:ln>
            <a:noFill/>
          </a:ln>
        </p:spPr>
      </p:pic>
      <p:sp>
        <p:nvSpPr>
          <p:cNvPr id="5801" name="Google Shape;5801;p245"/>
          <p:cNvSpPr txBox="1"/>
          <p:nvPr/>
        </p:nvSpPr>
        <p:spPr>
          <a:xfrm>
            <a:off x="7359066" y="2740700"/>
            <a:ext cx="4116900" cy="605400"/>
          </a:xfrm>
          <a:prstGeom prst="rect">
            <a:avLst/>
          </a:prstGeom>
          <a:noFill/>
          <a:ln>
            <a:noFill/>
          </a:ln>
        </p:spPr>
        <p:txBody>
          <a:bodyPr anchorCtr="0" anchor="ctr" bIns="122175" lIns="122175" spcFirstLastPara="1" rIns="122175" wrap="square" tIns="122175">
            <a:noAutofit/>
          </a:bodyPr>
          <a:lstStyle/>
          <a:p>
            <a:pPr indent="0" lvl="0" marL="0" rtl="0" algn="l">
              <a:spcBef>
                <a:spcPts val="0"/>
              </a:spcBef>
              <a:spcAft>
                <a:spcPts val="0"/>
              </a:spcAft>
              <a:buNone/>
            </a:pPr>
            <a:r>
              <a:rPr b="1" lang="en" sz="1600">
                <a:solidFill>
                  <a:srgbClr val="A30000"/>
                </a:solidFill>
                <a:latin typeface="Red Hat Display"/>
                <a:ea typeface="Red Hat Display"/>
                <a:cs typeface="Red Hat Display"/>
                <a:sym typeface="Red Hat Display"/>
              </a:rPr>
              <a:t>Configuration Management</a:t>
            </a:r>
            <a:r>
              <a:rPr b="1" lang="en" sz="1600">
                <a:latin typeface="Red Hat Display"/>
                <a:ea typeface="Red Hat Display"/>
                <a:cs typeface="Red Hat Display"/>
                <a:sym typeface="Red Hat Display"/>
              </a:rPr>
              <a:t> </a:t>
            </a:r>
            <a:r>
              <a:rPr lang="en" sz="1600">
                <a:latin typeface="Red Hat Display"/>
                <a:ea typeface="Red Hat Display"/>
                <a:cs typeface="Red Hat Display"/>
                <a:sym typeface="Red Hat Display"/>
              </a:rPr>
              <a:t>using Ansible</a:t>
            </a:r>
            <a:endParaRPr sz="1600">
              <a:latin typeface="Red Hat Display"/>
              <a:ea typeface="Red Hat Display"/>
              <a:cs typeface="Red Hat Display"/>
              <a:sym typeface="Red Hat Display"/>
            </a:endParaRPr>
          </a:p>
        </p:txBody>
      </p:sp>
      <p:sp>
        <p:nvSpPr>
          <p:cNvPr id="5802" name="Google Shape;5802;p245"/>
          <p:cNvSpPr txBox="1"/>
          <p:nvPr/>
        </p:nvSpPr>
        <p:spPr>
          <a:xfrm>
            <a:off x="7359067" y="3657621"/>
            <a:ext cx="3730800" cy="605400"/>
          </a:xfrm>
          <a:prstGeom prst="rect">
            <a:avLst/>
          </a:prstGeom>
          <a:noFill/>
          <a:ln>
            <a:noFill/>
          </a:ln>
        </p:spPr>
        <p:txBody>
          <a:bodyPr anchorCtr="0" anchor="ctr" bIns="122175" lIns="122175" spcFirstLastPara="1" rIns="122175" wrap="square" tIns="122175">
            <a:noAutofit/>
          </a:bodyPr>
          <a:lstStyle/>
          <a:p>
            <a:pPr indent="0" lvl="0" marL="0" rtl="0" algn="l">
              <a:spcBef>
                <a:spcPts val="0"/>
              </a:spcBef>
              <a:spcAft>
                <a:spcPts val="0"/>
              </a:spcAft>
              <a:buNone/>
            </a:pPr>
            <a:r>
              <a:rPr b="1" lang="en" sz="1600">
                <a:solidFill>
                  <a:srgbClr val="A30000"/>
                </a:solidFill>
                <a:latin typeface="Red Hat Display"/>
                <a:ea typeface="Red Hat Display"/>
                <a:cs typeface="Red Hat Display"/>
                <a:sym typeface="Red Hat Display"/>
              </a:rPr>
              <a:t>Automation</a:t>
            </a:r>
            <a:r>
              <a:rPr b="1" lang="en" sz="1600">
                <a:latin typeface="Red Hat Display"/>
                <a:ea typeface="Red Hat Display"/>
                <a:cs typeface="Red Hat Display"/>
                <a:sym typeface="Red Hat Display"/>
              </a:rPr>
              <a:t> </a:t>
            </a:r>
            <a:r>
              <a:rPr lang="en" sz="1600">
                <a:latin typeface="Red Hat Display"/>
                <a:ea typeface="Red Hat Display"/>
                <a:cs typeface="Red Hat Display"/>
                <a:sym typeface="Red Hat Display"/>
              </a:rPr>
              <a:t>through integration with Ansible </a:t>
            </a:r>
            <a:r>
              <a:rPr lang="en" sz="1600">
                <a:latin typeface="Red Hat Display"/>
                <a:ea typeface="Red Hat Display"/>
                <a:cs typeface="Red Hat Display"/>
                <a:sym typeface="Red Hat Display"/>
              </a:rPr>
              <a:t>Tower</a:t>
            </a:r>
            <a:endParaRPr sz="1600">
              <a:latin typeface="Red Hat Display"/>
              <a:ea typeface="Red Hat Display"/>
              <a:cs typeface="Red Hat Display"/>
              <a:sym typeface="Red Hat Display"/>
            </a:endParaRPr>
          </a:p>
        </p:txBody>
      </p:sp>
      <p:sp>
        <p:nvSpPr>
          <p:cNvPr id="5803" name="Google Shape;5803;p245"/>
          <p:cNvSpPr txBox="1"/>
          <p:nvPr/>
        </p:nvSpPr>
        <p:spPr>
          <a:xfrm>
            <a:off x="7359067" y="4572038"/>
            <a:ext cx="3730800" cy="605400"/>
          </a:xfrm>
          <a:prstGeom prst="rect">
            <a:avLst/>
          </a:prstGeom>
          <a:noFill/>
          <a:ln>
            <a:noFill/>
          </a:ln>
        </p:spPr>
        <p:txBody>
          <a:bodyPr anchorCtr="0" anchor="ctr" bIns="122175" lIns="122175" spcFirstLastPara="1" rIns="122175" wrap="square" tIns="122175">
            <a:noAutofit/>
          </a:bodyPr>
          <a:lstStyle/>
          <a:p>
            <a:pPr indent="0" lvl="0" marL="0" rtl="0" algn="l">
              <a:spcBef>
                <a:spcPts val="0"/>
              </a:spcBef>
              <a:spcAft>
                <a:spcPts val="0"/>
              </a:spcAft>
              <a:buNone/>
            </a:pPr>
            <a:r>
              <a:rPr b="1" lang="en" sz="1600">
                <a:solidFill>
                  <a:srgbClr val="A30000"/>
                </a:solidFill>
                <a:latin typeface="Red Hat Display"/>
                <a:ea typeface="Red Hat Display"/>
                <a:cs typeface="Red Hat Display"/>
                <a:sym typeface="Red Hat Display"/>
              </a:rPr>
              <a:t>Compliance </a:t>
            </a:r>
            <a:r>
              <a:rPr lang="en" sz="1600">
                <a:latin typeface="Red Hat Display"/>
                <a:ea typeface="Red Hat Display"/>
                <a:cs typeface="Red Hat Display"/>
                <a:sym typeface="Red Hat Display"/>
              </a:rPr>
              <a:t>using OpenSCAP policies</a:t>
            </a:r>
            <a:endParaRPr sz="1600">
              <a:latin typeface="Red Hat Display"/>
              <a:ea typeface="Red Hat Display"/>
              <a:cs typeface="Red Hat Display"/>
              <a:sym typeface="Red Hat Display"/>
            </a:endParaRPr>
          </a:p>
        </p:txBody>
      </p:sp>
      <p:pic>
        <p:nvPicPr>
          <p:cNvPr id="5804" name="Google Shape;5804;p245"/>
          <p:cNvPicPr preferRelativeResize="0"/>
          <p:nvPr/>
        </p:nvPicPr>
        <p:blipFill rotWithShape="1">
          <a:blip r:embed="rId7">
            <a:alphaModFix/>
          </a:blip>
          <a:srcRect b="0" l="0" r="0" t="0"/>
          <a:stretch/>
        </p:blipFill>
        <p:spPr>
          <a:xfrm>
            <a:off x="6642325" y="4572000"/>
            <a:ext cx="544271" cy="544271"/>
          </a:xfrm>
          <a:prstGeom prst="rect">
            <a:avLst/>
          </a:prstGeom>
          <a:noFill/>
          <a:ln>
            <a:noFill/>
          </a:ln>
        </p:spPr>
      </p:pic>
      <p:sp>
        <p:nvSpPr>
          <p:cNvPr id="5805" name="Google Shape;5805;p24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1"/>
                </a:solidFill>
              </a:rPr>
              <a:t>Red Hat Infrastructure Standard Adoption Model</a:t>
            </a:r>
            <a:endParaRPr/>
          </a:p>
        </p:txBody>
      </p:sp>
      <p:sp>
        <p:nvSpPr>
          <p:cNvPr id="5806" name="Google Shape;5806;p245"/>
          <p:cNvSpPr txBox="1"/>
          <p:nvPr>
            <p:ph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ed Hat Display Medium"/>
                <a:ea typeface="Red Hat Display Medium"/>
                <a:cs typeface="Red Hat Display Medium"/>
                <a:sym typeface="Red Hat Display Medium"/>
              </a:rPr>
              <a:t>Additional Satellite Capabilities</a:t>
            </a:r>
            <a:endParaRPr>
              <a:latin typeface="Red Hat Display Medium"/>
              <a:ea typeface="Red Hat Display Medium"/>
              <a:cs typeface="Red Hat Display Medium"/>
              <a:sym typeface="Red Hat Display Medium"/>
            </a:endParaRPr>
          </a:p>
        </p:txBody>
      </p:sp>
      <p:sp>
        <p:nvSpPr>
          <p:cNvPr id="5807" name="Google Shape;5807;p24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808" name="Google Shape;5808;p245"/>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2" name="Shape 5812"/>
        <p:cNvGrpSpPr/>
        <p:nvPr/>
      </p:nvGrpSpPr>
      <p:grpSpPr>
        <a:xfrm>
          <a:off x="0" y="0"/>
          <a:ext cx="0" cy="0"/>
          <a:chOff x="0" y="0"/>
          <a:chExt cx="0" cy="0"/>
        </a:xfrm>
      </p:grpSpPr>
      <p:pic>
        <p:nvPicPr>
          <p:cNvPr id="5813" name="Google Shape;5813;p246"/>
          <p:cNvPicPr preferRelativeResize="0"/>
          <p:nvPr/>
        </p:nvPicPr>
        <p:blipFill>
          <a:blip r:embed="rId3">
            <a:alphaModFix/>
          </a:blip>
          <a:stretch>
            <a:fillRect/>
          </a:stretch>
        </p:blipFill>
        <p:spPr>
          <a:xfrm>
            <a:off x="0" y="1600200"/>
            <a:ext cx="15087600" cy="4114800"/>
          </a:xfrm>
          <a:prstGeom prst="rect">
            <a:avLst/>
          </a:prstGeom>
          <a:noFill/>
          <a:ln>
            <a:noFill/>
          </a:ln>
        </p:spPr>
      </p:pic>
      <p:pic>
        <p:nvPicPr>
          <p:cNvPr id="5814" name="Google Shape;5814;p246"/>
          <p:cNvPicPr preferRelativeResize="0"/>
          <p:nvPr/>
        </p:nvPicPr>
        <p:blipFill rotWithShape="1">
          <a:blip r:embed="rId4">
            <a:alphaModFix/>
          </a:blip>
          <a:srcRect b="0" l="0" r="0" t="0"/>
          <a:stretch/>
        </p:blipFill>
        <p:spPr>
          <a:xfrm>
            <a:off x="992766" y="1675350"/>
            <a:ext cx="4113842" cy="4059563"/>
          </a:xfrm>
          <a:prstGeom prst="rect">
            <a:avLst/>
          </a:prstGeom>
          <a:noFill/>
          <a:ln>
            <a:noFill/>
          </a:ln>
        </p:spPr>
      </p:pic>
      <p:pic>
        <p:nvPicPr>
          <p:cNvPr id="5815" name="Google Shape;5815;p246"/>
          <p:cNvPicPr preferRelativeResize="0"/>
          <p:nvPr/>
        </p:nvPicPr>
        <p:blipFill rotWithShape="1">
          <a:blip r:embed="rId5">
            <a:alphaModFix/>
          </a:blip>
          <a:srcRect b="0" l="0" r="0" t="0"/>
          <a:stretch/>
        </p:blipFill>
        <p:spPr>
          <a:xfrm>
            <a:off x="6635971" y="1828800"/>
            <a:ext cx="544271" cy="544271"/>
          </a:xfrm>
          <a:prstGeom prst="rect">
            <a:avLst/>
          </a:prstGeom>
          <a:noFill/>
          <a:ln>
            <a:noFill/>
          </a:ln>
        </p:spPr>
      </p:pic>
      <p:pic>
        <p:nvPicPr>
          <p:cNvPr id="5816" name="Google Shape;5816;p246"/>
          <p:cNvPicPr preferRelativeResize="0"/>
          <p:nvPr/>
        </p:nvPicPr>
        <p:blipFill rotWithShape="1">
          <a:blip r:embed="rId6">
            <a:alphaModFix/>
          </a:blip>
          <a:srcRect b="0" l="0" r="0" t="0"/>
          <a:stretch/>
        </p:blipFill>
        <p:spPr>
          <a:xfrm>
            <a:off x="6635975" y="2743200"/>
            <a:ext cx="544271" cy="544271"/>
          </a:xfrm>
          <a:prstGeom prst="rect">
            <a:avLst/>
          </a:prstGeom>
          <a:noFill/>
          <a:ln>
            <a:noFill/>
          </a:ln>
        </p:spPr>
      </p:pic>
      <p:sp>
        <p:nvSpPr>
          <p:cNvPr id="5817" name="Google Shape;5817;p246"/>
          <p:cNvSpPr txBox="1"/>
          <p:nvPr/>
        </p:nvSpPr>
        <p:spPr>
          <a:xfrm>
            <a:off x="7315200" y="1828816"/>
            <a:ext cx="3974700" cy="605400"/>
          </a:xfrm>
          <a:prstGeom prst="rect">
            <a:avLst/>
          </a:prstGeom>
          <a:noFill/>
          <a:ln>
            <a:noFill/>
          </a:ln>
        </p:spPr>
        <p:txBody>
          <a:bodyPr anchorCtr="0" anchor="ctr" bIns="122175" lIns="122175" spcFirstLastPara="1" rIns="122175" wrap="square" tIns="122175">
            <a:noAutofit/>
          </a:bodyPr>
          <a:lstStyle/>
          <a:p>
            <a:pPr indent="0" lvl="0" marL="0" rtl="0" algn="l">
              <a:spcBef>
                <a:spcPts val="0"/>
              </a:spcBef>
              <a:spcAft>
                <a:spcPts val="0"/>
              </a:spcAft>
              <a:buNone/>
            </a:pPr>
            <a:r>
              <a:rPr b="1" lang="en" sz="1600">
                <a:solidFill>
                  <a:srgbClr val="A30000"/>
                </a:solidFill>
                <a:latin typeface="Red Hat Display"/>
                <a:ea typeface="Red Hat Display"/>
                <a:cs typeface="Red Hat Display"/>
                <a:sym typeface="Red Hat Display"/>
              </a:rPr>
              <a:t>Standard Operating Environment</a:t>
            </a:r>
            <a:r>
              <a:rPr b="1" lang="en" sz="1600">
                <a:latin typeface="Red Hat Display"/>
                <a:ea typeface="Red Hat Display"/>
                <a:cs typeface="Red Hat Display"/>
                <a:sym typeface="Red Hat Display"/>
              </a:rPr>
              <a:t> </a:t>
            </a:r>
            <a:r>
              <a:rPr lang="en" sz="1600">
                <a:latin typeface="Red Hat Display"/>
                <a:ea typeface="Red Hat Display"/>
                <a:cs typeface="Red Hat Display"/>
                <a:sym typeface="Red Hat Display"/>
              </a:rPr>
              <a:t>hosts are the same across your environment</a:t>
            </a:r>
            <a:endParaRPr sz="1600">
              <a:latin typeface="Red Hat Display"/>
              <a:ea typeface="Red Hat Display"/>
              <a:cs typeface="Red Hat Display"/>
              <a:sym typeface="Red Hat Display"/>
            </a:endParaRPr>
          </a:p>
        </p:txBody>
      </p:sp>
      <p:sp>
        <p:nvSpPr>
          <p:cNvPr id="5818" name="Google Shape;5818;p246"/>
          <p:cNvSpPr txBox="1"/>
          <p:nvPr/>
        </p:nvSpPr>
        <p:spPr>
          <a:xfrm>
            <a:off x="7315200" y="2743221"/>
            <a:ext cx="3730800" cy="605400"/>
          </a:xfrm>
          <a:prstGeom prst="rect">
            <a:avLst/>
          </a:prstGeom>
          <a:noFill/>
          <a:ln>
            <a:noFill/>
          </a:ln>
        </p:spPr>
        <p:txBody>
          <a:bodyPr anchorCtr="0" anchor="ctr" bIns="122175" lIns="122175" spcFirstLastPara="1" rIns="122175" wrap="square" tIns="122175">
            <a:noAutofit/>
          </a:bodyPr>
          <a:lstStyle/>
          <a:p>
            <a:pPr indent="0" lvl="0" marL="0" rtl="0" algn="l">
              <a:spcBef>
                <a:spcPts val="0"/>
              </a:spcBef>
              <a:spcAft>
                <a:spcPts val="0"/>
              </a:spcAft>
              <a:buNone/>
            </a:pPr>
            <a:r>
              <a:rPr b="1" lang="en" sz="1600">
                <a:solidFill>
                  <a:srgbClr val="A30000"/>
                </a:solidFill>
                <a:latin typeface="Red Hat Display"/>
                <a:ea typeface="Red Hat Display"/>
                <a:cs typeface="Red Hat Display"/>
                <a:sym typeface="Red Hat Display"/>
              </a:rPr>
              <a:t>Reliable and Resilient</a:t>
            </a:r>
            <a:r>
              <a:rPr b="1" lang="en" sz="1600">
                <a:latin typeface="Red Hat Display"/>
                <a:ea typeface="Red Hat Display"/>
                <a:cs typeface="Red Hat Display"/>
                <a:sym typeface="Red Hat Display"/>
              </a:rPr>
              <a:t> </a:t>
            </a:r>
            <a:r>
              <a:rPr lang="en" sz="1600">
                <a:latin typeface="Red Hat Display"/>
                <a:ea typeface="Red Hat Display"/>
                <a:cs typeface="Red Hat Display"/>
                <a:sym typeface="Red Hat Display"/>
              </a:rPr>
              <a:t>infrastructure using</a:t>
            </a:r>
            <a:r>
              <a:rPr lang="en" sz="1600">
                <a:latin typeface="Red Hat Display"/>
                <a:ea typeface="Red Hat Display"/>
                <a:cs typeface="Red Hat Display"/>
                <a:sym typeface="Red Hat Display"/>
              </a:rPr>
              <a:t> Red Hat Insights</a:t>
            </a:r>
            <a:endParaRPr sz="1600">
              <a:latin typeface="Red Hat Display"/>
              <a:ea typeface="Red Hat Display"/>
              <a:cs typeface="Red Hat Display"/>
              <a:sym typeface="Red Hat Display"/>
            </a:endParaRPr>
          </a:p>
        </p:txBody>
      </p:sp>
      <p:sp>
        <p:nvSpPr>
          <p:cNvPr id="5819" name="Google Shape;5819;p246"/>
          <p:cNvSpPr txBox="1"/>
          <p:nvPr/>
        </p:nvSpPr>
        <p:spPr>
          <a:xfrm>
            <a:off x="7315200" y="3657638"/>
            <a:ext cx="3730800" cy="605400"/>
          </a:xfrm>
          <a:prstGeom prst="rect">
            <a:avLst/>
          </a:prstGeom>
          <a:noFill/>
          <a:ln>
            <a:noFill/>
          </a:ln>
        </p:spPr>
        <p:txBody>
          <a:bodyPr anchorCtr="0" anchor="ctr" bIns="122175" lIns="122175" spcFirstLastPara="1" rIns="122175" wrap="square" tIns="122175">
            <a:noAutofit/>
          </a:bodyPr>
          <a:lstStyle/>
          <a:p>
            <a:pPr indent="0" lvl="0" marL="0" rtl="0" algn="l">
              <a:spcBef>
                <a:spcPts val="0"/>
              </a:spcBef>
              <a:spcAft>
                <a:spcPts val="0"/>
              </a:spcAft>
              <a:buNone/>
            </a:pPr>
            <a:r>
              <a:rPr b="1" lang="en" sz="1600">
                <a:solidFill>
                  <a:srgbClr val="A30000"/>
                </a:solidFill>
                <a:latin typeface="Red Hat Display"/>
                <a:ea typeface="Red Hat Display"/>
                <a:cs typeface="Red Hat Display"/>
                <a:sym typeface="Red Hat Display"/>
              </a:rPr>
              <a:t>Secure</a:t>
            </a:r>
            <a:r>
              <a:rPr b="1" lang="en" sz="1600">
                <a:latin typeface="Red Hat Display"/>
                <a:ea typeface="Red Hat Display"/>
                <a:cs typeface="Red Hat Display"/>
                <a:sym typeface="Red Hat Display"/>
              </a:rPr>
              <a:t> </a:t>
            </a:r>
            <a:r>
              <a:rPr lang="en" sz="1600">
                <a:solidFill>
                  <a:schemeClr val="dk1"/>
                </a:solidFill>
                <a:latin typeface="Red Hat Display"/>
                <a:ea typeface="Red Hat Display"/>
                <a:cs typeface="Red Hat Display"/>
                <a:sym typeface="Red Hat Display"/>
              </a:rPr>
              <a:t>your systems. Ensure they are patched, configured, and compliant with security policies</a:t>
            </a:r>
            <a:endParaRPr sz="1600">
              <a:latin typeface="Red Hat Display"/>
              <a:ea typeface="Red Hat Display"/>
              <a:cs typeface="Red Hat Display"/>
              <a:sym typeface="Red Hat Display"/>
            </a:endParaRPr>
          </a:p>
        </p:txBody>
      </p:sp>
      <p:pic>
        <p:nvPicPr>
          <p:cNvPr id="5820" name="Google Shape;5820;p246"/>
          <p:cNvPicPr preferRelativeResize="0"/>
          <p:nvPr/>
        </p:nvPicPr>
        <p:blipFill rotWithShape="1">
          <a:blip r:embed="rId7">
            <a:alphaModFix/>
          </a:blip>
          <a:srcRect b="0" l="0" r="0" t="0"/>
          <a:stretch/>
        </p:blipFill>
        <p:spPr>
          <a:xfrm>
            <a:off x="6635975" y="3657600"/>
            <a:ext cx="544271" cy="544271"/>
          </a:xfrm>
          <a:prstGeom prst="rect">
            <a:avLst/>
          </a:prstGeom>
          <a:noFill/>
          <a:ln>
            <a:noFill/>
          </a:ln>
        </p:spPr>
      </p:pic>
      <p:sp>
        <p:nvSpPr>
          <p:cNvPr id="5821" name="Google Shape;5821;p246"/>
          <p:cNvSpPr txBox="1"/>
          <p:nvPr/>
        </p:nvSpPr>
        <p:spPr>
          <a:xfrm>
            <a:off x="7315200" y="4572000"/>
            <a:ext cx="4241400" cy="605400"/>
          </a:xfrm>
          <a:prstGeom prst="rect">
            <a:avLst/>
          </a:prstGeom>
          <a:noFill/>
          <a:ln>
            <a:noFill/>
          </a:ln>
        </p:spPr>
        <p:txBody>
          <a:bodyPr anchorCtr="0" anchor="ctr" bIns="122175" lIns="122175" spcFirstLastPara="1" rIns="122175" wrap="square" tIns="122175">
            <a:noAutofit/>
          </a:bodyPr>
          <a:lstStyle/>
          <a:p>
            <a:pPr indent="0" lvl="0" marL="0" rtl="0" algn="l">
              <a:spcBef>
                <a:spcPts val="0"/>
              </a:spcBef>
              <a:spcAft>
                <a:spcPts val="0"/>
              </a:spcAft>
              <a:buNone/>
            </a:pPr>
            <a:r>
              <a:rPr b="1" lang="en" sz="1600">
                <a:solidFill>
                  <a:srgbClr val="A30000"/>
                </a:solidFill>
                <a:latin typeface="Red Hat Display"/>
                <a:ea typeface="Red Hat Display"/>
                <a:cs typeface="Red Hat Display"/>
                <a:sym typeface="Red Hat Display"/>
              </a:rPr>
              <a:t>Scale </a:t>
            </a:r>
            <a:r>
              <a:rPr lang="en" sz="1600">
                <a:latin typeface="Red Hat Display"/>
                <a:ea typeface="Red Hat Display"/>
                <a:cs typeface="Red Hat Display"/>
                <a:sym typeface="Red Hat Display"/>
              </a:rPr>
              <a:t>your deployment across your hybrid multi-cloud environment with </a:t>
            </a:r>
            <a:r>
              <a:rPr b="1" lang="en" sz="1600">
                <a:solidFill>
                  <a:srgbClr val="A30000"/>
                </a:solidFill>
                <a:latin typeface="Red Hat Display"/>
                <a:ea typeface="Red Hat Display"/>
                <a:cs typeface="Red Hat Display"/>
                <a:sym typeface="Red Hat Display"/>
              </a:rPr>
              <a:t>Confidence</a:t>
            </a:r>
            <a:endParaRPr sz="1600">
              <a:latin typeface="Red Hat Display"/>
              <a:ea typeface="Red Hat Display"/>
              <a:cs typeface="Red Hat Display"/>
              <a:sym typeface="Red Hat Display"/>
            </a:endParaRPr>
          </a:p>
        </p:txBody>
      </p:sp>
      <p:pic>
        <p:nvPicPr>
          <p:cNvPr id="5822" name="Google Shape;5822;p246"/>
          <p:cNvPicPr preferRelativeResize="0"/>
          <p:nvPr/>
        </p:nvPicPr>
        <p:blipFill rotWithShape="1">
          <a:blip r:embed="rId8">
            <a:alphaModFix/>
          </a:blip>
          <a:srcRect b="0" l="0" r="0" t="0"/>
          <a:stretch/>
        </p:blipFill>
        <p:spPr>
          <a:xfrm>
            <a:off x="6635975" y="4604846"/>
            <a:ext cx="544271" cy="544271"/>
          </a:xfrm>
          <a:prstGeom prst="rect">
            <a:avLst/>
          </a:prstGeom>
          <a:noFill/>
          <a:ln>
            <a:noFill/>
          </a:ln>
        </p:spPr>
      </p:pic>
      <p:sp>
        <p:nvSpPr>
          <p:cNvPr id="5823" name="Google Shape;5823;p246"/>
          <p:cNvSpPr txBox="1"/>
          <p:nvPr>
            <p:ph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Satellite and Insights Provide</a:t>
            </a:r>
            <a:endParaRPr/>
          </a:p>
        </p:txBody>
      </p:sp>
      <p:sp>
        <p:nvSpPr>
          <p:cNvPr id="5824" name="Google Shape;5824;p24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1"/>
                </a:solidFill>
              </a:rPr>
              <a:t>Red Hat Infrastructure Standard Adoption Model</a:t>
            </a:r>
            <a:endParaRPr/>
          </a:p>
        </p:txBody>
      </p:sp>
      <p:sp>
        <p:nvSpPr>
          <p:cNvPr id="5825" name="Google Shape;5825;p24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826" name="Google Shape;5826;p246"/>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0" name="Shape 5830"/>
        <p:cNvGrpSpPr/>
        <p:nvPr/>
      </p:nvGrpSpPr>
      <p:grpSpPr>
        <a:xfrm>
          <a:off x="0" y="0"/>
          <a:ext cx="0" cy="0"/>
          <a:chOff x="0" y="0"/>
          <a:chExt cx="0" cy="0"/>
        </a:xfrm>
      </p:grpSpPr>
      <p:pic>
        <p:nvPicPr>
          <p:cNvPr id="5831" name="Google Shape;5831;p247"/>
          <p:cNvPicPr preferRelativeResize="0"/>
          <p:nvPr/>
        </p:nvPicPr>
        <p:blipFill>
          <a:blip r:embed="rId3">
            <a:alphaModFix/>
          </a:blip>
          <a:stretch>
            <a:fillRect/>
          </a:stretch>
        </p:blipFill>
        <p:spPr>
          <a:xfrm>
            <a:off x="8108223" y="2185988"/>
            <a:ext cx="1123950" cy="1400175"/>
          </a:xfrm>
          <a:prstGeom prst="rect">
            <a:avLst/>
          </a:prstGeom>
          <a:noFill/>
          <a:ln>
            <a:noFill/>
          </a:ln>
        </p:spPr>
      </p:pic>
      <p:pic>
        <p:nvPicPr>
          <p:cNvPr id="5832" name="Google Shape;5832;p247"/>
          <p:cNvPicPr preferRelativeResize="0"/>
          <p:nvPr/>
        </p:nvPicPr>
        <p:blipFill>
          <a:blip r:embed="rId3">
            <a:alphaModFix/>
          </a:blip>
          <a:stretch>
            <a:fillRect/>
          </a:stretch>
        </p:blipFill>
        <p:spPr>
          <a:xfrm>
            <a:off x="2850423" y="2185988"/>
            <a:ext cx="1123950" cy="1400175"/>
          </a:xfrm>
          <a:prstGeom prst="rect">
            <a:avLst/>
          </a:prstGeom>
          <a:noFill/>
          <a:ln>
            <a:noFill/>
          </a:ln>
        </p:spPr>
      </p:pic>
      <p:pic>
        <p:nvPicPr>
          <p:cNvPr id="5833" name="Google Shape;5833;p247"/>
          <p:cNvPicPr preferRelativeResize="0"/>
          <p:nvPr/>
        </p:nvPicPr>
        <p:blipFill>
          <a:blip r:embed="rId4">
            <a:alphaModFix/>
          </a:blip>
          <a:stretch>
            <a:fillRect/>
          </a:stretch>
        </p:blipFill>
        <p:spPr>
          <a:xfrm>
            <a:off x="5532465" y="888206"/>
            <a:ext cx="1200150" cy="1152525"/>
          </a:xfrm>
          <a:prstGeom prst="rect">
            <a:avLst/>
          </a:prstGeom>
          <a:noFill/>
          <a:ln>
            <a:noFill/>
          </a:ln>
        </p:spPr>
      </p:pic>
      <p:grpSp>
        <p:nvGrpSpPr>
          <p:cNvPr id="5834" name="Google Shape;5834;p247"/>
          <p:cNvGrpSpPr/>
          <p:nvPr/>
        </p:nvGrpSpPr>
        <p:grpSpPr>
          <a:xfrm>
            <a:off x="4621706" y="2195513"/>
            <a:ext cx="1124437" cy="1688838"/>
            <a:chOff x="4087175" y="1966913"/>
            <a:chExt cx="1124100" cy="1688838"/>
          </a:xfrm>
        </p:grpSpPr>
        <p:pic>
          <p:nvPicPr>
            <p:cNvPr id="5835" name="Google Shape;5835;p247"/>
            <p:cNvPicPr preferRelativeResize="0"/>
            <p:nvPr/>
          </p:nvPicPr>
          <p:blipFill>
            <a:blip r:embed="rId3">
              <a:alphaModFix/>
            </a:blip>
            <a:stretch>
              <a:fillRect/>
            </a:stretch>
          </p:blipFill>
          <p:spPr>
            <a:xfrm>
              <a:off x="4087250" y="1966913"/>
              <a:ext cx="1123950" cy="1400175"/>
            </a:xfrm>
            <a:prstGeom prst="rect">
              <a:avLst/>
            </a:prstGeom>
            <a:noFill/>
            <a:ln>
              <a:noFill/>
            </a:ln>
          </p:spPr>
        </p:pic>
        <p:sp>
          <p:nvSpPr>
            <p:cNvPr id="5836" name="Google Shape;5836;p247"/>
            <p:cNvSpPr txBox="1"/>
            <p:nvPr/>
          </p:nvSpPr>
          <p:spPr>
            <a:xfrm>
              <a:off x="4087175" y="3409450"/>
              <a:ext cx="1124100" cy="246300"/>
            </a:xfrm>
            <a:prstGeom prst="rect">
              <a:avLst/>
            </a:prstGeom>
            <a:noFill/>
            <a:ln>
              <a:noFill/>
            </a:ln>
          </p:spPr>
          <p:txBody>
            <a:bodyPr anchorCtr="0" anchor="ctr" bIns="0" lIns="0" spcFirstLastPara="1" rIns="0" wrap="square" tIns="0">
              <a:spAutoFit/>
            </a:bodyPr>
            <a:lstStyle/>
            <a:p>
              <a:pPr indent="0" lvl="0" marL="0" rtl="0" algn="ctr">
                <a:spcBef>
                  <a:spcPts val="0"/>
                </a:spcBef>
                <a:spcAft>
                  <a:spcPts val="0"/>
                </a:spcAft>
                <a:buNone/>
              </a:pPr>
              <a:r>
                <a:rPr lang="en" sz="800">
                  <a:latin typeface="Overpass SemiBold"/>
                  <a:ea typeface="Overpass SemiBold"/>
                  <a:cs typeface="Overpass SemiBold"/>
                  <a:sym typeface="Overpass SemiBold"/>
                </a:rPr>
                <a:t>DATA CENTER OR ORGANIZATION</a:t>
              </a:r>
              <a:endParaRPr sz="800">
                <a:latin typeface="Overpass SemiBold"/>
                <a:ea typeface="Overpass SemiBold"/>
                <a:cs typeface="Overpass SemiBold"/>
                <a:sym typeface="Overpass SemiBold"/>
              </a:endParaRPr>
            </a:p>
          </p:txBody>
        </p:sp>
      </p:grpSp>
      <p:pic>
        <p:nvPicPr>
          <p:cNvPr id="5837" name="Google Shape;5837;p247"/>
          <p:cNvPicPr preferRelativeResize="0"/>
          <p:nvPr/>
        </p:nvPicPr>
        <p:blipFill>
          <a:blip r:embed="rId3">
            <a:alphaModFix/>
          </a:blip>
          <a:stretch>
            <a:fillRect/>
          </a:stretch>
        </p:blipFill>
        <p:spPr>
          <a:xfrm>
            <a:off x="6403248" y="2185988"/>
            <a:ext cx="1123950" cy="1400175"/>
          </a:xfrm>
          <a:prstGeom prst="rect">
            <a:avLst/>
          </a:prstGeom>
          <a:noFill/>
          <a:ln>
            <a:noFill/>
          </a:ln>
        </p:spPr>
      </p:pic>
      <p:sp>
        <p:nvSpPr>
          <p:cNvPr id="5838" name="Google Shape;5838;p247"/>
          <p:cNvSpPr txBox="1"/>
          <p:nvPr/>
        </p:nvSpPr>
        <p:spPr>
          <a:xfrm>
            <a:off x="6422223" y="3638050"/>
            <a:ext cx="1124400" cy="246300"/>
          </a:xfrm>
          <a:prstGeom prst="rect">
            <a:avLst/>
          </a:prstGeom>
          <a:noFill/>
          <a:ln>
            <a:noFill/>
          </a:ln>
        </p:spPr>
        <p:txBody>
          <a:bodyPr anchorCtr="0" anchor="ctr" bIns="0" lIns="0" spcFirstLastPara="1" rIns="0" wrap="square" tIns="0">
            <a:spAutoFit/>
          </a:bodyPr>
          <a:lstStyle/>
          <a:p>
            <a:pPr indent="0" lvl="0" marL="0" rtl="0" algn="ctr">
              <a:spcBef>
                <a:spcPts val="0"/>
              </a:spcBef>
              <a:spcAft>
                <a:spcPts val="0"/>
              </a:spcAft>
              <a:buNone/>
            </a:pPr>
            <a:r>
              <a:rPr lang="en" sz="800">
                <a:latin typeface="Overpass SemiBold"/>
                <a:ea typeface="Overpass SemiBold"/>
                <a:cs typeface="Overpass SemiBold"/>
                <a:sym typeface="Overpass SemiBold"/>
              </a:rPr>
              <a:t>DATA CENTER OR ORGANIZATION</a:t>
            </a:r>
            <a:endParaRPr sz="800">
              <a:latin typeface="Overpass SemiBold"/>
              <a:ea typeface="Overpass SemiBold"/>
              <a:cs typeface="Overpass SemiBold"/>
              <a:sym typeface="Overpass SemiBold"/>
            </a:endParaRPr>
          </a:p>
        </p:txBody>
      </p:sp>
      <p:cxnSp>
        <p:nvCxnSpPr>
          <p:cNvPr id="5839" name="Google Shape;5839;p247"/>
          <p:cNvCxnSpPr/>
          <p:nvPr/>
        </p:nvCxnSpPr>
        <p:spPr>
          <a:xfrm flipH="1">
            <a:off x="3755267" y="1632043"/>
            <a:ext cx="2117400" cy="1215900"/>
          </a:xfrm>
          <a:prstGeom prst="straightConnector1">
            <a:avLst/>
          </a:prstGeom>
          <a:noFill/>
          <a:ln cap="flat" cmpd="sng" w="19050">
            <a:solidFill>
              <a:schemeClr val="accent2"/>
            </a:solidFill>
            <a:prstDash val="solid"/>
            <a:round/>
            <a:headEnd len="med" w="med" type="none"/>
            <a:tailEnd len="med" w="med" type="none"/>
          </a:ln>
        </p:spPr>
      </p:cxnSp>
      <p:cxnSp>
        <p:nvCxnSpPr>
          <p:cNvPr id="5840" name="Google Shape;5840;p247"/>
          <p:cNvCxnSpPr/>
          <p:nvPr/>
        </p:nvCxnSpPr>
        <p:spPr>
          <a:xfrm flipH="1">
            <a:off x="5533782" y="2787250"/>
            <a:ext cx="105600" cy="61800"/>
          </a:xfrm>
          <a:prstGeom prst="straightConnector1">
            <a:avLst/>
          </a:prstGeom>
          <a:noFill/>
          <a:ln cap="flat" cmpd="sng" w="19050">
            <a:solidFill>
              <a:schemeClr val="accent2"/>
            </a:solidFill>
            <a:prstDash val="solid"/>
            <a:round/>
            <a:headEnd len="med" w="med" type="none"/>
            <a:tailEnd len="med" w="med" type="none"/>
          </a:ln>
        </p:spPr>
      </p:cxnSp>
      <p:cxnSp>
        <p:nvCxnSpPr>
          <p:cNvPr id="5841" name="Google Shape;5841;p247"/>
          <p:cNvCxnSpPr/>
          <p:nvPr/>
        </p:nvCxnSpPr>
        <p:spPr>
          <a:xfrm flipH="1">
            <a:off x="5589974" y="2824175"/>
            <a:ext cx="115500" cy="67800"/>
          </a:xfrm>
          <a:prstGeom prst="straightConnector1">
            <a:avLst/>
          </a:prstGeom>
          <a:noFill/>
          <a:ln cap="flat" cmpd="sng" w="19050">
            <a:solidFill>
              <a:schemeClr val="accent3"/>
            </a:solidFill>
            <a:prstDash val="solid"/>
            <a:round/>
            <a:headEnd len="med" w="med" type="none"/>
            <a:tailEnd len="med" w="med" type="none"/>
          </a:ln>
        </p:spPr>
      </p:cxnSp>
      <p:cxnSp>
        <p:nvCxnSpPr>
          <p:cNvPr id="5842" name="Google Shape;5842;p247"/>
          <p:cNvCxnSpPr/>
          <p:nvPr/>
        </p:nvCxnSpPr>
        <p:spPr>
          <a:xfrm flipH="1">
            <a:off x="5550896" y="2852150"/>
            <a:ext cx="243300" cy="147000"/>
          </a:xfrm>
          <a:prstGeom prst="straightConnector1">
            <a:avLst/>
          </a:prstGeom>
          <a:noFill/>
          <a:ln cap="flat" cmpd="sng" w="19050">
            <a:solidFill>
              <a:schemeClr val="accent4"/>
            </a:solidFill>
            <a:prstDash val="solid"/>
            <a:round/>
            <a:headEnd len="med" w="med" type="none"/>
            <a:tailEnd len="med" w="med" type="none"/>
          </a:ln>
        </p:spPr>
      </p:cxnSp>
      <p:cxnSp>
        <p:nvCxnSpPr>
          <p:cNvPr id="5843" name="Google Shape;5843;p247"/>
          <p:cNvCxnSpPr/>
          <p:nvPr/>
        </p:nvCxnSpPr>
        <p:spPr>
          <a:xfrm rot="10800000">
            <a:off x="5789445" y="1831775"/>
            <a:ext cx="600" cy="1028100"/>
          </a:xfrm>
          <a:prstGeom prst="straightConnector1">
            <a:avLst/>
          </a:prstGeom>
          <a:noFill/>
          <a:ln cap="flat" cmpd="sng" w="19050">
            <a:solidFill>
              <a:schemeClr val="accent4"/>
            </a:solidFill>
            <a:prstDash val="solid"/>
            <a:round/>
            <a:headEnd len="med" w="med" type="none"/>
            <a:tailEnd len="med" w="med" type="none"/>
          </a:ln>
        </p:spPr>
      </p:cxnSp>
      <p:cxnSp>
        <p:nvCxnSpPr>
          <p:cNvPr id="5844" name="Google Shape;5844;p247"/>
          <p:cNvCxnSpPr/>
          <p:nvPr/>
        </p:nvCxnSpPr>
        <p:spPr>
          <a:xfrm flipH="1" rot="10800000">
            <a:off x="5701323" y="1805600"/>
            <a:ext cx="600" cy="1026300"/>
          </a:xfrm>
          <a:prstGeom prst="straightConnector1">
            <a:avLst/>
          </a:prstGeom>
          <a:noFill/>
          <a:ln cap="flat" cmpd="sng" w="19050">
            <a:solidFill>
              <a:schemeClr val="accent3"/>
            </a:solidFill>
            <a:prstDash val="solid"/>
            <a:round/>
            <a:headEnd len="med" w="med" type="none"/>
            <a:tailEnd len="med" w="med" type="none"/>
          </a:ln>
        </p:spPr>
      </p:cxnSp>
      <p:cxnSp>
        <p:nvCxnSpPr>
          <p:cNvPr id="5845" name="Google Shape;5845;p247"/>
          <p:cNvCxnSpPr/>
          <p:nvPr/>
        </p:nvCxnSpPr>
        <p:spPr>
          <a:xfrm flipH="1" rot="10800000">
            <a:off x="5634631" y="1768691"/>
            <a:ext cx="600" cy="1026300"/>
          </a:xfrm>
          <a:prstGeom prst="straightConnector1">
            <a:avLst/>
          </a:prstGeom>
          <a:noFill/>
          <a:ln cap="flat" cmpd="sng" w="19050">
            <a:solidFill>
              <a:schemeClr val="accent2"/>
            </a:solidFill>
            <a:prstDash val="solid"/>
            <a:round/>
            <a:headEnd len="med" w="med" type="none"/>
            <a:tailEnd len="med" w="med" type="none"/>
          </a:ln>
        </p:spPr>
      </p:cxnSp>
      <p:sp>
        <p:nvSpPr>
          <p:cNvPr id="5846" name="Google Shape;5846;p247"/>
          <p:cNvSpPr txBox="1"/>
          <p:nvPr>
            <p:ph type="title"/>
          </p:nvPr>
        </p:nvSpPr>
        <p:spPr>
          <a:xfrm>
            <a:off x="462490" y="1174600"/>
            <a:ext cx="3441000" cy="3100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2400">
                <a:latin typeface="Red Hat Display"/>
                <a:ea typeface="Red Hat Display"/>
                <a:cs typeface="Red Hat Display"/>
                <a:sym typeface="Red Hat Display"/>
              </a:rPr>
              <a:t>Fleet-wide </a:t>
            </a:r>
            <a:r>
              <a:rPr lang="en" sz="2400">
                <a:solidFill>
                  <a:schemeClr val="dk1"/>
                </a:solidFill>
                <a:latin typeface="Red Hat Display"/>
                <a:ea typeface="Red Hat Display"/>
                <a:cs typeface="Red Hat Display"/>
                <a:sym typeface="Red Hat Display"/>
              </a:rPr>
              <a:t>Visibility</a:t>
            </a:r>
            <a:r>
              <a:rPr lang="en" sz="2400">
                <a:latin typeface="Red Hat Display"/>
                <a:ea typeface="Red Hat Display"/>
                <a:cs typeface="Red Hat Display"/>
                <a:sym typeface="Red Hat Display"/>
              </a:rPr>
              <a:t>, </a:t>
            </a:r>
            <a:r>
              <a:rPr lang="en" sz="2400">
                <a:latin typeface="Red Hat Display"/>
                <a:ea typeface="Red Hat Display"/>
                <a:cs typeface="Red Hat Display"/>
                <a:sym typeface="Red Hat Display"/>
              </a:rPr>
              <a:t>Data Aggregation,  Control, and Reporting</a:t>
            </a:r>
            <a:endParaRPr sz="2400">
              <a:latin typeface="Red Hat Display"/>
              <a:ea typeface="Red Hat Display"/>
              <a:cs typeface="Red Hat Display"/>
              <a:sym typeface="Red Hat Display"/>
            </a:endParaRPr>
          </a:p>
          <a:p>
            <a:pPr indent="0" lvl="0" marL="0" rtl="0" algn="l">
              <a:lnSpc>
                <a:spcPct val="115000"/>
              </a:lnSpc>
              <a:spcBef>
                <a:spcPts val="0"/>
              </a:spcBef>
              <a:spcAft>
                <a:spcPts val="0"/>
              </a:spcAft>
              <a:buClr>
                <a:schemeClr val="dk1"/>
              </a:buClr>
              <a:buSzPts val="1100"/>
              <a:buFont typeface="Arial"/>
              <a:buNone/>
            </a:pPr>
            <a:r>
              <a:t/>
            </a:r>
            <a:endParaRPr sz="2400">
              <a:latin typeface="Red Hat Display"/>
              <a:ea typeface="Red Hat Display"/>
              <a:cs typeface="Red Hat Display"/>
              <a:sym typeface="Red Hat Display"/>
            </a:endParaRPr>
          </a:p>
          <a:p>
            <a:pPr indent="0" lvl="0" marL="0" rtl="0" algn="l">
              <a:lnSpc>
                <a:spcPct val="115000"/>
              </a:lnSpc>
              <a:spcBef>
                <a:spcPts val="0"/>
              </a:spcBef>
              <a:spcAft>
                <a:spcPts val="0"/>
              </a:spcAft>
              <a:buNone/>
            </a:pPr>
            <a:r>
              <a:t/>
            </a:r>
            <a:endParaRPr sz="2400">
              <a:latin typeface="Red Hat Display"/>
              <a:ea typeface="Red Hat Display"/>
              <a:cs typeface="Red Hat Display"/>
              <a:sym typeface="Red Hat Display"/>
            </a:endParaRPr>
          </a:p>
        </p:txBody>
      </p:sp>
      <p:grpSp>
        <p:nvGrpSpPr>
          <p:cNvPr id="5847" name="Google Shape;5847;p247"/>
          <p:cNvGrpSpPr/>
          <p:nvPr/>
        </p:nvGrpSpPr>
        <p:grpSpPr>
          <a:xfrm>
            <a:off x="6548379" y="1327225"/>
            <a:ext cx="1502146" cy="651300"/>
            <a:chOff x="4902624" y="1107575"/>
            <a:chExt cx="1502146" cy="651300"/>
          </a:xfrm>
        </p:grpSpPr>
        <p:pic>
          <p:nvPicPr>
            <p:cNvPr id="5848" name="Google Shape;5848;p247"/>
            <p:cNvPicPr preferRelativeResize="0"/>
            <p:nvPr/>
          </p:nvPicPr>
          <p:blipFill>
            <a:blip r:embed="rId5">
              <a:alphaModFix/>
            </a:blip>
            <a:stretch>
              <a:fillRect/>
            </a:stretch>
          </p:blipFill>
          <p:spPr>
            <a:xfrm>
              <a:off x="4902624" y="1158526"/>
              <a:ext cx="310650" cy="12600"/>
            </a:xfrm>
            <a:prstGeom prst="rect">
              <a:avLst/>
            </a:prstGeom>
            <a:noFill/>
            <a:ln>
              <a:noFill/>
            </a:ln>
          </p:spPr>
        </p:pic>
        <p:sp>
          <p:nvSpPr>
            <p:cNvPr id="5849" name="Google Shape;5849;p247"/>
            <p:cNvSpPr txBox="1"/>
            <p:nvPr/>
          </p:nvSpPr>
          <p:spPr>
            <a:xfrm>
              <a:off x="5243170" y="1107575"/>
              <a:ext cx="1161600" cy="651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CONTENT,</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DATA,</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REMEDIATION,</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REPORTING</a:t>
              </a:r>
              <a:endParaRPr sz="800">
                <a:latin typeface="Overpass SemiBold"/>
                <a:ea typeface="Overpass SemiBold"/>
                <a:cs typeface="Overpass SemiBold"/>
                <a:sym typeface="Overpass SemiBold"/>
              </a:endParaRPr>
            </a:p>
          </p:txBody>
        </p:sp>
      </p:grpSp>
      <p:sp>
        <p:nvSpPr>
          <p:cNvPr id="5850" name="Google Shape;5850;p247"/>
          <p:cNvSpPr txBox="1"/>
          <p:nvPr/>
        </p:nvSpPr>
        <p:spPr>
          <a:xfrm>
            <a:off x="5455400" y="383475"/>
            <a:ext cx="1834200" cy="2892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 sz="1200">
                <a:latin typeface="Overpass"/>
                <a:ea typeface="Overpass"/>
                <a:cs typeface="Overpass"/>
                <a:sym typeface="Overpass"/>
              </a:rPr>
              <a:t>Red Hat </a:t>
            </a:r>
            <a:r>
              <a:rPr b="1" lang="en" sz="1200">
                <a:latin typeface="Overpass"/>
                <a:ea typeface="Overpass"/>
                <a:cs typeface="Overpass"/>
                <a:sym typeface="Overpass"/>
              </a:rPr>
              <a:t>Insights</a:t>
            </a:r>
            <a:r>
              <a:rPr b="1" lang="en" sz="1200">
                <a:latin typeface="Overpass"/>
                <a:ea typeface="Overpass"/>
                <a:cs typeface="Overpass"/>
                <a:sym typeface="Overpass"/>
              </a:rPr>
              <a:t> @</a:t>
            </a:r>
            <a:endParaRPr b="1" sz="1200">
              <a:latin typeface="Overpass"/>
              <a:ea typeface="Overpass"/>
              <a:cs typeface="Overpass"/>
              <a:sym typeface="Overpass"/>
            </a:endParaRPr>
          </a:p>
          <a:p>
            <a:pPr indent="0" lvl="0" marL="0" rtl="0" algn="l">
              <a:spcBef>
                <a:spcPts val="0"/>
              </a:spcBef>
              <a:spcAft>
                <a:spcPts val="0"/>
              </a:spcAft>
              <a:buNone/>
            </a:pPr>
            <a:r>
              <a:rPr lang="en" sz="800">
                <a:latin typeface="Overpass Light"/>
                <a:ea typeface="Overpass Light"/>
                <a:cs typeface="Overpass Light"/>
                <a:sym typeface="Overpass Light"/>
              </a:rPr>
              <a:t>CLOUD.REDHAT.COM</a:t>
            </a:r>
            <a:endParaRPr sz="800">
              <a:latin typeface="Overpass Light"/>
              <a:ea typeface="Overpass Light"/>
              <a:cs typeface="Overpass Light"/>
              <a:sym typeface="Overpass Light"/>
            </a:endParaRPr>
          </a:p>
        </p:txBody>
      </p:sp>
      <p:sp>
        <p:nvSpPr>
          <p:cNvPr id="5851" name="Google Shape;5851;p24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1"/>
                </a:solidFill>
              </a:rPr>
              <a:t>Red Hat Infrastructure Standard Adoption Model</a:t>
            </a:r>
            <a:endParaRPr b="1">
              <a:latin typeface="Red Hat Display"/>
              <a:ea typeface="Red Hat Display"/>
              <a:cs typeface="Red Hat Display"/>
              <a:sym typeface="Red Hat Display"/>
            </a:endParaRPr>
          </a:p>
        </p:txBody>
      </p:sp>
      <p:cxnSp>
        <p:nvCxnSpPr>
          <p:cNvPr id="5852" name="Google Shape;5852;p247"/>
          <p:cNvCxnSpPr/>
          <p:nvPr/>
        </p:nvCxnSpPr>
        <p:spPr>
          <a:xfrm rot="10800000">
            <a:off x="6658083" y="1761335"/>
            <a:ext cx="600" cy="1028100"/>
          </a:xfrm>
          <a:prstGeom prst="straightConnector1">
            <a:avLst/>
          </a:prstGeom>
          <a:noFill/>
          <a:ln cap="flat" cmpd="sng" w="19050">
            <a:solidFill>
              <a:schemeClr val="accent4"/>
            </a:solidFill>
            <a:prstDash val="solid"/>
            <a:round/>
            <a:headEnd len="med" w="med" type="none"/>
            <a:tailEnd len="med" w="med" type="none"/>
          </a:ln>
        </p:spPr>
      </p:cxnSp>
      <p:cxnSp>
        <p:nvCxnSpPr>
          <p:cNvPr id="5853" name="Google Shape;5853;p247"/>
          <p:cNvCxnSpPr/>
          <p:nvPr/>
        </p:nvCxnSpPr>
        <p:spPr>
          <a:xfrm flipH="1" rot="10800000">
            <a:off x="6606315" y="1810239"/>
            <a:ext cx="600" cy="1026300"/>
          </a:xfrm>
          <a:prstGeom prst="straightConnector1">
            <a:avLst/>
          </a:prstGeom>
          <a:noFill/>
          <a:ln cap="flat" cmpd="sng" w="19050">
            <a:solidFill>
              <a:schemeClr val="accent3"/>
            </a:solidFill>
            <a:prstDash val="solid"/>
            <a:round/>
            <a:headEnd len="med" w="med" type="none"/>
            <a:tailEnd len="med" w="med" type="none"/>
          </a:ln>
        </p:spPr>
      </p:cxnSp>
      <p:cxnSp>
        <p:nvCxnSpPr>
          <p:cNvPr id="5854" name="Google Shape;5854;p247"/>
          <p:cNvCxnSpPr/>
          <p:nvPr/>
        </p:nvCxnSpPr>
        <p:spPr>
          <a:xfrm flipH="1" rot="10800000">
            <a:off x="6534932" y="1848331"/>
            <a:ext cx="600" cy="1026300"/>
          </a:xfrm>
          <a:prstGeom prst="straightConnector1">
            <a:avLst/>
          </a:prstGeom>
          <a:noFill/>
          <a:ln cap="flat" cmpd="sng" w="19050">
            <a:solidFill>
              <a:schemeClr val="accent2"/>
            </a:solidFill>
            <a:prstDash val="solid"/>
            <a:round/>
            <a:headEnd len="med" w="med" type="none"/>
            <a:tailEnd len="med" w="med" type="none"/>
          </a:ln>
        </p:spPr>
      </p:cxnSp>
      <p:cxnSp>
        <p:nvCxnSpPr>
          <p:cNvPr id="5855" name="Google Shape;5855;p247"/>
          <p:cNvCxnSpPr/>
          <p:nvPr/>
        </p:nvCxnSpPr>
        <p:spPr>
          <a:xfrm>
            <a:off x="6299726" y="1709423"/>
            <a:ext cx="2101200" cy="1307700"/>
          </a:xfrm>
          <a:prstGeom prst="straightConnector1">
            <a:avLst/>
          </a:prstGeom>
          <a:noFill/>
          <a:ln cap="flat" cmpd="sng" w="19050">
            <a:solidFill>
              <a:schemeClr val="accent2"/>
            </a:solidFill>
            <a:prstDash val="solid"/>
            <a:round/>
            <a:headEnd len="med" w="med" type="none"/>
            <a:tailEnd len="med" w="med" type="none"/>
          </a:ln>
        </p:spPr>
      </p:cxnSp>
      <p:cxnSp>
        <p:nvCxnSpPr>
          <p:cNvPr id="5856" name="Google Shape;5856;p247"/>
          <p:cNvCxnSpPr/>
          <p:nvPr/>
        </p:nvCxnSpPr>
        <p:spPr>
          <a:xfrm>
            <a:off x="6370719" y="1669573"/>
            <a:ext cx="2070900" cy="1271400"/>
          </a:xfrm>
          <a:prstGeom prst="straightConnector1">
            <a:avLst/>
          </a:prstGeom>
          <a:noFill/>
          <a:ln cap="flat" cmpd="sng" w="19050">
            <a:solidFill>
              <a:schemeClr val="accent3"/>
            </a:solidFill>
            <a:prstDash val="solid"/>
            <a:round/>
            <a:headEnd len="med" w="med" type="none"/>
            <a:tailEnd len="med" w="med" type="none"/>
          </a:ln>
        </p:spPr>
      </p:cxnSp>
      <p:cxnSp>
        <p:nvCxnSpPr>
          <p:cNvPr id="5857" name="Google Shape;5857;p247"/>
          <p:cNvCxnSpPr/>
          <p:nvPr/>
        </p:nvCxnSpPr>
        <p:spPr>
          <a:xfrm>
            <a:off x="6440009" y="1629759"/>
            <a:ext cx="2042100" cy="1242000"/>
          </a:xfrm>
          <a:prstGeom prst="straightConnector1">
            <a:avLst/>
          </a:prstGeom>
          <a:noFill/>
          <a:ln cap="flat" cmpd="sng" w="19050">
            <a:solidFill>
              <a:schemeClr val="accent4"/>
            </a:solidFill>
            <a:prstDash val="solid"/>
            <a:round/>
            <a:headEnd len="med" w="med" type="none"/>
            <a:tailEnd len="med" w="med" type="none"/>
          </a:ln>
        </p:spPr>
      </p:cxnSp>
      <p:cxnSp>
        <p:nvCxnSpPr>
          <p:cNvPr id="5858" name="Google Shape;5858;p247"/>
          <p:cNvCxnSpPr/>
          <p:nvPr/>
        </p:nvCxnSpPr>
        <p:spPr>
          <a:xfrm>
            <a:off x="6530112" y="2866710"/>
            <a:ext cx="185700" cy="113400"/>
          </a:xfrm>
          <a:prstGeom prst="straightConnector1">
            <a:avLst/>
          </a:prstGeom>
          <a:noFill/>
          <a:ln cap="flat" cmpd="sng" w="19050">
            <a:solidFill>
              <a:schemeClr val="accent2"/>
            </a:solidFill>
            <a:prstDash val="solid"/>
            <a:round/>
            <a:headEnd len="med" w="med" type="none"/>
            <a:tailEnd len="med" w="med" type="none"/>
          </a:ln>
        </p:spPr>
      </p:cxnSp>
      <p:cxnSp>
        <p:nvCxnSpPr>
          <p:cNvPr id="5859" name="Google Shape;5859;p247"/>
          <p:cNvCxnSpPr/>
          <p:nvPr/>
        </p:nvCxnSpPr>
        <p:spPr>
          <a:xfrm>
            <a:off x="6601700" y="2827456"/>
            <a:ext cx="152700" cy="93600"/>
          </a:xfrm>
          <a:prstGeom prst="straightConnector1">
            <a:avLst/>
          </a:prstGeom>
          <a:noFill/>
          <a:ln cap="flat" cmpd="sng" w="19050">
            <a:solidFill>
              <a:schemeClr val="accent3"/>
            </a:solidFill>
            <a:prstDash val="solid"/>
            <a:round/>
            <a:headEnd len="med" w="med" type="none"/>
            <a:tailEnd len="med" w="med" type="none"/>
          </a:ln>
        </p:spPr>
      </p:cxnSp>
      <p:cxnSp>
        <p:nvCxnSpPr>
          <p:cNvPr id="5860" name="Google Shape;5860;p247"/>
          <p:cNvCxnSpPr/>
          <p:nvPr/>
        </p:nvCxnSpPr>
        <p:spPr>
          <a:xfrm>
            <a:off x="6654917" y="2781688"/>
            <a:ext cx="129900" cy="77100"/>
          </a:xfrm>
          <a:prstGeom prst="straightConnector1">
            <a:avLst/>
          </a:prstGeom>
          <a:noFill/>
          <a:ln cap="flat" cmpd="sng" w="19050">
            <a:solidFill>
              <a:schemeClr val="accent4"/>
            </a:solidFill>
            <a:prstDash val="solid"/>
            <a:round/>
            <a:headEnd len="med" w="med" type="none"/>
            <a:tailEnd len="med" w="med" type="none"/>
          </a:ln>
        </p:spPr>
      </p:cxnSp>
      <p:sp>
        <p:nvSpPr>
          <p:cNvPr id="5861" name="Google Shape;5861;p247"/>
          <p:cNvSpPr txBox="1"/>
          <p:nvPr/>
        </p:nvSpPr>
        <p:spPr>
          <a:xfrm>
            <a:off x="2840823" y="3638050"/>
            <a:ext cx="1124400" cy="246300"/>
          </a:xfrm>
          <a:prstGeom prst="rect">
            <a:avLst/>
          </a:prstGeom>
          <a:noFill/>
          <a:ln>
            <a:noFill/>
          </a:ln>
        </p:spPr>
        <p:txBody>
          <a:bodyPr anchorCtr="0" anchor="ctr" bIns="0" lIns="0" spcFirstLastPara="1" rIns="0" wrap="square" tIns="0">
            <a:spAutoFit/>
          </a:bodyPr>
          <a:lstStyle/>
          <a:p>
            <a:pPr indent="0" lvl="0" marL="0" rtl="0" algn="ctr">
              <a:spcBef>
                <a:spcPts val="0"/>
              </a:spcBef>
              <a:spcAft>
                <a:spcPts val="0"/>
              </a:spcAft>
              <a:buNone/>
            </a:pPr>
            <a:r>
              <a:rPr lang="en" sz="800">
                <a:latin typeface="Overpass SemiBold"/>
                <a:ea typeface="Overpass SemiBold"/>
                <a:cs typeface="Overpass SemiBold"/>
                <a:sym typeface="Overpass SemiBold"/>
              </a:rPr>
              <a:t>DATA CENTER OR ORGANIZATION</a:t>
            </a:r>
            <a:endParaRPr sz="800">
              <a:latin typeface="Overpass SemiBold"/>
              <a:ea typeface="Overpass SemiBold"/>
              <a:cs typeface="Overpass SemiBold"/>
              <a:sym typeface="Overpass SemiBold"/>
            </a:endParaRPr>
          </a:p>
        </p:txBody>
      </p:sp>
      <p:sp>
        <p:nvSpPr>
          <p:cNvPr id="5862" name="Google Shape;5862;p247"/>
          <p:cNvSpPr txBox="1"/>
          <p:nvPr/>
        </p:nvSpPr>
        <p:spPr>
          <a:xfrm>
            <a:off x="8117673" y="3638050"/>
            <a:ext cx="1124400" cy="246300"/>
          </a:xfrm>
          <a:prstGeom prst="rect">
            <a:avLst/>
          </a:prstGeom>
          <a:noFill/>
          <a:ln>
            <a:noFill/>
          </a:ln>
        </p:spPr>
        <p:txBody>
          <a:bodyPr anchorCtr="0" anchor="ctr" bIns="0" lIns="0" spcFirstLastPara="1" rIns="0" wrap="square" tIns="0">
            <a:spAutoFit/>
          </a:bodyPr>
          <a:lstStyle/>
          <a:p>
            <a:pPr indent="0" lvl="0" marL="0" rtl="0" algn="ctr">
              <a:spcBef>
                <a:spcPts val="0"/>
              </a:spcBef>
              <a:spcAft>
                <a:spcPts val="0"/>
              </a:spcAft>
              <a:buNone/>
            </a:pPr>
            <a:r>
              <a:rPr lang="en" sz="800">
                <a:latin typeface="Overpass SemiBold"/>
                <a:ea typeface="Overpass SemiBold"/>
                <a:cs typeface="Overpass SemiBold"/>
                <a:sym typeface="Overpass SemiBold"/>
              </a:rPr>
              <a:t>DATA CENTER OR ORGANIZATION</a:t>
            </a:r>
            <a:endParaRPr sz="800">
              <a:latin typeface="Overpass SemiBold"/>
              <a:ea typeface="Overpass SemiBold"/>
              <a:cs typeface="Overpass SemiBold"/>
              <a:sym typeface="Overpass SemiBold"/>
            </a:endParaRPr>
          </a:p>
        </p:txBody>
      </p:sp>
      <p:cxnSp>
        <p:nvCxnSpPr>
          <p:cNvPr id="5863" name="Google Shape;5863;p247"/>
          <p:cNvCxnSpPr/>
          <p:nvPr/>
        </p:nvCxnSpPr>
        <p:spPr>
          <a:xfrm flipH="1">
            <a:off x="3752962" y="1668952"/>
            <a:ext cx="2186400" cy="1293300"/>
          </a:xfrm>
          <a:prstGeom prst="straightConnector1">
            <a:avLst/>
          </a:prstGeom>
          <a:noFill/>
          <a:ln cap="flat" cmpd="sng" w="19050">
            <a:solidFill>
              <a:schemeClr val="accent3"/>
            </a:solidFill>
            <a:prstDash val="solid"/>
            <a:round/>
            <a:headEnd len="med" w="med" type="none"/>
            <a:tailEnd len="med" w="med" type="none"/>
          </a:ln>
        </p:spPr>
      </p:cxnSp>
      <p:cxnSp>
        <p:nvCxnSpPr>
          <p:cNvPr id="5864" name="Google Shape;5864;p247"/>
          <p:cNvCxnSpPr/>
          <p:nvPr/>
        </p:nvCxnSpPr>
        <p:spPr>
          <a:xfrm flipH="1">
            <a:off x="3824412" y="1707052"/>
            <a:ext cx="2187600" cy="1312500"/>
          </a:xfrm>
          <a:prstGeom prst="straightConnector1">
            <a:avLst/>
          </a:prstGeom>
          <a:noFill/>
          <a:ln cap="flat" cmpd="sng" w="19050">
            <a:solidFill>
              <a:schemeClr val="accent4"/>
            </a:solidFill>
            <a:prstDash val="solid"/>
            <a:round/>
            <a:headEnd len="med" w="med" type="none"/>
            <a:tailEnd len="med" w="med" type="none"/>
          </a:ln>
        </p:spPr>
      </p:cxnSp>
      <p:sp>
        <p:nvSpPr>
          <p:cNvPr id="5865" name="Google Shape;5865;p247"/>
          <p:cNvSpPr txBox="1"/>
          <p:nvPr/>
        </p:nvSpPr>
        <p:spPr>
          <a:xfrm>
            <a:off x="2514600" y="4343400"/>
            <a:ext cx="41460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For Red Hat Enterprise Linux OS</a:t>
            </a:r>
            <a:endParaRPr>
              <a:latin typeface="Overpass Light"/>
              <a:ea typeface="Overpass Light"/>
              <a:cs typeface="Overpass Light"/>
              <a:sym typeface="Overpass Light"/>
            </a:endParaRPr>
          </a:p>
          <a:p>
            <a:pPr indent="-317500" lvl="0" marL="457200" rtl="0" algn="l">
              <a:spcBef>
                <a:spcPts val="0"/>
              </a:spcBef>
              <a:spcAft>
                <a:spcPts val="0"/>
              </a:spcAft>
              <a:buSzPts val="1400"/>
              <a:buFont typeface="Overpass Light"/>
              <a:buChar char="●"/>
            </a:pPr>
            <a:r>
              <a:rPr lang="en">
                <a:latin typeface="Overpass Light"/>
                <a:ea typeface="Overpass Light"/>
                <a:cs typeface="Overpass Light"/>
                <a:sym typeface="Overpass Light"/>
              </a:rPr>
              <a:t>Inventory, Subscription Utilization</a:t>
            </a:r>
            <a:endParaRPr>
              <a:latin typeface="Overpass Light"/>
              <a:ea typeface="Overpass Light"/>
              <a:cs typeface="Overpass Light"/>
              <a:sym typeface="Overpass Light"/>
            </a:endParaRPr>
          </a:p>
          <a:p>
            <a:pPr indent="-317500" lvl="0" marL="457200" rtl="0" algn="l">
              <a:spcBef>
                <a:spcPts val="0"/>
              </a:spcBef>
              <a:spcAft>
                <a:spcPts val="0"/>
              </a:spcAft>
              <a:buSzPts val="1400"/>
              <a:buFont typeface="Overpass Light"/>
              <a:buChar char="●"/>
            </a:pPr>
            <a:r>
              <a:rPr lang="en">
                <a:latin typeface="Overpass Light"/>
                <a:ea typeface="Overpass Light"/>
                <a:cs typeface="Overpass Light"/>
                <a:sym typeface="Overpass Light"/>
              </a:rPr>
              <a:t>Configuration Recommendations</a:t>
            </a:r>
            <a:endParaRPr>
              <a:latin typeface="Overpass Light"/>
              <a:ea typeface="Overpass Light"/>
              <a:cs typeface="Overpass Light"/>
              <a:sym typeface="Overpass Light"/>
            </a:endParaRPr>
          </a:p>
          <a:p>
            <a:pPr indent="-317500" lvl="0" marL="457200" rtl="0" algn="l">
              <a:spcBef>
                <a:spcPts val="0"/>
              </a:spcBef>
              <a:spcAft>
                <a:spcPts val="0"/>
              </a:spcAft>
              <a:buSzPts val="1400"/>
              <a:buFont typeface="Overpass Light"/>
              <a:buChar char="●"/>
            </a:pPr>
            <a:r>
              <a:rPr lang="en">
                <a:latin typeface="Overpass Light"/>
                <a:ea typeface="Overpass Light"/>
                <a:cs typeface="Overpass Light"/>
                <a:sym typeface="Overpass Light"/>
              </a:rPr>
              <a:t>Drift Analysis</a:t>
            </a:r>
            <a:endParaRPr>
              <a:latin typeface="Overpass Light"/>
              <a:ea typeface="Overpass Light"/>
              <a:cs typeface="Overpass Light"/>
              <a:sym typeface="Overpass Light"/>
            </a:endParaRPr>
          </a:p>
          <a:p>
            <a:pPr indent="-317500" lvl="0" marL="457200" rtl="0" algn="l">
              <a:spcBef>
                <a:spcPts val="0"/>
              </a:spcBef>
              <a:spcAft>
                <a:spcPts val="0"/>
              </a:spcAft>
              <a:buSzPts val="1400"/>
              <a:buFont typeface="Overpass Light"/>
              <a:buChar char="●"/>
            </a:pPr>
            <a:r>
              <a:rPr lang="en">
                <a:latin typeface="Overpass Light"/>
                <a:ea typeface="Overpass Light"/>
                <a:cs typeface="Overpass Light"/>
                <a:sym typeface="Overpass Light"/>
              </a:rPr>
              <a:t>Vulnerability Analysis</a:t>
            </a:r>
            <a:endParaRPr>
              <a:latin typeface="Overpass Light"/>
              <a:ea typeface="Overpass Light"/>
              <a:cs typeface="Overpass Light"/>
              <a:sym typeface="Overpass Light"/>
            </a:endParaRPr>
          </a:p>
          <a:p>
            <a:pPr indent="-317500" lvl="0" marL="457200" rtl="0" algn="l">
              <a:spcBef>
                <a:spcPts val="0"/>
              </a:spcBef>
              <a:spcAft>
                <a:spcPts val="0"/>
              </a:spcAft>
              <a:buSzPts val="1400"/>
              <a:buFont typeface="Overpass Light"/>
              <a:buChar char="●"/>
            </a:pPr>
            <a:r>
              <a:rPr lang="en">
                <a:latin typeface="Overpass Light"/>
                <a:ea typeface="Overpass Light"/>
                <a:cs typeface="Overpass Light"/>
                <a:sym typeface="Overpass Light"/>
              </a:rPr>
              <a:t>Compliance</a:t>
            </a:r>
            <a:endParaRPr>
              <a:latin typeface="Overpass Light"/>
              <a:ea typeface="Overpass Light"/>
              <a:cs typeface="Overpass Light"/>
              <a:sym typeface="Overpass Light"/>
            </a:endParaRPr>
          </a:p>
          <a:p>
            <a:pPr indent="-317500" lvl="0" marL="457200" rtl="0" algn="l">
              <a:spcBef>
                <a:spcPts val="0"/>
              </a:spcBef>
              <a:spcAft>
                <a:spcPts val="0"/>
              </a:spcAft>
              <a:buSzPts val="1400"/>
              <a:buFont typeface="Overpass Light"/>
              <a:buChar char="●"/>
            </a:pPr>
            <a:r>
              <a:rPr lang="en">
                <a:latin typeface="Overpass Light"/>
                <a:ea typeface="Overpass Light"/>
                <a:cs typeface="Overpass Light"/>
                <a:sym typeface="Overpass Light"/>
              </a:rPr>
              <a:t>Remediation Playbook Generation</a:t>
            </a:r>
            <a:endParaRPr>
              <a:latin typeface="Overpass Light"/>
              <a:ea typeface="Overpass Light"/>
              <a:cs typeface="Overpass Light"/>
              <a:sym typeface="Overpass Light"/>
            </a:endParaRPr>
          </a:p>
          <a:p>
            <a:pPr indent="-317500" lvl="0" marL="457200" rtl="0" algn="l">
              <a:spcBef>
                <a:spcPts val="0"/>
              </a:spcBef>
              <a:spcAft>
                <a:spcPts val="0"/>
              </a:spcAft>
              <a:buSzPts val="1400"/>
              <a:buFont typeface="Overpass Light"/>
              <a:buChar char="●"/>
            </a:pPr>
            <a:r>
              <a:rPr lang="en">
                <a:latin typeface="Overpass Light"/>
                <a:ea typeface="Overpass Light"/>
                <a:cs typeface="Overpass Light"/>
                <a:sym typeface="Overpass Light"/>
              </a:rPr>
              <a:t>Resource Optimization</a:t>
            </a:r>
            <a:endParaRPr>
              <a:latin typeface="Overpass Light"/>
              <a:ea typeface="Overpass Light"/>
              <a:cs typeface="Overpass Light"/>
              <a:sym typeface="Overpass Light"/>
            </a:endParaRPr>
          </a:p>
        </p:txBody>
      </p:sp>
      <p:sp>
        <p:nvSpPr>
          <p:cNvPr id="5866" name="Google Shape;5866;p247"/>
          <p:cNvSpPr txBox="1"/>
          <p:nvPr/>
        </p:nvSpPr>
        <p:spPr>
          <a:xfrm>
            <a:off x="6629400" y="4343400"/>
            <a:ext cx="41460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For Red Hat Satellite Integration</a:t>
            </a:r>
            <a:endParaRPr>
              <a:latin typeface="Overpass Light"/>
              <a:ea typeface="Overpass Light"/>
              <a:cs typeface="Overpass Light"/>
              <a:sym typeface="Overpass Light"/>
            </a:endParaRPr>
          </a:p>
          <a:p>
            <a:pPr indent="-317500" lvl="0" marL="457200" rtl="0" algn="l">
              <a:spcBef>
                <a:spcPts val="0"/>
              </a:spcBef>
              <a:spcAft>
                <a:spcPts val="0"/>
              </a:spcAft>
              <a:buSzPts val="1400"/>
              <a:buFont typeface="Overpass Light"/>
              <a:buChar char="●"/>
            </a:pPr>
            <a:r>
              <a:rPr lang="en">
                <a:latin typeface="Overpass Light"/>
                <a:ea typeface="Overpass Light"/>
                <a:cs typeface="Overpass Light"/>
                <a:sym typeface="Overpass Light"/>
              </a:rPr>
              <a:t>Aggregate across multiple Satellites</a:t>
            </a:r>
            <a:endParaRPr>
              <a:latin typeface="Overpass Light"/>
              <a:ea typeface="Overpass Light"/>
              <a:cs typeface="Overpass Light"/>
              <a:sym typeface="Overpass Light"/>
            </a:endParaRPr>
          </a:p>
          <a:p>
            <a:pPr indent="-317500" lvl="0" marL="457200" rtl="0" algn="l">
              <a:spcBef>
                <a:spcPts val="0"/>
              </a:spcBef>
              <a:spcAft>
                <a:spcPts val="0"/>
              </a:spcAft>
              <a:buSzPts val="1400"/>
              <a:buFont typeface="Overpass Light"/>
              <a:buChar char="●"/>
            </a:pPr>
            <a:r>
              <a:rPr lang="en">
                <a:latin typeface="Overpass Light"/>
                <a:ea typeface="Overpass Light"/>
                <a:cs typeface="Overpass Light"/>
                <a:sym typeface="Overpass Light"/>
              </a:rPr>
              <a:t>Red Hat Cloud Connector for Integration</a:t>
            </a:r>
            <a:endParaRPr>
              <a:latin typeface="Overpass Light"/>
              <a:ea typeface="Overpass Light"/>
              <a:cs typeface="Overpass Light"/>
              <a:sym typeface="Overpass Light"/>
            </a:endParaRPr>
          </a:p>
          <a:p>
            <a:pPr indent="-317500" lvl="0" marL="457200" rtl="0" algn="l">
              <a:spcBef>
                <a:spcPts val="0"/>
              </a:spcBef>
              <a:spcAft>
                <a:spcPts val="0"/>
              </a:spcAft>
              <a:buSzPts val="1400"/>
              <a:buFont typeface="Overpass Light"/>
              <a:buChar char="●"/>
            </a:pPr>
            <a:r>
              <a:rPr lang="en">
                <a:latin typeface="Overpass Light"/>
                <a:ea typeface="Overpass Light"/>
                <a:cs typeface="Overpass Light"/>
                <a:sym typeface="Overpass Light"/>
              </a:rPr>
              <a:t>Remote Ansible Remediation</a:t>
            </a:r>
            <a:endParaRPr>
              <a:latin typeface="Overpass Light"/>
              <a:ea typeface="Overpass Light"/>
              <a:cs typeface="Overpass Light"/>
              <a:sym typeface="Overpass Light"/>
            </a:endParaRPr>
          </a:p>
          <a:p>
            <a:pPr indent="-317500" lvl="0" marL="457200" rtl="0" algn="l">
              <a:spcBef>
                <a:spcPts val="0"/>
              </a:spcBef>
              <a:spcAft>
                <a:spcPts val="0"/>
              </a:spcAft>
              <a:buSzPts val="1400"/>
              <a:buFont typeface="Overpass Light"/>
              <a:buChar char="●"/>
            </a:pPr>
            <a:r>
              <a:rPr lang="en">
                <a:latin typeface="Overpass Light"/>
                <a:ea typeface="Overpass Light"/>
                <a:cs typeface="Overpass Light"/>
                <a:sym typeface="Overpass Light"/>
              </a:rPr>
              <a:t>Manifest Management</a:t>
            </a:r>
            <a:endParaRPr>
              <a:latin typeface="Overpass Light"/>
              <a:ea typeface="Overpass Light"/>
              <a:cs typeface="Overpass Light"/>
              <a:sym typeface="Overpass Light"/>
            </a:endParaRPr>
          </a:p>
          <a:p>
            <a:pPr indent="-317500" lvl="0" marL="457200" rtl="0" algn="l">
              <a:spcBef>
                <a:spcPts val="0"/>
              </a:spcBef>
              <a:spcAft>
                <a:spcPts val="0"/>
              </a:spcAft>
              <a:buSzPts val="1400"/>
              <a:buFont typeface="Overpass Light"/>
              <a:buChar char="●"/>
            </a:pPr>
            <a:r>
              <a:rPr lang="en">
                <a:latin typeface="Overpass Light"/>
                <a:ea typeface="Overpass Light"/>
                <a:cs typeface="Overpass Light"/>
                <a:sym typeface="Overpass Light"/>
              </a:rPr>
              <a:t>Edge Systems Managment</a:t>
            </a:r>
            <a:endParaRPr>
              <a:latin typeface="Overpass Light"/>
              <a:ea typeface="Overpass Light"/>
              <a:cs typeface="Overpass Light"/>
              <a:sym typeface="Overpass Light"/>
            </a:endParaRPr>
          </a:p>
        </p:txBody>
      </p:sp>
      <p:grpSp>
        <p:nvGrpSpPr>
          <p:cNvPr id="5867" name="Google Shape;5867;p247"/>
          <p:cNvGrpSpPr/>
          <p:nvPr/>
        </p:nvGrpSpPr>
        <p:grpSpPr>
          <a:xfrm>
            <a:off x="10165556" y="943017"/>
            <a:ext cx="1662070" cy="1688914"/>
            <a:chOff x="10165556" y="943017"/>
            <a:chExt cx="1662070" cy="1688914"/>
          </a:xfrm>
        </p:grpSpPr>
        <p:grpSp>
          <p:nvGrpSpPr>
            <p:cNvPr id="5868" name="Google Shape;5868;p247"/>
            <p:cNvGrpSpPr/>
            <p:nvPr/>
          </p:nvGrpSpPr>
          <p:grpSpPr>
            <a:xfrm>
              <a:off x="10172729" y="943017"/>
              <a:ext cx="1654898" cy="1688914"/>
              <a:chOff x="4381564" y="1323975"/>
              <a:chExt cx="2834700" cy="2834700"/>
            </a:xfrm>
          </p:grpSpPr>
          <p:grpSp>
            <p:nvGrpSpPr>
              <p:cNvPr id="5869" name="Google Shape;5869;p247"/>
              <p:cNvGrpSpPr/>
              <p:nvPr/>
            </p:nvGrpSpPr>
            <p:grpSpPr>
              <a:xfrm>
                <a:off x="4381564" y="1323975"/>
                <a:ext cx="2834700" cy="2834700"/>
                <a:chOff x="4381500" y="1323975"/>
                <a:chExt cx="2834700" cy="2834700"/>
              </a:xfrm>
            </p:grpSpPr>
            <p:sp>
              <p:nvSpPr>
                <p:cNvPr id="5870" name="Google Shape;5870;p247"/>
                <p:cNvSpPr/>
                <p:nvPr/>
              </p:nvSpPr>
              <p:spPr>
                <a:xfrm>
                  <a:off x="4381500" y="1323975"/>
                  <a:ext cx="2834700" cy="2834700"/>
                </a:xfrm>
                <a:prstGeom prst="ellipse">
                  <a:avLst/>
                </a:prstGeom>
                <a:no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1" name="Google Shape;5871;p247"/>
                <p:cNvSpPr/>
                <p:nvPr/>
              </p:nvSpPr>
              <p:spPr>
                <a:xfrm>
                  <a:off x="5067300" y="2009775"/>
                  <a:ext cx="1463100" cy="1463100"/>
                </a:xfrm>
                <a:prstGeom prst="ellipse">
                  <a:avLst/>
                </a:prstGeom>
                <a:noFill/>
                <a:ln cap="flat" cmpd="sng" w="1524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72" name="Google Shape;5872;p247"/>
              <p:cNvGrpSpPr/>
              <p:nvPr/>
            </p:nvGrpSpPr>
            <p:grpSpPr>
              <a:xfrm>
                <a:off x="4397514" y="1379648"/>
                <a:ext cx="2802802" cy="2723355"/>
                <a:chOff x="4413527" y="1370716"/>
                <a:chExt cx="2802802" cy="2723355"/>
              </a:xfrm>
            </p:grpSpPr>
            <p:grpSp>
              <p:nvGrpSpPr>
                <p:cNvPr id="5873" name="Google Shape;5873;p247"/>
                <p:cNvGrpSpPr/>
                <p:nvPr/>
              </p:nvGrpSpPr>
              <p:grpSpPr>
                <a:xfrm>
                  <a:off x="6301929" y="3179671"/>
                  <a:ext cx="914400" cy="914400"/>
                  <a:chOff x="8321229" y="3179936"/>
                  <a:chExt cx="914400" cy="914400"/>
                </a:xfrm>
              </p:grpSpPr>
              <p:sp>
                <p:nvSpPr>
                  <p:cNvPr id="5874" name="Google Shape;5874;p247"/>
                  <p:cNvSpPr/>
                  <p:nvPr/>
                </p:nvSpPr>
                <p:spPr>
                  <a:xfrm>
                    <a:off x="8321229" y="3179936"/>
                    <a:ext cx="914400" cy="914400"/>
                  </a:xfrm>
                  <a:prstGeom prst="roundRect">
                    <a:avLst>
                      <a:gd fmla="val 21845" name="adj"/>
                    </a:avLst>
                  </a:prstGeom>
                  <a:solidFill>
                    <a:schemeClr val="dk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875" name="Google Shape;5875;p247"/>
                  <p:cNvPicPr preferRelativeResize="0"/>
                  <p:nvPr/>
                </p:nvPicPr>
                <p:blipFill>
                  <a:blip r:embed="rId6">
                    <a:alphaModFix/>
                  </a:blip>
                  <a:stretch>
                    <a:fillRect/>
                  </a:stretch>
                </p:blipFill>
                <p:spPr>
                  <a:xfrm>
                    <a:off x="8321229" y="3179936"/>
                    <a:ext cx="914400" cy="914400"/>
                  </a:xfrm>
                  <a:prstGeom prst="rect">
                    <a:avLst/>
                  </a:prstGeom>
                  <a:noFill/>
                  <a:ln>
                    <a:noFill/>
                  </a:ln>
                </p:spPr>
              </p:pic>
            </p:grpSp>
            <p:grpSp>
              <p:nvGrpSpPr>
                <p:cNvPr id="5876" name="Google Shape;5876;p247"/>
                <p:cNvGrpSpPr/>
                <p:nvPr/>
              </p:nvGrpSpPr>
              <p:grpSpPr>
                <a:xfrm>
                  <a:off x="6301929" y="1370716"/>
                  <a:ext cx="914400" cy="914400"/>
                  <a:chOff x="6263829" y="1370716"/>
                  <a:chExt cx="914400" cy="914400"/>
                </a:xfrm>
              </p:grpSpPr>
              <p:sp>
                <p:nvSpPr>
                  <p:cNvPr id="5877" name="Google Shape;5877;p247"/>
                  <p:cNvSpPr/>
                  <p:nvPr/>
                </p:nvSpPr>
                <p:spPr>
                  <a:xfrm>
                    <a:off x="6263829" y="1370716"/>
                    <a:ext cx="914400" cy="914400"/>
                  </a:xfrm>
                  <a:prstGeom prst="roundRect">
                    <a:avLst>
                      <a:gd fmla="val 21845" name="adj"/>
                    </a:avLst>
                  </a:prstGeom>
                  <a:solidFill>
                    <a:schemeClr val="lt1"/>
                  </a:solid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878" name="Google Shape;5878;p247"/>
                  <p:cNvPicPr preferRelativeResize="0"/>
                  <p:nvPr/>
                </p:nvPicPr>
                <p:blipFill>
                  <a:blip r:embed="rId7">
                    <a:alphaModFix/>
                  </a:blip>
                  <a:stretch>
                    <a:fillRect/>
                  </a:stretch>
                </p:blipFill>
                <p:spPr>
                  <a:xfrm>
                    <a:off x="6312879" y="1419766"/>
                    <a:ext cx="816300" cy="816300"/>
                  </a:xfrm>
                  <a:prstGeom prst="rect">
                    <a:avLst/>
                  </a:prstGeom>
                  <a:noFill/>
                  <a:ln>
                    <a:noFill/>
                  </a:ln>
                </p:spPr>
              </p:pic>
            </p:grpSp>
            <p:grpSp>
              <p:nvGrpSpPr>
                <p:cNvPr id="5879" name="Google Shape;5879;p247"/>
                <p:cNvGrpSpPr/>
                <p:nvPr/>
              </p:nvGrpSpPr>
              <p:grpSpPr>
                <a:xfrm>
                  <a:off x="4413527" y="1370716"/>
                  <a:ext cx="914400" cy="914400"/>
                  <a:chOff x="4437340" y="1269451"/>
                  <a:chExt cx="914400" cy="914400"/>
                </a:xfrm>
              </p:grpSpPr>
              <p:sp>
                <p:nvSpPr>
                  <p:cNvPr id="5880" name="Google Shape;5880;p247"/>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881" name="Google Shape;5881;p247"/>
                  <p:cNvPicPr preferRelativeResize="0"/>
                  <p:nvPr/>
                </p:nvPicPr>
                <p:blipFill rotWithShape="1">
                  <a:blip r:embed="rId8">
                    <a:alphaModFix/>
                  </a:blip>
                  <a:srcRect b="9632" l="15541" r="14164" t="9218"/>
                  <a:stretch/>
                </p:blipFill>
                <p:spPr>
                  <a:xfrm>
                    <a:off x="4537357" y="1303203"/>
                    <a:ext cx="739893" cy="850172"/>
                  </a:xfrm>
                  <a:prstGeom prst="rect">
                    <a:avLst/>
                  </a:prstGeom>
                  <a:noFill/>
                  <a:ln>
                    <a:noFill/>
                  </a:ln>
                </p:spPr>
              </p:pic>
            </p:grpSp>
            <p:grpSp>
              <p:nvGrpSpPr>
                <p:cNvPr id="5882" name="Google Shape;5882;p247"/>
                <p:cNvGrpSpPr/>
                <p:nvPr/>
              </p:nvGrpSpPr>
              <p:grpSpPr>
                <a:xfrm>
                  <a:off x="4413527" y="3179671"/>
                  <a:ext cx="914400" cy="914400"/>
                  <a:chOff x="4437340" y="3101261"/>
                  <a:chExt cx="914400" cy="914400"/>
                </a:xfrm>
              </p:grpSpPr>
              <p:sp>
                <p:nvSpPr>
                  <p:cNvPr id="5883" name="Google Shape;5883;p247"/>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884" name="Google Shape;5884;p247"/>
                  <p:cNvPicPr preferRelativeResize="0"/>
                  <p:nvPr/>
                </p:nvPicPr>
                <p:blipFill rotWithShape="1">
                  <a:blip r:embed="rId9">
                    <a:alphaModFix/>
                  </a:blip>
                  <a:srcRect b="13122" l="12810" r="11523" t="12272"/>
                  <a:stretch/>
                </p:blipFill>
                <p:spPr>
                  <a:xfrm>
                    <a:off x="4518236" y="3190157"/>
                    <a:ext cx="752608" cy="736608"/>
                  </a:xfrm>
                  <a:prstGeom prst="rect">
                    <a:avLst/>
                  </a:prstGeom>
                  <a:noFill/>
                  <a:ln>
                    <a:noFill/>
                  </a:ln>
                </p:spPr>
              </p:pic>
            </p:grpSp>
          </p:grpSp>
          <p:sp>
            <p:nvSpPr>
              <p:cNvPr id="5885" name="Google Shape;5885;p247"/>
              <p:cNvSpPr/>
              <p:nvPr/>
            </p:nvSpPr>
            <p:spPr>
              <a:xfrm>
                <a:off x="5570314" y="2514525"/>
                <a:ext cx="457200" cy="453600"/>
              </a:xfrm>
              <a:prstGeom prst="ellipse">
                <a:avLst/>
              </a:prstGeom>
              <a:solidFill>
                <a:schemeClr val="dk2"/>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86" name="Google Shape;5886;p247"/>
            <p:cNvSpPr/>
            <p:nvPr/>
          </p:nvSpPr>
          <p:spPr>
            <a:xfrm>
              <a:off x="10165556" y="962025"/>
              <a:ext cx="566700" cy="573900"/>
            </a:xfrm>
            <a:prstGeom prst="roundRect">
              <a:avLst>
                <a:gd fmla="val 23645" name="adj"/>
              </a:avLst>
            </a:prstGeom>
            <a:solidFill>
              <a:srgbClr val="9B9696">
                <a:alpha val="48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7" name="Google Shape;5887;p247"/>
            <p:cNvSpPr/>
            <p:nvPr/>
          </p:nvSpPr>
          <p:spPr>
            <a:xfrm>
              <a:off x="10165556" y="2035969"/>
              <a:ext cx="566700" cy="573900"/>
            </a:xfrm>
            <a:prstGeom prst="roundRect">
              <a:avLst>
                <a:gd fmla="val 23645" name="adj"/>
              </a:avLst>
            </a:prstGeom>
            <a:solidFill>
              <a:srgbClr val="9B9696">
                <a:alpha val="48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88" name="Google Shape;5888;p24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889" name="Google Shape;5889;p247"/>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3" name="Shape 5893"/>
        <p:cNvGrpSpPr/>
        <p:nvPr/>
      </p:nvGrpSpPr>
      <p:grpSpPr>
        <a:xfrm>
          <a:off x="0" y="0"/>
          <a:ext cx="0" cy="0"/>
          <a:chOff x="0" y="0"/>
          <a:chExt cx="0" cy="0"/>
        </a:xfrm>
      </p:grpSpPr>
      <p:pic>
        <p:nvPicPr>
          <p:cNvPr id="5894" name="Google Shape;5894;p248"/>
          <p:cNvPicPr preferRelativeResize="0"/>
          <p:nvPr/>
        </p:nvPicPr>
        <p:blipFill>
          <a:blip r:embed="rId3">
            <a:alphaModFix/>
          </a:blip>
          <a:stretch>
            <a:fillRect/>
          </a:stretch>
        </p:blipFill>
        <p:spPr>
          <a:xfrm>
            <a:off x="3317630" y="2613088"/>
            <a:ext cx="1971675" cy="2943225"/>
          </a:xfrm>
          <a:prstGeom prst="rect">
            <a:avLst/>
          </a:prstGeom>
          <a:noFill/>
          <a:ln>
            <a:noFill/>
          </a:ln>
        </p:spPr>
      </p:pic>
      <p:sp>
        <p:nvSpPr>
          <p:cNvPr id="5895" name="Google Shape;5895;p248"/>
          <p:cNvSpPr txBox="1"/>
          <p:nvPr/>
        </p:nvSpPr>
        <p:spPr>
          <a:xfrm>
            <a:off x="3317630" y="5200550"/>
            <a:ext cx="1124400" cy="246300"/>
          </a:xfrm>
          <a:prstGeom prst="rect">
            <a:avLst/>
          </a:prstGeom>
          <a:noFill/>
          <a:ln>
            <a:noFill/>
          </a:ln>
        </p:spPr>
        <p:txBody>
          <a:bodyPr anchorCtr="0" anchor="ctr" bIns="0" lIns="0" spcFirstLastPara="1" rIns="0" wrap="square" tIns="0">
            <a:spAutoFit/>
          </a:bodyPr>
          <a:lstStyle/>
          <a:p>
            <a:pPr indent="0" lvl="0" marL="0" rtl="0" algn="ctr">
              <a:spcBef>
                <a:spcPts val="0"/>
              </a:spcBef>
              <a:spcAft>
                <a:spcPts val="0"/>
              </a:spcAft>
              <a:buNone/>
            </a:pPr>
            <a:r>
              <a:rPr lang="en" sz="800">
                <a:latin typeface="Overpass SemiBold"/>
                <a:ea typeface="Overpass SemiBold"/>
                <a:cs typeface="Overpass SemiBold"/>
                <a:sym typeface="Overpass SemiBold"/>
              </a:rPr>
              <a:t>PRIMARY</a:t>
            </a:r>
            <a:endParaRPr sz="800">
              <a:latin typeface="Overpass SemiBold"/>
              <a:ea typeface="Overpass SemiBold"/>
              <a:cs typeface="Overpass SemiBold"/>
              <a:sym typeface="Overpass SemiBold"/>
            </a:endParaRPr>
          </a:p>
          <a:p>
            <a:pPr indent="0" lvl="0" marL="0" rtl="0" algn="ctr">
              <a:spcBef>
                <a:spcPts val="0"/>
              </a:spcBef>
              <a:spcAft>
                <a:spcPts val="0"/>
              </a:spcAft>
              <a:buNone/>
            </a:pPr>
            <a:r>
              <a:rPr lang="en" sz="800">
                <a:latin typeface="Overpass SemiBold"/>
                <a:ea typeface="Overpass SemiBold"/>
                <a:cs typeface="Overpass SemiBold"/>
                <a:sym typeface="Overpass SemiBold"/>
              </a:rPr>
              <a:t>DATA CENTER</a:t>
            </a:r>
            <a:endParaRPr sz="800">
              <a:latin typeface="Overpass SemiBold"/>
              <a:ea typeface="Overpass SemiBold"/>
              <a:cs typeface="Overpass SemiBold"/>
              <a:sym typeface="Overpass SemiBold"/>
            </a:endParaRPr>
          </a:p>
        </p:txBody>
      </p:sp>
      <p:grpSp>
        <p:nvGrpSpPr>
          <p:cNvPr id="5896" name="Google Shape;5896;p248"/>
          <p:cNvGrpSpPr/>
          <p:nvPr/>
        </p:nvGrpSpPr>
        <p:grpSpPr>
          <a:xfrm>
            <a:off x="4535482" y="3154650"/>
            <a:ext cx="1188665" cy="246900"/>
            <a:chOff x="4902624" y="1107564"/>
            <a:chExt cx="1188665" cy="246900"/>
          </a:xfrm>
        </p:grpSpPr>
        <p:pic>
          <p:nvPicPr>
            <p:cNvPr id="5897" name="Google Shape;5897;p248"/>
            <p:cNvPicPr preferRelativeResize="0"/>
            <p:nvPr/>
          </p:nvPicPr>
          <p:blipFill>
            <a:blip r:embed="rId4">
              <a:alphaModFix/>
            </a:blip>
            <a:stretch>
              <a:fillRect/>
            </a:stretch>
          </p:blipFill>
          <p:spPr>
            <a:xfrm>
              <a:off x="4902624" y="1158526"/>
              <a:ext cx="310650" cy="12600"/>
            </a:xfrm>
            <a:prstGeom prst="rect">
              <a:avLst/>
            </a:prstGeom>
            <a:noFill/>
            <a:ln>
              <a:noFill/>
            </a:ln>
          </p:spPr>
        </p:pic>
        <p:sp>
          <p:nvSpPr>
            <p:cNvPr id="5898" name="Google Shape;5898;p248"/>
            <p:cNvSpPr txBox="1"/>
            <p:nvPr/>
          </p:nvSpPr>
          <p:spPr>
            <a:xfrm>
              <a:off x="5243188" y="1107564"/>
              <a:ext cx="8481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SATELLITE INSIDE FIREWALLS</a:t>
              </a:r>
              <a:endParaRPr sz="800">
                <a:latin typeface="Overpass SemiBold"/>
                <a:ea typeface="Overpass SemiBold"/>
                <a:cs typeface="Overpass SemiBold"/>
                <a:sym typeface="Overpass SemiBold"/>
              </a:endParaRPr>
            </a:p>
          </p:txBody>
        </p:sp>
      </p:grpSp>
      <p:pic>
        <p:nvPicPr>
          <p:cNvPr id="5899" name="Google Shape;5899;p248"/>
          <p:cNvPicPr preferRelativeResize="0"/>
          <p:nvPr/>
        </p:nvPicPr>
        <p:blipFill>
          <a:blip r:embed="rId5">
            <a:alphaModFix/>
          </a:blip>
          <a:stretch>
            <a:fillRect/>
          </a:stretch>
        </p:blipFill>
        <p:spPr>
          <a:xfrm>
            <a:off x="4618065" y="1040606"/>
            <a:ext cx="1200150" cy="1152525"/>
          </a:xfrm>
          <a:prstGeom prst="rect">
            <a:avLst/>
          </a:prstGeom>
          <a:noFill/>
          <a:ln>
            <a:noFill/>
          </a:ln>
        </p:spPr>
      </p:pic>
      <p:sp>
        <p:nvSpPr>
          <p:cNvPr id="5900" name="Google Shape;5900;p248"/>
          <p:cNvSpPr txBox="1"/>
          <p:nvPr>
            <p:ph type="title"/>
          </p:nvPr>
        </p:nvSpPr>
        <p:spPr>
          <a:xfrm>
            <a:off x="448380" y="1179415"/>
            <a:ext cx="3482100" cy="9675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2400"/>
              <a:t>An Individual Data Center or Organization</a:t>
            </a:r>
            <a:endParaRPr sz="2400"/>
          </a:p>
        </p:txBody>
      </p:sp>
      <p:grpSp>
        <p:nvGrpSpPr>
          <p:cNvPr id="5901" name="Google Shape;5901;p248"/>
          <p:cNvGrpSpPr/>
          <p:nvPr/>
        </p:nvGrpSpPr>
        <p:grpSpPr>
          <a:xfrm>
            <a:off x="5633769" y="1555819"/>
            <a:ext cx="929155" cy="246900"/>
            <a:chOff x="4902624" y="1107569"/>
            <a:chExt cx="929155" cy="246900"/>
          </a:xfrm>
        </p:grpSpPr>
        <p:pic>
          <p:nvPicPr>
            <p:cNvPr id="5902" name="Google Shape;5902;p248"/>
            <p:cNvPicPr preferRelativeResize="0"/>
            <p:nvPr/>
          </p:nvPicPr>
          <p:blipFill>
            <a:blip r:embed="rId4">
              <a:alphaModFix/>
            </a:blip>
            <a:stretch>
              <a:fillRect/>
            </a:stretch>
          </p:blipFill>
          <p:spPr>
            <a:xfrm>
              <a:off x="4902624" y="1158526"/>
              <a:ext cx="310650" cy="12600"/>
            </a:xfrm>
            <a:prstGeom prst="rect">
              <a:avLst/>
            </a:prstGeom>
            <a:noFill/>
            <a:ln>
              <a:noFill/>
            </a:ln>
          </p:spPr>
        </p:pic>
        <p:sp>
          <p:nvSpPr>
            <p:cNvPr id="5903" name="Google Shape;5903;p248"/>
            <p:cNvSpPr txBox="1"/>
            <p:nvPr/>
          </p:nvSpPr>
          <p:spPr>
            <a:xfrm>
              <a:off x="5243179" y="1107569"/>
              <a:ext cx="5886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RED HAT</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CONTENT</a:t>
              </a:r>
              <a:endParaRPr sz="800">
                <a:latin typeface="Overpass SemiBold"/>
                <a:ea typeface="Overpass SemiBold"/>
                <a:cs typeface="Overpass SemiBold"/>
                <a:sym typeface="Overpass SemiBold"/>
              </a:endParaRPr>
            </a:p>
          </p:txBody>
        </p:sp>
      </p:grpSp>
      <p:sp>
        <p:nvSpPr>
          <p:cNvPr id="5904" name="Google Shape;5904;p248"/>
          <p:cNvSpPr txBox="1"/>
          <p:nvPr/>
        </p:nvSpPr>
        <p:spPr>
          <a:xfrm>
            <a:off x="4616990" y="688267"/>
            <a:ext cx="1281300" cy="2892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 sz="800">
                <a:latin typeface="Overpass Light"/>
                <a:ea typeface="Overpass Light"/>
                <a:cs typeface="Overpass Light"/>
                <a:sym typeface="Overpass Light"/>
              </a:rPr>
              <a:t>CLOUD.REDHAT.COM</a:t>
            </a:r>
            <a:endParaRPr sz="800">
              <a:latin typeface="Overpass Light"/>
              <a:ea typeface="Overpass Light"/>
              <a:cs typeface="Overpass Light"/>
              <a:sym typeface="Overpass Light"/>
            </a:endParaRPr>
          </a:p>
        </p:txBody>
      </p:sp>
      <p:sp>
        <p:nvSpPr>
          <p:cNvPr id="5905" name="Google Shape;5905;p24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1"/>
                </a:solidFill>
              </a:rPr>
              <a:t>Red Hat Infrastructure Standard Adoption Model</a:t>
            </a:r>
            <a:endParaRPr/>
          </a:p>
        </p:txBody>
      </p:sp>
      <p:cxnSp>
        <p:nvCxnSpPr>
          <p:cNvPr id="5906" name="Google Shape;5906;p248"/>
          <p:cNvCxnSpPr/>
          <p:nvPr/>
        </p:nvCxnSpPr>
        <p:spPr>
          <a:xfrm rot="10800000">
            <a:off x="3180849" y="3984075"/>
            <a:ext cx="13200" cy="845100"/>
          </a:xfrm>
          <a:prstGeom prst="straightConnector1">
            <a:avLst/>
          </a:prstGeom>
          <a:noFill/>
          <a:ln cap="flat" cmpd="sng" w="19050">
            <a:solidFill>
              <a:srgbClr val="4A86E8"/>
            </a:solidFill>
            <a:prstDash val="solid"/>
            <a:round/>
            <a:headEnd len="med" w="med" type="none"/>
            <a:tailEnd len="med" w="med" type="none"/>
          </a:ln>
        </p:spPr>
      </p:cxnSp>
      <p:cxnSp>
        <p:nvCxnSpPr>
          <p:cNvPr id="5907" name="Google Shape;5907;p248"/>
          <p:cNvCxnSpPr/>
          <p:nvPr/>
        </p:nvCxnSpPr>
        <p:spPr>
          <a:xfrm rot="9003106">
            <a:off x="3104326" y="3720829"/>
            <a:ext cx="1079890" cy="2121"/>
          </a:xfrm>
          <a:prstGeom prst="straightConnector1">
            <a:avLst/>
          </a:prstGeom>
          <a:noFill/>
          <a:ln cap="flat" cmpd="sng" w="19050">
            <a:solidFill>
              <a:srgbClr val="4A86E8"/>
            </a:solidFill>
            <a:prstDash val="solid"/>
            <a:round/>
            <a:headEnd len="med" w="med" type="none"/>
            <a:tailEnd len="med" w="med" type="none"/>
          </a:ln>
        </p:spPr>
      </p:cxnSp>
      <p:sp>
        <p:nvSpPr>
          <p:cNvPr id="5908" name="Google Shape;5908;p248"/>
          <p:cNvSpPr txBox="1"/>
          <p:nvPr/>
        </p:nvSpPr>
        <p:spPr>
          <a:xfrm>
            <a:off x="1982089" y="5556319"/>
            <a:ext cx="5883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OTHER </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SOURCES</a:t>
            </a:r>
            <a:endParaRPr sz="800">
              <a:latin typeface="Overpass SemiBold"/>
              <a:ea typeface="Overpass SemiBold"/>
              <a:cs typeface="Overpass SemiBold"/>
              <a:sym typeface="Overpass SemiBold"/>
            </a:endParaRPr>
          </a:p>
        </p:txBody>
      </p:sp>
      <p:sp>
        <p:nvSpPr>
          <p:cNvPr id="5909" name="Google Shape;5909;p248"/>
          <p:cNvSpPr txBox="1"/>
          <p:nvPr/>
        </p:nvSpPr>
        <p:spPr>
          <a:xfrm>
            <a:off x="1324306" y="4886325"/>
            <a:ext cx="8481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0">
                <a:latin typeface="Red Hat Text"/>
                <a:ea typeface="Red Hat Text"/>
                <a:cs typeface="Red Hat Text"/>
                <a:sym typeface="Red Hat Text"/>
              </a:rPr>
              <a:t>…</a:t>
            </a:r>
            <a:endParaRPr sz="6000">
              <a:latin typeface="Red Hat Text"/>
              <a:ea typeface="Red Hat Text"/>
              <a:cs typeface="Red Hat Text"/>
              <a:sym typeface="Red Hat Text"/>
            </a:endParaRPr>
          </a:p>
        </p:txBody>
      </p:sp>
      <p:cxnSp>
        <p:nvCxnSpPr>
          <p:cNvPr id="5910" name="Google Shape;5910;p248"/>
          <p:cNvCxnSpPr/>
          <p:nvPr/>
        </p:nvCxnSpPr>
        <p:spPr>
          <a:xfrm rot="9003106">
            <a:off x="3034827" y="3680957"/>
            <a:ext cx="1079890" cy="2121"/>
          </a:xfrm>
          <a:prstGeom prst="straightConnector1">
            <a:avLst/>
          </a:prstGeom>
          <a:noFill/>
          <a:ln cap="flat" cmpd="sng" w="19050">
            <a:solidFill>
              <a:schemeClr val="dk2"/>
            </a:solidFill>
            <a:prstDash val="solid"/>
            <a:round/>
            <a:headEnd len="med" w="med" type="none"/>
            <a:tailEnd len="med" w="med" type="none"/>
          </a:ln>
        </p:spPr>
      </p:cxnSp>
      <p:grpSp>
        <p:nvGrpSpPr>
          <p:cNvPr id="5911" name="Google Shape;5911;p248"/>
          <p:cNvGrpSpPr/>
          <p:nvPr/>
        </p:nvGrpSpPr>
        <p:grpSpPr>
          <a:xfrm>
            <a:off x="1208512" y="2528888"/>
            <a:ext cx="1557597" cy="2828925"/>
            <a:chOff x="1193863" y="2052638"/>
            <a:chExt cx="1557129" cy="2828925"/>
          </a:xfrm>
        </p:grpSpPr>
        <p:pic>
          <p:nvPicPr>
            <p:cNvPr id="5912" name="Google Shape;5912;p248"/>
            <p:cNvPicPr preferRelativeResize="0"/>
            <p:nvPr/>
          </p:nvPicPr>
          <p:blipFill>
            <a:blip r:embed="rId6">
              <a:alphaModFix/>
            </a:blip>
            <a:stretch>
              <a:fillRect/>
            </a:stretch>
          </p:blipFill>
          <p:spPr>
            <a:xfrm>
              <a:off x="1193863" y="2052638"/>
              <a:ext cx="885825" cy="1076325"/>
            </a:xfrm>
            <a:prstGeom prst="rect">
              <a:avLst/>
            </a:prstGeom>
            <a:noFill/>
            <a:ln>
              <a:noFill/>
            </a:ln>
          </p:spPr>
        </p:pic>
        <p:pic>
          <p:nvPicPr>
            <p:cNvPr id="5913" name="Google Shape;5913;p248"/>
            <p:cNvPicPr preferRelativeResize="0"/>
            <p:nvPr/>
          </p:nvPicPr>
          <p:blipFill>
            <a:blip r:embed="rId6">
              <a:alphaModFix/>
            </a:blip>
            <a:stretch>
              <a:fillRect/>
            </a:stretch>
          </p:blipFill>
          <p:spPr>
            <a:xfrm>
              <a:off x="1193863" y="2890838"/>
              <a:ext cx="885825" cy="1076325"/>
            </a:xfrm>
            <a:prstGeom prst="rect">
              <a:avLst/>
            </a:prstGeom>
            <a:noFill/>
            <a:ln>
              <a:noFill/>
            </a:ln>
          </p:spPr>
        </p:pic>
        <p:pic>
          <p:nvPicPr>
            <p:cNvPr id="5914" name="Google Shape;5914;p248"/>
            <p:cNvPicPr preferRelativeResize="0"/>
            <p:nvPr/>
          </p:nvPicPr>
          <p:blipFill>
            <a:blip r:embed="rId6">
              <a:alphaModFix/>
            </a:blip>
            <a:stretch>
              <a:fillRect/>
            </a:stretch>
          </p:blipFill>
          <p:spPr>
            <a:xfrm>
              <a:off x="1193863" y="3805238"/>
              <a:ext cx="885825" cy="1076325"/>
            </a:xfrm>
            <a:prstGeom prst="rect">
              <a:avLst/>
            </a:prstGeom>
            <a:noFill/>
            <a:ln>
              <a:noFill/>
            </a:ln>
          </p:spPr>
        </p:pic>
        <p:grpSp>
          <p:nvGrpSpPr>
            <p:cNvPr id="5915" name="Google Shape;5915;p248"/>
            <p:cNvGrpSpPr/>
            <p:nvPr/>
          </p:nvGrpSpPr>
          <p:grpSpPr>
            <a:xfrm>
              <a:off x="1822116" y="3308419"/>
              <a:ext cx="928876" cy="246900"/>
              <a:chOff x="4902624" y="1107569"/>
              <a:chExt cx="929155" cy="246900"/>
            </a:xfrm>
          </p:grpSpPr>
          <p:pic>
            <p:nvPicPr>
              <p:cNvPr id="5916" name="Google Shape;5916;p248"/>
              <p:cNvPicPr preferRelativeResize="0"/>
              <p:nvPr/>
            </p:nvPicPr>
            <p:blipFill>
              <a:blip r:embed="rId4">
                <a:alphaModFix/>
              </a:blip>
              <a:stretch>
                <a:fillRect/>
              </a:stretch>
            </p:blipFill>
            <p:spPr>
              <a:xfrm>
                <a:off x="4902624" y="1158526"/>
                <a:ext cx="310650" cy="12600"/>
              </a:xfrm>
              <a:prstGeom prst="rect">
                <a:avLst/>
              </a:prstGeom>
              <a:noFill/>
              <a:ln>
                <a:noFill/>
              </a:ln>
            </p:spPr>
          </p:pic>
          <p:sp>
            <p:nvSpPr>
              <p:cNvPr id="5917" name="Google Shape;5917;p248"/>
              <p:cNvSpPr txBox="1"/>
              <p:nvPr/>
            </p:nvSpPr>
            <p:spPr>
              <a:xfrm>
                <a:off x="5243179" y="1107569"/>
                <a:ext cx="5886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CONTAINER</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CONTENT</a:t>
                </a:r>
                <a:endParaRPr sz="800">
                  <a:latin typeface="Overpass SemiBold"/>
                  <a:ea typeface="Overpass SemiBold"/>
                  <a:cs typeface="Overpass SemiBold"/>
                  <a:sym typeface="Overpass SemiBold"/>
                </a:endParaRPr>
              </a:p>
            </p:txBody>
          </p:sp>
        </p:grpSp>
        <p:grpSp>
          <p:nvGrpSpPr>
            <p:cNvPr id="5918" name="Google Shape;5918;p248"/>
            <p:cNvGrpSpPr/>
            <p:nvPr/>
          </p:nvGrpSpPr>
          <p:grpSpPr>
            <a:xfrm>
              <a:off x="1822116" y="2470219"/>
              <a:ext cx="928876" cy="246900"/>
              <a:chOff x="4902624" y="1107569"/>
              <a:chExt cx="929155" cy="246900"/>
            </a:xfrm>
          </p:grpSpPr>
          <p:pic>
            <p:nvPicPr>
              <p:cNvPr id="5919" name="Google Shape;5919;p248"/>
              <p:cNvPicPr preferRelativeResize="0"/>
              <p:nvPr/>
            </p:nvPicPr>
            <p:blipFill>
              <a:blip r:embed="rId4">
                <a:alphaModFix/>
              </a:blip>
              <a:stretch>
                <a:fillRect/>
              </a:stretch>
            </p:blipFill>
            <p:spPr>
              <a:xfrm>
                <a:off x="4902624" y="1158526"/>
                <a:ext cx="310650" cy="12600"/>
              </a:xfrm>
              <a:prstGeom prst="rect">
                <a:avLst/>
              </a:prstGeom>
              <a:noFill/>
              <a:ln>
                <a:noFill/>
              </a:ln>
            </p:spPr>
          </p:pic>
          <p:sp>
            <p:nvSpPr>
              <p:cNvPr id="5920" name="Google Shape;5920;p248"/>
              <p:cNvSpPr txBox="1"/>
              <p:nvPr/>
            </p:nvSpPr>
            <p:spPr>
              <a:xfrm>
                <a:off x="5243179" y="1107569"/>
                <a:ext cx="5886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GIT</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CONTENT</a:t>
                </a:r>
                <a:endParaRPr sz="800">
                  <a:latin typeface="Overpass SemiBold"/>
                  <a:ea typeface="Overpass SemiBold"/>
                  <a:cs typeface="Overpass SemiBold"/>
                  <a:sym typeface="Overpass SemiBold"/>
                </a:endParaRPr>
              </a:p>
            </p:txBody>
          </p:sp>
        </p:grpSp>
        <p:grpSp>
          <p:nvGrpSpPr>
            <p:cNvPr id="5921" name="Google Shape;5921;p248"/>
            <p:cNvGrpSpPr/>
            <p:nvPr/>
          </p:nvGrpSpPr>
          <p:grpSpPr>
            <a:xfrm>
              <a:off x="1822116" y="4222819"/>
              <a:ext cx="928876" cy="246900"/>
              <a:chOff x="4902624" y="1107569"/>
              <a:chExt cx="929155" cy="246900"/>
            </a:xfrm>
          </p:grpSpPr>
          <p:pic>
            <p:nvPicPr>
              <p:cNvPr id="5922" name="Google Shape;5922;p248"/>
              <p:cNvPicPr preferRelativeResize="0"/>
              <p:nvPr/>
            </p:nvPicPr>
            <p:blipFill>
              <a:blip r:embed="rId4">
                <a:alphaModFix/>
              </a:blip>
              <a:stretch>
                <a:fillRect/>
              </a:stretch>
            </p:blipFill>
            <p:spPr>
              <a:xfrm>
                <a:off x="4902624" y="1158526"/>
                <a:ext cx="310650" cy="12600"/>
              </a:xfrm>
              <a:prstGeom prst="rect">
                <a:avLst/>
              </a:prstGeom>
              <a:noFill/>
              <a:ln>
                <a:noFill/>
              </a:ln>
            </p:spPr>
          </p:pic>
          <p:sp>
            <p:nvSpPr>
              <p:cNvPr id="5923" name="Google Shape;5923;p248"/>
              <p:cNvSpPr txBox="1"/>
              <p:nvPr/>
            </p:nvSpPr>
            <p:spPr>
              <a:xfrm>
                <a:off x="5243179" y="1107569"/>
                <a:ext cx="5886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CUSTOM</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CONTENT</a:t>
                </a:r>
                <a:endParaRPr sz="800">
                  <a:latin typeface="Overpass SemiBold"/>
                  <a:ea typeface="Overpass SemiBold"/>
                  <a:cs typeface="Overpass SemiBold"/>
                  <a:sym typeface="Overpass SemiBold"/>
                </a:endParaRPr>
              </a:p>
            </p:txBody>
          </p:sp>
        </p:grpSp>
      </p:grpSp>
      <p:cxnSp>
        <p:nvCxnSpPr>
          <p:cNvPr id="5924" name="Google Shape;5924;p248"/>
          <p:cNvCxnSpPr/>
          <p:nvPr/>
        </p:nvCxnSpPr>
        <p:spPr>
          <a:xfrm flipH="1" rot="1800388">
            <a:off x="1845013" y="3609831"/>
            <a:ext cx="1361134" cy="1237"/>
          </a:xfrm>
          <a:prstGeom prst="straightConnector1">
            <a:avLst/>
          </a:prstGeom>
          <a:noFill/>
          <a:ln cap="flat" cmpd="sng" w="19050">
            <a:solidFill>
              <a:schemeClr val="dk2"/>
            </a:solidFill>
            <a:prstDash val="solid"/>
            <a:round/>
            <a:headEnd len="med" w="med" type="none"/>
            <a:tailEnd len="med" w="med" type="none"/>
          </a:ln>
        </p:spPr>
      </p:cxnSp>
      <p:cxnSp>
        <p:nvCxnSpPr>
          <p:cNvPr id="5925" name="Google Shape;5925;p248"/>
          <p:cNvCxnSpPr/>
          <p:nvPr/>
        </p:nvCxnSpPr>
        <p:spPr>
          <a:xfrm rot="10800000">
            <a:off x="1938801" y="4113600"/>
            <a:ext cx="1261200" cy="723900"/>
          </a:xfrm>
          <a:prstGeom prst="straightConnector1">
            <a:avLst/>
          </a:prstGeom>
          <a:noFill/>
          <a:ln cap="flat" cmpd="sng" w="19050">
            <a:solidFill>
              <a:srgbClr val="4A86E8"/>
            </a:solidFill>
            <a:prstDash val="solid"/>
            <a:round/>
            <a:headEnd len="med" w="med" type="none"/>
            <a:tailEnd len="med" w="med" type="none"/>
          </a:ln>
        </p:spPr>
      </p:cxnSp>
      <p:cxnSp>
        <p:nvCxnSpPr>
          <p:cNvPr id="5926" name="Google Shape;5926;p248"/>
          <p:cNvCxnSpPr/>
          <p:nvPr/>
        </p:nvCxnSpPr>
        <p:spPr>
          <a:xfrm rot="10800000">
            <a:off x="3245363" y="4023175"/>
            <a:ext cx="3300" cy="1762800"/>
          </a:xfrm>
          <a:prstGeom prst="straightConnector1">
            <a:avLst/>
          </a:prstGeom>
          <a:noFill/>
          <a:ln cap="flat" cmpd="sng" w="19050">
            <a:solidFill>
              <a:srgbClr val="F1C232"/>
            </a:solidFill>
            <a:prstDash val="solid"/>
            <a:round/>
            <a:headEnd len="med" w="med" type="none"/>
            <a:tailEnd len="med" w="med" type="none"/>
          </a:ln>
        </p:spPr>
      </p:cxnSp>
      <p:cxnSp>
        <p:nvCxnSpPr>
          <p:cNvPr id="5927" name="Google Shape;5927;p248"/>
          <p:cNvCxnSpPr/>
          <p:nvPr/>
        </p:nvCxnSpPr>
        <p:spPr>
          <a:xfrm rot="9003106">
            <a:off x="3168636" y="3760120"/>
            <a:ext cx="1079890" cy="2121"/>
          </a:xfrm>
          <a:prstGeom prst="straightConnector1">
            <a:avLst/>
          </a:prstGeom>
          <a:noFill/>
          <a:ln cap="flat" cmpd="sng" w="19050">
            <a:solidFill>
              <a:srgbClr val="F1C232"/>
            </a:solidFill>
            <a:prstDash val="solid"/>
            <a:round/>
            <a:headEnd len="med" w="med" type="none"/>
            <a:tailEnd len="med" w="med" type="none"/>
          </a:ln>
        </p:spPr>
      </p:cxnSp>
      <p:cxnSp>
        <p:nvCxnSpPr>
          <p:cNvPr id="5928" name="Google Shape;5928;p248"/>
          <p:cNvCxnSpPr/>
          <p:nvPr/>
        </p:nvCxnSpPr>
        <p:spPr>
          <a:xfrm rot="10800000">
            <a:off x="1926563" y="5007850"/>
            <a:ext cx="1322100" cy="785700"/>
          </a:xfrm>
          <a:prstGeom prst="straightConnector1">
            <a:avLst/>
          </a:prstGeom>
          <a:noFill/>
          <a:ln cap="flat" cmpd="sng" w="19050">
            <a:solidFill>
              <a:srgbClr val="F1C232"/>
            </a:solidFill>
            <a:prstDash val="solid"/>
            <a:round/>
            <a:headEnd len="med" w="med" type="none"/>
            <a:tailEnd len="med" w="med" type="none"/>
          </a:ln>
        </p:spPr>
      </p:cxnSp>
      <p:grpSp>
        <p:nvGrpSpPr>
          <p:cNvPr id="5929" name="Google Shape;5929;p248"/>
          <p:cNvGrpSpPr/>
          <p:nvPr/>
        </p:nvGrpSpPr>
        <p:grpSpPr>
          <a:xfrm>
            <a:off x="4716395" y="1784443"/>
            <a:ext cx="381217" cy="207909"/>
            <a:chOff x="5095961" y="1403443"/>
            <a:chExt cx="381103" cy="207909"/>
          </a:xfrm>
        </p:grpSpPr>
        <p:cxnSp>
          <p:nvCxnSpPr>
            <p:cNvPr id="5930" name="Google Shape;5930;p248"/>
            <p:cNvCxnSpPr/>
            <p:nvPr/>
          </p:nvCxnSpPr>
          <p:spPr>
            <a:xfrm flipH="1">
              <a:off x="5095961" y="1403443"/>
              <a:ext cx="241800" cy="144300"/>
            </a:xfrm>
            <a:prstGeom prst="straightConnector1">
              <a:avLst/>
            </a:prstGeom>
            <a:noFill/>
            <a:ln cap="flat" cmpd="sng" w="19050">
              <a:solidFill>
                <a:schemeClr val="accent2"/>
              </a:solidFill>
              <a:prstDash val="solid"/>
              <a:round/>
              <a:headEnd len="med" w="med" type="none"/>
              <a:tailEnd len="med" w="med" type="none"/>
            </a:ln>
          </p:spPr>
        </p:cxnSp>
        <p:cxnSp>
          <p:nvCxnSpPr>
            <p:cNvPr id="5931" name="Google Shape;5931;p248"/>
            <p:cNvCxnSpPr/>
            <p:nvPr/>
          </p:nvCxnSpPr>
          <p:spPr>
            <a:xfrm flipH="1">
              <a:off x="5162636" y="1440352"/>
              <a:ext cx="241800" cy="144300"/>
            </a:xfrm>
            <a:prstGeom prst="straightConnector1">
              <a:avLst/>
            </a:prstGeom>
            <a:noFill/>
            <a:ln cap="flat" cmpd="sng" w="19050">
              <a:solidFill>
                <a:schemeClr val="accent3"/>
              </a:solidFill>
              <a:prstDash val="solid"/>
              <a:round/>
              <a:headEnd len="med" w="med" type="none"/>
              <a:tailEnd len="med" w="med" type="none"/>
            </a:ln>
          </p:spPr>
        </p:cxnSp>
        <p:cxnSp>
          <p:nvCxnSpPr>
            <p:cNvPr id="5932" name="Google Shape;5932;p248"/>
            <p:cNvCxnSpPr/>
            <p:nvPr/>
          </p:nvCxnSpPr>
          <p:spPr>
            <a:xfrm flipH="1">
              <a:off x="5249964" y="1478452"/>
              <a:ext cx="227100" cy="132900"/>
            </a:xfrm>
            <a:prstGeom prst="straightConnector1">
              <a:avLst/>
            </a:prstGeom>
            <a:noFill/>
            <a:ln cap="flat" cmpd="sng" w="19050">
              <a:solidFill>
                <a:schemeClr val="accent4"/>
              </a:solidFill>
              <a:prstDash val="solid"/>
              <a:round/>
              <a:headEnd len="med" w="med" type="none"/>
              <a:tailEnd len="med" w="med" type="none"/>
            </a:ln>
          </p:spPr>
        </p:cxnSp>
      </p:grpSp>
      <p:cxnSp>
        <p:nvCxnSpPr>
          <p:cNvPr id="5933" name="Google Shape;5933;p248"/>
          <p:cNvCxnSpPr/>
          <p:nvPr/>
        </p:nvCxnSpPr>
        <p:spPr>
          <a:xfrm flipH="1">
            <a:off x="4619382" y="2939650"/>
            <a:ext cx="105600" cy="61800"/>
          </a:xfrm>
          <a:prstGeom prst="straightConnector1">
            <a:avLst/>
          </a:prstGeom>
          <a:noFill/>
          <a:ln cap="flat" cmpd="sng" w="19050">
            <a:solidFill>
              <a:schemeClr val="accent2"/>
            </a:solidFill>
            <a:prstDash val="solid"/>
            <a:round/>
            <a:headEnd len="med" w="med" type="none"/>
            <a:tailEnd len="med" w="med" type="none"/>
          </a:ln>
        </p:spPr>
      </p:cxnSp>
      <p:cxnSp>
        <p:nvCxnSpPr>
          <p:cNvPr id="5934" name="Google Shape;5934;p248"/>
          <p:cNvCxnSpPr/>
          <p:nvPr/>
        </p:nvCxnSpPr>
        <p:spPr>
          <a:xfrm flipH="1">
            <a:off x="4675574" y="2976575"/>
            <a:ext cx="115500" cy="67800"/>
          </a:xfrm>
          <a:prstGeom prst="straightConnector1">
            <a:avLst/>
          </a:prstGeom>
          <a:noFill/>
          <a:ln cap="flat" cmpd="sng" w="19050">
            <a:solidFill>
              <a:schemeClr val="accent3"/>
            </a:solidFill>
            <a:prstDash val="solid"/>
            <a:round/>
            <a:headEnd len="med" w="med" type="none"/>
            <a:tailEnd len="med" w="med" type="none"/>
          </a:ln>
        </p:spPr>
      </p:cxnSp>
      <p:cxnSp>
        <p:nvCxnSpPr>
          <p:cNvPr id="5935" name="Google Shape;5935;p248"/>
          <p:cNvCxnSpPr/>
          <p:nvPr/>
        </p:nvCxnSpPr>
        <p:spPr>
          <a:xfrm flipH="1">
            <a:off x="4636496" y="3004550"/>
            <a:ext cx="243300" cy="147000"/>
          </a:xfrm>
          <a:prstGeom prst="straightConnector1">
            <a:avLst/>
          </a:prstGeom>
          <a:noFill/>
          <a:ln cap="flat" cmpd="sng" w="19050">
            <a:solidFill>
              <a:schemeClr val="accent4"/>
            </a:solidFill>
            <a:prstDash val="solid"/>
            <a:round/>
            <a:headEnd len="med" w="med" type="none"/>
            <a:tailEnd len="med" w="med" type="none"/>
          </a:ln>
        </p:spPr>
      </p:cxnSp>
      <p:cxnSp>
        <p:nvCxnSpPr>
          <p:cNvPr id="5936" name="Google Shape;5936;p248"/>
          <p:cNvCxnSpPr/>
          <p:nvPr/>
        </p:nvCxnSpPr>
        <p:spPr>
          <a:xfrm rot="10800000">
            <a:off x="4875045" y="1984175"/>
            <a:ext cx="600" cy="1028100"/>
          </a:xfrm>
          <a:prstGeom prst="straightConnector1">
            <a:avLst/>
          </a:prstGeom>
          <a:noFill/>
          <a:ln cap="flat" cmpd="sng" w="19050">
            <a:solidFill>
              <a:schemeClr val="accent4"/>
            </a:solidFill>
            <a:prstDash val="solid"/>
            <a:round/>
            <a:headEnd len="med" w="med" type="none"/>
            <a:tailEnd len="med" w="med" type="none"/>
          </a:ln>
        </p:spPr>
      </p:cxnSp>
      <p:cxnSp>
        <p:nvCxnSpPr>
          <p:cNvPr id="5937" name="Google Shape;5937;p248"/>
          <p:cNvCxnSpPr/>
          <p:nvPr/>
        </p:nvCxnSpPr>
        <p:spPr>
          <a:xfrm flipH="1" rot="10800000">
            <a:off x="4786923" y="1958000"/>
            <a:ext cx="600" cy="1026300"/>
          </a:xfrm>
          <a:prstGeom prst="straightConnector1">
            <a:avLst/>
          </a:prstGeom>
          <a:noFill/>
          <a:ln cap="flat" cmpd="sng" w="19050">
            <a:solidFill>
              <a:schemeClr val="accent3"/>
            </a:solidFill>
            <a:prstDash val="solid"/>
            <a:round/>
            <a:headEnd len="med" w="med" type="none"/>
            <a:tailEnd len="med" w="med" type="none"/>
          </a:ln>
        </p:spPr>
      </p:cxnSp>
      <p:cxnSp>
        <p:nvCxnSpPr>
          <p:cNvPr id="5938" name="Google Shape;5938;p248"/>
          <p:cNvCxnSpPr/>
          <p:nvPr/>
        </p:nvCxnSpPr>
        <p:spPr>
          <a:xfrm flipH="1" rot="10800000">
            <a:off x="4720231" y="1921091"/>
            <a:ext cx="600" cy="1026300"/>
          </a:xfrm>
          <a:prstGeom prst="straightConnector1">
            <a:avLst/>
          </a:prstGeom>
          <a:noFill/>
          <a:ln cap="flat" cmpd="sng" w="19050">
            <a:solidFill>
              <a:schemeClr val="accent2"/>
            </a:solidFill>
            <a:prstDash val="solid"/>
            <a:round/>
            <a:headEnd len="med" w="med" type="none"/>
            <a:tailEnd len="med" w="med" type="none"/>
          </a:ln>
        </p:spPr>
      </p:cxnSp>
      <p:cxnSp>
        <p:nvCxnSpPr>
          <p:cNvPr id="5939" name="Google Shape;5939;p248"/>
          <p:cNvCxnSpPr/>
          <p:nvPr/>
        </p:nvCxnSpPr>
        <p:spPr>
          <a:xfrm rot="10800000">
            <a:off x="4526431" y="3463813"/>
            <a:ext cx="671400" cy="369600"/>
          </a:xfrm>
          <a:prstGeom prst="straightConnector1">
            <a:avLst/>
          </a:prstGeom>
          <a:noFill/>
          <a:ln cap="flat" cmpd="sng" w="19050">
            <a:solidFill>
              <a:srgbClr val="38761D"/>
            </a:solidFill>
            <a:prstDash val="solid"/>
            <a:round/>
            <a:headEnd len="med" w="med" type="none"/>
            <a:tailEnd len="med" w="med" type="none"/>
          </a:ln>
        </p:spPr>
      </p:cxnSp>
      <p:cxnSp>
        <p:nvCxnSpPr>
          <p:cNvPr id="5940" name="Google Shape;5940;p248"/>
          <p:cNvCxnSpPr/>
          <p:nvPr/>
        </p:nvCxnSpPr>
        <p:spPr>
          <a:xfrm rot="10800000">
            <a:off x="4918925" y="4786150"/>
            <a:ext cx="284700" cy="172200"/>
          </a:xfrm>
          <a:prstGeom prst="straightConnector1">
            <a:avLst/>
          </a:prstGeom>
          <a:noFill/>
          <a:ln cap="flat" cmpd="sng" w="19050">
            <a:solidFill>
              <a:srgbClr val="38761D"/>
            </a:solidFill>
            <a:prstDash val="solid"/>
            <a:round/>
            <a:headEnd len="med" w="med" type="none"/>
            <a:tailEnd len="med" w="med" type="none"/>
          </a:ln>
        </p:spPr>
      </p:cxnSp>
      <p:cxnSp>
        <p:nvCxnSpPr>
          <p:cNvPr id="5941" name="Google Shape;5941;p248"/>
          <p:cNvCxnSpPr/>
          <p:nvPr/>
        </p:nvCxnSpPr>
        <p:spPr>
          <a:xfrm rot="10800000">
            <a:off x="5195500" y="3825800"/>
            <a:ext cx="11100" cy="1140300"/>
          </a:xfrm>
          <a:prstGeom prst="straightConnector1">
            <a:avLst/>
          </a:prstGeom>
          <a:noFill/>
          <a:ln cap="flat" cmpd="sng" w="19050">
            <a:solidFill>
              <a:srgbClr val="38761D"/>
            </a:solidFill>
            <a:prstDash val="solid"/>
            <a:round/>
            <a:headEnd len="med" w="med" type="none"/>
            <a:tailEnd len="med" w="med" type="none"/>
          </a:ln>
        </p:spPr>
      </p:cxnSp>
      <p:sp>
        <p:nvSpPr>
          <p:cNvPr id="5942" name="Google Shape;5942;p248"/>
          <p:cNvSpPr txBox="1"/>
          <p:nvPr/>
        </p:nvSpPr>
        <p:spPr>
          <a:xfrm>
            <a:off x="7696200" y="4495800"/>
            <a:ext cx="21525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Basic Deployment:</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Single Satellite with Integrated Capsule</a:t>
            </a:r>
            <a:endParaRPr>
              <a:latin typeface="Overpass Light"/>
              <a:ea typeface="Overpass Light"/>
              <a:cs typeface="Overpass Light"/>
              <a:sym typeface="Overpass Light"/>
            </a:endParaRPr>
          </a:p>
        </p:txBody>
      </p:sp>
      <p:sp>
        <p:nvSpPr>
          <p:cNvPr id="5943" name="Google Shape;5943;p24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944" name="Google Shape;5944;p248"/>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8" name="Shape 5948"/>
        <p:cNvGrpSpPr/>
        <p:nvPr/>
      </p:nvGrpSpPr>
      <p:grpSpPr>
        <a:xfrm>
          <a:off x="0" y="0"/>
          <a:ext cx="0" cy="0"/>
          <a:chOff x="0" y="0"/>
          <a:chExt cx="0" cy="0"/>
        </a:xfrm>
      </p:grpSpPr>
      <p:pic>
        <p:nvPicPr>
          <p:cNvPr id="5949" name="Google Shape;5949;p249"/>
          <p:cNvPicPr preferRelativeResize="0"/>
          <p:nvPr/>
        </p:nvPicPr>
        <p:blipFill>
          <a:blip r:embed="rId3">
            <a:alphaModFix/>
          </a:blip>
          <a:stretch>
            <a:fillRect/>
          </a:stretch>
        </p:blipFill>
        <p:spPr>
          <a:xfrm>
            <a:off x="3317630" y="2613088"/>
            <a:ext cx="1971675" cy="2943225"/>
          </a:xfrm>
          <a:prstGeom prst="rect">
            <a:avLst/>
          </a:prstGeom>
          <a:noFill/>
          <a:ln>
            <a:noFill/>
          </a:ln>
        </p:spPr>
      </p:pic>
      <p:sp>
        <p:nvSpPr>
          <p:cNvPr id="5950" name="Google Shape;5950;p249"/>
          <p:cNvSpPr txBox="1"/>
          <p:nvPr/>
        </p:nvSpPr>
        <p:spPr>
          <a:xfrm>
            <a:off x="3317630" y="5200550"/>
            <a:ext cx="1124400" cy="246300"/>
          </a:xfrm>
          <a:prstGeom prst="rect">
            <a:avLst/>
          </a:prstGeom>
          <a:noFill/>
          <a:ln>
            <a:noFill/>
          </a:ln>
        </p:spPr>
        <p:txBody>
          <a:bodyPr anchorCtr="0" anchor="ctr" bIns="0" lIns="0" spcFirstLastPara="1" rIns="0" wrap="square" tIns="0">
            <a:spAutoFit/>
          </a:bodyPr>
          <a:lstStyle/>
          <a:p>
            <a:pPr indent="0" lvl="0" marL="0" rtl="0" algn="ctr">
              <a:spcBef>
                <a:spcPts val="0"/>
              </a:spcBef>
              <a:spcAft>
                <a:spcPts val="0"/>
              </a:spcAft>
              <a:buNone/>
            </a:pPr>
            <a:r>
              <a:rPr lang="en" sz="800">
                <a:latin typeface="Overpass SemiBold"/>
                <a:ea typeface="Overpass SemiBold"/>
                <a:cs typeface="Overpass SemiBold"/>
                <a:sym typeface="Overpass SemiBold"/>
              </a:rPr>
              <a:t>PRIMARY</a:t>
            </a:r>
            <a:endParaRPr sz="800">
              <a:latin typeface="Overpass SemiBold"/>
              <a:ea typeface="Overpass SemiBold"/>
              <a:cs typeface="Overpass SemiBold"/>
              <a:sym typeface="Overpass SemiBold"/>
            </a:endParaRPr>
          </a:p>
          <a:p>
            <a:pPr indent="0" lvl="0" marL="0" rtl="0" algn="ctr">
              <a:spcBef>
                <a:spcPts val="0"/>
              </a:spcBef>
              <a:spcAft>
                <a:spcPts val="0"/>
              </a:spcAft>
              <a:buNone/>
            </a:pPr>
            <a:r>
              <a:rPr lang="en" sz="800">
                <a:latin typeface="Overpass SemiBold"/>
                <a:ea typeface="Overpass SemiBold"/>
                <a:cs typeface="Overpass SemiBold"/>
                <a:sym typeface="Overpass SemiBold"/>
              </a:rPr>
              <a:t>DATA CENTER</a:t>
            </a:r>
            <a:endParaRPr sz="800">
              <a:latin typeface="Overpass SemiBold"/>
              <a:ea typeface="Overpass SemiBold"/>
              <a:cs typeface="Overpass SemiBold"/>
              <a:sym typeface="Overpass SemiBold"/>
            </a:endParaRPr>
          </a:p>
        </p:txBody>
      </p:sp>
      <p:grpSp>
        <p:nvGrpSpPr>
          <p:cNvPr id="5951" name="Google Shape;5951;p249"/>
          <p:cNvGrpSpPr/>
          <p:nvPr/>
        </p:nvGrpSpPr>
        <p:grpSpPr>
          <a:xfrm>
            <a:off x="4535482" y="3154650"/>
            <a:ext cx="1188665" cy="246900"/>
            <a:chOff x="4902624" y="1107564"/>
            <a:chExt cx="1188665" cy="246900"/>
          </a:xfrm>
        </p:grpSpPr>
        <p:pic>
          <p:nvPicPr>
            <p:cNvPr id="5952" name="Google Shape;5952;p249"/>
            <p:cNvPicPr preferRelativeResize="0"/>
            <p:nvPr/>
          </p:nvPicPr>
          <p:blipFill>
            <a:blip r:embed="rId4">
              <a:alphaModFix/>
            </a:blip>
            <a:stretch>
              <a:fillRect/>
            </a:stretch>
          </p:blipFill>
          <p:spPr>
            <a:xfrm>
              <a:off x="4902624" y="1158526"/>
              <a:ext cx="310650" cy="12600"/>
            </a:xfrm>
            <a:prstGeom prst="rect">
              <a:avLst/>
            </a:prstGeom>
            <a:noFill/>
            <a:ln>
              <a:noFill/>
            </a:ln>
          </p:spPr>
        </p:pic>
        <p:sp>
          <p:nvSpPr>
            <p:cNvPr id="5953" name="Google Shape;5953;p249"/>
            <p:cNvSpPr txBox="1"/>
            <p:nvPr/>
          </p:nvSpPr>
          <p:spPr>
            <a:xfrm>
              <a:off x="5243188" y="1107564"/>
              <a:ext cx="8481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PRIMARY</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SATELLITE</a:t>
              </a:r>
              <a:endParaRPr sz="800">
                <a:latin typeface="Overpass SemiBold"/>
                <a:ea typeface="Overpass SemiBold"/>
                <a:cs typeface="Overpass SemiBold"/>
                <a:sym typeface="Overpass SemiBold"/>
              </a:endParaRPr>
            </a:p>
          </p:txBody>
        </p:sp>
      </p:grpSp>
      <p:pic>
        <p:nvPicPr>
          <p:cNvPr id="5954" name="Google Shape;5954;p249"/>
          <p:cNvPicPr preferRelativeResize="0"/>
          <p:nvPr/>
        </p:nvPicPr>
        <p:blipFill>
          <a:blip r:embed="rId5">
            <a:alphaModFix/>
          </a:blip>
          <a:stretch>
            <a:fillRect/>
          </a:stretch>
        </p:blipFill>
        <p:spPr>
          <a:xfrm>
            <a:off x="4618065" y="1040606"/>
            <a:ext cx="1200150" cy="1152525"/>
          </a:xfrm>
          <a:prstGeom prst="rect">
            <a:avLst/>
          </a:prstGeom>
          <a:noFill/>
          <a:ln>
            <a:noFill/>
          </a:ln>
        </p:spPr>
      </p:pic>
      <p:grpSp>
        <p:nvGrpSpPr>
          <p:cNvPr id="5955" name="Google Shape;5955;p249"/>
          <p:cNvGrpSpPr/>
          <p:nvPr/>
        </p:nvGrpSpPr>
        <p:grpSpPr>
          <a:xfrm>
            <a:off x="5633769" y="1555819"/>
            <a:ext cx="929155" cy="246900"/>
            <a:chOff x="4902624" y="1107569"/>
            <a:chExt cx="929155" cy="246900"/>
          </a:xfrm>
        </p:grpSpPr>
        <p:pic>
          <p:nvPicPr>
            <p:cNvPr id="5956" name="Google Shape;5956;p249"/>
            <p:cNvPicPr preferRelativeResize="0"/>
            <p:nvPr/>
          </p:nvPicPr>
          <p:blipFill>
            <a:blip r:embed="rId4">
              <a:alphaModFix/>
            </a:blip>
            <a:stretch>
              <a:fillRect/>
            </a:stretch>
          </p:blipFill>
          <p:spPr>
            <a:xfrm>
              <a:off x="4902624" y="1158526"/>
              <a:ext cx="310650" cy="12600"/>
            </a:xfrm>
            <a:prstGeom prst="rect">
              <a:avLst/>
            </a:prstGeom>
            <a:noFill/>
            <a:ln>
              <a:noFill/>
            </a:ln>
          </p:spPr>
        </p:pic>
        <p:sp>
          <p:nvSpPr>
            <p:cNvPr id="5957" name="Google Shape;5957;p249"/>
            <p:cNvSpPr txBox="1"/>
            <p:nvPr/>
          </p:nvSpPr>
          <p:spPr>
            <a:xfrm>
              <a:off x="5243179" y="1107569"/>
              <a:ext cx="5886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RED HAT</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CONTENT</a:t>
              </a:r>
              <a:endParaRPr sz="800">
                <a:latin typeface="Overpass SemiBold"/>
                <a:ea typeface="Overpass SemiBold"/>
                <a:cs typeface="Overpass SemiBold"/>
                <a:sym typeface="Overpass SemiBold"/>
              </a:endParaRPr>
            </a:p>
          </p:txBody>
        </p:sp>
      </p:grpSp>
      <p:sp>
        <p:nvSpPr>
          <p:cNvPr id="5958" name="Google Shape;5958;p249"/>
          <p:cNvSpPr txBox="1"/>
          <p:nvPr/>
        </p:nvSpPr>
        <p:spPr>
          <a:xfrm>
            <a:off x="4616990" y="688267"/>
            <a:ext cx="1281300" cy="2892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 sz="800">
                <a:latin typeface="Overpass Light"/>
                <a:ea typeface="Overpass Light"/>
                <a:cs typeface="Overpass Light"/>
                <a:sym typeface="Overpass Light"/>
              </a:rPr>
              <a:t>CLOUD.REDHAT.COM</a:t>
            </a:r>
            <a:endParaRPr sz="800">
              <a:latin typeface="Overpass Light"/>
              <a:ea typeface="Overpass Light"/>
              <a:cs typeface="Overpass Light"/>
              <a:sym typeface="Overpass Light"/>
            </a:endParaRPr>
          </a:p>
        </p:txBody>
      </p:sp>
      <p:sp>
        <p:nvSpPr>
          <p:cNvPr id="5959" name="Google Shape;5959;p24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1"/>
                </a:solidFill>
              </a:rPr>
              <a:t>Red Hat Infrastructure Standard Adoption Model</a:t>
            </a:r>
            <a:endParaRPr/>
          </a:p>
        </p:txBody>
      </p:sp>
      <p:cxnSp>
        <p:nvCxnSpPr>
          <p:cNvPr id="5960" name="Google Shape;5960;p249"/>
          <p:cNvCxnSpPr/>
          <p:nvPr/>
        </p:nvCxnSpPr>
        <p:spPr>
          <a:xfrm rot="10800000">
            <a:off x="3180849" y="3984075"/>
            <a:ext cx="13200" cy="845100"/>
          </a:xfrm>
          <a:prstGeom prst="straightConnector1">
            <a:avLst/>
          </a:prstGeom>
          <a:noFill/>
          <a:ln cap="flat" cmpd="sng" w="19050">
            <a:solidFill>
              <a:srgbClr val="4A86E8"/>
            </a:solidFill>
            <a:prstDash val="solid"/>
            <a:round/>
            <a:headEnd len="med" w="med" type="none"/>
            <a:tailEnd len="med" w="med" type="none"/>
          </a:ln>
        </p:spPr>
      </p:cxnSp>
      <p:cxnSp>
        <p:nvCxnSpPr>
          <p:cNvPr id="5961" name="Google Shape;5961;p249"/>
          <p:cNvCxnSpPr/>
          <p:nvPr/>
        </p:nvCxnSpPr>
        <p:spPr>
          <a:xfrm rot="9003106">
            <a:off x="3104326" y="3720829"/>
            <a:ext cx="1079890" cy="2121"/>
          </a:xfrm>
          <a:prstGeom prst="straightConnector1">
            <a:avLst/>
          </a:prstGeom>
          <a:noFill/>
          <a:ln cap="flat" cmpd="sng" w="19050">
            <a:solidFill>
              <a:srgbClr val="4A86E8"/>
            </a:solidFill>
            <a:prstDash val="solid"/>
            <a:round/>
            <a:headEnd len="med" w="med" type="none"/>
            <a:tailEnd len="med" w="med" type="none"/>
          </a:ln>
        </p:spPr>
      </p:cxnSp>
      <p:sp>
        <p:nvSpPr>
          <p:cNvPr id="5962" name="Google Shape;5962;p249"/>
          <p:cNvSpPr txBox="1"/>
          <p:nvPr/>
        </p:nvSpPr>
        <p:spPr>
          <a:xfrm>
            <a:off x="1982089" y="5556319"/>
            <a:ext cx="5883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OTHER </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SOURCES</a:t>
            </a:r>
            <a:endParaRPr sz="800">
              <a:latin typeface="Overpass SemiBold"/>
              <a:ea typeface="Overpass SemiBold"/>
              <a:cs typeface="Overpass SemiBold"/>
              <a:sym typeface="Overpass SemiBold"/>
            </a:endParaRPr>
          </a:p>
        </p:txBody>
      </p:sp>
      <p:sp>
        <p:nvSpPr>
          <p:cNvPr id="5963" name="Google Shape;5963;p249"/>
          <p:cNvSpPr txBox="1"/>
          <p:nvPr/>
        </p:nvSpPr>
        <p:spPr>
          <a:xfrm>
            <a:off x="1324306" y="4886325"/>
            <a:ext cx="8481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0">
                <a:latin typeface="Red Hat Text"/>
                <a:ea typeface="Red Hat Text"/>
                <a:cs typeface="Red Hat Text"/>
                <a:sym typeface="Red Hat Text"/>
              </a:rPr>
              <a:t>…</a:t>
            </a:r>
            <a:endParaRPr sz="6000">
              <a:latin typeface="Red Hat Text"/>
              <a:ea typeface="Red Hat Text"/>
              <a:cs typeface="Red Hat Text"/>
              <a:sym typeface="Red Hat Text"/>
            </a:endParaRPr>
          </a:p>
        </p:txBody>
      </p:sp>
      <p:cxnSp>
        <p:nvCxnSpPr>
          <p:cNvPr id="5964" name="Google Shape;5964;p249"/>
          <p:cNvCxnSpPr/>
          <p:nvPr/>
        </p:nvCxnSpPr>
        <p:spPr>
          <a:xfrm rot="9003106">
            <a:off x="3034827" y="3680957"/>
            <a:ext cx="1079890" cy="2121"/>
          </a:xfrm>
          <a:prstGeom prst="straightConnector1">
            <a:avLst/>
          </a:prstGeom>
          <a:noFill/>
          <a:ln cap="flat" cmpd="sng" w="19050">
            <a:solidFill>
              <a:schemeClr val="dk2"/>
            </a:solidFill>
            <a:prstDash val="solid"/>
            <a:round/>
            <a:headEnd len="med" w="med" type="none"/>
            <a:tailEnd len="med" w="med" type="none"/>
          </a:ln>
        </p:spPr>
      </p:cxnSp>
      <p:grpSp>
        <p:nvGrpSpPr>
          <p:cNvPr id="5965" name="Google Shape;5965;p249"/>
          <p:cNvGrpSpPr/>
          <p:nvPr/>
        </p:nvGrpSpPr>
        <p:grpSpPr>
          <a:xfrm>
            <a:off x="1208512" y="2528888"/>
            <a:ext cx="1557597" cy="2828925"/>
            <a:chOff x="1193863" y="2052638"/>
            <a:chExt cx="1557129" cy="2828925"/>
          </a:xfrm>
        </p:grpSpPr>
        <p:pic>
          <p:nvPicPr>
            <p:cNvPr id="5966" name="Google Shape;5966;p249"/>
            <p:cNvPicPr preferRelativeResize="0"/>
            <p:nvPr/>
          </p:nvPicPr>
          <p:blipFill>
            <a:blip r:embed="rId6">
              <a:alphaModFix/>
            </a:blip>
            <a:stretch>
              <a:fillRect/>
            </a:stretch>
          </p:blipFill>
          <p:spPr>
            <a:xfrm>
              <a:off x="1193863" y="2052638"/>
              <a:ext cx="885825" cy="1076325"/>
            </a:xfrm>
            <a:prstGeom prst="rect">
              <a:avLst/>
            </a:prstGeom>
            <a:noFill/>
            <a:ln>
              <a:noFill/>
            </a:ln>
          </p:spPr>
        </p:pic>
        <p:pic>
          <p:nvPicPr>
            <p:cNvPr id="5967" name="Google Shape;5967;p249"/>
            <p:cNvPicPr preferRelativeResize="0"/>
            <p:nvPr/>
          </p:nvPicPr>
          <p:blipFill>
            <a:blip r:embed="rId6">
              <a:alphaModFix/>
            </a:blip>
            <a:stretch>
              <a:fillRect/>
            </a:stretch>
          </p:blipFill>
          <p:spPr>
            <a:xfrm>
              <a:off x="1193863" y="2890838"/>
              <a:ext cx="885825" cy="1076325"/>
            </a:xfrm>
            <a:prstGeom prst="rect">
              <a:avLst/>
            </a:prstGeom>
            <a:noFill/>
            <a:ln>
              <a:noFill/>
            </a:ln>
          </p:spPr>
        </p:pic>
        <p:pic>
          <p:nvPicPr>
            <p:cNvPr id="5968" name="Google Shape;5968;p249"/>
            <p:cNvPicPr preferRelativeResize="0"/>
            <p:nvPr/>
          </p:nvPicPr>
          <p:blipFill>
            <a:blip r:embed="rId6">
              <a:alphaModFix/>
            </a:blip>
            <a:stretch>
              <a:fillRect/>
            </a:stretch>
          </p:blipFill>
          <p:spPr>
            <a:xfrm>
              <a:off x="1193863" y="3805238"/>
              <a:ext cx="885825" cy="1076325"/>
            </a:xfrm>
            <a:prstGeom prst="rect">
              <a:avLst/>
            </a:prstGeom>
            <a:noFill/>
            <a:ln>
              <a:noFill/>
            </a:ln>
          </p:spPr>
        </p:pic>
        <p:grpSp>
          <p:nvGrpSpPr>
            <p:cNvPr id="5969" name="Google Shape;5969;p249"/>
            <p:cNvGrpSpPr/>
            <p:nvPr/>
          </p:nvGrpSpPr>
          <p:grpSpPr>
            <a:xfrm>
              <a:off x="1822116" y="3308419"/>
              <a:ext cx="928876" cy="246900"/>
              <a:chOff x="4902624" y="1107569"/>
              <a:chExt cx="929155" cy="246900"/>
            </a:xfrm>
          </p:grpSpPr>
          <p:pic>
            <p:nvPicPr>
              <p:cNvPr id="5970" name="Google Shape;5970;p249"/>
              <p:cNvPicPr preferRelativeResize="0"/>
              <p:nvPr/>
            </p:nvPicPr>
            <p:blipFill>
              <a:blip r:embed="rId4">
                <a:alphaModFix/>
              </a:blip>
              <a:stretch>
                <a:fillRect/>
              </a:stretch>
            </p:blipFill>
            <p:spPr>
              <a:xfrm>
                <a:off x="4902624" y="1158526"/>
                <a:ext cx="310650" cy="12600"/>
              </a:xfrm>
              <a:prstGeom prst="rect">
                <a:avLst/>
              </a:prstGeom>
              <a:noFill/>
              <a:ln>
                <a:noFill/>
              </a:ln>
            </p:spPr>
          </p:pic>
          <p:sp>
            <p:nvSpPr>
              <p:cNvPr id="5971" name="Google Shape;5971;p249"/>
              <p:cNvSpPr txBox="1"/>
              <p:nvPr/>
            </p:nvSpPr>
            <p:spPr>
              <a:xfrm>
                <a:off x="5243179" y="1107569"/>
                <a:ext cx="5886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CONTAINER</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CONTENT</a:t>
                </a:r>
                <a:endParaRPr sz="800">
                  <a:latin typeface="Overpass SemiBold"/>
                  <a:ea typeface="Overpass SemiBold"/>
                  <a:cs typeface="Overpass SemiBold"/>
                  <a:sym typeface="Overpass SemiBold"/>
                </a:endParaRPr>
              </a:p>
            </p:txBody>
          </p:sp>
        </p:grpSp>
        <p:grpSp>
          <p:nvGrpSpPr>
            <p:cNvPr id="5972" name="Google Shape;5972;p249"/>
            <p:cNvGrpSpPr/>
            <p:nvPr/>
          </p:nvGrpSpPr>
          <p:grpSpPr>
            <a:xfrm>
              <a:off x="1822116" y="2470219"/>
              <a:ext cx="928876" cy="246900"/>
              <a:chOff x="4902624" y="1107569"/>
              <a:chExt cx="929155" cy="246900"/>
            </a:xfrm>
          </p:grpSpPr>
          <p:pic>
            <p:nvPicPr>
              <p:cNvPr id="5973" name="Google Shape;5973;p249"/>
              <p:cNvPicPr preferRelativeResize="0"/>
              <p:nvPr/>
            </p:nvPicPr>
            <p:blipFill>
              <a:blip r:embed="rId4">
                <a:alphaModFix/>
              </a:blip>
              <a:stretch>
                <a:fillRect/>
              </a:stretch>
            </p:blipFill>
            <p:spPr>
              <a:xfrm>
                <a:off x="4902624" y="1158526"/>
                <a:ext cx="310650" cy="12600"/>
              </a:xfrm>
              <a:prstGeom prst="rect">
                <a:avLst/>
              </a:prstGeom>
              <a:noFill/>
              <a:ln>
                <a:noFill/>
              </a:ln>
            </p:spPr>
          </p:pic>
          <p:sp>
            <p:nvSpPr>
              <p:cNvPr id="5974" name="Google Shape;5974;p249"/>
              <p:cNvSpPr txBox="1"/>
              <p:nvPr/>
            </p:nvSpPr>
            <p:spPr>
              <a:xfrm>
                <a:off x="5243179" y="1107569"/>
                <a:ext cx="5886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GIT</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CONTENT</a:t>
                </a:r>
                <a:endParaRPr sz="800">
                  <a:latin typeface="Overpass SemiBold"/>
                  <a:ea typeface="Overpass SemiBold"/>
                  <a:cs typeface="Overpass SemiBold"/>
                  <a:sym typeface="Overpass SemiBold"/>
                </a:endParaRPr>
              </a:p>
            </p:txBody>
          </p:sp>
        </p:grpSp>
        <p:grpSp>
          <p:nvGrpSpPr>
            <p:cNvPr id="5975" name="Google Shape;5975;p249"/>
            <p:cNvGrpSpPr/>
            <p:nvPr/>
          </p:nvGrpSpPr>
          <p:grpSpPr>
            <a:xfrm>
              <a:off x="1822116" y="4222819"/>
              <a:ext cx="928876" cy="246900"/>
              <a:chOff x="4902624" y="1107569"/>
              <a:chExt cx="929155" cy="246900"/>
            </a:xfrm>
          </p:grpSpPr>
          <p:pic>
            <p:nvPicPr>
              <p:cNvPr id="5976" name="Google Shape;5976;p249"/>
              <p:cNvPicPr preferRelativeResize="0"/>
              <p:nvPr/>
            </p:nvPicPr>
            <p:blipFill>
              <a:blip r:embed="rId4">
                <a:alphaModFix/>
              </a:blip>
              <a:stretch>
                <a:fillRect/>
              </a:stretch>
            </p:blipFill>
            <p:spPr>
              <a:xfrm>
                <a:off x="4902624" y="1158526"/>
                <a:ext cx="310650" cy="12600"/>
              </a:xfrm>
              <a:prstGeom prst="rect">
                <a:avLst/>
              </a:prstGeom>
              <a:noFill/>
              <a:ln>
                <a:noFill/>
              </a:ln>
            </p:spPr>
          </p:pic>
          <p:sp>
            <p:nvSpPr>
              <p:cNvPr id="5977" name="Google Shape;5977;p249"/>
              <p:cNvSpPr txBox="1"/>
              <p:nvPr/>
            </p:nvSpPr>
            <p:spPr>
              <a:xfrm>
                <a:off x="5243179" y="1107569"/>
                <a:ext cx="5886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CUSTOM</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CONTENT</a:t>
                </a:r>
                <a:endParaRPr sz="800">
                  <a:latin typeface="Overpass SemiBold"/>
                  <a:ea typeface="Overpass SemiBold"/>
                  <a:cs typeface="Overpass SemiBold"/>
                  <a:sym typeface="Overpass SemiBold"/>
                </a:endParaRPr>
              </a:p>
            </p:txBody>
          </p:sp>
        </p:grpSp>
      </p:grpSp>
      <p:cxnSp>
        <p:nvCxnSpPr>
          <p:cNvPr id="5978" name="Google Shape;5978;p249"/>
          <p:cNvCxnSpPr/>
          <p:nvPr/>
        </p:nvCxnSpPr>
        <p:spPr>
          <a:xfrm flipH="1" rot="1800388">
            <a:off x="1845013" y="3609831"/>
            <a:ext cx="1361134" cy="1237"/>
          </a:xfrm>
          <a:prstGeom prst="straightConnector1">
            <a:avLst/>
          </a:prstGeom>
          <a:noFill/>
          <a:ln cap="flat" cmpd="sng" w="19050">
            <a:solidFill>
              <a:schemeClr val="dk2"/>
            </a:solidFill>
            <a:prstDash val="solid"/>
            <a:round/>
            <a:headEnd len="med" w="med" type="none"/>
            <a:tailEnd len="med" w="med" type="none"/>
          </a:ln>
        </p:spPr>
      </p:cxnSp>
      <p:cxnSp>
        <p:nvCxnSpPr>
          <p:cNvPr id="5979" name="Google Shape;5979;p249"/>
          <p:cNvCxnSpPr/>
          <p:nvPr/>
        </p:nvCxnSpPr>
        <p:spPr>
          <a:xfrm rot="10800000">
            <a:off x="1938801" y="4113600"/>
            <a:ext cx="1261200" cy="723900"/>
          </a:xfrm>
          <a:prstGeom prst="straightConnector1">
            <a:avLst/>
          </a:prstGeom>
          <a:noFill/>
          <a:ln cap="flat" cmpd="sng" w="19050">
            <a:solidFill>
              <a:srgbClr val="4A86E8"/>
            </a:solidFill>
            <a:prstDash val="solid"/>
            <a:round/>
            <a:headEnd len="med" w="med" type="none"/>
            <a:tailEnd len="med" w="med" type="none"/>
          </a:ln>
        </p:spPr>
      </p:cxnSp>
      <p:cxnSp>
        <p:nvCxnSpPr>
          <p:cNvPr id="5980" name="Google Shape;5980;p249"/>
          <p:cNvCxnSpPr/>
          <p:nvPr/>
        </p:nvCxnSpPr>
        <p:spPr>
          <a:xfrm rot="10800000">
            <a:off x="3245363" y="4023175"/>
            <a:ext cx="3300" cy="1762800"/>
          </a:xfrm>
          <a:prstGeom prst="straightConnector1">
            <a:avLst/>
          </a:prstGeom>
          <a:noFill/>
          <a:ln cap="flat" cmpd="sng" w="19050">
            <a:solidFill>
              <a:srgbClr val="F1C232"/>
            </a:solidFill>
            <a:prstDash val="solid"/>
            <a:round/>
            <a:headEnd len="med" w="med" type="none"/>
            <a:tailEnd len="med" w="med" type="none"/>
          </a:ln>
        </p:spPr>
      </p:cxnSp>
      <p:cxnSp>
        <p:nvCxnSpPr>
          <p:cNvPr id="5981" name="Google Shape;5981;p249"/>
          <p:cNvCxnSpPr/>
          <p:nvPr/>
        </p:nvCxnSpPr>
        <p:spPr>
          <a:xfrm rot="9003106">
            <a:off x="3168636" y="3760120"/>
            <a:ext cx="1079890" cy="2121"/>
          </a:xfrm>
          <a:prstGeom prst="straightConnector1">
            <a:avLst/>
          </a:prstGeom>
          <a:noFill/>
          <a:ln cap="flat" cmpd="sng" w="19050">
            <a:solidFill>
              <a:srgbClr val="F1C232"/>
            </a:solidFill>
            <a:prstDash val="solid"/>
            <a:round/>
            <a:headEnd len="med" w="med" type="none"/>
            <a:tailEnd len="med" w="med" type="none"/>
          </a:ln>
        </p:spPr>
      </p:cxnSp>
      <p:cxnSp>
        <p:nvCxnSpPr>
          <p:cNvPr id="5982" name="Google Shape;5982;p249"/>
          <p:cNvCxnSpPr/>
          <p:nvPr/>
        </p:nvCxnSpPr>
        <p:spPr>
          <a:xfrm rot="10800000">
            <a:off x="1926563" y="5007850"/>
            <a:ext cx="1322100" cy="785700"/>
          </a:xfrm>
          <a:prstGeom prst="straightConnector1">
            <a:avLst/>
          </a:prstGeom>
          <a:noFill/>
          <a:ln cap="flat" cmpd="sng" w="19050">
            <a:solidFill>
              <a:srgbClr val="F1C232"/>
            </a:solidFill>
            <a:prstDash val="solid"/>
            <a:round/>
            <a:headEnd len="med" w="med" type="none"/>
            <a:tailEnd len="med" w="med" type="none"/>
          </a:ln>
        </p:spPr>
      </p:cxnSp>
      <p:grpSp>
        <p:nvGrpSpPr>
          <p:cNvPr id="5983" name="Google Shape;5983;p249"/>
          <p:cNvGrpSpPr/>
          <p:nvPr/>
        </p:nvGrpSpPr>
        <p:grpSpPr>
          <a:xfrm>
            <a:off x="4716395" y="1784443"/>
            <a:ext cx="381217" cy="207909"/>
            <a:chOff x="5095961" y="1403443"/>
            <a:chExt cx="381103" cy="207909"/>
          </a:xfrm>
        </p:grpSpPr>
        <p:cxnSp>
          <p:nvCxnSpPr>
            <p:cNvPr id="5984" name="Google Shape;5984;p249"/>
            <p:cNvCxnSpPr/>
            <p:nvPr/>
          </p:nvCxnSpPr>
          <p:spPr>
            <a:xfrm flipH="1">
              <a:off x="5095961" y="1403443"/>
              <a:ext cx="241800" cy="144300"/>
            </a:xfrm>
            <a:prstGeom prst="straightConnector1">
              <a:avLst/>
            </a:prstGeom>
            <a:noFill/>
            <a:ln cap="flat" cmpd="sng" w="19050">
              <a:solidFill>
                <a:schemeClr val="accent2"/>
              </a:solidFill>
              <a:prstDash val="solid"/>
              <a:round/>
              <a:headEnd len="med" w="med" type="none"/>
              <a:tailEnd len="med" w="med" type="none"/>
            </a:ln>
          </p:spPr>
        </p:cxnSp>
        <p:cxnSp>
          <p:nvCxnSpPr>
            <p:cNvPr id="5985" name="Google Shape;5985;p249"/>
            <p:cNvCxnSpPr/>
            <p:nvPr/>
          </p:nvCxnSpPr>
          <p:spPr>
            <a:xfrm flipH="1">
              <a:off x="5162636" y="1440352"/>
              <a:ext cx="241800" cy="144300"/>
            </a:xfrm>
            <a:prstGeom prst="straightConnector1">
              <a:avLst/>
            </a:prstGeom>
            <a:noFill/>
            <a:ln cap="flat" cmpd="sng" w="19050">
              <a:solidFill>
                <a:schemeClr val="accent3"/>
              </a:solidFill>
              <a:prstDash val="solid"/>
              <a:round/>
              <a:headEnd len="med" w="med" type="none"/>
              <a:tailEnd len="med" w="med" type="none"/>
            </a:ln>
          </p:spPr>
        </p:cxnSp>
        <p:cxnSp>
          <p:nvCxnSpPr>
            <p:cNvPr id="5986" name="Google Shape;5986;p249"/>
            <p:cNvCxnSpPr/>
            <p:nvPr/>
          </p:nvCxnSpPr>
          <p:spPr>
            <a:xfrm flipH="1">
              <a:off x="5249964" y="1478452"/>
              <a:ext cx="227100" cy="132900"/>
            </a:xfrm>
            <a:prstGeom prst="straightConnector1">
              <a:avLst/>
            </a:prstGeom>
            <a:noFill/>
            <a:ln cap="flat" cmpd="sng" w="19050">
              <a:solidFill>
                <a:schemeClr val="accent4"/>
              </a:solidFill>
              <a:prstDash val="solid"/>
              <a:round/>
              <a:headEnd len="med" w="med" type="none"/>
              <a:tailEnd len="med" w="med" type="none"/>
            </a:ln>
          </p:spPr>
        </p:cxnSp>
      </p:grpSp>
      <p:cxnSp>
        <p:nvCxnSpPr>
          <p:cNvPr id="5987" name="Google Shape;5987;p249"/>
          <p:cNvCxnSpPr/>
          <p:nvPr/>
        </p:nvCxnSpPr>
        <p:spPr>
          <a:xfrm flipH="1">
            <a:off x="4619382" y="2939650"/>
            <a:ext cx="105600" cy="61800"/>
          </a:xfrm>
          <a:prstGeom prst="straightConnector1">
            <a:avLst/>
          </a:prstGeom>
          <a:noFill/>
          <a:ln cap="flat" cmpd="sng" w="19050">
            <a:solidFill>
              <a:schemeClr val="accent2"/>
            </a:solidFill>
            <a:prstDash val="solid"/>
            <a:round/>
            <a:headEnd len="med" w="med" type="none"/>
            <a:tailEnd len="med" w="med" type="none"/>
          </a:ln>
        </p:spPr>
      </p:cxnSp>
      <p:cxnSp>
        <p:nvCxnSpPr>
          <p:cNvPr id="5988" name="Google Shape;5988;p249"/>
          <p:cNvCxnSpPr/>
          <p:nvPr/>
        </p:nvCxnSpPr>
        <p:spPr>
          <a:xfrm flipH="1">
            <a:off x="4675574" y="2976575"/>
            <a:ext cx="115500" cy="67800"/>
          </a:xfrm>
          <a:prstGeom prst="straightConnector1">
            <a:avLst/>
          </a:prstGeom>
          <a:noFill/>
          <a:ln cap="flat" cmpd="sng" w="19050">
            <a:solidFill>
              <a:schemeClr val="accent3"/>
            </a:solidFill>
            <a:prstDash val="solid"/>
            <a:round/>
            <a:headEnd len="med" w="med" type="none"/>
            <a:tailEnd len="med" w="med" type="none"/>
          </a:ln>
        </p:spPr>
      </p:cxnSp>
      <p:cxnSp>
        <p:nvCxnSpPr>
          <p:cNvPr id="5989" name="Google Shape;5989;p249"/>
          <p:cNvCxnSpPr/>
          <p:nvPr/>
        </p:nvCxnSpPr>
        <p:spPr>
          <a:xfrm flipH="1">
            <a:off x="4636496" y="3004550"/>
            <a:ext cx="243300" cy="147000"/>
          </a:xfrm>
          <a:prstGeom prst="straightConnector1">
            <a:avLst/>
          </a:prstGeom>
          <a:noFill/>
          <a:ln cap="flat" cmpd="sng" w="19050">
            <a:solidFill>
              <a:schemeClr val="accent4"/>
            </a:solidFill>
            <a:prstDash val="solid"/>
            <a:round/>
            <a:headEnd len="med" w="med" type="none"/>
            <a:tailEnd len="med" w="med" type="none"/>
          </a:ln>
        </p:spPr>
      </p:cxnSp>
      <p:cxnSp>
        <p:nvCxnSpPr>
          <p:cNvPr id="5990" name="Google Shape;5990;p249"/>
          <p:cNvCxnSpPr/>
          <p:nvPr/>
        </p:nvCxnSpPr>
        <p:spPr>
          <a:xfrm rot="10800000">
            <a:off x="4875045" y="1984175"/>
            <a:ext cx="600" cy="1028100"/>
          </a:xfrm>
          <a:prstGeom prst="straightConnector1">
            <a:avLst/>
          </a:prstGeom>
          <a:noFill/>
          <a:ln cap="flat" cmpd="sng" w="19050">
            <a:solidFill>
              <a:schemeClr val="accent4"/>
            </a:solidFill>
            <a:prstDash val="solid"/>
            <a:round/>
            <a:headEnd len="med" w="med" type="none"/>
            <a:tailEnd len="med" w="med" type="none"/>
          </a:ln>
        </p:spPr>
      </p:cxnSp>
      <p:cxnSp>
        <p:nvCxnSpPr>
          <p:cNvPr id="5991" name="Google Shape;5991;p249"/>
          <p:cNvCxnSpPr/>
          <p:nvPr/>
        </p:nvCxnSpPr>
        <p:spPr>
          <a:xfrm flipH="1" rot="10800000">
            <a:off x="4786923" y="1958000"/>
            <a:ext cx="600" cy="1026300"/>
          </a:xfrm>
          <a:prstGeom prst="straightConnector1">
            <a:avLst/>
          </a:prstGeom>
          <a:noFill/>
          <a:ln cap="flat" cmpd="sng" w="19050">
            <a:solidFill>
              <a:schemeClr val="accent3"/>
            </a:solidFill>
            <a:prstDash val="solid"/>
            <a:round/>
            <a:headEnd len="med" w="med" type="none"/>
            <a:tailEnd len="med" w="med" type="none"/>
          </a:ln>
        </p:spPr>
      </p:cxnSp>
      <p:cxnSp>
        <p:nvCxnSpPr>
          <p:cNvPr id="5992" name="Google Shape;5992;p249"/>
          <p:cNvCxnSpPr/>
          <p:nvPr/>
        </p:nvCxnSpPr>
        <p:spPr>
          <a:xfrm flipH="1" rot="10800000">
            <a:off x="4720231" y="1921091"/>
            <a:ext cx="600" cy="1026300"/>
          </a:xfrm>
          <a:prstGeom prst="straightConnector1">
            <a:avLst/>
          </a:prstGeom>
          <a:noFill/>
          <a:ln cap="flat" cmpd="sng" w="19050">
            <a:solidFill>
              <a:schemeClr val="accent2"/>
            </a:solidFill>
            <a:prstDash val="solid"/>
            <a:round/>
            <a:headEnd len="med" w="med" type="none"/>
            <a:tailEnd len="med" w="med" type="none"/>
          </a:ln>
        </p:spPr>
      </p:cxnSp>
      <p:pic>
        <p:nvPicPr>
          <p:cNvPr id="5993" name="Google Shape;5993;p249"/>
          <p:cNvPicPr preferRelativeResize="0"/>
          <p:nvPr/>
        </p:nvPicPr>
        <p:blipFill>
          <a:blip r:embed="rId7">
            <a:alphaModFix/>
          </a:blip>
          <a:stretch>
            <a:fillRect/>
          </a:stretch>
        </p:blipFill>
        <p:spPr>
          <a:xfrm>
            <a:off x="5460053" y="3269500"/>
            <a:ext cx="1962150" cy="3048000"/>
          </a:xfrm>
          <a:prstGeom prst="rect">
            <a:avLst/>
          </a:prstGeom>
          <a:noFill/>
          <a:ln>
            <a:noFill/>
          </a:ln>
        </p:spPr>
      </p:pic>
      <p:sp>
        <p:nvSpPr>
          <p:cNvPr id="5994" name="Google Shape;5994;p249"/>
          <p:cNvSpPr txBox="1"/>
          <p:nvPr/>
        </p:nvSpPr>
        <p:spPr>
          <a:xfrm>
            <a:off x="5460066" y="5956775"/>
            <a:ext cx="1124400" cy="246300"/>
          </a:xfrm>
          <a:prstGeom prst="rect">
            <a:avLst/>
          </a:prstGeom>
          <a:noFill/>
          <a:ln>
            <a:noFill/>
          </a:ln>
        </p:spPr>
        <p:txBody>
          <a:bodyPr anchorCtr="0" anchor="ctr" bIns="0" lIns="0" spcFirstLastPara="1" rIns="0" wrap="square" tIns="0">
            <a:spAutoFit/>
          </a:bodyPr>
          <a:lstStyle/>
          <a:p>
            <a:pPr indent="0" lvl="0" marL="0" rtl="0" algn="ctr">
              <a:spcBef>
                <a:spcPts val="0"/>
              </a:spcBef>
              <a:spcAft>
                <a:spcPts val="0"/>
              </a:spcAft>
              <a:buNone/>
            </a:pPr>
            <a:r>
              <a:rPr lang="en" sz="800">
                <a:latin typeface="Overpass SemiBold"/>
                <a:ea typeface="Overpass SemiBold"/>
                <a:cs typeface="Overpass SemiBold"/>
                <a:sym typeface="Overpass SemiBold"/>
              </a:rPr>
              <a:t>SECONDARY</a:t>
            </a:r>
            <a:endParaRPr sz="800">
              <a:latin typeface="Overpass SemiBold"/>
              <a:ea typeface="Overpass SemiBold"/>
              <a:cs typeface="Overpass SemiBold"/>
              <a:sym typeface="Overpass SemiBold"/>
            </a:endParaRPr>
          </a:p>
          <a:p>
            <a:pPr indent="0" lvl="0" marL="0" rtl="0" algn="ctr">
              <a:spcBef>
                <a:spcPts val="0"/>
              </a:spcBef>
              <a:spcAft>
                <a:spcPts val="0"/>
              </a:spcAft>
              <a:buNone/>
            </a:pPr>
            <a:r>
              <a:rPr lang="en" sz="800">
                <a:latin typeface="Overpass SemiBold"/>
                <a:ea typeface="Overpass SemiBold"/>
                <a:cs typeface="Overpass SemiBold"/>
                <a:sym typeface="Overpass SemiBold"/>
              </a:rPr>
              <a:t>DATA CENTER</a:t>
            </a:r>
            <a:endParaRPr sz="800">
              <a:latin typeface="Overpass SemiBold"/>
              <a:ea typeface="Overpass SemiBold"/>
              <a:cs typeface="Overpass SemiBold"/>
              <a:sym typeface="Overpass SemiBold"/>
            </a:endParaRPr>
          </a:p>
        </p:txBody>
      </p:sp>
      <p:cxnSp>
        <p:nvCxnSpPr>
          <p:cNvPr id="5995" name="Google Shape;5995;p249"/>
          <p:cNvCxnSpPr/>
          <p:nvPr/>
        </p:nvCxnSpPr>
        <p:spPr>
          <a:xfrm flipH="1" rot="10800000">
            <a:off x="5939786" y="4176950"/>
            <a:ext cx="249300" cy="158700"/>
          </a:xfrm>
          <a:prstGeom prst="straightConnector1">
            <a:avLst/>
          </a:prstGeom>
          <a:noFill/>
          <a:ln cap="flat" cmpd="sng" w="19050">
            <a:solidFill>
              <a:srgbClr val="0000FF"/>
            </a:solidFill>
            <a:prstDash val="solid"/>
            <a:round/>
            <a:headEnd len="med" w="med" type="none"/>
            <a:tailEnd len="med" w="med" type="none"/>
          </a:ln>
        </p:spPr>
      </p:cxnSp>
      <p:sp>
        <p:nvSpPr>
          <p:cNvPr id="5996" name="Google Shape;5996;p249"/>
          <p:cNvSpPr txBox="1"/>
          <p:nvPr/>
        </p:nvSpPr>
        <p:spPr>
          <a:xfrm>
            <a:off x="7035500" y="3866700"/>
            <a:ext cx="8481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CAPSULE</a:t>
            </a:r>
            <a:endParaRPr sz="800">
              <a:latin typeface="Overpass SemiBold"/>
              <a:ea typeface="Overpass SemiBold"/>
              <a:cs typeface="Overpass SemiBold"/>
              <a:sym typeface="Overpass SemiBold"/>
            </a:endParaRPr>
          </a:p>
        </p:txBody>
      </p:sp>
      <p:pic>
        <p:nvPicPr>
          <p:cNvPr id="5997" name="Google Shape;5997;p249"/>
          <p:cNvPicPr preferRelativeResize="0"/>
          <p:nvPr/>
        </p:nvPicPr>
        <p:blipFill>
          <a:blip r:embed="rId4">
            <a:alphaModFix/>
          </a:blip>
          <a:stretch>
            <a:fillRect/>
          </a:stretch>
        </p:blipFill>
        <p:spPr>
          <a:xfrm>
            <a:off x="6671997" y="3937074"/>
            <a:ext cx="310557" cy="12600"/>
          </a:xfrm>
          <a:prstGeom prst="rect">
            <a:avLst/>
          </a:prstGeom>
          <a:noFill/>
          <a:ln>
            <a:noFill/>
          </a:ln>
        </p:spPr>
      </p:pic>
      <p:cxnSp>
        <p:nvCxnSpPr>
          <p:cNvPr id="5998" name="Google Shape;5998;p249"/>
          <p:cNvCxnSpPr/>
          <p:nvPr/>
        </p:nvCxnSpPr>
        <p:spPr>
          <a:xfrm rot="10800000">
            <a:off x="6671937" y="4230575"/>
            <a:ext cx="671400" cy="369600"/>
          </a:xfrm>
          <a:prstGeom prst="straightConnector1">
            <a:avLst/>
          </a:prstGeom>
          <a:noFill/>
          <a:ln cap="flat" cmpd="sng" w="19050">
            <a:solidFill>
              <a:srgbClr val="38761D"/>
            </a:solidFill>
            <a:prstDash val="solid"/>
            <a:round/>
            <a:headEnd len="med" w="med" type="none"/>
            <a:tailEnd len="med" w="med" type="none"/>
          </a:ln>
        </p:spPr>
      </p:cxnSp>
      <p:cxnSp>
        <p:nvCxnSpPr>
          <p:cNvPr id="5999" name="Google Shape;5999;p249"/>
          <p:cNvCxnSpPr/>
          <p:nvPr/>
        </p:nvCxnSpPr>
        <p:spPr>
          <a:xfrm rot="10800000">
            <a:off x="7035914" y="5379150"/>
            <a:ext cx="315000" cy="187800"/>
          </a:xfrm>
          <a:prstGeom prst="straightConnector1">
            <a:avLst/>
          </a:prstGeom>
          <a:noFill/>
          <a:ln cap="flat" cmpd="sng" w="19050">
            <a:solidFill>
              <a:srgbClr val="38761D"/>
            </a:solidFill>
            <a:prstDash val="solid"/>
            <a:round/>
            <a:headEnd len="med" w="med" type="none"/>
            <a:tailEnd len="med" w="med" type="none"/>
          </a:ln>
        </p:spPr>
      </p:cxnSp>
      <p:cxnSp>
        <p:nvCxnSpPr>
          <p:cNvPr id="6000" name="Google Shape;6000;p249"/>
          <p:cNvCxnSpPr/>
          <p:nvPr/>
        </p:nvCxnSpPr>
        <p:spPr>
          <a:xfrm rot="10800000">
            <a:off x="7343415" y="4592550"/>
            <a:ext cx="10800" cy="974400"/>
          </a:xfrm>
          <a:prstGeom prst="straightConnector1">
            <a:avLst/>
          </a:prstGeom>
          <a:noFill/>
          <a:ln cap="flat" cmpd="sng" w="19050">
            <a:solidFill>
              <a:srgbClr val="38761D"/>
            </a:solidFill>
            <a:prstDash val="solid"/>
            <a:round/>
            <a:headEnd len="med" w="med" type="none"/>
            <a:tailEnd len="med" w="med" type="none"/>
          </a:ln>
        </p:spPr>
      </p:cxnSp>
      <p:cxnSp>
        <p:nvCxnSpPr>
          <p:cNvPr id="6001" name="Google Shape;6001;p249"/>
          <p:cNvCxnSpPr/>
          <p:nvPr/>
        </p:nvCxnSpPr>
        <p:spPr>
          <a:xfrm rot="10800000">
            <a:off x="4526431" y="3463813"/>
            <a:ext cx="671400" cy="369600"/>
          </a:xfrm>
          <a:prstGeom prst="straightConnector1">
            <a:avLst/>
          </a:prstGeom>
          <a:noFill/>
          <a:ln cap="flat" cmpd="sng" w="19050">
            <a:solidFill>
              <a:srgbClr val="38761D"/>
            </a:solidFill>
            <a:prstDash val="solid"/>
            <a:round/>
            <a:headEnd len="med" w="med" type="none"/>
            <a:tailEnd len="med" w="med" type="none"/>
          </a:ln>
        </p:spPr>
      </p:cxnSp>
      <p:cxnSp>
        <p:nvCxnSpPr>
          <p:cNvPr id="6002" name="Google Shape;6002;p249"/>
          <p:cNvCxnSpPr/>
          <p:nvPr/>
        </p:nvCxnSpPr>
        <p:spPr>
          <a:xfrm rot="10800000">
            <a:off x="4918925" y="4786150"/>
            <a:ext cx="284700" cy="172200"/>
          </a:xfrm>
          <a:prstGeom prst="straightConnector1">
            <a:avLst/>
          </a:prstGeom>
          <a:noFill/>
          <a:ln cap="flat" cmpd="sng" w="19050">
            <a:solidFill>
              <a:srgbClr val="38761D"/>
            </a:solidFill>
            <a:prstDash val="solid"/>
            <a:round/>
            <a:headEnd len="med" w="med" type="none"/>
            <a:tailEnd len="med" w="med" type="none"/>
          </a:ln>
        </p:spPr>
      </p:cxnSp>
      <p:cxnSp>
        <p:nvCxnSpPr>
          <p:cNvPr id="6003" name="Google Shape;6003;p249"/>
          <p:cNvCxnSpPr/>
          <p:nvPr/>
        </p:nvCxnSpPr>
        <p:spPr>
          <a:xfrm rot="10800000">
            <a:off x="5195500" y="3825800"/>
            <a:ext cx="11100" cy="1140300"/>
          </a:xfrm>
          <a:prstGeom prst="straightConnector1">
            <a:avLst/>
          </a:prstGeom>
          <a:noFill/>
          <a:ln cap="flat" cmpd="sng" w="19050">
            <a:solidFill>
              <a:srgbClr val="38761D"/>
            </a:solidFill>
            <a:prstDash val="solid"/>
            <a:round/>
            <a:headEnd len="med" w="med" type="none"/>
            <a:tailEnd len="med" w="med" type="none"/>
          </a:ln>
        </p:spPr>
      </p:cxnSp>
      <p:cxnSp>
        <p:nvCxnSpPr>
          <p:cNvPr id="6004" name="Google Shape;6004;p249"/>
          <p:cNvCxnSpPr/>
          <p:nvPr/>
        </p:nvCxnSpPr>
        <p:spPr>
          <a:xfrm rot="10800000">
            <a:off x="4438864" y="3511725"/>
            <a:ext cx="1514400" cy="824100"/>
          </a:xfrm>
          <a:prstGeom prst="straightConnector1">
            <a:avLst/>
          </a:prstGeom>
          <a:noFill/>
          <a:ln cap="flat" cmpd="sng" w="19050">
            <a:solidFill>
              <a:srgbClr val="0000FF"/>
            </a:solidFill>
            <a:prstDash val="solid"/>
            <a:round/>
            <a:headEnd len="med" w="med" type="none"/>
            <a:tailEnd len="med" w="med" type="none"/>
          </a:ln>
        </p:spPr>
      </p:cxnSp>
      <p:sp>
        <p:nvSpPr>
          <p:cNvPr id="6005" name="Google Shape;6005;p249"/>
          <p:cNvSpPr txBox="1"/>
          <p:nvPr/>
        </p:nvSpPr>
        <p:spPr>
          <a:xfrm>
            <a:off x="7696200" y="4495800"/>
            <a:ext cx="21525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Multi-Site</a:t>
            </a:r>
            <a:r>
              <a:rPr lang="en">
                <a:latin typeface="Overpass Light"/>
                <a:ea typeface="Overpass Light"/>
                <a:cs typeface="Overpass Light"/>
                <a:sym typeface="Overpass Light"/>
              </a:rPr>
              <a:t> Deployment:</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Single Satellite with Remote Capsule</a:t>
            </a:r>
            <a:endParaRPr>
              <a:latin typeface="Overpass Light"/>
              <a:ea typeface="Overpass Light"/>
              <a:cs typeface="Overpass Light"/>
              <a:sym typeface="Overpass Light"/>
            </a:endParaRPr>
          </a:p>
        </p:txBody>
      </p:sp>
      <p:pic>
        <p:nvPicPr>
          <p:cNvPr id="6006" name="Google Shape;6006;p249"/>
          <p:cNvPicPr preferRelativeResize="0"/>
          <p:nvPr/>
        </p:nvPicPr>
        <p:blipFill>
          <a:blip r:embed="rId4">
            <a:alphaModFix/>
          </a:blip>
          <a:stretch>
            <a:fillRect/>
          </a:stretch>
        </p:blipFill>
        <p:spPr>
          <a:xfrm rot="4611587">
            <a:off x="5373682" y="4239074"/>
            <a:ext cx="310650" cy="12600"/>
          </a:xfrm>
          <a:prstGeom prst="rect">
            <a:avLst/>
          </a:prstGeom>
          <a:noFill/>
          <a:ln>
            <a:noFill/>
          </a:ln>
        </p:spPr>
      </p:pic>
      <p:sp>
        <p:nvSpPr>
          <p:cNvPr id="6007" name="Google Shape;6007;p249"/>
          <p:cNvSpPr txBox="1"/>
          <p:nvPr/>
        </p:nvSpPr>
        <p:spPr>
          <a:xfrm>
            <a:off x="5409446" y="4402425"/>
            <a:ext cx="8481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SECURE NETWORK</a:t>
            </a:r>
            <a:endParaRPr sz="800">
              <a:latin typeface="Overpass SemiBold"/>
              <a:ea typeface="Overpass SemiBold"/>
              <a:cs typeface="Overpass SemiBold"/>
              <a:sym typeface="Overpass SemiBold"/>
            </a:endParaRPr>
          </a:p>
        </p:txBody>
      </p:sp>
      <p:sp>
        <p:nvSpPr>
          <p:cNvPr id="6008" name="Google Shape;6008;p249"/>
          <p:cNvSpPr txBox="1"/>
          <p:nvPr>
            <p:ph type="title"/>
          </p:nvPr>
        </p:nvSpPr>
        <p:spPr>
          <a:xfrm>
            <a:off x="457200" y="1174600"/>
            <a:ext cx="3057900" cy="9675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2400"/>
              <a:t>Extending to </a:t>
            </a:r>
            <a:r>
              <a:rPr lang="en" sz="2400"/>
              <a:t> another Data Center</a:t>
            </a:r>
            <a:endParaRPr sz="2400"/>
          </a:p>
        </p:txBody>
      </p:sp>
      <p:sp>
        <p:nvSpPr>
          <p:cNvPr id="6009" name="Google Shape;6009;p24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6010" name="Google Shape;6010;p249"/>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4" name="Shape 6014"/>
        <p:cNvGrpSpPr/>
        <p:nvPr/>
      </p:nvGrpSpPr>
      <p:grpSpPr>
        <a:xfrm>
          <a:off x="0" y="0"/>
          <a:ext cx="0" cy="0"/>
          <a:chOff x="0" y="0"/>
          <a:chExt cx="0" cy="0"/>
        </a:xfrm>
      </p:grpSpPr>
      <p:pic>
        <p:nvPicPr>
          <p:cNvPr id="6015" name="Google Shape;6015;p250"/>
          <p:cNvPicPr preferRelativeResize="0"/>
          <p:nvPr/>
        </p:nvPicPr>
        <p:blipFill>
          <a:blip r:embed="rId3">
            <a:alphaModFix/>
          </a:blip>
          <a:stretch>
            <a:fillRect/>
          </a:stretch>
        </p:blipFill>
        <p:spPr>
          <a:xfrm>
            <a:off x="3317630" y="2613088"/>
            <a:ext cx="1971675" cy="2943225"/>
          </a:xfrm>
          <a:prstGeom prst="rect">
            <a:avLst/>
          </a:prstGeom>
          <a:noFill/>
          <a:ln>
            <a:noFill/>
          </a:ln>
        </p:spPr>
      </p:pic>
      <p:sp>
        <p:nvSpPr>
          <p:cNvPr id="6016" name="Google Shape;6016;p250"/>
          <p:cNvSpPr txBox="1"/>
          <p:nvPr/>
        </p:nvSpPr>
        <p:spPr>
          <a:xfrm>
            <a:off x="3317630" y="5200550"/>
            <a:ext cx="1124400" cy="246300"/>
          </a:xfrm>
          <a:prstGeom prst="rect">
            <a:avLst/>
          </a:prstGeom>
          <a:noFill/>
          <a:ln>
            <a:noFill/>
          </a:ln>
        </p:spPr>
        <p:txBody>
          <a:bodyPr anchorCtr="0" anchor="ctr" bIns="0" lIns="0" spcFirstLastPara="1" rIns="0" wrap="square" tIns="0">
            <a:spAutoFit/>
          </a:bodyPr>
          <a:lstStyle/>
          <a:p>
            <a:pPr indent="0" lvl="0" marL="0" rtl="0" algn="ctr">
              <a:spcBef>
                <a:spcPts val="0"/>
              </a:spcBef>
              <a:spcAft>
                <a:spcPts val="0"/>
              </a:spcAft>
              <a:buNone/>
            </a:pPr>
            <a:r>
              <a:rPr lang="en" sz="800">
                <a:latin typeface="Overpass SemiBold"/>
                <a:ea typeface="Overpass SemiBold"/>
                <a:cs typeface="Overpass SemiBold"/>
                <a:sym typeface="Overpass SemiBold"/>
              </a:rPr>
              <a:t>PRIMARY</a:t>
            </a:r>
            <a:endParaRPr sz="800">
              <a:latin typeface="Overpass SemiBold"/>
              <a:ea typeface="Overpass SemiBold"/>
              <a:cs typeface="Overpass SemiBold"/>
              <a:sym typeface="Overpass SemiBold"/>
            </a:endParaRPr>
          </a:p>
          <a:p>
            <a:pPr indent="0" lvl="0" marL="0" rtl="0" algn="ctr">
              <a:spcBef>
                <a:spcPts val="0"/>
              </a:spcBef>
              <a:spcAft>
                <a:spcPts val="0"/>
              </a:spcAft>
              <a:buNone/>
            </a:pPr>
            <a:r>
              <a:rPr lang="en" sz="800">
                <a:latin typeface="Overpass SemiBold"/>
                <a:ea typeface="Overpass SemiBold"/>
                <a:cs typeface="Overpass SemiBold"/>
                <a:sym typeface="Overpass SemiBold"/>
              </a:rPr>
              <a:t>DATA CENTER</a:t>
            </a:r>
            <a:endParaRPr sz="800">
              <a:latin typeface="Overpass SemiBold"/>
              <a:ea typeface="Overpass SemiBold"/>
              <a:cs typeface="Overpass SemiBold"/>
              <a:sym typeface="Overpass SemiBold"/>
            </a:endParaRPr>
          </a:p>
        </p:txBody>
      </p:sp>
      <p:grpSp>
        <p:nvGrpSpPr>
          <p:cNvPr id="6017" name="Google Shape;6017;p250"/>
          <p:cNvGrpSpPr/>
          <p:nvPr/>
        </p:nvGrpSpPr>
        <p:grpSpPr>
          <a:xfrm>
            <a:off x="4535482" y="3154650"/>
            <a:ext cx="1188665" cy="246900"/>
            <a:chOff x="4902624" y="1107564"/>
            <a:chExt cx="1188665" cy="246900"/>
          </a:xfrm>
        </p:grpSpPr>
        <p:pic>
          <p:nvPicPr>
            <p:cNvPr id="6018" name="Google Shape;6018;p250"/>
            <p:cNvPicPr preferRelativeResize="0"/>
            <p:nvPr/>
          </p:nvPicPr>
          <p:blipFill>
            <a:blip r:embed="rId4">
              <a:alphaModFix/>
            </a:blip>
            <a:stretch>
              <a:fillRect/>
            </a:stretch>
          </p:blipFill>
          <p:spPr>
            <a:xfrm>
              <a:off x="4902624" y="1158526"/>
              <a:ext cx="310650" cy="12600"/>
            </a:xfrm>
            <a:prstGeom prst="rect">
              <a:avLst/>
            </a:prstGeom>
            <a:noFill/>
            <a:ln>
              <a:noFill/>
            </a:ln>
          </p:spPr>
        </p:pic>
        <p:sp>
          <p:nvSpPr>
            <p:cNvPr id="6019" name="Google Shape;6019;p250"/>
            <p:cNvSpPr txBox="1"/>
            <p:nvPr/>
          </p:nvSpPr>
          <p:spPr>
            <a:xfrm>
              <a:off x="5243188" y="1107564"/>
              <a:ext cx="8481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PRIMARY</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SATELLITE</a:t>
              </a:r>
              <a:endParaRPr sz="800">
                <a:latin typeface="Overpass SemiBold"/>
                <a:ea typeface="Overpass SemiBold"/>
                <a:cs typeface="Overpass SemiBold"/>
                <a:sym typeface="Overpass SemiBold"/>
              </a:endParaRPr>
            </a:p>
          </p:txBody>
        </p:sp>
      </p:grpSp>
      <p:pic>
        <p:nvPicPr>
          <p:cNvPr id="6020" name="Google Shape;6020;p250"/>
          <p:cNvPicPr preferRelativeResize="0"/>
          <p:nvPr/>
        </p:nvPicPr>
        <p:blipFill>
          <a:blip r:embed="rId5">
            <a:alphaModFix/>
          </a:blip>
          <a:stretch>
            <a:fillRect/>
          </a:stretch>
        </p:blipFill>
        <p:spPr>
          <a:xfrm>
            <a:off x="4618065" y="1040606"/>
            <a:ext cx="1200150" cy="1152525"/>
          </a:xfrm>
          <a:prstGeom prst="rect">
            <a:avLst/>
          </a:prstGeom>
          <a:noFill/>
          <a:ln>
            <a:noFill/>
          </a:ln>
        </p:spPr>
      </p:pic>
      <p:grpSp>
        <p:nvGrpSpPr>
          <p:cNvPr id="6021" name="Google Shape;6021;p250"/>
          <p:cNvGrpSpPr/>
          <p:nvPr/>
        </p:nvGrpSpPr>
        <p:grpSpPr>
          <a:xfrm>
            <a:off x="5633769" y="1555819"/>
            <a:ext cx="929155" cy="246900"/>
            <a:chOff x="4902624" y="1107569"/>
            <a:chExt cx="929155" cy="246900"/>
          </a:xfrm>
        </p:grpSpPr>
        <p:pic>
          <p:nvPicPr>
            <p:cNvPr id="6022" name="Google Shape;6022;p250"/>
            <p:cNvPicPr preferRelativeResize="0"/>
            <p:nvPr/>
          </p:nvPicPr>
          <p:blipFill>
            <a:blip r:embed="rId4">
              <a:alphaModFix/>
            </a:blip>
            <a:stretch>
              <a:fillRect/>
            </a:stretch>
          </p:blipFill>
          <p:spPr>
            <a:xfrm>
              <a:off x="4902624" y="1158526"/>
              <a:ext cx="310650" cy="12600"/>
            </a:xfrm>
            <a:prstGeom prst="rect">
              <a:avLst/>
            </a:prstGeom>
            <a:noFill/>
            <a:ln>
              <a:noFill/>
            </a:ln>
          </p:spPr>
        </p:pic>
        <p:sp>
          <p:nvSpPr>
            <p:cNvPr id="6023" name="Google Shape;6023;p250"/>
            <p:cNvSpPr txBox="1"/>
            <p:nvPr/>
          </p:nvSpPr>
          <p:spPr>
            <a:xfrm>
              <a:off x="5243179" y="1107569"/>
              <a:ext cx="5886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RED HAT</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CONTENT</a:t>
              </a:r>
              <a:endParaRPr sz="800">
                <a:latin typeface="Overpass SemiBold"/>
                <a:ea typeface="Overpass SemiBold"/>
                <a:cs typeface="Overpass SemiBold"/>
                <a:sym typeface="Overpass SemiBold"/>
              </a:endParaRPr>
            </a:p>
          </p:txBody>
        </p:sp>
      </p:grpSp>
      <p:sp>
        <p:nvSpPr>
          <p:cNvPr id="6024" name="Google Shape;6024;p250"/>
          <p:cNvSpPr txBox="1"/>
          <p:nvPr/>
        </p:nvSpPr>
        <p:spPr>
          <a:xfrm>
            <a:off x="4616990" y="688267"/>
            <a:ext cx="1281300" cy="2892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 sz="800">
                <a:latin typeface="Overpass Light"/>
                <a:ea typeface="Overpass Light"/>
                <a:cs typeface="Overpass Light"/>
                <a:sym typeface="Overpass Light"/>
              </a:rPr>
              <a:t>CLOUD.REDHAT.COM</a:t>
            </a:r>
            <a:endParaRPr sz="800">
              <a:latin typeface="Overpass Light"/>
              <a:ea typeface="Overpass Light"/>
              <a:cs typeface="Overpass Light"/>
              <a:sym typeface="Overpass Light"/>
            </a:endParaRPr>
          </a:p>
        </p:txBody>
      </p:sp>
      <p:sp>
        <p:nvSpPr>
          <p:cNvPr id="6025" name="Google Shape;6025;p25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1"/>
                </a:solidFill>
              </a:rPr>
              <a:t>Red Hat Infrastructure Standard Adoption Model</a:t>
            </a:r>
            <a:endParaRPr/>
          </a:p>
        </p:txBody>
      </p:sp>
      <p:cxnSp>
        <p:nvCxnSpPr>
          <p:cNvPr id="6026" name="Google Shape;6026;p250"/>
          <p:cNvCxnSpPr/>
          <p:nvPr/>
        </p:nvCxnSpPr>
        <p:spPr>
          <a:xfrm rot="10800000">
            <a:off x="3180849" y="3984075"/>
            <a:ext cx="13200" cy="845100"/>
          </a:xfrm>
          <a:prstGeom prst="straightConnector1">
            <a:avLst/>
          </a:prstGeom>
          <a:noFill/>
          <a:ln cap="flat" cmpd="sng" w="19050">
            <a:solidFill>
              <a:srgbClr val="4A86E8"/>
            </a:solidFill>
            <a:prstDash val="solid"/>
            <a:round/>
            <a:headEnd len="med" w="med" type="none"/>
            <a:tailEnd len="med" w="med" type="none"/>
          </a:ln>
        </p:spPr>
      </p:cxnSp>
      <p:cxnSp>
        <p:nvCxnSpPr>
          <p:cNvPr id="6027" name="Google Shape;6027;p250"/>
          <p:cNvCxnSpPr/>
          <p:nvPr/>
        </p:nvCxnSpPr>
        <p:spPr>
          <a:xfrm rot="9003106">
            <a:off x="3104326" y="3720829"/>
            <a:ext cx="1079890" cy="2121"/>
          </a:xfrm>
          <a:prstGeom prst="straightConnector1">
            <a:avLst/>
          </a:prstGeom>
          <a:noFill/>
          <a:ln cap="flat" cmpd="sng" w="19050">
            <a:solidFill>
              <a:srgbClr val="4A86E8"/>
            </a:solidFill>
            <a:prstDash val="solid"/>
            <a:round/>
            <a:headEnd len="med" w="med" type="none"/>
            <a:tailEnd len="med" w="med" type="none"/>
          </a:ln>
        </p:spPr>
      </p:cxnSp>
      <p:sp>
        <p:nvSpPr>
          <p:cNvPr id="6028" name="Google Shape;6028;p250"/>
          <p:cNvSpPr txBox="1"/>
          <p:nvPr/>
        </p:nvSpPr>
        <p:spPr>
          <a:xfrm>
            <a:off x="1982089" y="5556319"/>
            <a:ext cx="5883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OTHER </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SOURCES</a:t>
            </a:r>
            <a:endParaRPr sz="800">
              <a:latin typeface="Overpass SemiBold"/>
              <a:ea typeface="Overpass SemiBold"/>
              <a:cs typeface="Overpass SemiBold"/>
              <a:sym typeface="Overpass SemiBold"/>
            </a:endParaRPr>
          </a:p>
        </p:txBody>
      </p:sp>
      <p:sp>
        <p:nvSpPr>
          <p:cNvPr id="6029" name="Google Shape;6029;p250"/>
          <p:cNvSpPr txBox="1"/>
          <p:nvPr/>
        </p:nvSpPr>
        <p:spPr>
          <a:xfrm>
            <a:off x="1324306" y="4886325"/>
            <a:ext cx="8481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0">
                <a:latin typeface="Red Hat Text"/>
                <a:ea typeface="Red Hat Text"/>
                <a:cs typeface="Red Hat Text"/>
                <a:sym typeface="Red Hat Text"/>
              </a:rPr>
              <a:t>…</a:t>
            </a:r>
            <a:endParaRPr sz="6000">
              <a:latin typeface="Red Hat Text"/>
              <a:ea typeface="Red Hat Text"/>
              <a:cs typeface="Red Hat Text"/>
              <a:sym typeface="Red Hat Text"/>
            </a:endParaRPr>
          </a:p>
        </p:txBody>
      </p:sp>
      <p:cxnSp>
        <p:nvCxnSpPr>
          <p:cNvPr id="6030" name="Google Shape;6030;p250"/>
          <p:cNvCxnSpPr/>
          <p:nvPr/>
        </p:nvCxnSpPr>
        <p:spPr>
          <a:xfrm rot="9003106">
            <a:off x="3034827" y="3680957"/>
            <a:ext cx="1079890" cy="2121"/>
          </a:xfrm>
          <a:prstGeom prst="straightConnector1">
            <a:avLst/>
          </a:prstGeom>
          <a:noFill/>
          <a:ln cap="flat" cmpd="sng" w="19050">
            <a:solidFill>
              <a:schemeClr val="dk2"/>
            </a:solidFill>
            <a:prstDash val="solid"/>
            <a:round/>
            <a:headEnd len="med" w="med" type="none"/>
            <a:tailEnd len="med" w="med" type="none"/>
          </a:ln>
        </p:spPr>
      </p:cxnSp>
      <p:grpSp>
        <p:nvGrpSpPr>
          <p:cNvPr id="6031" name="Google Shape;6031;p250"/>
          <p:cNvGrpSpPr/>
          <p:nvPr/>
        </p:nvGrpSpPr>
        <p:grpSpPr>
          <a:xfrm>
            <a:off x="1208512" y="2528888"/>
            <a:ext cx="1557597" cy="2828925"/>
            <a:chOff x="1193863" y="2052638"/>
            <a:chExt cx="1557129" cy="2828925"/>
          </a:xfrm>
        </p:grpSpPr>
        <p:pic>
          <p:nvPicPr>
            <p:cNvPr id="6032" name="Google Shape;6032;p250"/>
            <p:cNvPicPr preferRelativeResize="0"/>
            <p:nvPr/>
          </p:nvPicPr>
          <p:blipFill>
            <a:blip r:embed="rId6">
              <a:alphaModFix/>
            </a:blip>
            <a:stretch>
              <a:fillRect/>
            </a:stretch>
          </p:blipFill>
          <p:spPr>
            <a:xfrm>
              <a:off x="1193863" y="2052638"/>
              <a:ext cx="885825" cy="1076325"/>
            </a:xfrm>
            <a:prstGeom prst="rect">
              <a:avLst/>
            </a:prstGeom>
            <a:noFill/>
            <a:ln>
              <a:noFill/>
            </a:ln>
          </p:spPr>
        </p:pic>
        <p:pic>
          <p:nvPicPr>
            <p:cNvPr id="6033" name="Google Shape;6033;p250"/>
            <p:cNvPicPr preferRelativeResize="0"/>
            <p:nvPr/>
          </p:nvPicPr>
          <p:blipFill>
            <a:blip r:embed="rId6">
              <a:alphaModFix/>
            </a:blip>
            <a:stretch>
              <a:fillRect/>
            </a:stretch>
          </p:blipFill>
          <p:spPr>
            <a:xfrm>
              <a:off x="1193863" y="2890838"/>
              <a:ext cx="885825" cy="1076325"/>
            </a:xfrm>
            <a:prstGeom prst="rect">
              <a:avLst/>
            </a:prstGeom>
            <a:noFill/>
            <a:ln>
              <a:noFill/>
            </a:ln>
          </p:spPr>
        </p:pic>
        <p:pic>
          <p:nvPicPr>
            <p:cNvPr id="6034" name="Google Shape;6034;p250"/>
            <p:cNvPicPr preferRelativeResize="0"/>
            <p:nvPr/>
          </p:nvPicPr>
          <p:blipFill>
            <a:blip r:embed="rId6">
              <a:alphaModFix/>
            </a:blip>
            <a:stretch>
              <a:fillRect/>
            </a:stretch>
          </p:blipFill>
          <p:spPr>
            <a:xfrm>
              <a:off x="1193863" y="3805238"/>
              <a:ext cx="885825" cy="1076325"/>
            </a:xfrm>
            <a:prstGeom prst="rect">
              <a:avLst/>
            </a:prstGeom>
            <a:noFill/>
            <a:ln>
              <a:noFill/>
            </a:ln>
          </p:spPr>
        </p:pic>
        <p:grpSp>
          <p:nvGrpSpPr>
            <p:cNvPr id="6035" name="Google Shape;6035;p250"/>
            <p:cNvGrpSpPr/>
            <p:nvPr/>
          </p:nvGrpSpPr>
          <p:grpSpPr>
            <a:xfrm>
              <a:off x="1822116" y="3308419"/>
              <a:ext cx="928876" cy="246900"/>
              <a:chOff x="4902624" y="1107569"/>
              <a:chExt cx="929155" cy="246900"/>
            </a:xfrm>
          </p:grpSpPr>
          <p:pic>
            <p:nvPicPr>
              <p:cNvPr id="6036" name="Google Shape;6036;p250"/>
              <p:cNvPicPr preferRelativeResize="0"/>
              <p:nvPr/>
            </p:nvPicPr>
            <p:blipFill>
              <a:blip r:embed="rId4">
                <a:alphaModFix/>
              </a:blip>
              <a:stretch>
                <a:fillRect/>
              </a:stretch>
            </p:blipFill>
            <p:spPr>
              <a:xfrm>
                <a:off x="4902624" y="1158526"/>
                <a:ext cx="310650" cy="12600"/>
              </a:xfrm>
              <a:prstGeom prst="rect">
                <a:avLst/>
              </a:prstGeom>
              <a:noFill/>
              <a:ln>
                <a:noFill/>
              </a:ln>
            </p:spPr>
          </p:pic>
          <p:sp>
            <p:nvSpPr>
              <p:cNvPr id="6037" name="Google Shape;6037;p250"/>
              <p:cNvSpPr txBox="1"/>
              <p:nvPr/>
            </p:nvSpPr>
            <p:spPr>
              <a:xfrm>
                <a:off x="5243179" y="1107569"/>
                <a:ext cx="5886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CONTAINER</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CONTENT</a:t>
                </a:r>
                <a:endParaRPr sz="800">
                  <a:latin typeface="Overpass SemiBold"/>
                  <a:ea typeface="Overpass SemiBold"/>
                  <a:cs typeface="Overpass SemiBold"/>
                  <a:sym typeface="Overpass SemiBold"/>
                </a:endParaRPr>
              </a:p>
            </p:txBody>
          </p:sp>
        </p:grpSp>
        <p:grpSp>
          <p:nvGrpSpPr>
            <p:cNvPr id="6038" name="Google Shape;6038;p250"/>
            <p:cNvGrpSpPr/>
            <p:nvPr/>
          </p:nvGrpSpPr>
          <p:grpSpPr>
            <a:xfrm>
              <a:off x="1822116" y="2470219"/>
              <a:ext cx="928876" cy="246900"/>
              <a:chOff x="4902624" y="1107569"/>
              <a:chExt cx="929155" cy="246900"/>
            </a:xfrm>
          </p:grpSpPr>
          <p:pic>
            <p:nvPicPr>
              <p:cNvPr id="6039" name="Google Shape;6039;p250"/>
              <p:cNvPicPr preferRelativeResize="0"/>
              <p:nvPr/>
            </p:nvPicPr>
            <p:blipFill>
              <a:blip r:embed="rId4">
                <a:alphaModFix/>
              </a:blip>
              <a:stretch>
                <a:fillRect/>
              </a:stretch>
            </p:blipFill>
            <p:spPr>
              <a:xfrm>
                <a:off x="4902624" y="1158526"/>
                <a:ext cx="310650" cy="12600"/>
              </a:xfrm>
              <a:prstGeom prst="rect">
                <a:avLst/>
              </a:prstGeom>
              <a:noFill/>
              <a:ln>
                <a:noFill/>
              </a:ln>
            </p:spPr>
          </p:pic>
          <p:sp>
            <p:nvSpPr>
              <p:cNvPr id="6040" name="Google Shape;6040;p250"/>
              <p:cNvSpPr txBox="1"/>
              <p:nvPr/>
            </p:nvSpPr>
            <p:spPr>
              <a:xfrm>
                <a:off x="5243179" y="1107569"/>
                <a:ext cx="5886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GIT</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CONTENT</a:t>
                </a:r>
                <a:endParaRPr sz="800">
                  <a:latin typeface="Overpass SemiBold"/>
                  <a:ea typeface="Overpass SemiBold"/>
                  <a:cs typeface="Overpass SemiBold"/>
                  <a:sym typeface="Overpass SemiBold"/>
                </a:endParaRPr>
              </a:p>
            </p:txBody>
          </p:sp>
        </p:grpSp>
        <p:grpSp>
          <p:nvGrpSpPr>
            <p:cNvPr id="6041" name="Google Shape;6041;p250"/>
            <p:cNvGrpSpPr/>
            <p:nvPr/>
          </p:nvGrpSpPr>
          <p:grpSpPr>
            <a:xfrm>
              <a:off x="1822116" y="4222819"/>
              <a:ext cx="928876" cy="246900"/>
              <a:chOff x="4902624" y="1107569"/>
              <a:chExt cx="929155" cy="246900"/>
            </a:xfrm>
          </p:grpSpPr>
          <p:pic>
            <p:nvPicPr>
              <p:cNvPr id="6042" name="Google Shape;6042;p250"/>
              <p:cNvPicPr preferRelativeResize="0"/>
              <p:nvPr/>
            </p:nvPicPr>
            <p:blipFill>
              <a:blip r:embed="rId4">
                <a:alphaModFix/>
              </a:blip>
              <a:stretch>
                <a:fillRect/>
              </a:stretch>
            </p:blipFill>
            <p:spPr>
              <a:xfrm>
                <a:off x="4902624" y="1158526"/>
                <a:ext cx="310650" cy="12600"/>
              </a:xfrm>
              <a:prstGeom prst="rect">
                <a:avLst/>
              </a:prstGeom>
              <a:noFill/>
              <a:ln>
                <a:noFill/>
              </a:ln>
            </p:spPr>
          </p:pic>
          <p:sp>
            <p:nvSpPr>
              <p:cNvPr id="6043" name="Google Shape;6043;p250"/>
              <p:cNvSpPr txBox="1"/>
              <p:nvPr/>
            </p:nvSpPr>
            <p:spPr>
              <a:xfrm>
                <a:off x="5243179" y="1107569"/>
                <a:ext cx="5886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CUSTOM</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CONTENT</a:t>
                </a:r>
                <a:endParaRPr sz="800">
                  <a:latin typeface="Overpass SemiBold"/>
                  <a:ea typeface="Overpass SemiBold"/>
                  <a:cs typeface="Overpass SemiBold"/>
                  <a:sym typeface="Overpass SemiBold"/>
                </a:endParaRPr>
              </a:p>
            </p:txBody>
          </p:sp>
        </p:grpSp>
      </p:grpSp>
      <p:cxnSp>
        <p:nvCxnSpPr>
          <p:cNvPr id="6044" name="Google Shape;6044;p250"/>
          <p:cNvCxnSpPr/>
          <p:nvPr/>
        </p:nvCxnSpPr>
        <p:spPr>
          <a:xfrm flipH="1" rot="1800388">
            <a:off x="1845013" y="3609831"/>
            <a:ext cx="1361134" cy="1237"/>
          </a:xfrm>
          <a:prstGeom prst="straightConnector1">
            <a:avLst/>
          </a:prstGeom>
          <a:noFill/>
          <a:ln cap="flat" cmpd="sng" w="19050">
            <a:solidFill>
              <a:schemeClr val="dk2"/>
            </a:solidFill>
            <a:prstDash val="solid"/>
            <a:round/>
            <a:headEnd len="med" w="med" type="none"/>
            <a:tailEnd len="med" w="med" type="none"/>
          </a:ln>
        </p:spPr>
      </p:cxnSp>
      <p:cxnSp>
        <p:nvCxnSpPr>
          <p:cNvPr id="6045" name="Google Shape;6045;p250"/>
          <p:cNvCxnSpPr/>
          <p:nvPr/>
        </p:nvCxnSpPr>
        <p:spPr>
          <a:xfrm rot="10800000">
            <a:off x="1938801" y="4113600"/>
            <a:ext cx="1261200" cy="723900"/>
          </a:xfrm>
          <a:prstGeom prst="straightConnector1">
            <a:avLst/>
          </a:prstGeom>
          <a:noFill/>
          <a:ln cap="flat" cmpd="sng" w="19050">
            <a:solidFill>
              <a:srgbClr val="4A86E8"/>
            </a:solidFill>
            <a:prstDash val="solid"/>
            <a:round/>
            <a:headEnd len="med" w="med" type="none"/>
            <a:tailEnd len="med" w="med" type="none"/>
          </a:ln>
        </p:spPr>
      </p:cxnSp>
      <p:cxnSp>
        <p:nvCxnSpPr>
          <p:cNvPr id="6046" name="Google Shape;6046;p250"/>
          <p:cNvCxnSpPr/>
          <p:nvPr/>
        </p:nvCxnSpPr>
        <p:spPr>
          <a:xfrm rot="10800000">
            <a:off x="3245363" y="4023175"/>
            <a:ext cx="3300" cy="1762800"/>
          </a:xfrm>
          <a:prstGeom prst="straightConnector1">
            <a:avLst/>
          </a:prstGeom>
          <a:noFill/>
          <a:ln cap="flat" cmpd="sng" w="19050">
            <a:solidFill>
              <a:srgbClr val="F1C232"/>
            </a:solidFill>
            <a:prstDash val="solid"/>
            <a:round/>
            <a:headEnd len="med" w="med" type="none"/>
            <a:tailEnd len="med" w="med" type="none"/>
          </a:ln>
        </p:spPr>
      </p:cxnSp>
      <p:cxnSp>
        <p:nvCxnSpPr>
          <p:cNvPr id="6047" name="Google Shape;6047;p250"/>
          <p:cNvCxnSpPr/>
          <p:nvPr/>
        </p:nvCxnSpPr>
        <p:spPr>
          <a:xfrm rot="9003106">
            <a:off x="3168636" y="3760120"/>
            <a:ext cx="1079890" cy="2121"/>
          </a:xfrm>
          <a:prstGeom prst="straightConnector1">
            <a:avLst/>
          </a:prstGeom>
          <a:noFill/>
          <a:ln cap="flat" cmpd="sng" w="19050">
            <a:solidFill>
              <a:srgbClr val="F1C232"/>
            </a:solidFill>
            <a:prstDash val="solid"/>
            <a:round/>
            <a:headEnd len="med" w="med" type="none"/>
            <a:tailEnd len="med" w="med" type="none"/>
          </a:ln>
        </p:spPr>
      </p:cxnSp>
      <p:cxnSp>
        <p:nvCxnSpPr>
          <p:cNvPr id="6048" name="Google Shape;6048;p250"/>
          <p:cNvCxnSpPr/>
          <p:nvPr/>
        </p:nvCxnSpPr>
        <p:spPr>
          <a:xfrm rot="10800000">
            <a:off x="1926563" y="5007850"/>
            <a:ext cx="1322100" cy="785700"/>
          </a:xfrm>
          <a:prstGeom prst="straightConnector1">
            <a:avLst/>
          </a:prstGeom>
          <a:noFill/>
          <a:ln cap="flat" cmpd="sng" w="19050">
            <a:solidFill>
              <a:srgbClr val="F1C232"/>
            </a:solidFill>
            <a:prstDash val="solid"/>
            <a:round/>
            <a:headEnd len="med" w="med" type="none"/>
            <a:tailEnd len="med" w="med" type="none"/>
          </a:ln>
        </p:spPr>
      </p:cxnSp>
      <p:grpSp>
        <p:nvGrpSpPr>
          <p:cNvPr id="6049" name="Google Shape;6049;p250"/>
          <p:cNvGrpSpPr/>
          <p:nvPr/>
        </p:nvGrpSpPr>
        <p:grpSpPr>
          <a:xfrm>
            <a:off x="4716395" y="1784443"/>
            <a:ext cx="381217" cy="207909"/>
            <a:chOff x="5095961" y="1403443"/>
            <a:chExt cx="381103" cy="207909"/>
          </a:xfrm>
        </p:grpSpPr>
        <p:cxnSp>
          <p:nvCxnSpPr>
            <p:cNvPr id="6050" name="Google Shape;6050;p250"/>
            <p:cNvCxnSpPr/>
            <p:nvPr/>
          </p:nvCxnSpPr>
          <p:spPr>
            <a:xfrm flipH="1">
              <a:off x="5095961" y="1403443"/>
              <a:ext cx="241800" cy="144300"/>
            </a:xfrm>
            <a:prstGeom prst="straightConnector1">
              <a:avLst/>
            </a:prstGeom>
            <a:noFill/>
            <a:ln cap="flat" cmpd="sng" w="19050">
              <a:solidFill>
                <a:schemeClr val="accent2"/>
              </a:solidFill>
              <a:prstDash val="solid"/>
              <a:round/>
              <a:headEnd len="med" w="med" type="none"/>
              <a:tailEnd len="med" w="med" type="none"/>
            </a:ln>
          </p:spPr>
        </p:cxnSp>
        <p:cxnSp>
          <p:nvCxnSpPr>
            <p:cNvPr id="6051" name="Google Shape;6051;p250"/>
            <p:cNvCxnSpPr/>
            <p:nvPr/>
          </p:nvCxnSpPr>
          <p:spPr>
            <a:xfrm flipH="1">
              <a:off x="5162636" y="1440352"/>
              <a:ext cx="241800" cy="144300"/>
            </a:xfrm>
            <a:prstGeom prst="straightConnector1">
              <a:avLst/>
            </a:prstGeom>
            <a:noFill/>
            <a:ln cap="flat" cmpd="sng" w="19050">
              <a:solidFill>
                <a:schemeClr val="accent3"/>
              </a:solidFill>
              <a:prstDash val="solid"/>
              <a:round/>
              <a:headEnd len="med" w="med" type="none"/>
              <a:tailEnd len="med" w="med" type="none"/>
            </a:ln>
          </p:spPr>
        </p:cxnSp>
        <p:cxnSp>
          <p:nvCxnSpPr>
            <p:cNvPr id="6052" name="Google Shape;6052;p250"/>
            <p:cNvCxnSpPr/>
            <p:nvPr/>
          </p:nvCxnSpPr>
          <p:spPr>
            <a:xfrm flipH="1">
              <a:off x="5249964" y="1478452"/>
              <a:ext cx="227100" cy="132900"/>
            </a:xfrm>
            <a:prstGeom prst="straightConnector1">
              <a:avLst/>
            </a:prstGeom>
            <a:noFill/>
            <a:ln cap="flat" cmpd="sng" w="19050">
              <a:solidFill>
                <a:schemeClr val="accent4"/>
              </a:solidFill>
              <a:prstDash val="solid"/>
              <a:round/>
              <a:headEnd len="med" w="med" type="none"/>
              <a:tailEnd len="med" w="med" type="none"/>
            </a:ln>
          </p:spPr>
        </p:cxnSp>
      </p:grpSp>
      <p:cxnSp>
        <p:nvCxnSpPr>
          <p:cNvPr id="6053" name="Google Shape;6053;p250"/>
          <p:cNvCxnSpPr/>
          <p:nvPr/>
        </p:nvCxnSpPr>
        <p:spPr>
          <a:xfrm flipH="1">
            <a:off x="4619382" y="2939650"/>
            <a:ext cx="105600" cy="61800"/>
          </a:xfrm>
          <a:prstGeom prst="straightConnector1">
            <a:avLst/>
          </a:prstGeom>
          <a:noFill/>
          <a:ln cap="flat" cmpd="sng" w="19050">
            <a:solidFill>
              <a:schemeClr val="accent2"/>
            </a:solidFill>
            <a:prstDash val="solid"/>
            <a:round/>
            <a:headEnd len="med" w="med" type="none"/>
            <a:tailEnd len="med" w="med" type="none"/>
          </a:ln>
        </p:spPr>
      </p:cxnSp>
      <p:cxnSp>
        <p:nvCxnSpPr>
          <p:cNvPr id="6054" name="Google Shape;6054;p250"/>
          <p:cNvCxnSpPr/>
          <p:nvPr/>
        </p:nvCxnSpPr>
        <p:spPr>
          <a:xfrm flipH="1">
            <a:off x="4675574" y="2976575"/>
            <a:ext cx="115500" cy="67800"/>
          </a:xfrm>
          <a:prstGeom prst="straightConnector1">
            <a:avLst/>
          </a:prstGeom>
          <a:noFill/>
          <a:ln cap="flat" cmpd="sng" w="19050">
            <a:solidFill>
              <a:schemeClr val="accent3"/>
            </a:solidFill>
            <a:prstDash val="solid"/>
            <a:round/>
            <a:headEnd len="med" w="med" type="none"/>
            <a:tailEnd len="med" w="med" type="none"/>
          </a:ln>
        </p:spPr>
      </p:cxnSp>
      <p:cxnSp>
        <p:nvCxnSpPr>
          <p:cNvPr id="6055" name="Google Shape;6055;p250"/>
          <p:cNvCxnSpPr/>
          <p:nvPr/>
        </p:nvCxnSpPr>
        <p:spPr>
          <a:xfrm flipH="1">
            <a:off x="4636496" y="3004550"/>
            <a:ext cx="243300" cy="147000"/>
          </a:xfrm>
          <a:prstGeom prst="straightConnector1">
            <a:avLst/>
          </a:prstGeom>
          <a:noFill/>
          <a:ln cap="flat" cmpd="sng" w="19050">
            <a:solidFill>
              <a:schemeClr val="accent4"/>
            </a:solidFill>
            <a:prstDash val="solid"/>
            <a:round/>
            <a:headEnd len="med" w="med" type="none"/>
            <a:tailEnd len="med" w="med" type="none"/>
          </a:ln>
        </p:spPr>
      </p:cxnSp>
      <p:cxnSp>
        <p:nvCxnSpPr>
          <p:cNvPr id="6056" name="Google Shape;6056;p250"/>
          <p:cNvCxnSpPr/>
          <p:nvPr/>
        </p:nvCxnSpPr>
        <p:spPr>
          <a:xfrm rot="10800000">
            <a:off x="4875045" y="1984175"/>
            <a:ext cx="600" cy="1028100"/>
          </a:xfrm>
          <a:prstGeom prst="straightConnector1">
            <a:avLst/>
          </a:prstGeom>
          <a:noFill/>
          <a:ln cap="flat" cmpd="sng" w="19050">
            <a:solidFill>
              <a:schemeClr val="accent4"/>
            </a:solidFill>
            <a:prstDash val="solid"/>
            <a:round/>
            <a:headEnd len="med" w="med" type="none"/>
            <a:tailEnd len="med" w="med" type="none"/>
          </a:ln>
        </p:spPr>
      </p:cxnSp>
      <p:cxnSp>
        <p:nvCxnSpPr>
          <p:cNvPr id="6057" name="Google Shape;6057;p250"/>
          <p:cNvCxnSpPr/>
          <p:nvPr/>
        </p:nvCxnSpPr>
        <p:spPr>
          <a:xfrm flipH="1" rot="10800000">
            <a:off x="4786923" y="1958000"/>
            <a:ext cx="600" cy="1026300"/>
          </a:xfrm>
          <a:prstGeom prst="straightConnector1">
            <a:avLst/>
          </a:prstGeom>
          <a:noFill/>
          <a:ln cap="flat" cmpd="sng" w="19050">
            <a:solidFill>
              <a:schemeClr val="accent3"/>
            </a:solidFill>
            <a:prstDash val="solid"/>
            <a:round/>
            <a:headEnd len="med" w="med" type="none"/>
            <a:tailEnd len="med" w="med" type="none"/>
          </a:ln>
        </p:spPr>
      </p:cxnSp>
      <p:cxnSp>
        <p:nvCxnSpPr>
          <p:cNvPr id="6058" name="Google Shape;6058;p250"/>
          <p:cNvCxnSpPr/>
          <p:nvPr/>
        </p:nvCxnSpPr>
        <p:spPr>
          <a:xfrm flipH="1" rot="10800000">
            <a:off x="4720231" y="1921091"/>
            <a:ext cx="600" cy="1026300"/>
          </a:xfrm>
          <a:prstGeom prst="straightConnector1">
            <a:avLst/>
          </a:prstGeom>
          <a:noFill/>
          <a:ln cap="flat" cmpd="sng" w="19050">
            <a:solidFill>
              <a:schemeClr val="accent2"/>
            </a:solidFill>
            <a:prstDash val="solid"/>
            <a:round/>
            <a:headEnd len="med" w="med" type="none"/>
            <a:tailEnd len="med" w="med" type="none"/>
          </a:ln>
        </p:spPr>
      </p:cxnSp>
      <p:pic>
        <p:nvPicPr>
          <p:cNvPr id="6059" name="Google Shape;6059;p250"/>
          <p:cNvPicPr preferRelativeResize="0"/>
          <p:nvPr/>
        </p:nvPicPr>
        <p:blipFill>
          <a:blip r:embed="rId7">
            <a:alphaModFix/>
          </a:blip>
          <a:stretch>
            <a:fillRect/>
          </a:stretch>
        </p:blipFill>
        <p:spPr>
          <a:xfrm>
            <a:off x="5460053" y="3269500"/>
            <a:ext cx="1962150" cy="3048000"/>
          </a:xfrm>
          <a:prstGeom prst="rect">
            <a:avLst/>
          </a:prstGeom>
          <a:noFill/>
          <a:ln>
            <a:noFill/>
          </a:ln>
        </p:spPr>
      </p:pic>
      <p:sp>
        <p:nvSpPr>
          <p:cNvPr id="6060" name="Google Shape;6060;p250"/>
          <p:cNvSpPr txBox="1"/>
          <p:nvPr/>
        </p:nvSpPr>
        <p:spPr>
          <a:xfrm>
            <a:off x="5460066" y="5956775"/>
            <a:ext cx="1124400" cy="246300"/>
          </a:xfrm>
          <a:prstGeom prst="rect">
            <a:avLst/>
          </a:prstGeom>
          <a:noFill/>
          <a:ln>
            <a:noFill/>
          </a:ln>
        </p:spPr>
        <p:txBody>
          <a:bodyPr anchorCtr="0" anchor="ctr" bIns="0" lIns="0" spcFirstLastPara="1" rIns="0" wrap="square" tIns="0">
            <a:spAutoFit/>
          </a:bodyPr>
          <a:lstStyle/>
          <a:p>
            <a:pPr indent="0" lvl="0" marL="0" rtl="0" algn="ctr">
              <a:spcBef>
                <a:spcPts val="0"/>
              </a:spcBef>
              <a:spcAft>
                <a:spcPts val="0"/>
              </a:spcAft>
              <a:buNone/>
            </a:pPr>
            <a:r>
              <a:rPr lang="en" sz="800">
                <a:latin typeface="Overpass SemiBold"/>
                <a:ea typeface="Overpass SemiBold"/>
                <a:cs typeface="Overpass SemiBold"/>
                <a:sym typeface="Overpass SemiBold"/>
              </a:rPr>
              <a:t>SECONDARY</a:t>
            </a:r>
            <a:endParaRPr sz="800">
              <a:latin typeface="Overpass SemiBold"/>
              <a:ea typeface="Overpass SemiBold"/>
              <a:cs typeface="Overpass SemiBold"/>
              <a:sym typeface="Overpass SemiBold"/>
            </a:endParaRPr>
          </a:p>
          <a:p>
            <a:pPr indent="0" lvl="0" marL="0" rtl="0" algn="ctr">
              <a:spcBef>
                <a:spcPts val="0"/>
              </a:spcBef>
              <a:spcAft>
                <a:spcPts val="0"/>
              </a:spcAft>
              <a:buNone/>
            </a:pPr>
            <a:r>
              <a:rPr lang="en" sz="800">
                <a:latin typeface="Overpass SemiBold"/>
                <a:ea typeface="Overpass SemiBold"/>
                <a:cs typeface="Overpass SemiBold"/>
                <a:sym typeface="Overpass SemiBold"/>
              </a:rPr>
              <a:t>DATA CENTER</a:t>
            </a:r>
            <a:endParaRPr sz="800">
              <a:latin typeface="Overpass SemiBold"/>
              <a:ea typeface="Overpass SemiBold"/>
              <a:cs typeface="Overpass SemiBold"/>
              <a:sym typeface="Overpass SemiBold"/>
            </a:endParaRPr>
          </a:p>
        </p:txBody>
      </p:sp>
      <p:pic>
        <p:nvPicPr>
          <p:cNvPr id="6061" name="Google Shape;6061;p250"/>
          <p:cNvPicPr preferRelativeResize="0"/>
          <p:nvPr/>
        </p:nvPicPr>
        <p:blipFill>
          <a:blip r:embed="rId7">
            <a:alphaModFix/>
          </a:blip>
          <a:stretch>
            <a:fillRect/>
          </a:stretch>
        </p:blipFill>
        <p:spPr>
          <a:xfrm>
            <a:off x="7883510" y="479025"/>
            <a:ext cx="1962150" cy="3048000"/>
          </a:xfrm>
          <a:prstGeom prst="rect">
            <a:avLst/>
          </a:prstGeom>
          <a:noFill/>
          <a:ln>
            <a:noFill/>
          </a:ln>
        </p:spPr>
      </p:pic>
      <p:cxnSp>
        <p:nvCxnSpPr>
          <p:cNvPr id="6062" name="Google Shape;6062;p250"/>
          <p:cNvCxnSpPr/>
          <p:nvPr/>
        </p:nvCxnSpPr>
        <p:spPr>
          <a:xfrm rot="10800000">
            <a:off x="4438864" y="3511725"/>
            <a:ext cx="1514400" cy="824100"/>
          </a:xfrm>
          <a:prstGeom prst="straightConnector1">
            <a:avLst/>
          </a:prstGeom>
          <a:noFill/>
          <a:ln cap="flat" cmpd="sng" w="19050">
            <a:solidFill>
              <a:srgbClr val="38761D"/>
            </a:solidFill>
            <a:prstDash val="solid"/>
            <a:round/>
            <a:headEnd len="med" w="med" type="none"/>
            <a:tailEnd len="med" w="med" type="none"/>
          </a:ln>
        </p:spPr>
      </p:cxnSp>
      <p:cxnSp>
        <p:nvCxnSpPr>
          <p:cNvPr id="6063" name="Google Shape;6063;p250"/>
          <p:cNvCxnSpPr/>
          <p:nvPr/>
        </p:nvCxnSpPr>
        <p:spPr>
          <a:xfrm flipH="1" rot="10800000">
            <a:off x="5939786" y="4176950"/>
            <a:ext cx="249300" cy="158700"/>
          </a:xfrm>
          <a:prstGeom prst="straightConnector1">
            <a:avLst/>
          </a:prstGeom>
          <a:noFill/>
          <a:ln cap="flat" cmpd="sng" w="19050">
            <a:solidFill>
              <a:srgbClr val="38761D"/>
            </a:solidFill>
            <a:prstDash val="solid"/>
            <a:round/>
            <a:headEnd len="med" w="med" type="none"/>
            <a:tailEnd len="med" w="med" type="none"/>
          </a:ln>
        </p:spPr>
      </p:cxnSp>
      <p:sp>
        <p:nvSpPr>
          <p:cNvPr id="6064" name="Google Shape;6064;p250"/>
          <p:cNvSpPr txBox="1"/>
          <p:nvPr/>
        </p:nvSpPr>
        <p:spPr>
          <a:xfrm>
            <a:off x="7035500" y="3866700"/>
            <a:ext cx="8481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CAPSULE</a:t>
            </a:r>
            <a:endParaRPr sz="800">
              <a:latin typeface="Overpass SemiBold"/>
              <a:ea typeface="Overpass SemiBold"/>
              <a:cs typeface="Overpass SemiBold"/>
              <a:sym typeface="Overpass SemiBold"/>
            </a:endParaRPr>
          </a:p>
        </p:txBody>
      </p:sp>
      <p:pic>
        <p:nvPicPr>
          <p:cNvPr id="6065" name="Google Shape;6065;p250"/>
          <p:cNvPicPr preferRelativeResize="0"/>
          <p:nvPr/>
        </p:nvPicPr>
        <p:blipFill>
          <a:blip r:embed="rId4">
            <a:alphaModFix/>
          </a:blip>
          <a:stretch>
            <a:fillRect/>
          </a:stretch>
        </p:blipFill>
        <p:spPr>
          <a:xfrm>
            <a:off x="6671997" y="3937074"/>
            <a:ext cx="310557" cy="12600"/>
          </a:xfrm>
          <a:prstGeom prst="rect">
            <a:avLst/>
          </a:prstGeom>
          <a:noFill/>
          <a:ln>
            <a:noFill/>
          </a:ln>
        </p:spPr>
      </p:pic>
      <p:pic>
        <p:nvPicPr>
          <p:cNvPr id="6066" name="Google Shape;6066;p250"/>
          <p:cNvPicPr preferRelativeResize="0"/>
          <p:nvPr/>
        </p:nvPicPr>
        <p:blipFill>
          <a:blip r:embed="rId7">
            <a:alphaModFix/>
          </a:blip>
          <a:stretch>
            <a:fillRect/>
          </a:stretch>
        </p:blipFill>
        <p:spPr>
          <a:xfrm>
            <a:off x="9957854" y="2560700"/>
            <a:ext cx="1962150" cy="3048000"/>
          </a:xfrm>
          <a:prstGeom prst="rect">
            <a:avLst/>
          </a:prstGeom>
          <a:noFill/>
          <a:ln>
            <a:noFill/>
          </a:ln>
        </p:spPr>
      </p:pic>
      <p:sp>
        <p:nvSpPr>
          <p:cNvPr id="6067" name="Google Shape;6067;p250"/>
          <p:cNvSpPr txBox="1"/>
          <p:nvPr/>
        </p:nvSpPr>
        <p:spPr>
          <a:xfrm>
            <a:off x="7795825" y="3269500"/>
            <a:ext cx="1124400" cy="123000"/>
          </a:xfrm>
          <a:prstGeom prst="rect">
            <a:avLst/>
          </a:prstGeom>
          <a:noFill/>
          <a:ln>
            <a:noFill/>
          </a:ln>
        </p:spPr>
        <p:txBody>
          <a:bodyPr anchorCtr="0" anchor="ctr" bIns="0" lIns="0" spcFirstLastPara="1" rIns="0" wrap="square" tIns="0">
            <a:spAutoFit/>
          </a:bodyPr>
          <a:lstStyle/>
          <a:p>
            <a:pPr indent="0" lvl="0" marL="0" rtl="0" algn="ctr">
              <a:spcBef>
                <a:spcPts val="0"/>
              </a:spcBef>
              <a:spcAft>
                <a:spcPts val="0"/>
              </a:spcAft>
              <a:buNone/>
            </a:pPr>
            <a:r>
              <a:rPr lang="en" sz="800">
                <a:latin typeface="Overpass SemiBold"/>
                <a:ea typeface="Overpass SemiBold"/>
                <a:cs typeface="Overpass SemiBold"/>
                <a:sym typeface="Overpass SemiBold"/>
              </a:rPr>
              <a:t>AWS EAST</a:t>
            </a:r>
            <a:endParaRPr sz="800">
              <a:latin typeface="Overpass SemiBold"/>
              <a:ea typeface="Overpass SemiBold"/>
              <a:cs typeface="Overpass SemiBold"/>
              <a:sym typeface="Overpass SemiBold"/>
            </a:endParaRPr>
          </a:p>
        </p:txBody>
      </p:sp>
      <p:cxnSp>
        <p:nvCxnSpPr>
          <p:cNvPr id="6068" name="Google Shape;6068;p250"/>
          <p:cNvCxnSpPr/>
          <p:nvPr/>
        </p:nvCxnSpPr>
        <p:spPr>
          <a:xfrm rot="10800000">
            <a:off x="6671937" y="4230575"/>
            <a:ext cx="671400" cy="369600"/>
          </a:xfrm>
          <a:prstGeom prst="straightConnector1">
            <a:avLst/>
          </a:prstGeom>
          <a:noFill/>
          <a:ln cap="flat" cmpd="sng" w="19050">
            <a:solidFill>
              <a:srgbClr val="38761D"/>
            </a:solidFill>
            <a:prstDash val="solid"/>
            <a:round/>
            <a:headEnd len="med" w="med" type="none"/>
            <a:tailEnd len="med" w="med" type="none"/>
          </a:ln>
        </p:spPr>
      </p:cxnSp>
      <p:cxnSp>
        <p:nvCxnSpPr>
          <p:cNvPr id="6069" name="Google Shape;6069;p250"/>
          <p:cNvCxnSpPr/>
          <p:nvPr/>
        </p:nvCxnSpPr>
        <p:spPr>
          <a:xfrm rot="10800000">
            <a:off x="7035914" y="5379150"/>
            <a:ext cx="315000" cy="187800"/>
          </a:xfrm>
          <a:prstGeom prst="straightConnector1">
            <a:avLst/>
          </a:prstGeom>
          <a:noFill/>
          <a:ln cap="flat" cmpd="sng" w="19050">
            <a:solidFill>
              <a:srgbClr val="38761D"/>
            </a:solidFill>
            <a:prstDash val="solid"/>
            <a:round/>
            <a:headEnd len="med" w="med" type="none"/>
            <a:tailEnd len="med" w="med" type="none"/>
          </a:ln>
        </p:spPr>
      </p:cxnSp>
      <p:cxnSp>
        <p:nvCxnSpPr>
          <p:cNvPr id="6070" name="Google Shape;6070;p250"/>
          <p:cNvCxnSpPr/>
          <p:nvPr/>
        </p:nvCxnSpPr>
        <p:spPr>
          <a:xfrm rot="10800000">
            <a:off x="7343415" y="4592550"/>
            <a:ext cx="10800" cy="974400"/>
          </a:xfrm>
          <a:prstGeom prst="straightConnector1">
            <a:avLst/>
          </a:prstGeom>
          <a:noFill/>
          <a:ln cap="flat" cmpd="sng" w="19050">
            <a:solidFill>
              <a:srgbClr val="38761D"/>
            </a:solidFill>
            <a:prstDash val="solid"/>
            <a:round/>
            <a:headEnd len="med" w="med" type="none"/>
            <a:tailEnd len="med" w="med" type="none"/>
          </a:ln>
        </p:spPr>
      </p:cxnSp>
      <p:cxnSp>
        <p:nvCxnSpPr>
          <p:cNvPr id="6071" name="Google Shape;6071;p250"/>
          <p:cNvCxnSpPr/>
          <p:nvPr/>
        </p:nvCxnSpPr>
        <p:spPr>
          <a:xfrm rot="10800000">
            <a:off x="11160803" y="3529502"/>
            <a:ext cx="671400" cy="369600"/>
          </a:xfrm>
          <a:prstGeom prst="straightConnector1">
            <a:avLst/>
          </a:prstGeom>
          <a:noFill/>
          <a:ln cap="flat" cmpd="sng" w="19050">
            <a:solidFill>
              <a:srgbClr val="38761D"/>
            </a:solidFill>
            <a:prstDash val="solid"/>
            <a:round/>
            <a:headEnd len="med" w="med" type="none"/>
            <a:tailEnd len="med" w="med" type="none"/>
          </a:ln>
        </p:spPr>
      </p:cxnSp>
      <p:cxnSp>
        <p:nvCxnSpPr>
          <p:cNvPr id="6072" name="Google Shape;6072;p250"/>
          <p:cNvCxnSpPr/>
          <p:nvPr/>
        </p:nvCxnSpPr>
        <p:spPr>
          <a:xfrm rot="10800000">
            <a:off x="11524780" y="4678077"/>
            <a:ext cx="315000" cy="187800"/>
          </a:xfrm>
          <a:prstGeom prst="straightConnector1">
            <a:avLst/>
          </a:prstGeom>
          <a:noFill/>
          <a:ln cap="flat" cmpd="sng" w="19050">
            <a:solidFill>
              <a:srgbClr val="38761D"/>
            </a:solidFill>
            <a:prstDash val="solid"/>
            <a:round/>
            <a:headEnd len="med" w="med" type="none"/>
            <a:tailEnd len="med" w="med" type="none"/>
          </a:ln>
        </p:spPr>
      </p:cxnSp>
      <p:cxnSp>
        <p:nvCxnSpPr>
          <p:cNvPr id="6073" name="Google Shape;6073;p250"/>
          <p:cNvCxnSpPr/>
          <p:nvPr/>
        </p:nvCxnSpPr>
        <p:spPr>
          <a:xfrm rot="10800000">
            <a:off x="11832281" y="3891477"/>
            <a:ext cx="10800" cy="974400"/>
          </a:xfrm>
          <a:prstGeom prst="straightConnector1">
            <a:avLst/>
          </a:prstGeom>
          <a:noFill/>
          <a:ln cap="flat" cmpd="sng" w="19050">
            <a:solidFill>
              <a:srgbClr val="38761D"/>
            </a:solidFill>
            <a:prstDash val="solid"/>
            <a:round/>
            <a:headEnd len="med" w="med" type="none"/>
            <a:tailEnd len="med" w="med" type="none"/>
          </a:ln>
        </p:spPr>
      </p:cxnSp>
      <p:cxnSp>
        <p:nvCxnSpPr>
          <p:cNvPr id="6074" name="Google Shape;6074;p250"/>
          <p:cNvCxnSpPr/>
          <p:nvPr/>
        </p:nvCxnSpPr>
        <p:spPr>
          <a:xfrm rot="10800000">
            <a:off x="9090801" y="1452464"/>
            <a:ext cx="671400" cy="369600"/>
          </a:xfrm>
          <a:prstGeom prst="straightConnector1">
            <a:avLst/>
          </a:prstGeom>
          <a:noFill/>
          <a:ln cap="flat" cmpd="sng" w="19050">
            <a:solidFill>
              <a:srgbClr val="38761D"/>
            </a:solidFill>
            <a:prstDash val="solid"/>
            <a:round/>
            <a:headEnd len="med" w="med" type="none"/>
            <a:tailEnd len="med" w="med" type="none"/>
          </a:ln>
        </p:spPr>
      </p:cxnSp>
      <p:cxnSp>
        <p:nvCxnSpPr>
          <p:cNvPr id="6075" name="Google Shape;6075;p250"/>
          <p:cNvCxnSpPr/>
          <p:nvPr/>
        </p:nvCxnSpPr>
        <p:spPr>
          <a:xfrm rot="10800000">
            <a:off x="9454778" y="2601039"/>
            <a:ext cx="315000" cy="187800"/>
          </a:xfrm>
          <a:prstGeom prst="straightConnector1">
            <a:avLst/>
          </a:prstGeom>
          <a:noFill/>
          <a:ln cap="flat" cmpd="sng" w="19050">
            <a:solidFill>
              <a:srgbClr val="38761D"/>
            </a:solidFill>
            <a:prstDash val="solid"/>
            <a:round/>
            <a:headEnd len="med" w="med" type="none"/>
            <a:tailEnd len="med" w="med" type="none"/>
          </a:ln>
        </p:spPr>
      </p:cxnSp>
      <p:cxnSp>
        <p:nvCxnSpPr>
          <p:cNvPr id="6076" name="Google Shape;6076;p250"/>
          <p:cNvCxnSpPr/>
          <p:nvPr/>
        </p:nvCxnSpPr>
        <p:spPr>
          <a:xfrm rot="10800000">
            <a:off x="9762279" y="1814439"/>
            <a:ext cx="10800" cy="974400"/>
          </a:xfrm>
          <a:prstGeom prst="straightConnector1">
            <a:avLst/>
          </a:prstGeom>
          <a:noFill/>
          <a:ln cap="flat" cmpd="sng" w="19050">
            <a:solidFill>
              <a:srgbClr val="38761D"/>
            </a:solidFill>
            <a:prstDash val="solid"/>
            <a:round/>
            <a:headEnd len="med" w="med" type="none"/>
            <a:tailEnd len="med" w="med" type="none"/>
          </a:ln>
        </p:spPr>
      </p:cxnSp>
      <p:sp>
        <p:nvSpPr>
          <p:cNvPr id="6077" name="Google Shape;6077;p250"/>
          <p:cNvSpPr txBox="1"/>
          <p:nvPr/>
        </p:nvSpPr>
        <p:spPr>
          <a:xfrm>
            <a:off x="10093825" y="5226525"/>
            <a:ext cx="1124400" cy="246300"/>
          </a:xfrm>
          <a:prstGeom prst="rect">
            <a:avLst/>
          </a:prstGeom>
          <a:noFill/>
          <a:ln>
            <a:noFill/>
          </a:ln>
        </p:spPr>
        <p:txBody>
          <a:bodyPr anchorCtr="0" anchor="ctr" bIns="0" lIns="0" spcFirstLastPara="1" rIns="0" wrap="square" tIns="0">
            <a:spAutoFit/>
          </a:bodyPr>
          <a:lstStyle/>
          <a:p>
            <a:pPr indent="0" lvl="0" marL="0" rtl="0" algn="ctr">
              <a:spcBef>
                <a:spcPts val="0"/>
              </a:spcBef>
              <a:spcAft>
                <a:spcPts val="0"/>
              </a:spcAft>
              <a:buNone/>
            </a:pPr>
            <a:r>
              <a:rPr lang="en" sz="800">
                <a:latin typeface="Overpass SemiBold"/>
                <a:ea typeface="Overpass SemiBold"/>
                <a:cs typeface="Overpass SemiBold"/>
                <a:sym typeface="Overpass SemiBold"/>
              </a:rPr>
              <a:t>AZURE CANADA CENTRAL</a:t>
            </a:r>
            <a:endParaRPr sz="800">
              <a:latin typeface="Overpass SemiBold"/>
              <a:ea typeface="Overpass SemiBold"/>
              <a:cs typeface="Overpass SemiBold"/>
              <a:sym typeface="Overpass SemiBold"/>
            </a:endParaRPr>
          </a:p>
        </p:txBody>
      </p:sp>
      <p:cxnSp>
        <p:nvCxnSpPr>
          <p:cNvPr id="6078" name="Google Shape;6078;p250"/>
          <p:cNvCxnSpPr/>
          <p:nvPr/>
        </p:nvCxnSpPr>
        <p:spPr>
          <a:xfrm flipH="1" rot="10800000">
            <a:off x="5076920" y="1391425"/>
            <a:ext cx="3523500" cy="2272200"/>
          </a:xfrm>
          <a:prstGeom prst="straightConnector1">
            <a:avLst/>
          </a:prstGeom>
          <a:noFill/>
          <a:ln cap="flat" cmpd="sng" w="19050">
            <a:solidFill>
              <a:srgbClr val="38761D"/>
            </a:solidFill>
            <a:prstDash val="solid"/>
            <a:round/>
            <a:headEnd len="med" w="med" type="none"/>
            <a:tailEnd len="med" w="med" type="none"/>
          </a:ln>
        </p:spPr>
      </p:cxnSp>
      <p:cxnSp>
        <p:nvCxnSpPr>
          <p:cNvPr id="6079" name="Google Shape;6079;p250"/>
          <p:cNvCxnSpPr/>
          <p:nvPr/>
        </p:nvCxnSpPr>
        <p:spPr>
          <a:xfrm rot="10800000">
            <a:off x="6633415" y="2900875"/>
            <a:ext cx="2684400" cy="1475400"/>
          </a:xfrm>
          <a:prstGeom prst="straightConnector1">
            <a:avLst/>
          </a:prstGeom>
          <a:noFill/>
          <a:ln cap="flat" cmpd="sng" w="19050">
            <a:solidFill>
              <a:srgbClr val="38761D"/>
            </a:solidFill>
            <a:prstDash val="solid"/>
            <a:round/>
            <a:headEnd len="med" w="med" type="none"/>
            <a:tailEnd len="med" w="med" type="none"/>
          </a:ln>
        </p:spPr>
      </p:cxnSp>
      <p:cxnSp>
        <p:nvCxnSpPr>
          <p:cNvPr id="6080" name="Google Shape;6080;p250"/>
          <p:cNvCxnSpPr/>
          <p:nvPr/>
        </p:nvCxnSpPr>
        <p:spPr>
          <a:xfrm flipH="1" rot="10800000">
            <a:off x="9322682" y="3462250"/>
            <a:ext cx="1356600" cy="918900"/>
          </a:xfrm>
          <a:prstGeom prst="straightConnector1">
            <a:avLst/>
          </a:prstGeom>
          <a:noFill/>
          <a:ln cap="flat" cmpd="sng" w="19050">
            <a:solidFill>
              <a:srgbClr val="38761D"/>
            </a:solidFill>
            <a:prstDash val="solid"/>
            <a:round/>
            <a:headEnd len="med" w="med" type="none"/>
            <a:tailEnd len="med" w="med" type="none"/>
          </a:ln>
        </p:spPr>
      </p:cxnSp>
      <p:cxnSp>
        <p:nvCxnSpPr>
          <p:cNvPr id="6081" name="Google Shape;6081;p250"/>
          <p:cNvCxnSpPr/>
          <p:nvPr/>
        </p:nvCxnSpPr>
        <p:spPr>
          <a:xfrm rot="10800000">
            <a:off x="4521285" y="3469650"/>
            <a:ext cx="714300" cy="382800"/>
          </a:xfrm>
          <a:prstGeom prst="straightConnector1">
            <a:avLst/>
          </a:prstGeom>
          <a:noFill/>
          <a:ln cap="flat" cmpd="sng" w="19050">
            <a:solidFill>
              <a:srgbClr val="38761D"/>
            </a:solidFill>
            <a:prstDash val="solid"/>
            <a:round/>
            <a:headEnd len="med" w="med" type="none"/>
            <a:tailEnd len="med" w="med" type="none"/>
          </a:ln>
        </p:spPr>
      </p:cxnSp>
      <p:cxnSp>
        <p:nvCxnSpPr>
          <p:cNvPr id="6082" name="Google Shape;6082;p250"/>
          <p:cNvCxnSpPr/>
          <p:nvPr/>
        </p:nvCxnSpPr>
        <p:spPr>
          <a:xfrm rot="10800000">
            <a:off x="4598472" y="3425775"/>
            <a:ext cx="486000" cy="245400"/>
          </a:xfrm>
          <a:prstGeom prst="straightConnector1">
            <a:avLst/>
          </a:prstGeom>
          <a:noFill/>
          <a:ln cap="flat" cmpd="sng" w="19050">
            <a:solidFill>
              <a:srgbClr val="38761D"/>
            </a:solidFill>
            <a:prstDash val="solid"/>
            <a:round/>
            <a:headEnd len="med" w="med" type="none"/>
            <a:tailEnd len="med" w="med" type="none"/>
          </a:ln>
        </p:spPr>
      </p:cxnSp>
      <p:cxnSp>
        <p:nvCxnSpPr>
          <p:cNvPr id="6083" name="Google Shape;6083;p250"/>
          <p:cNvCxnSpPr/>
          <p:nvPr/>
        </p:nvCxnSpPr>
        <p:spPr>
          <a:xfrm flipH="1" rot="10800000">
            <a:off x="5236904" y="2908492"/>
            <a:ext cx="1403700" cy="945300"/>
          </a:xfrm>
          <a:prstGeom prst="straightConnector1">
            <a:avLst/>
          </a:prstGeom>
          <a:noFill/>
          <a:ln cap="flat" cmpd="sng" w="19050">
            <a:solidFill>
              <a:srgbClr val="38761D"/>
            </a:solidFill>
            <a:prstDash val="solid"/>
            <a:round/>
            <a:headEnd len="med" w="med" type="none"/>
            <a:tailEnd len="med" w="med" type="none"/>
          </a:ln>
        </p:spPr>
      </p:cxnSp>
      <p:sp>
        <p:nvSpPr>
          <p:cNvPr id="6084" name="Google Shape;6084;p250"/>
          <p:cNvSpPr txBox="1"/>
          <p:nvPr/>
        </p:nvSpPr>
        <p:spPr>
          <a:xfrm>
            <a:off x="9525375" y="984500"/>
            <a:ext cx="8481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CAPSULE</a:t>
            </a:r>
            <a:endParaRPr sz="800">
              <a:latin typeface="Overpass SemiBold"/>
              <a:ea typeface="Overpass SemiBold"/>
              <a:cs typeface="Overpass SemiBold"/>
              <a:sym typeface="Overpass SemiBold"/>
            </a:endParaRPr>
          </a:p>
        </p:txBody>
      </p:sp>
      <p:pic>
        <p:nvPicPr>
          <p:cNvPr id="6085" name="Google Shape;6085;p250"/>
          <p:cNvPicPr preferRelativeResize="0"/>
          <p:nvPr/>
        </p:nvPicPr>
        <p:blipFill>
          <a:blip r:embed="rId4">
            <a:alphaModFix/>
          </a:blip>
          <a:stretch>
            <a:fillRect/>
          </a:stretch>
        </p:blipFill>
        <p:spPr>
          <a:xfrm>
            <a:off x="9161872" y="1054874"/>
            <a:ext cx="310557" cy="12600"/>
          </a:xfrm>
          <a:prstGeom prst="rect">
            <a:avLst/>
          </a:prstGeom>
          <a:noFill/>
          <a:ln>
            <a:noFill/>
          </a:ln>
        </p:spPr>
      </p:pic>
      <p:sp>
        <p:nvSpPr>
          <p:cNvPr id="6086" name="Google Shape;6086;p250"/>
          <p:cNvSpPr txBox="1"/>
          <p:nvPr/>
        </p:nvSpPr>
        <p:spPr>
          <a:xfrm>
            <a:off x="11523675" y="3012275"/>
            <a:ext cx="8481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CAPSULE</a:t>
            </a:r>
            <a:endParaRPr sz="800">
              <a:latin typeface="Overpass SemiBold"/>
              <a:ea typeface="Overpass SemiBold"/>
              <a:cs typeface="Overpass SemiBold"/>
              <a:sym typeface="Overpass SemiBold"/>
            </a:endParaRPr>
          </a:p>
        </p:txBody>
      </p:sp>
      <p:pic>
        <p:nvPicPr>
          <p:cNvPr id="6087" name="Google Shape;6087;p250"/>
          <p:cNvPicPr preferRelativeResize="0"/>
          <p:nvPr/>
        </p:nvPicPr>
        <p:blipFill>
          <a:blip r:embed="rId4">
            <a:alphaModFix/>
          </a:blip>
          <a:stretch>
            <a:fillRect/>
          </a:stretch>
        </p:blipFill>
        <p:spPr>
          <a:xfrm>
            <a:off x="11160172" y="3082649"/>
            <a:ext cx="310557" cy="12600"/>
          </a:xfrm>
          <a:prstGeom prst="rect">
            <a:avLst/>
          </a:prstGeom>
          <a:noFill/>
          <a:ln>
            <a:noFill/>
          </a:ln>
        </p:spPr>
      </p:pic>
      <p:sp>
        <p:nvSpPr>
          <p:cNvPr id="6088" name="Google Shape;6088;p250"/>
          <p:cNvSpPr txBox="1"/>
          <p:nvPr/>
        </p:nvSpPr>
        <p:spPr>
          <a:xfrm>
            <a:off x="7696200" y="4495800"/>
            <a:ext cx="21525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Multi-Site</a:t>
            </a:r>
            <a:r>
              <a:rPr lang="en">
                <a:latin typeface="Overpass Light"/>
                <a:ea typeface="Overpass Light"/>
                <a:cs typeface="Overpass Light"/>
                <a:sym typeface="Overpass Light"/>
              </a:rPr>
              <a:t> Deployment:</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Single Satellite with Remote Capsule and Capsules in Cloud Providers</a:t>
            </a:r>
            <a:endParaRPr>
              <a:latin typeface="Overpass Light"/>
              <a:ea typeface="Overpass Light"/>
              <a:cs typeface="Overpass Light"/>
              <a:sym typeface="Overpass Light"/>
            </a:endParaRPr>
          </a:p>
        </p:txBody>
      </p:sp>
      <p:grpSp>
        <p:nvGrpSpPr>
          <p:cNvPr id="6089" name="Google Shape;6089;p250"/>
          <p:cNvGrpSpPr/>
          <p:nvPr/>
        </p:nvGrpSpPr>
        <p:grpSpPr>
          <a:xfrm>
            <a:off x="6516682" y="2697450"/>
            <a:ext cx="1188665" cy="246900"/>
            <a:chOff x="4902624" y="1107564"/>
            <a:chExt cx="1188665" cy="246900"/>
          </a:xfrm>
        </p:grpSpPr>
        <p:pic>
          <p:nvPicPr>
            <p:cNvPr id="6090" name="Google Shape;6090;p250"/>
            <p:cNvPicPr preferRelativeResize="0"/>
            <p:nvPr/>
          </p:nvPicPr>
          <p:blipFill>
            <a:blip r:embed="rId4">
              <a:alphaModFix/>
            </a:blip>
            <a:stretch>
              <a:fillRect/>
            </a:stretch>
          </p:blipFill>
          <p:spPr>
            <a:xfrm>
              <a:off x="4902624" y="1158526"/>
              <a:ext cx="310650" cy="12600"/>
            </a:xfrm>
            <a:prstGeom prst="rect">
              <a:avLst/>
            </a:prstGeom>
            <a:noFill/>
            <a:ln>
              <a:noFill/>
            </a:ln>
          </p:spPr>
        </p:pic>
        <p:sp>
          <p:nvSpPr>
            <p:cNvPr id="6091" name="Google Shape;6091;p250"/>
            <p:cNvSpPr txBox="1"/>
            <p:nvPr/>
          </p:nvSpPr>
          <p:spPr>
            <a:xfrm>
              <a:off x="5243188" y="1107564"/>
              <a:ext cx="8481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SECURE NETWORKS</a:t>
              </a:r>
              <a:endParaRPr sz="800">
                <a:latin typeface="Overpass SemiBold"/>
                <a:ea typeface="Overpass SemiBold"/>
                <a:cs typeface="Overpass SemiBold"/>
                <a:sym typeface="Overpass SemiBold"/>
              </a:endParaRPr>
            </a:p>
          </p:txBody>
        </p:sp>
      </p:grpSp>
      <p:sp>
        <p:nvSpPr>
          <p:cNvPr id="6092" name="Google Shape;6092;p25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6093" name="Google Shape;6093;p250"/>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6094" name="Google Shape;6094;p250"/>
          <p:cNvSpPr txBox="1"/>
          <p:nvPr>
            <p:ph type="title"/>
          </p:nvPr>
        </p:nvSpPr>
        <p:spPr>
          <a:xfrm>
            <a:off x="457200" y="1174600"/>
            <a:ext cx="3057900" cy="9675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2400"/>
              <a:t>Extending to a Cloud Data Center</a:t>
            </a:r>
            <a:endParaRPr sz="2400"/>
          </a:p>
        </p:txBody>
      </p:sp>
      <p:cxnSp>
        <p:nvCxnSpPr>
          <p:cNvPr id="6095" name="Google Shape;6095;p250"/>
          <p:cNvCxnSpPr/>
          <p:nvPr/>
        </p:nvCxnSpPr>
        <p:spPr>
          <a:xfrm rot="10800000">
            <a:off x="4918925" y="4786150"/>
            <a:ext cx="284700" cy="172200"/>
          </a:xfrm>
          <a:prstGeom prst="straightConnector1">
            <a:avLst/>
          </a:prstGeom>
          <a:noFill/>
          <a:ln cap="flat" cmpd="sng" w="19050">
            <a:solidFill>
              <a:srgbClr val="38761D"/>
            </a:solidFill>
            <a:prstDash val="solid"/>
            <a:round/>
            <a:headEnd len="med" w="med" type="none"/>
            <a:tailEnd len="med" w="med" type="none"/>
          </a:ln>
        </p:spPr>
      </p:cxnSp>
      <p:cxnSp>
        <p:nvCxnSpPr>
          <p:cNvPr id="6096" name="Google Shape;6096;p250"/>
          <p:cNvCxnSpPr/>
          <p:nvPr/>
        </p:nvCxnSpPr>
        <p:spPr>
          <a:xfrm rot="10800000">
            <a:off x="5195500" y="3825800"/>
            <a:ext cx="11100" cy="1140300"/>
          </a:xfrm>
          <a:prstGeom prst="straightConnector1">
            <a:avLst/>
          </a:prstGeom>
          <a:noFill/>
          <a:ln cap="flat" cmpd="sng" w="19050">
            <a:solidFill>
              <a:srgbClr val="38761D"/>
            </a:solidFill>
            <a:prstDash val="solid"/>
            <a:round/>
            <a:headEnd len="med" w="med" type="none"/>
            <a:tailEnd len="med" w="med" type="none"/>
          </a:ln>
        </p:spPr>
      </p:cxn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0" name="Shape 6100"/>
        <p:cNvGrpSpPr/>
        <p:nvPr/>
      </p:nvGrpSpPr>
      <p:grpSpPr>
        <a:xfrm>
          <a:off x="0" y="0"/>
          <a:ext cx="0" cy="0"/>
          <a:chOff x="0" y="0"/>
          <a:chExt cx="0" cy="0"/>
        </a:xfrm>
      </p:grpSpPr>
      <p:pic>
        <p:nvPicPr>
          <p:cNvPr id="6101" name="Google Shape;6101;p251"/>
          <p:cNvPicPr preferRelativeResize="0"/>
          <p:nvPr/>
        </p:nvPicPr>
        <p:blipFill rotWithShape="1">
          <a:blip r:embed="rId3">
            <a:alphaModFix/>
          </a:blip>
          <a:srcRect b="9" l="0" r="0" t="5329"/>
          <a:stretch/>
        </p:blipFill>
        <p:spPr>
          <a:xfrm>
            <a:off x="7144012" y="1555823"/>
            <a:ext cx="2248462" cy="3813900"/>
          </a:xfrm>
          <a:prstGeom prst="rect">
            <a:avLst/>
          </a:prstGeom>
          <a:noFill/>
          <a:ln>
            <a:noFill/>
          </a:ln>
        </p:spPr>
      </p:pic>
      <p:pic>
        <p:nvPicPr>
          <p:cNvPr id="6102" name="Google Shape;6102;p251"/>
          <p:cNvPicPr preferRelativeResize="0"/>
          <p:nvPr/>
        </p:nvPicPr>
        <p:blipFill>
          <a:blip r:embed="rId4">
            <a:alphaModFix/>
          </a:blip>
          <a:stretch>
            <a:fillRect/>
          </a:stretch>
        </p:blipFill>
        <p:spPr>
          <a:xfrm>
            <a:off x="4618065" y="1040606"/>
            <a:ext cx="1200150" cy="1152525"/>
          </a:xfrm>
          <a:prstGeom prst="rect">
            <a:avLst/>
          </a:prstGeom>
          <a:noFill/>
          <a:ln>
            <a:noFill/>
          </a:ln>
        </p:spPr>
      </p:pic>
      <p:grpSp>
        <p:nvGrpSpPr>
          <p:cNvPr id="6103" name="Google Shape;6103;p251"/>
          <p:cNvGrpSpPr/>
          <p:nvPr/>
        </p:nvGrpSpPr>
        <p:grpSpPr>
          <a:xfrm>
            <a:off x="3707306" y="2347913"/>
            <a:ext cx="1124437" cy="1565538"/>
            <a:chOff x="4087175" y="1966913"/>
            <a:chExt cx="1124100" cy="1565538"/>
          </a:xfrm>
        </p:grpSpPr>
        <p:pic>
          <p:nvPicPr>
            <p:cNvPr id="6104" name="Google Shape;6104;p251"/>
            <p:cNvPicPr preferRelativeResize="0"/>
            <p:nvPr/>
          </p:nvPicPr>
          <p:blipFill>
            <a:blip r:embed="rId5">
              <a:alphaModFix/>
            </a:blip>
            <a:stretch>
              <a:fillRect/>
            </a:stretch>
          </p:blipFill>
          <p:spPr>
            <a:xfrm>
              <a:off x="4087250" y="1966913"/>
              <a:ext cx="1123950" cy="1400175"/>
            </a:xfrm>
            <a:prstGeom prst="rect">
              <a:avLst/>
            </a:prstGeom>
            <a:noFill/>
            <a:ln>
              <a:noFill/>
            </a:ln>
          </p:spPr>
        </p:pic>
        <p:sp>
          <p:nvSpPr>
            <p:cNvPr id="6105" name="Google Shape;6105;p251"/>
            <p:cNvSpPr txBox="1"/>
            <p:nvPr/>
          </p:nvSpPr>
          <p:spPr>
            <a:xfrm>
              <a:off x="4087175" y="3409450"/>
              <a:ext cx="1124100" cy="123000"/>
            </a:xfrm>
            <a:prstGeom prst="rect">
              <a:avLst/>
            </a:prstGeom>
            <a:noFill/>
            <a:ln>
              <a:noFill/>
            </a:ln>
          </p:spPr>
          <p:txBody>
            <a:bodyPr anchorCtr="0" anchor="ctr" bIns="0" lIns="0" spcFirstLastPara="1" rIns="0" wrap="square" tIns="0">
              <a:spAutoFit/>
            </a:bodyPr>
            <a:lstStyle/>
            <a:p>
              <a:pPr indent="0" lvl="0" marL="0" rtl="0" algn="ctr">
                <a:spcBef>
                  <a:spcPts val="0"/>
                </a:spcBef>
                <a:spcAft>
                  <a:spcPts val="0"/>
                </a:spcAft>
                <a:buNone/>
              </a:pPr>
              <a:r>
                <a:rPr lang="en" sz="800">
                  <a:latin typeface="Overpass SemiBold"/>
                  <a:ea typeface="Overpass SemiBold"/>
                  <a:cs typeface="Overpass SemiBold"/>
                  <a:sym typeface="Overpass SemiBold"/>
                </a:rPr>
                <a:t>DMZ NETWORK</a:t>
              </a:r>
              <a:endParaRPr sz="800">
                <a:latin typeface="Overpass SemiBold"/>
                <a:ea typeface="Overpass SemiBold"/>
                <a:cs typeface="Overpass SemiBold"/>
                <a:sym typeface="Overpass SemiBold"/>
              </a:endParaRPr>
            </a:p>
          </p:txBody>
        </p:sp>
      </p:grpSp>
      <p:grpSp>
        <p:nvGrpSpPr>
          <p:cNvPr id="6106" name="Google Shape;6106;p251"/>
          <p:cNvGrpSpPr/>
          <p:nvPr/>
        </p:nvGrpSpPr>
        <p:grpSpPr>
          <a:xfrm>
            <a:off x="5633769" y="1555819"/>
            <a:ext cx="929155" cy="246900"/>
            <a:chOff x="4902624" y="1107569"/>
            <a:chExt cx="929155" cy="246900"/>
          </a:xfrm>
        </p:grpSpPr>
        <p:pic>
          <p:nvPicPr>
            <p:cNvPr id="6107" name="Google Shape;6107;p251"/>
            <p:cNvPicPr preferRelativeResize="0"/>
            <p:nvPr/>
          </p:nvPicPr>
          <p:blipFill>
            <a:blip r:embed="rId6">
              <a:alphaModFix/>
            </a:blip>
            <a:stretch>
              <a:fillRect/>
            </a:stretch>
          </p:blipFill>
          <p:spPr>
            <a:xfrm>
              <a:off x="4902624" y="1158526"/>
              <a:ext cx="310650" cy="12600"/>
            </a:xfrm>
            <a:prstGeom prst="rect">
              <a:avLst/>
            </a:prstGeom>
            <a:noFill/>
            <a:ln>
              <a:noFill/>
            </a:ln>
          </p:spPr>
        </p:pic>
        <p:sp>
          <p:nvSpPr>
            <p:cNvPr id="6108" name="Google Shape;6108;p251"/>
            <p:cNvSpPr txBox="1"/>
            <p:nvPr/>
          </p:nvSpPr>
          <p:spPr>
            <a:xfrm>
              <a:off x="5243179" y="1107569"/>
              <a:ext cx="5886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RED HAT</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CONTENT</a:t>
              </a:r>
              <a:endParaRPr sz="800">
                <a:latin typeface="Overpass SemiBold"/>
                <a:ea typeface="Overpass SemiBold"/>
                <a:cs typeface="Overpass SemiBold"/>
                <a:sym typeface="Overpass SemiBold"/>
              </a:endParaRPr>
            </a:p>
          </p:txBody>
        </p:sp>
      </p:grpSp>
      <p:sp>
        <p:nvSpPr>
          <p:cNvPr id="6109" name="Google Shape;6109;p251"/>
          <p:cNvSpPr txBox="1"/>
          <p:nvPr/>
        </p:nvSpPr>
        <p:spPr>
          <a:xfrm>
            <a:off x="4616990" y="688267"/>
            <a:ext cx="1281300" cy="2892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 sz="800">
                <a:latin typeface="Overpass Light"/>
                <a:ea typeface="Overpass Light"/>
                <a:cs typeface="Overpass Light"/>
                <a:sym typeface="Overpass Light"/>
              </a:rPr>
              <a:t>CLOUD.REDHAT.COM</a:t>
            </a:r>
            <a:endParaRPr sz="800">
              <a:latin typeface="Overpass Light"/>
              <a:ea typeface="Overpass Light"/>
              <a:cs typeface="Overpass Light"/>
              <a:sym typeface="Overpass Light"/>
            </a:endParaRPr>
          </a:p>
        </p:txBody>
      </p:sp>
      <p:sp>
        <p:nvSpPr>
          <p:cNvPr id="6110" name="Google Shape;6110;p25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1"/>
                </a:solidFill>
              </a:rPr>
              <a:t>Red Hat Infrastructure Standard Adoption Model</a:t>
            </a:r>
            <a:endParaRPr/>
          </a:p>
        </p:txBody>
      </p:sp>
      <p:grpSp>
        <p:nvGrpSpPr>
          <p:cNvPr id="6111" name="Google Shape;6111;p251"/>
          <p:cNvGrpSpPr/>
          <p:nvPr/>
        </p:nvGrpSpPr>
        <p:grpSpPr>
          <a:xfrm>
            <a:off x="4566702" y="3175525"/>
            <a:ext cx="1188665" cy="246900"/>
            <a:chOff x="4902624" y="1107564"/>
            <a:chExt cx="1188665" cy="246900"/>
          </a:xfrm>
        </p:grpSpPr>
        <p:pic>
          <p:nvPicPr>
            <p:cNvPr id="6112" name="Google Shape;6112;p251"/>
            <p:cNvPicPr preferRelativeResize="0"/>
            <p:nvPr/>
          </p:nvPicPr>
          <p:blipFill>
            <a:blip r:embed="rId6">
              <a:alphaModFix/>
            </a:blip>
            <a:stretch>
              <a:fillRect/>
            </a:stretch>
          </p:blipFill>
          <p:spPr>
            <a:xfrm>
              <a:off x="4902624" y="1158526"/>
              <a:ext cx="310650" cy="12600"/>
            </a:xfrm>
            <a:prstGeom prst="rect">
              <a:avLst/>
            </a:prstGeom>
            <a:noFill/>
            <a:ln>
              <a:noFill/>
            </a:ln>
          </p:spPr>
        </p:pic>
        <p:sp>
          <p:nvSpPr>
            <p:cNvPr id="6113" name="Google Shape;6113;p251"/>
            <p:cNvSpPr txBox="1"/>
            <p:nvPr/>
          </p:nvSpPr>
          <p:spPr>
            <a:xfrm>
              <a:off x="5243188" y="1107564"/>
              <a:ext cx="8481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CONTENT</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AGGREGATION</a:t>
              </a:r>
              <a:endParaRPr sz="800">
                <a:latin typeface="Overpass SemiBold"/>
                <a:ea typeface="Overpass SemiBold"/>
                <a:cs typeface="Overpass SemiBold"/>
                <a:sym typeface="Overpass SemiBold"/>
              </a:endParaRPr>
            </a:p>
          </p:txBody>
        </p:sp>
      </p:grpSp>
      <p:cxnSp>
        <p:nvCxnSpPr>
          <p:cNvPr id="6114" name="Google Shape;6114;p251"/>
          <p:cNvCxnSpPr/>
          <p:nvPr/>
        </p:nvCxnSpPr>
        <p:spPr>
          <a:xfrm rot="10800000">
            <a:off x="3180849" y="3984075"/>
            <a:ext cx="13200" cy="845100"/>
          </a:xfrm>
          <a:prstGeom prst="straightConnector1">
            <a:avLst/>
          </a:prstGeom>
          <a:noFill/>
          <a:ln cap="flat" cmpd="sng" w="19050">
            <a:solidFill>
              <a:srgbClr val="4A86E8"/>
            </a:solidFill>
            <a:prstDash val="solid"/>
            <a:round/>
            <a:headEnd len="med" w="med" type="none"/>
            <a:tailEnd len="med" w="med" type="none"/>
          </a:ln>
        </p:spPr>
      </p:cxnSp>
      <p:cxnSp>
        <p:nvCxnSpPr>
          <p:cNvPr id="6115" name="Google Shape;6115;p251"/>
          <p:cNvCxnSpPr/>
          <p:nvPr/>
        </p:nvCxnSpPr>
        <p:spPr>
          <a:xfrm rot="9003106">
            <a:off x="3104326" y="3720829"/>
            <a:ext cx="1079890" cy="2121"/>
          </a:xfrm>
          <a:prstGeom prst="straightConnector1">
            <a:avLst/>
          </a:prstGeom>
          <a:noFill/>
          <a:ln cap="flat" cmpd="sng" w="19050">
            <a:solidFill>
              <a:srgbClr val="4A86E8"/>
            </a:solidFill>
            <a:prstDash val="solid"/>
            <a:round/>
            <a:headEnd len="med" w="med" type="none"/>
            <a:tailEnd len="med" w="med" type="none"/>
          </a:ln>
        </p:spPr>
      </p:cxnSp>
      <p:sp>
        <p:nvSpPr>
          <p:cNvPr id="6116" name="Google Shape;6116;p251"/>
          <p:cNvSpPr txBox="1"/>
          <p:nvPr/>
        </p:nvSpPr>
        <p:spPr>
          <a:xfrm>
            <a:off x="1982089" y="5556319"/>
            <a:ext cx="5883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OTHER </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SOURCES</a:t>
            </a:r>
            <a:endParaRPr sz="800">
              <a:latin typeface="Overpass SemiBold"/>
              <a:ea typeface="Overpass SemiBold"/>
              <a:cs typeface="Overpass SemiBold"/>
              <a:sym typeface="Overpass SemiBold"/>
            </a:endParaRPr>
          </a:p>
        </p:txBody>
      </p:sp>
      <p:sp>
        <p:nvSpPr>
          <p:cNvPr id="6117" name="Google Shape;6117;p251"/>
          <p:cNvSpPr txBox="1"/>
          <p:nvPr/>
        </p:nvSpPr>
        <p:spPr>
          <a:xfrm>
            <a:off x="1324306" y="4886325"/>
            <a:ext cx="8481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0">
                <a:latin typeface="Red Hat Text"/>
                <a:ea typeface="Red Hat Text"/>
                <a:cs typeface="Red Hat Text"/>
                <a:sym typeface="Red Hat Text"/>
              </a:rPr>
              <a:t>…</a:t>
            </a:r>
            <a:endParaRPr sz="6000">
              <a:latin typeface="Red Hat Text"/>
              <a:ea typeface="Red Hat Text"/>
              <a:cs typeface="Red Hat Text"/>
              <a:sym typeface="Red Hat Text"/>
            </a:endParaRPr>
          </a:p>
        </p:txBody>
      </p:sp>
      <p:cxnSp>
        <p:nvCxnSpPr>
          <p:cNvPr id="6118" name="Google Shape;6118;p251"/>
          <p:cNvCxnSpPr/>
          <p:nvPr/>
        </p:nvCxnSpPr>
        <p:spPr>
          <a:xfrm rot="9003106">
            <a:off x="3034827" y="3680957"/>
            <a:ext cx="1079890" cy="2121"/>
          </a:xfrm>
          <a:prstGeom prst="straightConnector1">
            <a:avLst/>
          </a:prstGeom>
          <a:noFill/>
          <a:ln cap="flat" cmpd="sng" w="19050">
            <a:solidFill>
              <a:schemeClr val="dk2"/>
            </a:solidFill>
            <a:prstDash val="solid"/>
            <a:round/>
            <a:headEnd len="med" w="med" type="none"/>
            <a:tailEnd len="med" w="med" type="none"/>
          </a:ln>
        </p:spPr>
      </p:cxnSp>
      <p:grpSp>
        <p:nvGrpSpPr>
          <p:cNvPr id="6119" name="Google Shape;6119;p251"/>
          <p:cNvGrpSpPr/>
          <p:nvPr/>
        </p:nvGrpSpPr>
        <p:grpSpPr>
          <a:xfrm>
            <a:off x="1208512" y="2528888"/>
            <a:ext cx="1557597" cy="2828925"/>
            <a:chOff x="1193863" y="2052638"/>
            <a:chExt cx="1557129" cy="2828925"/>
          </a:xfrm>
        </p:grpSpPr>
        <p:pic>
          <p:nvPicPr>
            <p:cNvPr id="6120" name="Google Shape;6120;p251"/>
            <p:cNvPicPr preferRelativeResize="0"/>
            <p:nvPr/>
          </p:nvPicPr>
          <p:blipFill>
            <a:blip r:embed="rId7">
              <a:alphaModFix/>
            </a:blip>
            <a:stretch>
              <a:fillRect/>
            </a:stretch>
          </p:blipFill>
          <p:spPr>
            <a:xfrm>
              <a:off x="1193863" y="2052638"/>
              <a:ext cx="885825" cy="1076325"/>
            </a:xfrm>
            <a:prstGeom prst="rect">
              <a:avLst/>
            </a:prstGeom>
            <a:noFill/>
            <a:ln>
              <a:noFill/>
            </a:ln>
          </p:spPr>
        </p:pic>
        <p:pic>
          <p:nvPicPr>
            <p:cNvPr id="6121" name="Google Shape;6121;p251"/>
            <p:cNvPicPr preferRelativeResize="0"/>
            <p:nvPr/>
          </p:nvPicPr>
          <p:blipFill>
            <a:blip r:embed="rId7">
              <a:alphaModFix/>
            </a:blip>
            <a:stretch>
              <a:fillRect/>
            </a:stretch>
          </p:blipFill>
          <p:spPr>
            <a:xfrm>
              <a:off x="1193863" y="2890838"/>
              <a:ext cx="885825" cy="1076325"/>
            </a:xfrm>
            <a:prstGeom prst="rect">
              <a:avLst/>
            </a:prstGeom>
            <a:noFill/>
            <a:ln>
              <a:noFill/>
            </a:ln>
          </p:spPr>
        </p:pic>
        <p:pic>
          <p:nvPicPr>
            <p:cNvPr id="6122" name="Google Shape;6122;p251"/>
            <p:cNvPicPr preferRelativeResize="0"/>
            <p:nvPr/>
          </p:nvPicPr>
          <p:blipFill>
            <a:blip r:embed="rId7">
              <a:alphaModFix/>
            </a:blip>
            <a:stretch>
              <a:fillRect/>
            </a:stretch>
          </p:blipFill>
          <p:spPr>
            <a:xfrm>
              <a:off x="1193863" y="3805238"/>
              <a:ext cx="885825" cy="1076325"/>
            </a:xfrm>
            <a:prstGeom prst="rect">
              <a:avLst/>
            </a:prstGeom>
            <a:noFill/>
            <a:ln>
              <a:noFill/>
            </a:ln>
          </p:spPr>
        </p:pic>
        <p:grpSp>
          <p:nvGrpSpPr>
            <p:cNvPr id="6123" name="Google Shape;6123;p251"/>
            <p:cNvGrpSpPr/>
            <p:nvPr/>
          </p:nvGrpSpPr>
          <p:grpSpPr>
            <a:xfrm>
              <a:off x="1822116" y="3308419"/>
              <a:ext cx="928876" cy="246900"/>
              <a:chOff x="4902624" y="1107569"/>
              <a:chExt cx="929155" cy="246900"/>
            </a:xfrm>
          </p:grpSpPr>
          <p:pic>
            <p:nvPicPr>
              <p:cNvPr id="6124" name="Google Shape;6124;p251"/>
              <p:cNvPicPr preferRelativeResize="0"/>
              <p:nvPr/>
            </p:nvPicPr>
            <p:blipFill>
              <a:blip r:embed="rId6">
                <a:alphaModFix/>
              </a:blip>
              <a:stretch>
                <a:fillRect/>
              </a:stretch>
            </p:blipFill>
            <p:spPr>
              <a:xfrm>
                <a:off x="4902624" y="1158526"/>
                <a:ext cx="310650" cy="12600"/>
              </a:xfrm>
              <a:prstGeom prst="rect">
                <a:avLst/>
              </a:prstGeom>
              <a:noFill/>
              <a:ln>
                <a:noFill/>
              </a:ln>
            </p:spPr>
          </p:pic>
          <p:sp>
            <p:nvSpPr>
              <p:cNvPr id="6125" name="Google Shape;6125;p251"/>
              <p:cNvSpPr txBox="1"/>
              <p:nvPr/>
            </p:nvSpPr>
            <p:spPr>
              <a:xfrm>
                <a:off x="5243179" y="1107569"/>
                <a:ext cx="5886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CONTAINER</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CONTENT</a:t>
                </a:r>
                <a:endParaRPr sz="800">
                  <a:latin typeface="Overpass SemiBold"/>
                  <a:ea typeface="Overpass SemiBold"/>
                  <a:cs typeface="Overpass SemiBold"/>
                  <a:sym typeface="Overpass SemiBold"/>
                </a:endParaRPr>
              </a:p>
            </p:txBody>
          </p:sp>
        </p:grpSp>
        <p:grpSp>
          <p:nvGrpSpPr>
            <p:cNvPr id="6126" name="Google Shape;6126;p251"/>
            <p:cNvGrpSpPr/>
            <p:nvPr/>
          </p:nvGrpSpPr>
          <p:grpSpPr>
            <a:xfrm>
              <a:off x="1822116" y="2470219"/>
              <a:ext cx="928876" cy="246900"/>
              <a:chOff x="4902624" y="1107569"/>
              <a:chExt cx="929155" cy="246900"/>
            </a:xfrm>
          </p:grpSpPr>
          <p:pic>
            <p:nvPicPr>
              <p:cNvPr id="6127" name="Google Shape;6127;p251"/>
              <p:cNvPicPr preferRelativeResize="0"/>
              <p:nvPr/>
            </p:nvPicPr>
            <p:blipFill>
              <a:blip r:embed="rId6">
                <a:alphaModFix/>
              </a:blip>
              <a:stretch>
                <a:fillRect/>
              </a:stretch>
            </p:blipFill>
            <p:spPr>
              <a:xfrm>
                <a:off x="4902624" y="1158526"/>
                <a:ext cx="310650" cy="12600"/>
              </a:xfrm>
              <a:prstGeom prst="rect">
                <a:avLst/>
              </a:prstGeom>
              <a:noFill/>
              <a:ln>
                <a:noFill/>
              </a:ln>
            </p:spPr>
          </p:pic>
          <p:sp>
            <p:nvSpPr>
              <p:cNvPr id="6128" name="Google Shape;6128;p251"/>
              <p:cNvSpPr txBox="1"/>
              <p:nvPr/>
            </p:nvSpPr>
            <p:spPr>
              <a:xfrm>
                <a:off x="5243179" y="1107569"/>
                <a:ext cx="5886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GITHUB</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CONTENT</a:t>
                </a:r>
                <a:endParaRPr sz="800">
                  <a:latin typeface="Overpass SemiBold"/>
                  <a:ea typeface="Overpass SemiBold"/>
                  <a:cs typeface="Overpass SemiBold"/>
                  <a:sym typeface="Overpass SemiBold"/>
                </a:endParaRPr>
              </a:p>
            </p:txBody>
          </p:sp>
        </p:grpSp>
        <p:grpSp>
          <p:nvGrpSpPr>
            <p:cNvPr id="6129" name="Google Shape;6129;p251"/>
            <p:cNvGrpSpPr/>
            <p:nvPr/>
          </p:nvGrpSpPr>
          <p:grpSpPr>
            <a:xfrm>
              <a:off x="1822116" y="4222819"/>
              <a:ext cx="928876" cy="246900"/>
              <a:chOff x="4902624" y="1107569"/>
              <a:chExt cx="929155" cy="246900"/>
            </a:xfrm>
          </p:grpSpPr>
          <p:pic>
            <p:nvPicPr>
              <p:cNvPr id="6130" name="Google Shape;6130;p251"/>
              <p:cNvPicPr preferRelativeResize="0"/>
              <p:nvPr/>
            </p:nvPicPr>
            <p:blipFill>
              <a:blip r:embed="rId6">
                <a:alphaModFix/>
              </a:blip>
              <a:stretch>
                <a:fillRect/>
              </a:stretch>
            </p:blipFill>
            <p:spPr>
              <a:xfrm>
                <a:off x="4902624" y="1158526"/>
                <a:ext cx="310650" cy="12600"/>
              </a:xfrm>
              <a:prstGeom prst="rect">
                <a:avLst/>
              </a:prstGeom>
              <a:noFill/>
              <a:ln>
                <a:noFill/>
              </a:ln>
            </p:spPr>
          </p:pic>
          <p:sp>
            <p:nvSpPr>
              <p:cNvPr id="6131" name="Google Shape;6131;p251"/>
              <p:cNvSpPr txBox="1"/>
              <p:nvPr/>
            </p:nvSpPr>
            <p:spPr>
              <a:xfrm>
                <a:off x="5243179" y="1107569"/>
                <a:ext cx="5886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MICROSOFT</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CONTENT</a:t>
                </a:r>
                <a:endParaRPr sz="800">
                  <a:latin typeface="Overpass SemiBold"/>
                  <a:ea typeface="Overpass SemiBold"/>
                  <a:cs typeface="Overpass SemiBold"/>
                  <a:sym typeface="Overpass SemiBold"/>
                </a:endParaRPr>
              </a:p>
            </p:txBody>
          </p:sp>
        </p:grpSp>
      </p:grpSp>
      <p:cxnSp>
        <p:nvCxnSpPr>
          <p:cNvPr id="6132" name="Google Shape;6132;p251"/>
          <p:cNvCxnSpPr/>
          <p:nvPr/>
        </p:nvCxnSpPr>
        <p:spPr>
          <a:xfrm flipH="1" rot="1800388">
            <a:off x="1845013" y="3609831"/>
            <a:ext cx="1361134" cy="1237"/>
          </a:xfrm>
          <a:prstGeom prst="straightConnector1">
            <a:avLst/>
          </a:prstGeom>
          <a:noFill/>
          <a:ln cap="flat" cmpd="sng" w="19050">
            <a:solidFill>
              <a:schemeClr val="dk2"/>
            </a:solidFill>
            <a:prstDash val="solid"/>
            <a:round/>
            <a:headEnd len="med" w="med" type="none"/>
            <a:tailEnd len="med" w="med" type="none"/>
          </a:ln>
        </p:spPr>
      </p:cxnSp>
      <p:cxnSp>
        <p:nvCxnSpPr>
          <p:cNvPr id="6133" name="Google Shape;6133;p251"/>
          <p:cNvCxnSpPr/>
          <p:nvPr/>
        </p:nvCxnSpPr>
        <p:spPr>
          <a:xfrm rot="10800000">
            <a:off x="1938801" y="4113600"/>
            <a:ext cx="1261200" cy="723900"/>
          </a:xfrm>
          <a:prstGeom prst="straightConnector1">
            <a:avLst/>
          </a:prstGeom>
          <a:noFill/>
          <a:ln cap="flat" cmpd="sng" w="19050">
            <a:solidFill>
              <a:srgbClr val="4A86E8"/>
            </a:solidFill>
            <a:prstDash val="solid"/>
            <a:round/>
            <a:headEnd len="med" w="med" type="none"/>
            <a:tailEnd len="med" w="med" type="none"/>
          </a:ln>
        </p:spPr>
      </p:cxnSp>
      <p:cxnSp>
        <p:nvCxnSpPr>
          <p:cNvPr id="6134" name="Google Shape;6134;p251"/>
          <p:cNvCxnSpPr/>
          <p:nvPr/>
        </p:nvCxnSpPr>
        <p:spPr>
          <a:xfrm rot="10800000">
            <a:off x="3245465" y="4023150"/>
            <a:ext cx="12900" cy="1749000"/>
          </a:xfrm>
          <a:prstGeom prst="straightConnector1">
            <a:avLst/>
          </a:prstGeom>
          <a:noFill/>
          <a:ln cap="flat" cmpd="sng" w="19050">
            <a:solidFill>
              <a:srgbClr val="F1C232"/>
            </a:solidFill>
            <a:prstDash val="solid"/>
            <a:round/>
            <a:headEnd len="med" w="med" type="none"/>
            <a:tailEnd len="med" w="med" type="none"/>
          </a:ln>
        </p:spPr>
      </p:cxnSp>
      <p:cxnSp>
        <p:nvCxnSpPr>
          <p:cNvPr id="6135" name="Google Shape;6135;p251"/>
          <p:cNvCxnSpPr/>
          <p:nvPr/>
        </p:nvCxnSpPr>
        <p:spPr>
          <a:xfrm rot="9003106">
            <a:off x="3168636" y="3760120"/>
            <a:ext cx="1079890" cy="2121"/>
          </a:xfrm>
          <a:prstGeom prst="straightConnector1">
            <a:avLst/>
          </a:prstGeom>
          <a:noFill/>
          <a:ln cap="flat" cmpd="sng" w="19050">
            <a:solidFill>
              <a:srgbClr val="F1C232"/>
            </a:solidFill>
            <a:prstDash val="solid"/>
            <a:round/>
            <a:headEnd len="med" w="med" type="none"/>
            <a:tailEnd len="med" w="med" type="none"/>
          </a:ln>
        </p:spPr>
      </p:cxnSp>
      <p:cxnSp>
        <p:nvCxnSpPr>
          <p:cNvPr id="6136" name="Google Shape;6136;p251"/>
          <p:cNvCxnSpPr/>
          <p:nvPr/>
        </p:nvCxnSpPr>
        <p:spPr>
          <a:xfrm rot="10800000">
            <a:off x="1938616" y="5018500"/>
            <a:ext cx="1325100" cy="759600"/>
          </a:xfrm>
          <a:prstGeom prst="straightConnector1">
            <a:avLst/>
          </a:prstGeom>
          <a:noFill/>
          <a:ln cap="flat" cmpd="sng" w="19050">
            <a:solidFill>
              <a:srgbClr val="F1C232"/>
            </a:solidFill>
            <a:prstDash val="solid"/>
            <a:round/>
            <a:headEnd len="med" w="med" type="none"/>
            <a:tailEnd len="med" w="med" type="none"/>
          </a:ln>
        </p:spPr>
      </p:cxnSp>
      <p:pic>
        <p:nvPicPr>
          <p:cNvPr id="6137" name="Google Shape;6137;p251"/>
          <p:cNvPicPr preferRelativeResize="0"/>
          <p:nvPr/>
        </p:nvPicPr>
        <p:blipFill>
          <a:blip r:embed="rId5">
            <a:alphaModFix/>
          </a:blip>
          <a:stretch>
            <a:fillRect/>
          </a:stretch>
        </p:blipFill>
        <p:spPr>
          <a:xfrm>
            <a:off x="5688873" y="2347913"/>
            <a:ext cx="1123950" cy="1400175"/>
          </a:xfrm>
          <a:prstGeom prst="rect">
            <a:avLst/>
          </a:prstGeom>
          <a:noFill/>
          <a:ln>
            <a:noFill/>
          </a:ln>
        </p:spPr>
      </p:pic>
      <p:sp>
        <p:nvSpPr>
          <p:cNvPr id="6138" name="Google Shape;6138;p251"/>
          <p:cNvSpPr txBox="1"/>
          <p:nvPr/>
        </p:nvSpPr>
        <p:spPr>
          <a:xfrm>
            <a:off x="5688798" y="3790450"/>
            <a:ext cx="1124400" cy="492600"/>
          </a:xfrm>
          <a:prstGeom prst="rect">
            <a:avLst/>
          </a:prstGeom>
          <a:noFill/>
          <a:ln>
            <a:noFill/>
          </a:ln>
        </p:spPr>
        <p:txBody>
          <a:bodyPr anchorCtr="0" anchor="ctr" bIns="0" lIns="0" spcFirstLastPara="1" rIns="0" wrap="square" tIns="0">
            <a:spAutoFit/>
          </a:bodyPr>
          <a:lstStyle/>
          <a:p>
            <a:pPr indent="0" lvl="0" marL="0" rtl="0" algn="ctr">
              <a:spcBef>
                <a:spcPts val="0"/>
              </a:spcBef>
              <a:spcAft>
                <a:spcPts val="0"/>
              </a:spcAft>
              <a:buNone/>
            </a:pPr>
            <a:r>
              <a:rPr lang="en" sz="800">
                <a:latin typeface="Overpass SemiBold"/>
                <a:ea typeface="Overpass SemiBold"/>
                <a:cs typeface="Overpass SemiBold"/>
                <a:sym typeface="Overpass SemiBold"/>
              </a:rPr>
              <a:t>SOFTWARE TESTING AND </a:t>
            </a:r>
            <a:r>
              <a:rPr lang="en" sz="800">
                <a:latin typeface="Overpass SemiBold"/>
                <a:ea typeface="Overpass SemiBold"/>
                <a:cs typeface="Overpass SemiBold"/>
                <a:sym typeface="Overpass SemiBold"/>
              </a:rPr>
              <a:t>VERIFICATION NETWORK</a:t>
            </a:r>
            <a:endParaRPr sz="800">
              <a:latin typeface="Overpass SemiBold"/>
              <a:ea typeface="Overpass SemiBold"/>
              <a:cs typeface="Overpass SemiBold"/>
              <a:sym typeface="Overpass SemiBold"/>
            </a:endParaRPr>
          </a:p>
          <a:p>
            <a:pPr indent="0" lvl="0" marL="0" rtl="0" algn="ctr">
              <a:spcBef>
                <a:spcPts val="0"/>
              </a:spcBef>
              <a:spcAft>
                <a:spcPts val="0"/>
              </a:spcAft>
              <a:buNone/>
            </a:pPr>
            <a:r>
              <a:rPr lang="en" sz="800">
                <a:latin typeface="Overpass SemiBold"/>
                <a:ea typeface="Overpass SemiBold"/>
                <a:cs typeface="Overpass SemiBold"/>
                <a:sym typeface="Overpass SemiBold"/>
              </a:rPr>
              <a:t>(OPTIONAL)</a:t>
            </a:r>
            <a:endParaRPr sz="800">
              <a:latin typeface="Overpass SemiBold"/>
              <a:ea typeface="Overpass SemiBold"/>
              <a:cs typeface="Overpass SemiBold"/>
              <a:sym typeface="Overpass SemiBold"/>
            </a:endParaRPr>
          </a:p>
        </p:txBody>
      </p:sp>
      <p:grpSp>
        <p:nvGrpSpPr>
          <p:cNvPr id="6139" name="Google Shape;6139;p251"/>
          <p:cNvGrpSpPr/>
          <p:nvPr/>
        </p:nvGrpSpPr>
        <p:grpSpPr>
          <a:xfrm>
            <a:off x="4716395" y="1784443"/>
            <a:ext cx="381217" cy="207909"/>
            <a:chOff x="5095961" y="1403443"/>
            <a:chExt cx="381103" cy="207909"/>
          </a:xfrm>
        </p:grpSpPr>
        <p:cxnSp>
          <p:nvCxnSpPr>
            <p:cNvPr id="6140" name="Google Shape;6140;p251"/>
            <p:cNvCxnSpPr/>
            <p:nvPr/>
          </p:nvCxnSpPr>
          <p:spPr>
            <a:xfrm flipH="1">
              <a:off x="5095961" y="1403443"/>
              <a:ext cx="241800" cy="144300"/>
            </a:xfrm>
            <a:prstGeom prst="straightConnector1">
              <a:avLst/>
            </a:prstGeom>
            <a:noFill/>
            <a:ln cap="flat" cmpd="sng" w="19050">
              <a:solidFill>
                <a:schemeClr val="accent2"/>
              </a:solidFill>
              <a:prstDash val="solid"/>
              <a:round/>
              <a:headEnd len="med" w="med" type="none"/>
              <a:tailEnd len="med" w="med" type="none"/>
            </a:ln>
          </p:spPr>
        </p:cxnSp>
        <p:cxnSp>
          <p:nvCxnSpPr>
            <p:cNvPr id="6141" name="Google Shape;6141;p251"/>
            <p:cNvCxnSpPr/>
            <p:nvPr/>
          </p:nvCxnSpPr>
          <p:spPr>
            <a:xfrm flipH="1">
              <a:off x="5162636" y="1440352"/>
              <a:ext cx="241800" cy="144300"/>
            </a:xfrm>
            <a:prstGeom prst="straightConnector1">
              <a:avLst/>
            </a:prstGeom>
            <a:noFill/>
            <a:ln cap="flat" cmpd="sng" w="19050">
              <a:solidFill>
                <a:schemeClr val="accent3"/>
              </a:solidFill>
              <a:prstDash val="solid"/>
              <a:round/>
              <a:headEnd len="med" w="med" type="none"/>
              <a:tailEnd len="med" w="med" type="none"/>
            </a:ln>
          </p:spPr>
        </p:cxnSp>
        <p:cxnSp>
          <p:nvCxnSpPr>
            <p:cNvPr id="6142" name="Google Shape;6142;p251"/>
            <p:cNvCxnSpPr/>
            <p:nvPr/>
          </p:nvCxnSpPr>
          <p:spPr>
            <a:xfrm flipH="1">
              <a:off x="5249964" y="1478452"/>
              <a:ext cx="227100" cy="132900"/>
            </a:xfrm>
            <a:prstGeom prst="straightConnector1">
              <a:avLst/>
            </a:prstGeom>
            <a:noFill/>
            <a:ln cap="flat" cmpd="sng" w="19050">
              <a:solidFill>
                <a:schemeClr val="accent4"/>
              </a:solidFill>
              <a:prstDash val="solid"/>
              <a:round/>
              <a:headEnd len="med" w="med" type="none"/>
              <a:tailEnd len="med" w="med" type="none"/>
            </a:ln>
          </p:spPr>
        </p:cxnSp>
      </p:grpSp>
      <p:cxnSp>
        <p:nvCxnSpPr>
          <p:cNvPr id="6143" name="Google Shape;6143;p251"/>
          <p:cNvCxnSpPr/>
          <p:nvPr/>
        </p:nvCxnSpPr>
        <p:spPr>
          <a:xfrm flipH="1">
            <a:off x="4619382" y="2939650"/>
            <a:ext cx="105600" cy="61800"/>
          </a:xfrm>
          <a:prstGeom prst="straightConnector1">
            <a:avLst/>
          </a:prstGeom>
          <a:noFill/>
          <a:ln cap="flat" cmpd="sng" w="19050">
            <a:solidFill>
              <a:schemeClr val="accent2"/>
            </a:solidFill>
            <a:prstDash val="solid"/>
            <a:round/>
            <a:headEnd len="med" w="med" type="none"/>
            <a:tailEnd len="med" w="med" type="none"/>
          </a:ln>
        </p:spPr>
      </p:cxnSp>
      <p:cxnSp>
        <p:nvCxnSpPr>
          <p:cNvPr id="6144" name="Google Shape;6144;p251"/>
          <p:cNvCxnSpPr/>
          <p:nvPr/>
        </p:nvCxnSpPr>
        <p:spPr>
          <a:xfrm flipH="1">
            <a:off x="4675574" y="2976575"/>
            <a:ext cx="115500" cy="67800"/>
          </a:xfrm>
          <a:prstGeom prst="straightConnector1">
            <a:avLst/>
          </a:prstGeom>
          <a:noFill/>
          <a:ln cap="flat" cmpd="sng" w="19050">
            <a:solidFill>
              <a:schemeClr val="accent3"/>
            </a:solidFill>
            <a:prstDash val="solid"/>
            <a:round/>
            <a:headEnd len="med" w="med" type="none"/>
            <a:tailEnd len="med" w="med" type="none"/>
          </a:ln>
        </p:spPr>
      </p:cxnSp>
      <p:cxnSp>
        <p:nvCxnSpPr>
          <p:cNvPr id="6145" name="Google Shape;6145;p251"/>
          <p:cNvCxnSpPr/>
          <p:nvPr/>
        </p:nvCxnSpPr>
        <p:spPr>
          <a:xfrm flipH="1">
            <a:off x="4636496" y="3004550"/>
            <a:ext cx="243300" cy="147000"/>
          </a:xfrm>
          <a:prstGeom prst="straightConnector1">
            <a:avLst/>
          </a:prstGeom>
          <a:noFill/>
          <a:ln cap="flat" cmpd="sng" w="19050">
            <a:solidFill>
              <a:schemeClr val="accent4"/>
            </a:solidFill>
            <a:prstDash val="solid"/>
            <a:round/>
            <a:headEnd len="med" w="med" type="none"/>
            <a:tailEnd len="med" w="med" type="none"/>
          </a:ln>
        </p:spPr>
      </p:cxnSp>
      <p:cxnSp>
        <p:nvCxnSpPr>
          <p:cNvPr id="6146" name="Google Shape;6146;p251"/>
          <p:cNvCxnSpPr/>
          <p:nvPr/>
        </p:nvCxnSpPr>
        <p:spPr>
          <a:xfrm rot="10800000">
            <a:off x="4875045" y="1984175"/>
            <a:ext cx="600" cy="1028100"/>
          </a:xfrm>
          <a:prstGeom prst="straightConnector1">
            <a:avLst/>
          </a:prstGeom>
          <a:noFill/>
          <a:ln cap="flat" cmpd="sng" w="19050">
            <a:solidFill>
              <a:schemeClr val="accent4"/>
            </a:solidFill>
            <a:prstDash val="solid"/>
            <a:round/>
            <a:headEnd len="med" w="med" type="none"/>
            <a:tailEnd len="med" w="med" type="none"/>
          </a:ln>
        </p:spPr>
      </p:cxnSp>
      <p:cxnSp>
        <p:nvCxnSpPr>
          <p:cNvPr id="6147" name="Google Shape;6147;p251"/>
          <p:cNvCxnSpPr/>
          <p:nvPr/>
        </p:nvCxnSpPr>
        <p:spPr>
          <a:xfrm flipH="1" rot="10800000">
            <a:off x="4786923" y="1958000"/>
            <a:ext cx="600" cy="1026300"/>
          </a:xfrm>
          <a:prstGeom prst="straightConnector1">
            <a:avLst/>
          </a:prstGeom>
          <a:noFill/>
          <a:ln cap="flat" cmpd="sng" w="19050">
            <a:solidFill>
              <a:schemeClr val="accent3"/>
            </a:solidFill>
            <a:prstDash val="solid"/>
            <a:round/>
            <a:headEnd len="med" w="med" type="none"/>
            <a:tailEnd len="med" w="med" type="none"/>
          </a:ln>
        </p:spPr>
      </p:cxnSp>
      <p:cxnSp>
        <p:nvCxnSpPr>
          <p:cNvPr id="6148" name="Google Shape;6148;p251"/>
          <p:cNvCxnSpPr/>
          <p:nvPr/>
        </p:nvCxnSpPr>
        <p:spPr>
          <a:xfrm flipH="1" rot="10800000">
            <a:off x="4720231" y="1921091"/>
            <a:ext cx="600" cy="1026300"/>
          </a:xfrm>
          <a:prstGeom prst="straightConnector1">
            <a:avLst/>
          </a:prstGeom>
          <a:noFill/>
          <a:ln cap="flat" cmpd="sng" w="19050">
            <a:solidFill>
              <a:schemeClr val="accent2"/>
            </a:solidFill>
            <a:prstDash val="solid"/>
            <a:round/>
            <a:headEnd len="med" w="med" type="none"/>
            <a:tailEnd len="med" w="med" type="none"/>
          </a:ln>
        </p:spPr>
      </p:cxnSp>
      <p:cxnSp>
        <p:nvCxnSpPr>
          <p:cNvPr id="6149" name="Google Shape;6149;p251"/>
          <p:cNvCxnSpPr/>
          <p:nvPr/>
        </p:nvCxnSpPr>
        <p:spPr>
          <a:xfrm rot="10800000">
            <a:off x="4602556" y="3415725"/>
            <a:ext cx="717300" cy="403800"/>
          </a:xfrm>
          <a:prstGeom prst="straightConnector1">
            <a:avLst/>
          </a:prstGeom>
          <a:noFill/>
          <a:ln cap="flat" cmpd="sng" w="19050">
            <a:solidFill>
              <a:schemeClr val="accent3"/>
            </a:solidFill>
            <a:prstDash val="solid"/>
            <a:round/>
            <a:headEnd len="med" w="med" type="none"/>
            <a:tailEnd len="med" w="med" type="none"/>
          </a:ln>
        </p:spPr>
      </p:cxnSp>
      <p:cxnSp>
        <p:nvCxnSpPr>
          <p:cNvPr id="6150" name="Google Shape;6150;p251"/>
          <p:cNvCxnSpPr/>
          <p:nvPr/>
        </p:nvCxnSpPr>
        <p:spPr>
          <a:xfrm flipH="1" rot="10800000">
            <a:off x="5311367" y="3413030"/>
            <a:ext cx="722100" cy="405900"/>
          </a:xfrm>
          <a:prstGeom prst="straightConnector1">
            <a:avLst/>
          </a:prstGeom>
          <a:noFill/>
          <a:ln cap="flat" cmpd="sng" w="19050">
            <a:solidFill>
              <a:schemeClr val="accent3"/>
            </a:solidFill>
            <a:prstDash val="solid"/>
            <a:round/>
            <a:headEnd len="med" w="med" type="none"/>
            <a:tailEnd len="med" w="med" type="none"/>
          </a:ln>
        </p:spPr>
      </p:cxnSp>
      <p:grpSp>
        <p:nvGrpSpPr>
          <p:cNvPr id="6151" name="Google Shape;6151;p251"/>
          <p:cNvGrpSpPr/>
          <p:nvPr/>
        </p:nvGrpSpPr>
        <p:grpSpPr>
          <a:xfrm>
            <a:off x="6548398" y="3175525"/>
            <a:ext cx="1188665" cy="246900"/>
            <a:chOff x="4902624" y="1107564"/>
            <a:chExt cx="1188665" cy="246900"/>
          </a:xfrm>
        </p:grpSpPr>
        <p:pic>
          <p:nvPicPr>
            <p:cNvPr id="6152" name="Google Shape;6152;p251"/>
            <p:cNvPicPr preferRelativeResize="0"/>
            <p:nvPr/>
          </p:nvPicPr>
          <p:blipFill>
            <a:blip r:embed="rId6">
              <a:alphaModFix/>
            </a:blip>
            <a:stretch>
              <a:fillRect/>
            </a:stretch>
          </p:blipFill>
          <p:spPr>
            <a:xfrm>
              <a:off x="4902624" y="1158526"/>
              <a:ext cx="310650" cy="12600"/>
            </a:xfrm>
            <a:prstGeom prst="rect">
              <a:avLst/>
            </a:prstGeom>
            <a:noFill/>
            <a:ln>
              <a:noFill/>
            </a:ln>
          </p:spPr>
        </p:pic>
        <p:sp>
          <p:nvSpPr>
            <p:cNvPr id="6153" name="Google Shape;6153;p251"/>
            <p:cNvSpPr txBox="1"/>
            <p:nvPr/>
          </p:nvSpPr>
          <p:spPr>
            <a:xfrm>
              <a:off x="5243188" y="1107564"/>
              <a:ext cx="8481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CONTENT</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VERIFICATION</a:t>
              </a:r>
              <a:endParaRPr sz="800">
                <a:latin typeface="Overpass SemiBold"/>
                <a:ea typeface="Overpass SemiBold"/>
                <a:cs typeface="Overpass SemiBold"/>
                <a:sym typeface="Overpass SemiBold"/>
              </a:endParaRPr>
            </a:p>
          </p:txBody>
        </p:sp>
      </p:grpSp>
      <p:cxnSp>
        <p:nvCxnSpPr>
          <p:cNvPr id="6154" name="Google Shape;6154;p251"/>
          <p:cNvCxnSpPr/>
          <p:nvPr/>
        </p:nvCxnSpPr>
        <p:spPr>
          <a:xfrm>
            <a:off x="6586115" y="3410227"/>
            <a:ext cx="706500" cy="401700"/>
          </a:xfrm>
          <a:prstGeom prst="straightConnector1">
            <a:avLst/>
          </a:prstGeom>
          <a:noFill/>
          <a:ln cap="flat" cmpd="sng" w="19050">
            <a:solidFill>
              <a:srgbClr val="4A86E8"/>
            </a:solidFill>
            <a:prstDash val="solid"/>
            <a:round/>
            <a:headEnd len="med" w="med" type="none"/>
            <a:tailEnd len="med" w="med" type="none"/>
          </a:ln>
        </p:spPr>
      </p:cxnSp>
      <p:cxnSp>
        <p:nvCxnSpPr>
          <p:cNvPr id="6155" name="Google Shape;6155;p251"/>
          <p:cNvCxnSpPr/>
          <p:nvPr/>
        </p:nvCxnSpPr>
        <p:spPr>
          <a:xfrm flipH="1">
            <a:off x="7287233" y="3406969"/>
            <a:ext cx="712800" cy="402000"/>
          </a:xfrm>
          <a:prstGeom prst="straightConnector1">
            <a:avLst/>
          </a:prstGeom>
          <a:noFill/>
          <a:ln cap="flat" cmpd="sng" w="19050">
            <a:solidFill>
              <a:srgbClr val="4A86E8"/>
            </a:solidFill>
            <a:prstDash val="solid"/>
            <a:round/>
            <a:headEnd len="med" w="med" type="none"/>
            <a:tailEnd len="med" w="med" type="none"/>
          </a:ln>
        </p:spPr>
      </p:cxnSp>
      <p:sp>
        <p:nvSpPr>
          <p:cNvPr id="6156" name="Google Shape;6156;p251"/>
          <p:cNvSpPr txBox="1"/>
          <p:nvPr/>
        </p:nvSpPr>
        <p:spPr>
          <a:xfrm>
            <a:off x="8994800" y="5746725"/>
            <a:ext cx="1124400" cy="246300"/>
          </a:xfrm>
          <a:prstGeom prst="rect">
            <a:avLst/>
          </a:prstGeom>
          <a:noFill/>
          <a:ln>
            <a:noFill/>
          </a:ln>
        </p:spPr>
        <p:txBody>
          <a:bodyPr anchorCtr="0" anchor="ctr" bIns="0" lIns="0" spcFirstLastPara="1" rIns="0" wrap="square" tIns="0">
            <a:spAutoFit/>
          </a:bodyPr>
          <a:lstStyle/>
          <a:p>
            <a:pPr indent="0" lvl="0" marL="0" rtl="0" algn="ctr">
              <a:spcBef>
                <a:spcPts val="0"/>
              </a:spcBef>
              <a:spcAft>
                <a:spcPts val="0"/>
              </a:spcAft>
              <a:buNone/>
            </a:pPr>
            <a:r>
              <a:rPr lang="en" sz="800">
                <a:latin typeface="Overpass SemiBold"/>
                <a:ea typeface="Overpass SemiBold"/>
                <a:cs typeface="Overpass SemiBold"/>
                <a:sym typeface="Overpass SemiBold"/>
              </a:rPr>
              <a:t>DISTRIBUTION NETWORK</a:t>
            </a:r>
            <a:endParaRPr sz="800">
              <a:latin typeface="Overpass SemiBold"/>
              <a:ea typeface="Overpass SemiBold"/>
              <a:cs typeface="Overpass SemiBold"/>
              <a:sym typeface="Overpass SemiBold"/>
            </a:endParaRPr>
          </a:p>
        </p:txBody>
      </p:sp>
      <p:pic>
        <p:nvPicPr>
          <p:cNvPr id="6157" name="Google Shape;6157;p251"/>
          <p:cNvPicPr preferRelativeResize="0"/>
          <p:nvPr/>
        </p:nvPicPr>
        <p:blipFill rotWithShape="1">
          <a:blip r:embed="rId8">
            <a:alphaModFix/>
          </a:blip>
          <a:srcRect b="-1829" l="11317" r="3972" t="1830"/>
          <a:stretch/>
        </p:blipFill>
        <p:spPr>
          <a:xfrm>
            <a:off x="9342212" y="1543050"/>
            <a:ext cx="2405052" cy="4171950"/>
          </a:xfrm>
          <a:prstGeom prst="rect">
            <a:avLst/>
          </a:prstGeom>
          <a:noFill/>
          <a:ln>
            <a:noFill/>
          </a:ln>
        </p:spPr>
      </p:pic>
      <p:pic>
        <p:nvPicPr>
          <p:cNvPr id="6158" name="Google Shape;6158;p251"/>
          <p:cNvPicPr preferRelativeResize="0"/>
          <p:nvPr/>
        </p:nvPicPr>
        <p:blipFill>
          <a:blip r:embed="rId9">
            <a:alphaModFix/>
          </a:blip>
          <a:stretch>
            <a:fillRect/>
          </a:stretch>
        </p:blipFill>
        <p:spPr>
          <a:xfrm>
            <a:off x="7039211" y="5245894"/>
            <a:ext cx="2362200" cy="333375"/>
          </a:xfrm>
          <a:prstGeom prst="rect">
            <a:avLst/>
          </a:prstGeom>
          <a:noFill/>
          <a:ln>
            <a:noFill/>
          </a:ln>
        </p:spPr>
      </p:pic>
      <p:sp>
        <p:nvSpPr>
          <p:cNvPr id="6159" name="Google Shape;6159;p251"/>
          <p:cNvSpPr txBox="1"/>
          <p:nvPr/>
        </p:nvSpPr>
        <p:spPr>
          <a:xfrm>
            <a:off x="7241762" y="5213325"/>
            <a:ext cx="1124400" cy="246300"/>
          </a:xfrm>
          <a:prstGeom prst="rect">
            <a:avLst/>
          </a:prstGeom>
          <a:noFill/>
          <a:ln>
            <a:noFill/>
          </a:ln>
        </p:spPr>
        <p:txBody>
          <a:bodyPr anchorCtr="0" anchor="ctr" bIns="0" lIns="0" spcFirstLastPara="1" rIns="0" wrap="square" tIns="0">
            <a:spAutoFit/>
          </a:bodyPr>
          <a:lstStyle/>
          <a:p>
            <a:pPr indent="0" lvl="0" marL="0" rtl="0" algn="ctr">
              <a:spcBef>
                <a:spcPts val="0"/>
              </a:spcBef>
              <a:spcAft>
                <a:spcPts val="0"/>
              </a:spcAft>
              <a:buNone/>
            </a:pPr>
            <a:r>
              <a:rPr lang="en" sz="800">
                <a:latin typeface="Overpass SemiBold"/>
                <a:ea typeface="Overpass SemiBold"/>
                <a:cs typeface="Overpass SemiBold"/>
                <a:sym typeface="Overpass SemiBold"/>
              </a:rPr>
              <a:t>ON-PREMISE</a:t>
            </a:r>
            <a:endParaRPr sz="800">
              <a:latin typeface="Overpass SemiBold"/>
              <a:ea typeface="Overpass SemiBold"/>
              <a:cs typeface="Overpass SemiBold"/>
              <a:sym typeface="Overpass SemiBold"/>
            </a:endParaRPr>
          </a:p>
          <a:p>
            <a:pPr indent="0" lvl="0" marL="0" rtl="0" algn="ctr">
              <a:spcBef>
                <a:spcPts val="0"/>
              </a:spcBef>
              <a:spcAft>
                <a:spcPts val="0"/>
              </a:spcAft>
              <a:buNone/>
            </a:pPr>
            <a:r>
              <a:rPr lang="en" sz="800">
                <a:latin typeface="Overpass SemiBold"/>
                <a:ea typeface="Overpass SemiBold"/>
                <a:cs typeface="Overpass SemiBold"/>
                <a:sym typeface="Overpass SemiBold"/>
              </a:rPr>
              <a:t>DATA CENTER</a:t>
            </a:r>
            <a:endParaRPr sz="800">
              <a:latin typeface="Overpass SemiBold"/>
              <a:ea typeface="Overpass SemiBold"/>
              <a:cs typeface="Overpass SemiBold"/>
              <a:sym typeface="Overpass SemiBold"/>
            </a:endParaRPr>
          </a:p>
        </p:txBody>
      </p:sp>
      <p:sp>
        <p:nvSpPr>
          <p:cNvPr id="6160" name="Google Shape;6160;p251"/>
          <p:cNvSpPr txBox="1"/>
          <p:nvPr/>
        </p:nvSpPr>
        <p:spPr>
          <a:xfrm>
            <a:off x="9528334" y="5213325"/>
            <a:ext cx="1124400" cy="246300"/>
          </a:xfrm>
          <a:prstGeom prst="rect">
            <a:avLst/>
          </a:prstGeom>
          <a:noFill/>
          <a:ln>
            <a:noFill/>
          </a:ln>
        </p:spPr>
        <p:txBody>
          <a:bodyPr anchorCtr="0" anchor="ctr" bIns="0" lIns="0" spcFirstLastPara="1" rIns="0" wrap="square" tIns="0">
            <a:spAutoFit/>
          </a:bodyPr>
          <a:lstStyle/>
          <a:p>
            <a:pPr indent="0" lvl="0" marL="0" rtl="0" algn="ctr">
              <a:spcBef>
                <a:spcPts val="0"/>
              </a:spcBef>
              <a:spcAft>
                <a:spcPts val="0"/>
              </a:spcAft>
              <a:buNone/>
            </a:pPr>
            <a:r>
              <a:rPr lang="en" sz="800">
                <a:latin typeface="Overpass SemiBold"/>
                <a:ea typeface="Overpass SemiBold"/>
                <a:cs typeface="Overpass SemiBold"/>
                <a:sym typeface="Overpass SemiBold"/>
              </a:rPr>
              <a:t>CLOUD</a:t>
            </a:r>
            <a:endParaRPr sz="800">
              <a:latin typeface="Overpass SemiBold"/>
              <a:ea typeface="Overpass SemiBold"/>
              <a:cs typeface="Overpass SemiBold"/>
              <a:sym typeface="Overpass SemiBold"/>
            </a:endParaRPr>
          </a:p>
          <a:p>
            <a:pPr indent="0" lvl="0" marL="0" rtl="0" algn="ctr">
              <a:spcBef>
                <a:spcPts val="0"/>
              </a:spcBef>
              <a:spcAft>
                <a:spcPts val="0"/>
              </a:spcAft>
              <a:buNone/>
            </a:pPr>
            <a:r>
              <a:rPr lang="en" sz="800">
                <a:latin typeface="Overpass SemiBold"/>
                <a:ea typeface="Overpass SemiBold"/>
                <a:cs typeface="Overpass SemiBold"/>
                <a:sym typeface="Overpass SemiBold"/>
              </a:rPr>
              <a:t>PROVIDER</a:t>
            </a:r>
            <a:endParaRPr sz="800">
              <a:latin typeface="Overpass SemiBold"/>
              <a:ea typeface="Overpass SemiBold"/>
              <a:cs typeface="Overpass SemiBold"/>
              <a:sym typeface="Overpass SemiBold"/>
            </a:endParaRPr>
          </a:p>
        </p:txBody>
      </p:sp>
      <p:grpSp>
        <p:nvGrpSpPr>
          <p:cNvPr id="6161" name="Google Shape;6161;p251"/>
          <p:cNvGrpSpPr/>
          <p:nvPr/>
        </p:nvGrpSpPr>
        <p:grpSpPr>
          <a:xfrm>
            <a:off x="8453875" y="3175525"/>
            <a:ext cx="1188665" cy="246900"/>
            <a:chOff x="4902624" y="1107564"/>
            <a:chExt cx="1188665" cy="246900"/>
          </a:xfrm>
        </p:grpSpPr>
        <p:pic>
          <p:nvPicPr>
            <p:cNvPr id="6162" name="Google Shape;6162;p251"/>
            <p:cNvPicPr preferRelativeResize="0"/>
            <p:nvPr/>
          </p:nvPicPr>
          <p:blipFill>
            <a:blip r:embed="rId6">
              <a:alphaModFix/>
            </a:blip>
            <a:stretch>
              <a:fillRect/>
            </a:stretch>
          </p:blipFill>
          <p:spPr>
            <a:xfrm>
              <a:off x="4902624" y="1158526"/>
              <a:ext cx="310650" cy="12600"/>
            </a:xfrm>
            <a:prstGeom prst="rect">
              <a:avLst/>
            </a:prstGeom>
            <a:noFill/>
            <a:ln>
              <a:noFill/>
            </a:ln>
          </p:spPr>
        </p:pic>
        <p:sp>
          <p:nvSpPr>
            <p:cNvPr id="6163" name="Google Shape;6163;p251"/>
            <p:cNvSpPr txBox="1"/>
            <p:nvPr/>
          </p:nvSpPr>
          <p:spPr>
            <a:xfrm>
              <a:off x="5243188" y="1107564"/>
              <a:ext cx="8481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CONTENT</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DISTRIBUTION</a:t>
              </a:r>
              <a:endParaRPr sz="800">
                <a:latin typeface="Overpass SemiBold"/>
                <a:ea typeface="Overpass SemiBold"/>
                <a:cs typeface="Overpass SemiBold"/>
                <a:sym typeface="Overpass SemiBold"/>
              </a:endParaRPr>
            </a:p>
          </p:txBody>
        </p:sp>
      </p:grpSp>
      <p:sp>
        <p:nvSpPr>
          <p:cNvPr id="6164" name="Google Shape;6164;p251"/>
          <p:cNvSpPr txBox="1"/>
          <p:nvPr/>
        </p:nvSpPr>
        <p:spPr>
          <a:xfrm>
            <a:off x="4114800" y="4495800"/>
            <a:ext cx="21525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Advanced</a:t>
            </a:r>
            <a:r>
              <a:rPr lang="en">
                <a:latin typeface="Overpass Light"/>
                <a:ea typeface="Overpass Light"/>
                <a:cs typeface="Overpass Light"/>
                <a:sym typeface="Overpass Light"/>
              </a:rPr>
              <a:t> Deployment:</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Multiple Satellite Deployment with Content Verification Network</a:t>
            </a:r>
            <a:endParaRPr>
              <a:latin typeface="Overpass Light"/>
              <a:ea typeface="Overpass Light"/>
              <a:cs typeface="Overpass Light"/>
              <a:sym typeface="Overpass Light"/>
            </a:endParaRPr>
          </a:p>
        </p:txBody>
      </p:sp>
      <p:sp>
        <p:nvSpPr>
          <p:cNvPr id="6165" name="Google Shape;6165;p25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6166" name="Google Shape;6166;p251"/>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6167" name="Google Shape;6167;p251"/>
          <p:cNvSpPr txBox="1"/>
          <p:nvPr>
            <p:ph type="title"/>
          </p:nvPr>
        </p:nvSpPr>
        <p:spPr>
          <a:xfrm>
            <a:off x="457200" y="1174600"/>
            <a:ext cx="3057900" cy="9675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2400">
                <a:solidFill>
                  <a:schemeClr val="dk1"/>
                </a:solidFill>
              </a:rPr>
              <a:t>Securing Content Delivery</a:t>
            </a:r>
            <a:endParaRPr sz="2400"/>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1" name="Shape 6171"/>
        <p:cNvGrpSpPr/>
        <p:nvPr/>
      </p:nvGrpSpPr>
      <p:grpSpPr>
        <a:xfrm>
          <a:off x="0" y="0"/>
          <a:ext cx="0" cy="0"/>
          <a:chOff x="0" y="0"/>
          <a:chExt cx="0" cy="0"/>
        </a:xfrm>
      </p:grpSpPr>
      <p:pic>
        <p:nvPicPr>
          <p:cNvPr id="6172" name="Google Shape;6172;p252"/>
          <p:cNvPicPr preferRelativeResize="0"/>
          <p:nvPr/>
        </p:nvPicPr>
        <p:blipFill>
          <a:blip r:embed="rId3">
            <a:alphaModFix/>
          </a:blip>
          <a:stretch>
            <a:fillRect/>
          </a:stretch>
        </p:blipFill>
        <p:spPr>
          <a:xfrm>
            <a:off x="0" y="858"/>
            <a:ext cx="12182852" cy="6852854"/>
          </a:xfrm>
          <a:prstGeom prst="rect">
            <a:avLst/>
          </a:prstGeom>
          <a:noFill/>
          <a:ln>
            <a:noFill/>
          </a:ln>
        </p:spPr>
      </p:pic>
      <p:pic>
        <p:nvPicPr>
          <p:cNvPr id="6173" name="Google Shape;6173;p252"/>
          <p:cNvPicPr preferRelativeResize="0"/>
          <p:nvPr/>
        </p:nvPicPr>
        <p:blipFill rotWithShape="1">
          <a:blip r:embed="rId4">
            <a:alphaModFix/>
          </a:blip>
          <a:srcRect b="9" l="0" r="0" t="19"/>
          <a:stretch/>
        </p:blipFill>
        <p:spPr>
          <a:xfrm>
            <a:off x="0" y="0"/>
            <a:ext cx="12182833" cy="6850713"/>
          </a:xfrm>
          <a:prstGeom prst="rect">
            <a:avLst/>
          </a:prstGeom>
          <a:noFill/>
          <a:ln>
            <a:noFill/>
          </a:ln>
        </p:spPr>
      </p:pic>
      <p:sp>
        <p:nvSpPr>
          <p:cNvPr id="6174" name="Google Shape;6174;p252"/>
          <p:cNvSpPr txBox="1"/>
          <p:nvPr/>
        </p:nvSpPr>
        <p:spPr>
          <a:xfrm>
            <a:off x="3661953" y="5885950"/>
            <a:ext cx="2160300" cy="246900"/>
          </a:xfrm>
          <a:prstGeom prst="rect">
            <a:avLst/>
          </a:prstGeom>
          <a:noFill/>
          <a:ln>
            <a:noFill/>
          </a:ln>
        </p:spPr>
        <p:txBody>
          <a:bodyPr anchorCtr="0" anchor="t" bIns="0" lIns="137175"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CONNECTED</a:t>
            </a:r>
            <a:r>
              <a:rPr lang="en" sz="800">
                <a:latin typeface="Overpass SemiBold"/>
                <a:ea typeface="Overpass SemiBold"/>
                <a:cs typeface="Overpass SemiBold"/>
                <a:sym typeface="Overpass SemiBold"/>
              </a:rPr>
              <a:t> DATACENTER</a:t>
            </a:r>
            <a:endParaRPr sz="800">
              <a:latin typeface="Overpass SemiBold"/>
              <a:ea typeface="Overpass SemiBold"/>
              <a:cs typeface="Overpass SemiBold"/>
              <a:sym typeface="Overpass SemiBold"/>
            </a:endParaRPr>
          </a:p>
        </p:txBody>
      </p:sp>
      <p:sp>
        <p:nvSpPr>
          <p:cNvPr id="6175" name="Google Shape;6175;p252"/>
          <p:cNvSpPr txBox="1"/>
          <p:nvPr/>
        </p:nvSpPr>
        <p:spPr>
          <a:xfrm>
            <a:off x="954553" y="5885950"/>
            <a:ext cx="2160300" cy="246900"/>
          </a:xfrm>
          <a:prstGeom prst="rect">
            <a:avLst/>
          </a:prstGeom>
          <a:noFill/>
          <a:ln>
            <a:noFill/>
          </a:ln>
        </p:spPr>
        <p:txBody>
          <a:bodyPr anchorCtr="0" anchor="t" bIns="0" lIns="137175"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ISOLATED DATACENTER</a:t>
            </a:r>
            <a:endParaRPr sz="800">
              <a:latin typeface="Overpass SemiBold"/>
              <a:ea typeface="Overpass SemiBold"/>
              <a:cs typeface="Overpass SemiBold"/>
              <a:sym typeface="Overpass SemiBold"/>
            </a:endParaRPr>
          </a:p>
        </p:txBody>
      </p:sp>
      <p:grpSp>
        <p:nvGrpSpPr>
          <p:cNvPr id="6176" name="Google Shape;6176;p252"/>
          <p:cNvGrpSpPr/>
          <p:nvPr/>
        </p:nvGrpSpPr>
        <p:grpSpPr>
          <a:xfrm>
            <a:off x="6472179" y="1403419"/>
            <a:ext cx="929155" cy="246900"/>
            <a:chOff x="4902624" y="1107569"/>
            <a:chExt cx="929155" cy="246900"/>
          </a:xfrm>
        </p:grpSpPr>
        <p:pic>
          <p:nvPicPr>
            <p:cNvPr id="6177" name="Google Shape;6177;p252"/>
            <p:cNvPicPr preferRelativeResize="0"/>
            <p:nvPr/>
          </p:nvPicPr>
          <p:blipFill>
            <a:blip r:embed="rId5">
              <a:alphaModFix/>
            </a:blip>
            <a:stretch>
              <a:fillRect/>
            </a:stretch>
          </p:blipFill>
          <p:spPr>
            <a:xfrm>
              <a:off x="4902624" y="1158526"/>
              <a:ext cx="310650" cy="12600"/>
            </a:xfrm>
            <a:prstGeom prst="rect">
              <a:avLst/>
            </a:prstGeom>
            <a:noFill/>
            <a:ln>
              <a:noFill/>
            </a:ln>
          </p:spPr>
        </p:pic>
        <p:sp>
          <p:nvSpPr>
            <p:cNvPr id="6178" name="Google Shape;6178;p252"/>
            <p:cNvSpPr txBox="1"/>
            <p:nvPr/>
          </p:nvSpPr>
          <p:spPr>
            <a:xfrm>
              <a:off x="5243179" y="1107569"/>
              <a:ext cx="5886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CONTENT</a:t>
              </a:r>
              <a:endParaRPr sz="800">
                <a:latin typeface="Overpass SemiBold"/>
                <a:ea typeface="Overpass SemiBold"/>
                <a:cs typeface="Overpass SemiBold"/>
                <a:sym typeface="Overpass SemiBold"/>
              </a:endParaRPr>
            </a:p>
          </p:txBody>
        </p:sp>
      </p:grpSp>
      <p:sp>
        <p:nvSpPr>
          <p:cNvPr id="6179" name="Google Shape;6179;p252"/>
          <p:cNvSpPr txBox="1"/>
          <p:nvPr/>
        </p:nvSpPr>
        <p:spPr>
          <a:xfrm>
            <a:off x="3585749" y="2759525"/>
            <a:ext cx="731700" cy="2469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r>
              <a:rPr lang="en" sz="800">
                <a:latin typeface="Overpass SemiBold"/>
                <a:ea typeface="Overpass SemiBold"/>
                <a:cs typeface="Overpass SemiBold"/>
                <a:sym typeface="Overpass SemiBold"/>
              </a:rPr>
              <a:t>EXPORT</a:t>
            </a:r>
            <a:endParaRPr sz="800">
              <a:latin typeface="Overpass SemiBold"/>
              <a:ea typeface="Overpass SemiBold"/>
              <a:cs typeface="Overpass SemiBold"/>
              <a:sym typeface="Overpass SemiBold"/>
            </a:endParaRPr>
          </a:p>
        </p:txBody>
      </p:sp>
      <p:sp>
        <p:nvSpPr>
          <p:cNvPr id="6180" name="Google Shape;6180;p252"/>
          <p:cNvSpPr txBox="1"/>
          <p:nvPr/>
        </p:nvSpPr>
        <p:spPr>
          <a:xfrm>
            <a:off x="2383449" y="2759525"/>
            <a:ext cx="731700" cy="2469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r>
              <a:rPr lang="en" sz="800">
                <a:latin typeface="Overpass SemiBold"/>
                <a:ea typeface="Overpass SemiBold"/>
                <a:cs typeface="Overpass SemiBold"/>
                <a:sym typeface="Overpass SemiBold"/>
              </a:rPr>
              <a:t>IMPORT</a:t>
            </a:r>
            <a:endParaRPr sz="800">
              <a:latin typeface="Overpass SemiBold"/>
              <a:ea typeface="Overpass SemiBold"/>
              <a:cs typeface="Overpass SemiBold"/>
              <a:sym typeface="Overpass SemiBold"/>
            </a:endParaRPr>
          </a:p>
        </p:txBody>
      </p:sp>
      <p:pic>
        <p:nvPicPr>
          <p:cNvPr id="6181" name="Google Shape;6181;p252"/>
          <p:cNvPicPr preferRelativeResize="0"/>
          <p:nvPr/>
        </p:nvPicPr>
        <p:blipFill>
          <a:blip r:embed="rId5">
            <a:alphaModFix/>
          </a:blip>
          <a:stretch>
            <a:fillRect/>
          </a:stretch>
        </p:blipFill>
        <p:spPr>
          <a:xfrm rot="-5400000">
            <a:off x="2594091" y="3174323"/>
            <a:ext cx="310416" cy="12591"/>
          </a:xfrm>
          <a:prstGeom prst="rect">
            <a:avLst/>
          </a:prstGeom>
          <a:noFill/>
          <a:ln>
            <a:noFill/>
          </a:ln>
        </p:spPr>
      </p:pic>
      <p:pic>
        <p:nvPicPr>
          <p:cNvPr id="6182" name="Google Shape;6182;p252"/>
          <p:cNvPicPr preferRelativeResize="0"/>
          <p:nvPr/>
        </p:nvPicPr>
        <p:blipFill>
          <a:blip r:embed="rId5">
            <a:alphaModFix/>
          </a:blip>
          <a:stretch>
            <a:fillRect/>
          </a:stretch>
        </p:blipFill>
        <p:spPr>
          <a:xfrm rot="-5400000">
            <a:off x="3796391" y="3174323"/>
            <a:ext cx="310416" cy="12591"/>
          </a:xfrm>
          <a:prstGeom prst="rect">
            <a:avLst/>
          </a:prstGeom>
          <a:noFill/>
          <a:ln>
            <a:noFill/>
          </a:ln>
        </p:spPr>
      </p:pic>
      <p:sp>
        <p:nvSpPr>
          <p:cNvPr id="6183" name="Google Shape;6183;p252"/>
          <p:cNvSpPr txBox="1"/>
          <p:nvPr/>
        </p:nvSpPr>
        <p:spPr>
          <a:xfrm>
            <a:off x="5455400" y="535867"/>
            <a:ext cx="1281300" cy="2892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 sz="800">
                <a:latin typeface="Overpass Light"/>
                <a:ea typeface="Overpass Light"/>
                <a:cs typeface="Overpass Light"/>
                <a:sym typeface="Overpass Light"/>
              </a:rPr>
              <a:t>CLOUD.REDHAT.COM</a:t>
            </a:r>
            <a:endParaRPr sz="800">
              <a:latin typeface="Overpass Light"/>
              <a:ea typeface="Overpass Light"/>
              <a:cs typeface="Overpass Light"/>
              <a:sym typeface="Overpass Light"/>
            </a:endParaRPr>
          </a:p>
        </p:txBody>
      </p:sp>
      <p:sp>
        <p:nvSpPr>
          <p:cNvPr id="6184" name="Google Shape;6184;p25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1"/>
                </a:solidFill>
              </a:rPr>
              <a:t>Red Hat Infrastructure Standard Adoption Model</a:t>
            </a:r>
            <a:endParaRPr/>
          </a:p>
        </p:txBody>
      </p:sp>
      <p:sp>
        <p:nvSpPr>
          <p:cNvPr id="6185" name="Google Shape;6185;p25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6186" name="Google Shape;6186;p252"/>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6187" name="Google Shape;6187;p252"/>
          <p:cNvSpPr txBox="1"/>
          <p:nvPr>
            <p:ph type="title"/>
          </p:nvPr>
        </p:nvSpPr>
        <p:spPr>
          <a:xfrm>
            <a:off x="457200" y="1174600"/>
            <a:ext cx="3817800" cy="9675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2400">
                <a:solidFill>
                  <a:schemeClr val="dk1"/>
                </a:solidFill>
              </a:rPr>
              <a:t>Providing Content to Air-Gapped Environments</a:t>
            </a:r>
            <a:endParaRPr sz="2400"/>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1" name="Shape 6191"/>
        <p:cNvGrpSpPr/>
        <p:nvPr/>
      </p:nvGrpSpPr>
      <p:grpSpPr>
        <a:xfrm>
          <a:off x="0" y="0"/>
          <a:ext cx="0" cy="0"/>
          <a:chOff x="0" y="0"/>
          <a:chExt cx="0" cy="0"/>
        </a:xfrm>
      </p:grpSpPr>
      <p:sp>
        <p:nvSpPr>
          <p:cNvPr id="6192" name="Google Shape;6192;p253"/>
          <p:cNvSpPr txBox="1"/>
          <p:nvPr>
            <p:ph type="title"/>
          </p:nvPr>
        </p:nvSpPr>
        <p:spPr>
          <a:xfrm>
            <a:off x="5660525" y="1708950"/>
            <a:ext cx="5736300" cy="2117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4200">
                <a:latin typeface="Red Hat Display"/>
                <a:ea typeface="Red Hat Display"/>
                <a:cs typeface="Red Hat Display"/>
                <a:sym typeface="Red Hat Display"/>
              </a:rPr>
              <a:t>Deployment </a:t>
            </a:r>
            <a:r>
              <a:rPr lang="en" sz="4200">
                <a:latin typeface="Red Hat Display"/>
                <a:ea typeface="Red Hat Display"/>
                <a:cs typeface="Red Hat Display"/>
                <a:sym typeface="Red Hat Display"/>
              </a:rPr>
              <a:t>Recommendations for </a:t>
            </a:r>
            <a:endParaRPr sz="4200">
              <a:latin typeface="Red Hat Display"/>
              <a:ea typeface="Red Hat Display"/>
              <a:cs typeface="Red Hat Display"/>
              <a:sym typeface="Red Hat Display"/>
            </a:endParaRPr>
          </a:p>
          <a:p>
            <a:pPr indent="0" lvl="0" marL="0" rtl="0" algn="l">
              <a:spcBef>
                <a:spcPts val="0"/>
              </a:spcBef>
              <a:spcAft>
                <a:spcPts val="0"/>
              </a:spcAft>
              <a:buNone/>
            </a:pPr>
            <a:r>
              <a:rPr lang="en" sz="4200">
                <a:latin typeface="Red Hat Display"/>
                <a:ea typeface="Red Hat Display"/>
                <a:cs typeface="Red Hat Display"/>
                <a:sym typeface="Red Hat Display"/>
              </a:rPr>
              <a:t>Ansible Automation Platform</a:t>
            </a:r>
            <a:endParaRPr sz="4200">
              <a:latin typeface="Red Hat Display"/>
              <a:ea typeface="Red Hat Display"/>
              <a:cs typeface="Red Hat Display"/>
              <a:sym typeface="Red Hat Display"/>
            </a:endParaRPr>
          </a:p>
        </p:txBody>
      </p:sp>
      <p:sp>
        <p:nvSpPr>
          <p:cNvPr id="6193" name="Google Shape;6193;p253"/>
          <p:cNvSpPr txBox="1"/>
          <p:nvPr>
            <p:ph idx="1" type="subTitle"/>
          </p:nvPr>
        </p:nvSpPr>
        <p:spPr>
          <a:xfrm rot="5400000">
            <a:off x="-2127425" y="2139150"/>
            <a:ext cx="5150400" cy="872100"/>
          </a:xfrm>
          <a:prstGeom prst="rect">
            <a:avLst/>
          </a:prstGeom>
        </p:spPr>
        <p:txBody>
          <a:bodyPr anchorCtr="0" anchor="ctr" bIns="91425" lIns="4572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6194" name="Google Shape;6194;p253"/>
          <p:cNvSpPr txBox="1"/>
          <p:nvPr>
            <p:ph idx="2" type="subTitle"/>
          </p:nvPr>
        </p:nvSpPr>
        <p:spPr>
          <a:xfrm>
            <a:off x="5660525" y="3971650"/>
            <a:ext cx="4446300" cy="914400"/>
          </a:xfrm>
          <a:prstGeom prst="rect">
            <a:avLst/>
          </a:prstGeom>
        </p:spPr>
        <p:txBody>
          <a:bodyPr anchorCtr="0" anchor="t" bIns="0" lIns="0" spcFirstLastPara="1" rIns="0" wrap="square" tIns="0">
            <a:noAutofit/>
          </a:bodyPr>
          <a:lstStyle/>
          <a:p>
            <a:pPr indent="0" lvl="0" marL="0" rtl="0" algn="l">
              <a:spcBef>
                <a:spcPts val="0"/>
              </a:spcBef>
              <a:spcAft>
                <a:spcPts val="500"/>
              </a:spcAft>
              <a:buNone/>
            </a:pPr>
            <a:r>
              <a:t/>
            </a:r>
            <a:endParaRPr/>
          </a:p>
        </p:txBody>
      </p:sp>
      <p:sp>
        <p:nvSpPr>
          <p:cNvPr id="6195" name="Google Shape;6195;p253"/>
          <p:cNvSpPr txBox="1"/>
          <p:nvPr>
            <p:ph idx="3" type="subTitle"/>
          </p:nvPr>
        </p:nvSpPr>
        <p:spPr>
          <a:xfrm>
            <a:off x="5660525" y="5318275"/>
            <a:ext cx="2040300" cy="605700"/>
          </a:xfrm>
          <a:prstGeom prst="rect">
            <a:avLst/>
          </a:prstGeom>
        </p:spPr>
        <p:txBody>
          <a:bodyPr anchorCtr="0" anchor="t" bIns="0" lIns="0" spcFirstLastPara="1" rIns="0" wrap="square" tIns="0">
            <a:noAutofit/>
          </a:bodyPr>
          <a:lstStyle/>
          <a:p>
            <a:pPr indent="0" lvl="0" marL="0" rtl="0" algn="l">
              <a:spcBef>
                <a:spcPts val="0"/>
              </a:spcBef>
              <a:spcAft>
                <a:spcPts val="500"/>
              </a:spcAft>
              <a:buNone/>
            </a:pPr>
            <a:r>
              <a:t/>
            </a:r>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9" name="Shape 6199"/>
        <p:cNvGrpSpPr/>
        <p:nvPr/>
      </p:nvGrpSpPr>
      <p:grpSpPr>
        <a:xfrm>
          <a:off x="0" y="0"/>
          <a:ext cx="0" cy="0"/>
          <a:chOff x="0" y="0"/>
          <a:chExt cx="0" cy="0"/>
        </a:xfrm>
      </p:grpSpPr>
      <p:sp>
        <p:nvSpPr>
          <p:cNvPr id="6200" name="Google Shape;6200;p25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 (</a:t>
            </a:r>
            <a:r>
              <a:rPr lang="en"/>
              <a:t>RHISAM</a:t>
            </a:r>
            <a:r>
              <a:rPr lang="en"/>
              <a:t>) 2023</a:t>
            </a:r>
            <a:endParaRPr/>
          </a:p>
        </p:txBody>
      </p:sp>
      <p:sp>
        <p:nvSpPr>
          <p:cNvPr id="6201" name="Google Shape;6201;p25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6202" name="Google Shape;6202;p254"/>
          <p:cNvSpPr txBox="1"/>
          <p:nvPr>
            <p:ph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t/>
            </a:r>
            <a:endParaRPr/>
          </a:p>
        </p:txBody>
      </p:sp>
      <p:sp>
        <p:nvSpPr>
          <p:cNvPr id="6203" name="Google Shape;6203;p254"/>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7" name="Shape 6207"/>
        <p:cNvGrpSpPr/>
        <p:nvPr/>
      </p:nvGrpSpPr>
      <p:grpSpPr>
        <a:xfrm>
          <a:off x="0" y="0"/>
          <a:ext cx="0" cy="0"/>
          <a:chOff x="0" y="0"/>
          <a:chExt cx="0" cy="0"/>
        </a:xfrm>
      </p:grpSpPr>
      <p:sp>
        <p:nvSpPr>
          <p:cNvPr id="6208" name="Google Shape;6208;p255"/>
          <p:cNvSpPr txBox="1"/>
          <p:nvPr>
            <p:ph type="title"/>
          </p:nvPr>
        </p:nvSpPr>
        <p:spPr>
          <a:xfrm>
            <a:off x="5660525" y="1708950"/>
            <a:ext cx="5736300" cy="2117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4200"/>
              <a:t>Deployment </a:t>
            </a:r>
            <a:r>
              <a:rPr lang="en" sz="4200"/>
              <a:t>Recommendations for </a:t>
            </a:r>
            <a:endParaRPr sz="4200"/>
          </a:p>
          <a:p>
            <a:pPr indent="0" lvl="0" marL="0" rtl="0" algn="l">
              <a:spcBef>
                <a:spcPts val="0"/>
              </a:spcBef>
              <a:spcAft>
                <a:spcPts val="0"/>
              </a:spcAft>
              <a:buNone/>
            </a:pPr>
            <a:r>
              <a:rPr lang="en" sz="4200"/>
              <a:t>Identity Management</a:t>
            </a:r>
            <a:endParaRPr sz="4200"/>
          </a:p>
        </p:txBody>
      </p:sp>
      <p:sp>
        <p:nvSpPr>
          <p:cNvPr id="6209" name="Google Shape;6209;p255"/>
          <p:cNvSpPr txBox="1"/>
          <p:nvPr>
            <p:ph idx="1" type="subTitle"/>
          </p:nvPr>
        </p:nvSpPr>
        <p:spPr>
          <a:xfrm rot="5400000">
            <a:off x="-2127425" y="2139150"/>
            <a:ext cx="5150400" cy="872100"/>
          </a:xfrm>
          <a:prstGeom prst="rect">
            <a:avLst/>
          </a:prstGeom>
        </p:spPr>
        <p:txBody>
          <a:bodyPr anchorCtr="0" anchor="ctr" bIns="91425" lIns="457200" spcFirstLastPara="1" rIns="91425" wrap="square" tIns="91425">
            <a:noAutofit/>
          </a:bodyPr>
          <a:lstStyle/>
          <a:p>
            <a:pPr indent="0" lvl="0" marL="0" rtl="0" algn="l">
              <a:spcBef>
                <a:spcPts val="0"/>
              </a:spcBef>
              <a:spcAft>
                <a:spcPts val="0"/>
              </a:spcAft>
              <a:buNone/>
            </a:pPr>
            <a:r>
              <a:rPr lang="en"/>
              <a:t>Red Hat Infrastructure Standard Adoption Model (</a:t>
            </a:r>
            <a:r>
              <a:rPr lang="en"/>
              <a:t>RHISAM</a:t>
            </a:r>
            <a:r>
              <a:rPr lang="en"/>
              <a:t>) 2023</a:t>
            </a:r>
            <a:endParaRPr/>
          </a:p>
        </p:txBody>
      </p:sp>
      <p:sp>
        <p:nvSpPr>
          <p:cNvPr id="6210" name="Google Shape;6210;p255"/>
          <p:cNvSpPr txBox="1"/>
          <p:nvPr>
            <p:ph idx="2" type="subTitle"/>
          </p:nvPr>
        </p:nvSpPr>
        <p:spPr>
          <a:xfrm>
            <a:off x="5660525" y="3971650"/>
            <a:ext cx="4446300" cy="914400"/>
          </a:xfrm>
          <a:prstGeom prst="rect">
            <a:avLst/>
          </a:prstGeom>
        </p:spPr>
        <p:txBody>
          <a:bodyPr anchorCtr="0" anchor="t" bIns="0" lIns="0" spcFirstLastPara="1" rIns="0" wrap="square" tIns="0">
            <a:noAutofit/>
          </a:bodyPr>
          <a:lstStyle/>
          <a:p>
            <a:pPr indent="0" lvl="0" marL="0" rtl="0" algn="l">
              <a:spcBef>
                <a:spcPts val="0"/>
              </a:spcBef>
              <a:spcAft>
                <a:spcPts val="500"/>
              </a:spcAft>
              <a:buNone/>
            </a:pPr>
            <a:r>
              <a:t/>
            </a:r>
            <a:endParaRPr/>
          </a:p>
        </p:txBody>
      </p:sp>
      <p:sp>
        <p:nvSpPr>
          <p:cNvPr id="6211" name="Google Shape;6211;p255"/>
          <p:cNvSpPr txBox="1"/>
          <p:nvPr>
            <p:ph idx="3" type="subTitle"/>
          </p:nvPr>
        </p:nvSpPr>
        <p:spPr>
          <a:xfrm>
            <a:off x="5660525" y="5318275"/>
            <a:ext cx="2040300" cy="605700"/>
          </a:xfrm>
          <a:prstGeom prst="rect">
            <a:avLst/>
          </a:prstGeom>
        </p:spPr>
        <p:txBody>
          <a:bodyPr anchorCtr="0" anchor="t" bIns="0" lIns="0" spcFirstLastPara="1" rIns="0" wrap="square" tIns="0">
            <a:noAutofit/>
          </a:bodyPr>
          <a:lstStyle/>
          <a:p>
            <a:pPr indent="0" lvl="0" marL="0" rtl="0" algn="l">
              <a:spcBef>
                <a:spcPts val="0"/>
              </a:spcBef>
              <a:spcAft>
                <a:spcPts val="500"/>
              </a:spcAft>
              <a:buNone/>
            </a:pPr>
            <a:r>
              <a:t/>
            </a:r>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5" name="Shape 6215"/>
        <p:cNvGrpSpPr/>
        <p:nvPr/>
      </p:nvGrpSpPr>
      <p:grpSpPr>
        <a:xfrm>
          <a:off x="0" y="0"/>
          <a:ext cx="0" cy="0"/>
          <a:chOff x="0" y="0"/>
          <a:chExt cx="0" cy="0"/>
        </a:xfrm>
      </p:grpSpPr>
      <p:sp>
        <p:nvSpPr>
          <p:cNvPr id="6216" name="Google Shape;6216;p256"/>
          <p:cNvSpPr txBox="1"/>
          <p:nvPr>
            <p:ph idx="4"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latin typeface="Overpass SemiBold"/>
                <a:ea typeface="Overpass SemiBold"/>
                <a:cs typeface="Overpass SemiBold"/>
                <a:sym typeface="Overpass SemiBold"/>
              </a:rPr>
              <a:t>Red Hat Infrastructure Standard Adoption Model</a:t>
            </a:r>
            <a:endParaRPr/>
          </a:p>
        </p:txBody>
      </p:sp>
      <p:sp>
        <p:nvSpPr>
          <p:cNvPr id="6217" name="Google Shape;6217;p25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6218" name="Google Shape;6218;p256"/>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Identity Management Architecture</a:t>
            </a:r>
            <a:endParaRPr/>
          </a:p>
          <a:p>
            <a:pPr indent="0" lvl="0" marL="0" rtl="0" algn="ctr">
              <a:spcBef>
                <a:spcPts val="0"/>
              </a:spcBef>
              <a:spcAft>
                <a:spcPts val="0"/>
              </a:spcAft>
              <a:buNone/>
            </a:pPr>
            <a:r>
              <a:t/>
            </a:r>
            <a:endParaRPr/>
          </a:p>
        </p:txBody>
      </p:sp>
      <p:sp>
        <p:nvSpPr>
          <p:cNvPr id="6219" name="Google Shape;6219;p256"/>
          <p:cNvSpPr txBox="1"/>
          <p:nvPr/>
        </p:nvSpPr>
        <p:spPr>
          <a:xfrm>
            <a:off x="885125" y="1653550"/>
            <a:ext cx="10422000" cy="2919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0"/>
              </a:spcAft>
              <a:buClr>
                <a:schemeClr val="dk1"/>
              </a:buClr>
              <a:buSzPts val="1100"/>
              <a:buFont typeface="Arial"/>
              <a:buNone/>
            </a:pPr>
            <a:r>
              <a:t/>
            </a:r>
            <a:endParaRPr sz="900">
              <a:solidFill>
                <a:srgbClr val="EE0000"/>
              </a:solidFill>
              <a:latin typeface="Red Hat Display"/>
              <a:ea typeface="Red Hat Display"/>
              <a:cs typeface="Red Hat Display"/>
              <a:sym typeface="Red Hat Display"/>
            </a:endParaRPr>
          </a:p>
        </p:txBody>
      </p:sp>
      <p:pic>
        <p:nvPicPr>
          <p:cNvPr id="6220" name="Google Shape;6220;p256"/>
          <p:cNvPicPr preferRelativeResize="0"/>
          <p:nvPr/>
        </p:nvPicPr>
        <p:blipFill>
          <a:blip r:embed="rId3">
            <a:alphaModFix/>
          </a:blip>
          <a:stretch>
            <a:fillRect/>
          </a:stretch>
        </p:blipFill>
        <p:spPr>
          <a:xfrm>
            <a:off x="152400" y="2097850"/>
            <a:ext cx="11887201" cy="3529013"/>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4" name="Shape 6224"/>
        <p:cNvGrpSpPr/>
        <p:nvPr/>
      </p:nvGrpSpPr>
      <p:grpSpPr>
        <a:xfrm>
          <a:off x="0" y="0"/>
          <a:ext cx="0" cy="0"/>
          <a:chOff x="0" y="0"/>
          <a:chExt cx="0" cy="0"/>
        </a:xfrm>
      </p:grpSpPr>
      <p:sp>
        <p:nvSpPr>
          <p:cNvPr id="6225" name="Google Shape;6225;p25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latin typeface="Overpass SemiBold"/>
                <a:ea typeface="Overpass SemiBold"/>
                <a:cs typeface="Overpass SemiBold"/>
                <a:sym typeface="Overpass SemiBold"/>
              </a:rPr>
              <a:t>Red Hat Infrastructure Standard Adoption Model</a:t>
            </a:r>
            <a:endParaRPr/>
          </a:p>
        </p:txBody>
      </p:sp>
      <p:sp>
        <p:nvSpPr>
          <p:cNvPr id="6226" name="Google Shape;6226;p25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6227" name="Google Shape;6227;p257"/>
          <p:cNvSpPr txBox="1"/>
          <p:nvPr/>
        </p:nvSpPr>
        <p:spPr>
          <a:xfrm>
            <a:off x="885125" y="1653550"/>
            <a:ext cx="10422000" cy="2919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0"/>
              </a:spcAft>
              <a:buClr>
                <a:schemeClr val="dk1"/>
              </a:buClr>
              <a:buSzPts val="1100"/>
              <a:buFont typeface="Arial"/>
              <a:buNone/>
            </a:pPr>
            <a:r>
              <a:t/>
            </a:r>
            <a:endParaRPr sz="900">
              <a:solidFill>
                <a:srgbClr val="EE0000"/>
              </a:solidFill>
              <a:latin typeface="Red Hat Display"/>
              <a:ea typeface="Red Hat Display"/>
              <a:cs typeface="Red Hat Display"/>
              <a:sym typeface="Red Hat Display"/>
            </a:endParaRPr>
          </a:p>
        </p:txBody>
      </p:sp>
      <p:sp>
        <p:nvSpPr>
          <p:cNvPr id="6228" name="Google Shape;6228;p257"/>
          <p:cNvSpPr txBox="1"/>
          <p:nvPr/>
        </p:nvSpPr>
        <p:spPr>
          <a:xfrm>
            <a:off x="1924700" y="1805950"/>
            <a:ext cx="8772600" cy="4072500"/>
          </a:xfrm>
          <a:prstGeom prst="rect">
            <a:avLst/>
          </a:prstGeom>
          <a:noFill/>
          <a:ln>
            <a:noFill/>
          </a:ln>
        </p:spPr>
        <p:txBody>
          <a:bodyPr anchorCtr="0" anchor="t" bIns="91425" lIns="91425" spcFirstLastPara="1" rIns="91425" wrap="square" tIns="91425">
            <a:spAutoFit/>
          </a:bodyPr>
          <a:lstStyle/>
          <a:p>
            <a:pPr indent="0" lvl="0" marL="0" rtl="0" algn="l">
              <a:lnSpc>
                <a:spcPct val="142857"/>
              </a:lnSpc>
              <a:spcBef>
                <a:spcPts val="0"/>
              </a:spcBef>
              <a:spcAft>
                <a:spcPts val="0"/>
              </a:spcAft>
              <a:buNone/>
            </a:pPr>
            <a:r>
              <a:rPr b="1" lang="en">
                <a:solidFill>
                  <a:srgbClr val="252525"/>
                </a:solidFill>
                <a:highlight>
                  <a:srgbClr val="FFFFFF"/>
                </a:highlight>
                <a:latin typeface="Red Hat Text"/>
                <a:ea typeface="Red Hat Text"/>
                <a:cs typeface="Red Hat Text"/>
                <a:sym typeface="Red Hat Text"/>
              </a:rPr>
              <a:t>Set up at </a:t>
            </a:r>
            <a:r>
              <a:rPr b="1" lang="en" u="sng">
                <a:solidFill>
                  <a:srgbClr val="252525"/>
                </a:solidFill>
                <a:highlight>
                  <a:srgbClr val="FFFFFF"/>
                </a:highlight>
                <a:latin typeface="Red Hat Text"/>
                <a:ea typeface="Red Hat Text"/>
                <a:cs typeface="Red Hat Text"/>
                <a:sym typeface="Red Hat Text"/>
              </a:rPr>
              <a:t>least</a:t>
            </a:r>
            <a:r>
              <a:rPr b="1" lang="en">
                <a:solidFill>
                  <a:srgbClr val="252525"/>
                </a:solidFill>
                <a:highlight>
                  <a:srgbClr val="FFFFFF"/>
                </a:highlight>
                <a:latin typeface="Red Hat Text"/>
                <a:ea typeface="Red Hat Text"/>
                <a:cs typeface="Red Hat Text"/>
                <a:sym typeface="Red Hat Text"/>
              </a:rPr>
              <a:t> two replicas in each data center</a:t>
            </a:r>
            <a:endParaRPr b="1">
              <a:solidFill>
                <a:srgbClr val="252525"/>
              </a:solidFill>
              <a:highlight>
                <a:srgbClr val="FFFFFF"/>
              </a:highlight>
              <a:latin typeface="Red Hat Text"/>
              <a:ea typeface="Red Hat Text"/>
              <a:cs typeface="Red Hat Text"/>
              <a:sym typeface="Red Hat Text"/>
            </a:endParaRPr>
          </a:p>
          <a:p>
            <a:pPr indent="0" lvl="0" marL="0" rtl="0" algn="l">
              <a:lnSpc>
                <a:spcPct val="142857"/>
              </a:lnSpc>
              <a:spcBef>
                <a:spcPts val="0"/>
              </a:spcBef>
              <a:spcAft>
                <a:spcPts val="0"/>
              </a:spcAft>
              <a:buNone/>
            </a:pPr>
            <a:r>
              <a:t/>
            </a:r>
            <a:endParaRPr b="1" sz="900">
              <a:solidFill>
                <a:srgbClr val="252525"/>
              </a:solidFill>
              <a:highlight>
                <a:srgbClr val="FFFFFF"/>
              </a:highlight>
              <a:latin typeface="Red Hat Text"/>
              <a:ea typeface="Red Hat Text"/>
              <a:cs typeface="Red Hat Text"/>
              <a:sym typeface="Red Hat Text"/>
            </a:endParaRPr>
          </a:p>
          <a:p>
            <a:pPr indent="0" lvl="0" marL="0" rtl="0" algn="l">
              <a:lnSpc>
                <a:spcPct val="142857"/>
              </a:lnSpc>
              <a:spcBef>
                <a:spcPts val="0"/>
              </a:spcBef>
              <a:spcAft>
                <a:spcPts val="0"/>
              </a:spcAft>
              <a:buNone/>
            </a:pPr>
            <a:r>
              <a:rPr b="1" lang="en">
                <a:solidFill>
                  <a:srgbClr val="252525"/>
                </a:solidFill>
                <a:highlight>
                  <a:srgbClr val="FFFFFF"/>
                </a:highlight>
                <a:latin typeface="Red Hat Text"/>
                <a:ea typeface="Red Hat Text"/>
                <a:cs typeface="Red Hat Text"/>
                <a:sym typeface="Red Hat Text"/>
              </a:rPr>
              <a:t>Connect the replicas in a data center with each other</a:t>
            </a:r>
            <a:endParaRPr b="1">
              <a:solidFill>
                <a:srgbClr val="252525"/>
              </a:solidFill>
              <a:highlight>
                <a:srgbClr val="FFFFFF"/>
              </a:highlight>
              <a:latin typeface="Red Hat Text"/>
              <a:ea typeface="Red Hat Text"/>
              <a:cs typeface="Red Hat Text"/>
              <a:sym typeface="Red Hat Text"/>
            </a:endParaRPr>
          </a:p>
          <a:p>
            <a:pPr indent="-317500" lvl="0" marL="457200" rtl="0" algn="l">
              <a:lnSpc>
                <a:spcPct val="142857"/>
              </a:lnSpc>
              <a:spcBef>
                <a:spcPts val="0"/>
              </a:spcBef>
              <a:spcAft>
                <a:spcPts val="0"/>
              </a:spcAft>
              <a:buClr>
                <a:srgbClr val="252525"/>
              </a:buClr>
              <a:buSzPts val="1400"/>
              <a:buFont typeface="Red Hat Text"/>
              <a:buChar char="●"/>
            </a:pPr>
            <a:r>
              <a:rPr lang="en">
                <a:solidFill>
                  <a:srgbClr val="252525"/>
                </a:solidFill>
                <a:highlight>
                  <a:srgbClr val="FFFFFF"/>
                </a:highlight>
                <a:latin typeface="Red Hat Text"/>
                <a:ea typeface="Red Hat Text"/>
                <a:cs typeface="Red Hat Text"/>
                <a:sym typeface="Red Hat Text"/>
              </a:rPr>
              <a:t>This ensures domain replication within the data center.</a:t>
            </a:r>
            <a:endParaRPr>
              <a:solidFill>
                <a:srgbClr val="252525"/>
              </a:solidFill>
              <a:highlight>
                <a:srgbClr val="FFFFFF"/>
              </a:highlight>
              <a:latin typeface="Red Hat Text"/>
              <a:ea typeface="Red Hat Text"/>
              <a:cs typeface="Red Hat Text"/>
              <a:sym typeface="Red Hat Text"/>
            </a:endParaRPr>
          </a:p>
          <a:p>
            <a:pPr indent="0" lvl="0" marL="0" rtl="0" algn="l">
              <a:lnSpc>
                <a:spcPct val="142857"/>
              </a:lnSpc>
              <a:spcBef>
                <a:spcPts val="0"/>
              </a:spcBef>
              <a:spcAft>
                <a:spcPts val="0"/>
              </a:spcAft>
              <a:buNone/>
            </a:pPr>
            <a:r>
              <a:t/>
            </a:r>
            <a:endParaRPr b="1" sz="900">
              <a:solidFill>
                <a:srgbClr val="252525"/>
              </a:solidFill>
              <a:highlight>
                <a:srgbClr val="FFFFFF"/>
              </a:highlight>
              <a:latin typeface="Red Hat Text"/>
              <a:ea typeface="Red Hat Text"/>
              <a:cs typeface="Red Hat Text"/>
              <a:sym typeface="Red Hat Text"/>
            </a:endParaRPr>
          </a:p>
          <a:p>
            <a:pPr indent="0" lvl="0" marL="0" rtl="0" algn="l">
              <a:lnSpc>
                <a:spcPct val="142857"/>
              </a:lnSpc>
              <a:spcBef>
                <a:spcPts val="0"/>
              </a:spcBef>
              <a:spcAft>
                <a:spcPts val="0"/>
              </a:spcAft>
              <a:buNone/>
            </a:pPr>
            <a:r>
              <a:rPr b="1" lang="en">
                <a:solidFill>
                  <a:srgbClr val="252525"/>
                </a:solidFill>
                <a:highlight>
                  <a:srgbClr val="FFFFFF"/>
                </a:highlight>
                <a:latin typeface="Red Hat Text"/>
                <a:ea typeface="Red Hat Text"/>
                <a:cs typeface="Red Hat Text"/>
                <a:sym typeface="Red Hat Text"/>
              </a:rPr>
              <a:t>Connect each data center to at least two other data centers</a:t>
            </a:r>
            <a:endParaRPr b="1">
              <a:solidFill>
                <a:srgbClr val="252525"/>
              </a:solidFill>
              <a:highlight>
                <a:srgbClr val="FFFFFF"/>
              </a:highlight>
              <a:latin typeface="Red Hat Text"/>
              <a:ea typeface="Red Hat Text"/>
              <a:cs typeface="Red Hat Text"/>
              <a:sym typeface="Red Hat Text"/>
            </a:endParaRPr>
          </a:p>
          <a:p>
            <a:pPr indent="-317500" lvl="0" marL="457200" rtl="0" algn="l">
              <a:lnSpc>
                <a:spcPct val="142857"/>
              </a:lnSpc>
              <a:spcBef>
                <a:spcPts val="0"/>
              </a:spcBef>
              <a:spcAft>
                <a:spcPts val="0"/>
              </a:spcAft>
              <a:buClr>
                <a:srgbClr val="252525"/>
              </a:buClr>
              <a:buSzPts val="1400"/>
              <a:buFont typeface="Red Hat Text"/>
              <a:buChar char="●"/>
            </a:pPr>
            <a:r>
              <a:rPr lang="en">
                <a:solidFill>
                  <a:srgbClr val="252525"/>
                </a:solidFill>
                <a:highlight>
                  <a:srgbClr val="FFFFFF"/>
                </a:highlight>
                <a:latin typeface="Red Hat Text"/>
                <a:ea typeface="Red Hat Text"/>
                <a:cs typeface="Red Hat Text"/>
                <a:sym typeface="Red Hat Text"/>
              </a:rPr>
              <a:t>This ensures domain replication between data centers.</a:t>
            </a:r>
            <a:endParaRPr>
              <a:solidFill>
                <a:srgbClr val="252525"/>
              </a:solidFill>
              <a:highlight>
                <a:srgbClr val="FFFFFF"/>
              </a:highlight>
              <a:latin typeface="Red Hat Text"/>
              <a:ea typeface="Red Hat Text"/>
              <a:cs typeface="Red Hat Text"/>
              <a:sym typeface="Red Hat Text"/>
            </a:endParaRPr>
          </a:p>
          <a:p>
            <a:pPr indent="0" lvl="0" marL="0" rtl="0" algn="l">
              <a:lnSpc>
                <a:spcPct val="142857"/>
              </a:lnSpc>
              <a:spcBef>
                <a:spcPts val="0"/>
              </a:spcBef>
              <a:spcAft>
                <a:spcPts val="0"/>
              </a:spcAft>
              <a:buNone/>
            </a:pPr>
            <a:r>
              <a:t/>
            </a:r>
            <a:endParaRPr b="1" sz="900">
              <a:solidFill>
                <a:srgbClr val="252525"/>
              </a:solidFill>
              <a:highlight>
                <a:srgbClr val="FFFFFF"/>
              </a:highlight>
              <a:latin typeface="Red Hat Text"/>
              <a:ea typeface="Red Hat Text"/>
              <a:cs typeface="Red Hat Text"/>
              <a:sym typeface="Red Hat Text"/>
            </a:endParaRPr>
          </a:p>
          <a:p>
            <a:pPr indent="0" lvl="0" marL="0" rtl="0" algn="l">
              <a:lnSpc>
                <a:spcPct val="142857"/>
              </a:lnSpc>
              <a:spcBef>
                <a:spcPts val="0"/>
              </a:spcBef>
              <a:spcAft>
                <a:spcPts val="0"/>
              </a:spcAft>
              <a:buNone/>
            </a:pPr>
            <a:r>
              <a:rPr b="1" lang="en">
                <a:solidFill>
                  <a:srgbClr val="252525"/>
                </a:solidFill>
                <a:highlight>
                  <a:srgbClr val="FFFFFF"/>
                </a:highlight>
                <a:latin typeface="Red Hat Text"/>
                <a:ea typeface="Red Hat Text"/>
                <a:cs typeface="Red Hat Text"/>
                <a:sym typeface="Red Hat Text"/>
              </a:rPr>
              <a:t>Connect data centers using at least a pair of replication agreements</a:t>
            </a:r>
            <a:endParaRPr b="1">
              <a:solidFill>
                <a:srgbClr val="252525"/>
              </a:solidFill>
              <a:highlight>
                <a:srgbClr val="FFFFFF"/>
              </a:highlight>
              <a:latin typeface="Red Hat Text"/>
              <a:ea typeface="Red Hat Text"/>
              <a:cs typeface="Red Hat Text"/>
              <a:sym typeface="Red Hat Text"/>
            </a:endParaRPr>
          </a:p>
          <a:p>
            <a:pPr indent="-317500" lvl="0" marL="457200" rtl="0" algn="l">
              <a:lnSpc>
                <a:spcPct val="142857"/>
              </a:lnSpc>
              <a:spcBef>
                <a:spcPts val="0"/>
              </a:spcBef>
              <a:spcAft>
                <a:spcPts val="0"/>
              </a:spcAft>
              <a:buClr>
                <a:srgbClr val="252525"/>
              </a:buClr>
              <a:buSzPts val="1400"/>
              <a:buFont typeface="Red Hat Text"/>
              <a:buChar char="●"/>
            </a:pPr>
            <a:r>
              <a:rPr lang="en">
                <a:solidFill>
                  <a:srgbClr val="252525"/>
                </a:solidFill>
                <a:highlight>
                  <a:srgbClr val="FFFFFF"/>
                </a:highlight>
                <a:latin typeface="Red Hat Text"/>
                <a:ea typeface="Red Hat Text"/>
                <a:cs typeface="Red Hat Text"/>
                <a:sym typeface="Red Hat Text"/>
              </a:rPr>
              <a:t>If data centers A and B have a replication agreement from A1 to B1, having a replication agreement from A2 to B2 ensures that if one of the servers is down, the replication can continue between the two data centers.</a:t>
            </a:r>
            <a:endParaRPr>
              <a:solidFill>
                <a:srgbClr val="252525"/>
              </a:solidFill>
              <a:highlight>
                <a:srgbClr val="FFFFFF"/>
              </a:highlight>
              <a:latin typeface="Red Hat Text"/>
              <a:ea typeface="Red Hat Text"/>
              <a:cs typeface="Red Hat Text"/>
              <a:sym typeface="Red Hat Text"/>
            </a:endParaRPr>
          </a:p>
          <a:p>
            <a:pPr indent="0" lvl="0" marL="0" rtl="0" algn="l">
              <a:lnSpc>
                <a:spcPct val="142857"/>
              </a:lnSpc>
              <a:spcBef>
                <a:spcPts val="0"/>
              </a:spcBef>
              <a:spcAft>
                <a:spcPts val="0"/>
              </a:spcAft>
              <a:buNone/>
            </a:pPr>
            <a:r>
              <a:rPr b="1" lang="en">
                <a:solidFill>
                  <a:srgbClr val="252525"/>
                </a:solidFill>
                <a:highlight>
                  <a:srgbClr val="FFFFFF"/>
                </a:highlight>
                <a:latin typeface="Red Hat Text"/>
                <a:ea typeface="Red Hat Text"/>
                <a:cs typeface="Red Hat Text"/>
                <a:sym typeface="Red Hat Text"/>
              </a:rPr>
              <a:t>More than 4 replication agreements per server is not beneficial*</a:t>
            </a:r>
            <a:endParaRPr b="1">
              <a:solidFill>
                <a:srgbClr val="252525"/>
              </a:solidFill>
              <a:highlight>
                <a:srgbClr val="FFFFFF"/>
              </a:highlight>
              <a:latin typeface="Red Hat Text"/>
              <a:ea typeface="Red Hat Text"/>
              <a:cs typeface="Red Hat Text"/>
              <a:sym typeface="Red Hat Text"/>
            </a:endParaRPr>
          </a:p>
          <a:p>
            <a:pPr indent="-317500" lvl="0" marL="457200" rtl="0" algn="l">
              <a:lnSpc>
                <a:spcPct val="142857"/>
              </a:lnSpc>
              <a:spcBef>
                <a:spcPts val="0"/>
              </a:spcBef>
              <a:spcAft>
                <a:spcPts val="0"/>
              </a:spcAft>
              <a:buClr>
                <a:srgbClr val="252525"/>
              </a:buClr>
              <a:buSzPts val="1400"/>
              <a:buFont typeface="Red Hat Text"/>
              <a:buChar char="●"/>
            </a:pPr>
            <a:r>
              <a:rPr lang="en">
                <a:solidFill>
                  <a:srgbClr val="252525"/>
                </a:solidFill>
                <a:highlight>
                  <a:srgbClr val="FFFFFF"/>
                </a:highlight>
                <a:latin typeface="Red Hat Text"/>
                <a:ea typeface="Red Hat Text"/>
                <a:cs typeface="Red Hat Text"/>
                <a:sym typeface="Red Hat Text"/>
              </a:rPr>
              <a:t>Receiver can only update one link at a time</a:t>
            </a:r>
            <a:endParaRPr>
              <a:solidFill>
                <a:srgbClr val="252525"/>
              </a:solidFill>
              <a:highlight>
                <a:srgbClr val="FFFFFF"/>
              </a:highlight>
              <a:latin typeface="Red Hat Text"/>
              <a:ea typeface="Red Hat Text"/>
              <a:cs typeface="Red Hat Text"/>
              <a:sym typeface="Red Hat Text"/>
            </a:endParaRPr>
          </a:p>
        </p:txBody>
      </p:sp>
      <p:sp>
        <p:nvSpPr>
          <p:cNvPr id="6229" name="Google Shape;6229;p257"/>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 There are some good reasons for more than 4 agreements under certain circumstances.</a:t>
            </a:r>
            <a:endParaRPr/>
          </a:p>
        </p:txBody>
      </p:sp>
      <p:sp>
        <p:nvSpPr>
          <p:cNvPr id="6230" name="Google Shape;6230;p257"/>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The Golden Rules of IdM Replication</a:t>
            </a:r>
            <a:endParaRPr/>
          </a:p>
          <a:p>
            <a:pPr indent="0" lvl="0" marL="0" rtl="0" algn="ctr">
              <a:spcBef>
                <a:spcPts val="0"/>
              </a:spcBef>
              <a:spcAft>
                <a:spcPts val="0"/>
              </a:spcAft>
              <a:buNone/>
            </a:pPr>
            <a:r>
              <a:t/>
            </a:r>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4" name="Shape 6234"/>
        <p:cNvGrpSpPr/>
        <p:nvPr/>
      </p:nvGrpSpPr>
      <p:grpSpPr>
        <a:xfrm>
          <a:off x="0" y="0"/>
          <a:ext cx="0" cy="0"/>
          <a:chOff x="0" y="0"/>
          <a:chExt cx="0" cy="0"/>
        </a:xfrm>
      </p:grpSpPr>
      <p:sp>
        <p:nvSpPr>
          <p:cNvPr id="6235" name="Google Shape;6235;p258"/>
          <p:cNvSpPr txBox="1"/>
          <p:nvPr>
            <p:ph idx="4"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latin typeface="Overpass SemiBold"/>
                <a:ea typeface="Overpass SemiBold"/>
                <a:cs typeface="Overpass SemiBold"/>
                <a:sym typeface="Overpass SemiBold"/>
              </a:rPr>
              <a:t>Red Hat Infrastructure Standard Adoption Model</a:t>
            </a:r>
            <a:endParaRPr/>
          </a:p>
        </p:txBody>
      </p:sp>
      <p:sp>
        <p:nvSpPr>
          <p:cNvPr id="6236" name="Google Shape;6236;p25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6237" name="Google Shape;6237;p258"/>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Reference Configurations for Identity Management</a:t>
            </a:r>
            <a:endParaRPr/>
          </a:p>
          <a:p>
            <a:pPr indent="0" lvl="0" marL="0" rtl="0" algn="ctr">
              <a:spcBef>
                <a:spcPts val="0"/>
              </a:spcBef>
              <a:spcAft>
                <a:spcPts val="0"/>
              </a:spcAft>
              <a:buNone/>
            </a:pPr>
            <a:r>
              <a:t/>
            </a:r>
            <a:endParaRPr/>
          </a:p>
        </p:txBody>
      </p:sp>
      <p:pic>
        <p:nvPicPr>
          <p:cNvPr id="6238" name="Google Shape;6238;p258"/>
          <p:cNvPicPr preferRelativeResize="0"/>
          <p:nvPr/>
        </p:nvPicPr>
        <p:blipFill>
          <a:blip r:embed="rId3">
            <a:alphaModFix/>
          </a:blip>
          <a:stretch>
            <a:fillRect/>
          </a:stretch>
        </p:blipFill>
        <p:spPr>
          <a:xfrm>
            <a:off x="2642475" y="1716850"/>
            <a:ext cx="7247826" cy="4607749"/>
          </a:xfrm>
          <a:prstGeom prst="rect">
            <a:avLst/>
          </a:prstGeom>
          <a:noFill/>
          <a:ln>
            <a:noFill/>
          </a:ln>
        </p:spPr>
      </p:pic>
      <p:sp>
        <p:nvSpPr>
          <p:cNvPr id="6239" name="Google Shape;6239;p258"/>
          <p:cNvSpPr txBox="1"/>
          <p:nvPr/>
        </p:nvSpPr>
        <p:spPr>
          <a:xfrm>
            <a:off x="2902025" y="1995600"/>
            <a:ext cx="1205400" cy="2919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latin typeface="Red Hat Display"/>
                <a:ea typeface="Red Hat Display"/>
                <a:cs typeface="Red Hat Display"/>
                <a:sym typeface="Red Hat Display"/>
              </a:rPr>
              <a:t>Datacenter 1</a:t>
            </a:r>
            <a:endParaRPr b="1" sz="1000">
              <a:latin typeface="Red Hat Display"/>
              <a:ea typeface="Red Hat Display"/>
              <a:cs typeface="Red Hat Display"/>
              <a:sym typeface="Red Hat Display"/>
            </a:endParaRPr>
          </a:p>
        </p:txBody>
      </p:sp>
      <p:sp>
        <p:nvSpPr>
          <p:cNvPr id="6240" name="Google Shape;6240;p258"/>
          <p:cNvSpPr txBox="1"/>
          <p:nvPr/>
        </p:nvSpPr>
        <p:spPr>
          <a:xfrm>
            <a:off x="6483425" y="1995600"/>
            <a:ext cx="1205400" cy="2919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latin typeface="Red Hat Display"/>
                <a:ea typeface="Red Hat Display"/>
                <a:cs typeface="Red Hat Display"/>
                <a:sym typeface="Red Hat Display"/>
              </a:rPr>
              <a:t>Datacenter 2</a:t>
            </a:r>
            <a:endParaRPr b="1" sz="1000">
              <a:latin typeface="Red Hat Display"/>
              <a:ea typeface="Red Hat Display"/>
              <a:cs typeface="Red Hat Display"/>
              <a:sym typeface="Red Hat Display"/>
            </a:endParaRPr>
          </a:p>
        </p:txBody>
      </p:sp>
      <p:sp>
        <p:nvSpPr>
          <p:cNvPr id="6241" name="Google Shape;6241;p258"/>
          <p:cNvSpPr txBox="1"/>
          <p:nvPr/>
        </p:nvSpPr>
        <p:spPr>
          <a:xfrm>
            <a:off x="2902025" y="4205400"/>
            <a:ext cx="633300" cy="2919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latin typeface="Red Hat Display"/>
                <a:ea typeface="Red Hat Display"/>
                <a:cs typeface="Red Hat Display"/>
                <a:sym typeface="Red Hat Display"/>
              </a:rPr>
              <a:t>Cloud 1</a:t>
            </a:r>
            <a:endParaRPr b="1" sz="1000">
              <a:latin typeface="Red Hat Display"/>
              <a:ea typeface="Red Hat Display"/>
              <a:cs typeface="Red Hat Display"/>
              <a:sym typeface="Red Hat Display"/>
            </a:endParaRPr>
          </a:p>
        </p:txBody>
      </p:sp>
      <p:sp>
        <p:nvSpPr>
          <p:cNvPr id="6242" name="Google Shape;6242;p258"/>
          <p:cNvSpPr txBox="1"/>
          <p:nvPr/>
        </p:nvSpPr>
        <p:spPr>
          <a:xfrm>
            <a:off x="6483425" y="4205400"/>
            <a:ext cx="633300" cy="291900"/>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l">
              <a:spcBef>
                <a:spcPts val="0"/>
              </a:spcBef>
              <a:spcAft>
                <a:spcPts val="0"/>
              </a:spcAft>
              <a:buNone/>
            </a:pPr>
            <a:r>
              <a:rPr b="1" lang="en" sz="1000">
                <a:latin typeface="Red Hat Display"/>
                <a:ea typeface="Red Hat Display"/>
                <a:cs typeface="Red Hat Display"/>
                <a:sym typeface="Red Hat Display"/>
              </a:rPr>
              <a:t>Cloud 2</a:t>
            </a:r>
            <a:endParaRPr b="1" sz="1000">
              <a:latin typeface="Red Hat Display"/>
              <a:ea typeface="Red Hat Display"/>
              <a:cs typeface="Red Hat Display"/>
              <a:sym typeface="Red Hat Display"/>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6" name="Shape 6246"/>
        <p:cNvGrpSpPr/>
        <p:nvPr/>
      </p:nvGrpSpPr>
      <p:grpSpPr>
        <a:xfrm>
          <a:off x="0" y="0"/>
          <a:ext cx="0" cy="0"/>
          <a:chOff x="0" y="0"/>
          <a:chExt cx="0" cy="0"/>
        </a:xfrm>
      </p:grpSpPr>
      <p:sp>
        <p:nvSpPr>
          <p:cNvPr id="6247" name="Google Shape;6247;p259"/>
          <p:cNvSpPr txBox="1"/>
          <p:nvPr>
            <p:ph idx="4"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latin typeface="Overpass SemiBold"/>
                <a:ea typeface="Overpass SemiBold"/>
                <a:cs typeface="Overpass SemiBold"/>
                <a:sym typeface="Overpass SemiBold"/>
              </a:rPr>
              <a:t>Red Hat Infrastructure Standard Adoption Model</a:t>
            </a:r>
            <a:endParaRPr/>
          </a:p>
        </p:txBody>
      </p:sp>
      <p:sp>
        <p:nvSpPr>
          <p:cNvPr id="6248" name="Google Shape;6248;p25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6249" name="Google Shape;6249;p259"/>
          <p:cNvPicPr preferRelativeResize="0"/>
          <p:nvPr/>
        </p:nvPicPr>
        <p:blipFill>
          <a:blip r:embed="rId3">
            <a:alphaModFix/>
          </a:blip>
          <a:stretch>
            <a:fillRect/>
          </a:stretch>
        </p:blipFill>
        <p:spPr>
          <a:xfrm>
            <a:off x="2032875" y="1716850"/>
            <a:ext cx="7950019" cy="4607750"/>
          </a:xfrm>
          <a:prstGeom prst="rect">
            <a:avLst/>
          </a:prstGeom>
          <a:noFill/>
          <a:ln>
            <a:noFill/>
          </a:ln>
        </p:spPr>
      </p:pic>
      <p:sp>
        <p:nvSpPr>
          <p:cNvPr id="6250" name="Google Shape;6250;p259"/>
          <p:cNvSpPr txBox="1"/>
          <p:nvPr/>
        </p:nvSpPr>
        <p:spPr>
          <a:xfrm>
            <a:off x="2292425" y="2071800"/>
            <a:ext cx="2063400" cy="2919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latin typeface="Red Hat Display"/>
                <a:ea typeface="Red Hat Display"/>
                <a:cs typeface="Red Hat Display"/>
                <a:sym typeface="Red Hat Display"/>
              </a:rPr>
              <a:t>Primary </a:t>
            </a:r>
            <a:r>
              <a:rPr b="1" lang="en" sz="1000">
                <a:latin typeface="Red Hat Display"/>
                <a:ea typeface="Red Hat Display"/>
                <a:cs typeface="Red Hat Display"/>
                <a:sym typeface="Red Hat Display"/>
              </a:rPr>
              <a:t>Datacenter</a:t>
            </a:r>
            <a:endParaRPr b="1" sz="1000">
              <a:latin typeface="Red Hat Display"/>
              <a:ea typeface="Red Hat Display"/>
              <a:cs typeface="Red Hat Display"/>
              <a:sym typeface="Red Hat Display"/>
            </a:endParaRPr>
          </a:p>
        </p:txBody>
      </p:sp>
      <p:sp>
        <p:nvSpPr>
          <p:cNvPr id="6251" name="Google Shape;6251;p259"/>
          <p:cNvSpPr txBox="1"/>
          <p:nvPr/>
        </p:nvSpPr>
        <p:spPr>
          <a:xfrm>
            <a:off x="6254825" y="2071800"/>
            <a:ext cx="1747800" cy="2919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latin typeface="Red Hat Display"/>
                <a:ea typeface="Red Hat Display"/>
                <a:cs typeface="Red Hat Display"/>
                <a:sym typeface="Red Hat Display"/>
              </a:rPr>
              <a:t>Regional </a:t>
            </a:r>
            <a:r>
              <a:rPr b="1" lang="en" sz="1000">
                <a:latin typeface="Red Hat Display"/>
                <a:ea typeface="Red Hat Display"/>
                <a:cs typeface="Red Hat Display"/>
                <a:sym typeface="Red Hat Display"/>
              </a:rPr>
              <a:t>Datacenter</a:t>
            </a:r>
            <a:endParaRPr b="1" sz="1000">
              <a:latin typeface="Red Hat Display"/>
              <a:ea typeface="Red Hat Display"/>
              <a:cs typeface="Red Hat Display"/>
              <a:sym typeface="Red Hat Display"/>
            </a:endParaRPr>
          </a:p>
        </p:txBody>
      </p:sp>
      <p:sp>
        <p:nvSpPr>
          <p:cNvPr id="6252" name="Google Shape;6252;p259"/>
          <p:cNvSpPr txBox="1"/>
          <p:nvPr/>
        </p:nvSpPr>
        <p:spPr>
          <a:xfrm>
            <a:off x="4273625" y="4510200"/>
            <a:ext cx="633300" cy="2919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latin typeface="Red Hat Display"/>
                <a:ea typeface="Red Hat Display"/>
                <a:cs typeface="Red Hat Display"/>
                <a:sym typeface="Red Hat Display"/>
              </a:rPr>
              <a:t>Cloud 1</a:t>
            </a:r>
            <a:endParaRPr b="1" sz="1000">
              <a:latin typeface="Red Hat Display"/>
              <a:ea typeface="Red Hat Display"/>
              <a:cs typeface="Red Hat Display"/>
              <a:sym typeface="Red Hat Display"/>
            </a:endParaRPr>
          </a:p>
        </p:txBody>
      </p:sp>
      <p:sp>
        <p:nvSpPr>
          <p:cNvPr id="6253" name="Google Shape;6253;p259"/>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Reference Configurations for Identity Management</a:t>
            </a:r>
            <a:endParaRPr/>
          </a:p>
          <a:p>
            <a:pPr indent="0" lvl="0" marL="0" rtl="0" algn="ctr">
              <a:spcBef>
                <a:spcPts val="0"/>
              </a:spcBef>
              <a:spcAft>
                <a:spcPts val="0"/>
              </a:spcAft>
              <a:buNone/>
            </a:pPr>
            <a:r>
              <a:t/>
            </a:r>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7" name="Shape 6257"/>
        <p:cNvGrpSpPr/>
        <p:nvPr/>
      </p:nvGrpSpPr>
      <p:grpSpPr>
        <a:xfrm>
          <a:off x="0" y="0"/>
          <a:ext cx="0" cy="0"/>
          <a:chOff x="0" y="0"/>
          <a:chExt cx="0" cy="0"/>
        </a:xfrm>
      </p:grpSpPr>
      <p:sp>
        <p:nvSpPr>
          <p:cNvPr id="6258" name="Google Shape;6258;p260"/>
          <p:cNvSpPr txBox="1"/>
          <p:nvPr>
            <p:ph idx="4"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latin typeface="Overpass SemiBold"/>
                <a:ea typeface="Overpass SemiBold"/>
                <a:cs typeface="Overpass SemiBold"/>
                <a:sym typeface="Overpass SemiBold"/>
              </a:rPr>
              <a:t>Red Hat Infrastructure Standard Adoption Model</a:t>
            </a:r>
            <a:endParaRPr/>
          </a:p>
        </p:txBody>
      </p:sp>
      <p:sp>
        <p:nvSpPr>
          <p:cNvPr id="6259" name="Google Shape;6259;p26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6260" name="Google Shape;6260;p260"/>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Active Directory Trust with </a:t>
            </a:r>
            <a:r>
              <a:rPr lang="en"/>
              <a:t>Identity Management</a:t>
            </a:r>
            <a:endParaRPr/>
          </a:p>
          <a:p>
            <a:pPr indent="0" lvl="0" marL="0" rtl="0" algn="ctr">
              <a:spcBef>
                <a:spcPts val="0"/>
              </a:spcBef>
              <a:spcAft>
                <a:spcPts val="0"/>
              </a:spcAft>
              <a:buNone/>
            </a:pPr>
            <a:r>
              <a:t/>
            </a:r>
            <a:endParaRPr/>
          </a:p>
        </p:txBody>
      </p:sp>
      <p:sp>
        <p:nvSpPr>
          <p:cNvPr id="6261" name="Google Shape;6261;p260"/>
          <p:cNvSpPr txBox="1"/>
          <p:nvPr>
            <p:ph idx="3" type="body"/>
          </p:nvPr>
        </p:nvSpPr>
        <p:spPr>
          <a:xfrm>
            <a:off x="6369425" y="2291175"/>
            <a:ext cx="4937700" cy="3727200"/>
          </a:xfrm>
          <a:prstGeom prst="rect">
            <a:avLst/>
          </a:prstGeom>
        </p:spPr>
        <p:txBody>
          <a:bodyPr anchorCtr="0" anchor="t" bIns="0" lIns="0" spcFirstLastPara="1" rIns="0" wrap="square" tIns="0">
            <a:noAutofit/>
          </a:bodyPr>
          <a:lstStyle/>
          <a:p>
            <a:pPr indent="-251459" lvl="0" marL="256032" rtl="0" algn="l">
              <a:spcBef>
                <a:spcPts val="1000"/>
              </a:spcBef>
              <a:spcAft>
                <a:spcPts val="0"/>
              </a:spcAft>
              <a:buClr>
                <a:srgbClr val="EC0000"/>
              </a:buClr>
              <a:buSzPts val="1800"/>
              <a:buChar char="▸"/>
            </a:pPr>
            <a:r>
              <a:rPr lang="en" sz="1800">
                <a:solidFill>
                  <a:schemeClr val="dk1"/>
                </a:solidFill>
              </a:rPr>
              <a:t>Utilize native </a:t>
            </a:r>
            <a:r>
              <a:rPr lang="en" sz="1800"/>
              <a:t>MS Trust Model</a:t>
            </a:r>
            <a:r>
              <a:rPr lang="en" sz="1800">
                <a:solidFill>
                  <a:schemeClr val="dk1"/>
                </a:solidFill>
              </a:rPr>
              <a:t> integration with Active Directory to use </a:t>
            </a:r>
            <a:r>
              <a:rPr lang="en" sz="1800"/>
              <a:t>AD</a:t>
            </a:r>
            <a:r>
              <a:rPr lang="en" sz="1800">
                <a:solidFill>
                  <a:schemeClr val="dk1"/>
                </a:solidFill>
              </a:rPr>
              <a:t> as a single source of truth for user identities </a:t>
            </a:r>
            <a:endParaRPr sz="1800">
              <a:solidFill>
                <a:schemeClr val="dk1"/>
              </a:solidFill>
            </a:endParaRPr>
          </a:p>
          <a:p>
            <a:pPr indent="-251459" lvl="0" marL="256032" rtl="0" algn="l">
              <a:spcBef>
                <a:spcPts val="1000"/>
              </a:spcBef>
              <a:spcAft>
                <a:spcPts val="0"/>
              </a:spcAft>
              <a:buClr>
                <a:srgbClr val="EC0000"/>
              </a:buClr>
              <a:buSzPts val="1800"/>
              <a:buChar char="▸"/>
            </a:pPr>
            <a:r>
              <a:rPr lang="en" sz="1800">
                <a:solidFill>
                  <a:schemeClr val="dk1"/>
                </a:solidFill>
              </a:rPr>
              <a:t>Apply tailored access control policies directly to the Red Hat Enterprise Linux domain </a:t>
            </a:r>
            <a:endParaRPr sz="1800">
              <a:solidFill>
                <a:schemeClr val="dk1"/>
              </a:solidFill>
            </a:endParaRPr>
          </a:p>
          <a:p>
            <a:pPr indent="-251459" lvl="0" marL="256032" rtl="0" algn="l">
              <a:spcBef>
                <a:spcPts val="1000"/>
              </a:spcBef>
              <a:spcAft>
                <a:spcPts val="0"/>
              </a:spcAft>
              <a:buClr>
                <a:srgbClr val="EC0000"/>
              </a:buClr>
              <a:buSzPts val="1800"/>
              <a:buChar char="▸"/>
            </a:pPr>
            <a:r>
              <a:rPr lang="en" sz="1800">
                <a:solidFill>
                  <a:schemeClr val="dk1"/>
                </a:solidFill>
              </a:rPr>
              <a:t>Improve administrative efficiency by centralizing where policies are created</a:t>
            </a:r>
            <a:endParaRPr sz="1800">
              <a:solidFill>
                <a:schemeClr val="dk1"/>
              </a:solidFill>
            </a:endParaRPr>
          </a:p>
        </p:txBody>
      </p:sp>
      <p:sp>
        <p:nvSpPr>
          <p:cNvPr id="6262" name="Google Shape;6262;p260"/>
          <p:cNvSpPr txBox="1"/>
          <p:nvPr/>
        </p:nvSpPr>
        <p:spPr>
          <a:xfrm>
            <a:off x="885125" y="1653550"/>
            <a:ext cx="10422000" cy="2919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0"/>
              </a:spcAft>
              <a:buClr>
                <a:schemeClr val="dk1"/>
              </a:buClr>
              <a:buSzPts val="1100"/>
              <a:buFont typeface="Arial"/>
              <a:buNone/>
            </a:pPr>
            <a:r>
              <a:rPr lang="en" sz="1900">
                <a:solidFill>
                  <a:schemeClr val="dk1"/>
                </a:solidFill>
                <a:latin typeface="Overpass Light"/>
                <a:ea typeface="Overpass Light"/>
                <a:cs typeface="Overpass Light"/>
                <a:sym typeface="Overpass Light"/>
              </a:rPr>
              <a:t>Bridges the user identity gap between Red Hat Enterprise Linux and Windows</a:t>
            </a:r>
            <a:endParaRPr sz="900">
              <a:solidFill>
                <a:srgbClr val="EE0000"/>
              </a:solidFill>
              <a:latin typeface="Red Hat Display"/>
              <a:ea typeface="Red Hat Display"/>
              <a:cs typeface="Red Hat Display"/>
              <a:sym typeface="Red Hat Display"/>
            </a:endParaRPr>
          </a:p>
        </p:txBody>
      </p:sp>
      <p:sp>
        <p:nvSpPr>
          <p:cNvPr id="6263" name="Google Shape;6263;p260"/>
          <p:cNvSpPr txBox="1"/>
          <p:nvPr/>
        </p:nvSpPr>
        <p:spPr>
          <a:xfrm>
            <a:off x="762000" y="4724400"/>
            <a:ext cx="51882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AD users can: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Log in to access Linux systems and resources.</a:t>
            </a:r>
            <a:endParaRPr/>
          </a:p>
          <a:p>
            <a:pPr indent="0" lvl="0" marL="0" rtl="0" algn="l">
              <a:spcBef>
                <a:spcPts val="0"/>
              </a:spcBef>
              <a:spcAft>
                <a:spcPts val="0"/>
              </a:spcAft>
              <a:buNone/>
            </a:pPr>
            <a:r>
              <a:rPr lang="en"/>
              <a:t>Use single sign-on (SSO).</a:t>
            </a:r>
            <a:endParaRPr/>
          </a:p>
          <a:p>
            <a:pPr indent="0" lvl="0" marL="0" rtl="0" algn="l">
              <a:spcBef>
                <a:spcPts val="0"/>
              </a:spcBef>
              <a:spcAft>
                <a:spcPts val="0"/>
              </a:spcAft>
              <a:buNone/>
            </a:pPr>
            <a:r>
              <a:rPr lang="en"/>
              <a:t>All IdM objects are managed in IdM in the trust.</a:t>
            </a:r>
            <a:endParaRPr/>
          </a:p>
          <a:p>
            <a:pPr indent="0" lvl="0" marL="0" rtl="0" algn="l">
              <a:spcBef>
                <a:spcPts val="0"/>
              </a:spcBef>
              <a:spcAft>
                <a:spcPts val="0"/>
              </a:spcAft>
              <a:buNone/>
            </a:pPr>
            <a:r>
              <a:rPr lang="en"/>
              <a:t>All AD objects are managed in AD in the trust.</a:t>
            </a:r>
            <a:endParaRPr/>
          </a:p>
        </p:txBody>
      </p:sp>
      <p:pic>
        <p:nvPicPr>
          <p:cNvPr id="6264" name="Google Shape;6264;p260"/>
          <p:cNvPicPr preferRelativeResize="0"/>
          <p:nvPr/>
        </p:nvPicPr>
        <p:blipFill>
          <a:blip r:embed="rId3">
            <a:alphaModFix/>
          </a:blip>
          <a:stretch>
            <a:fillRect/>
          </a:stretch>
        </p:blipFill>
        <p:spPr>
          <a:xfrm>
            <a:off x="661275" y="2186950"/>
            <a:ext cx="3545132" cy="2630050"/>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8" name="Shape 6268"/>
        <p:cNvGrpSpPr/>
        <p:nvPr/>
      </p:nvGrpSpPr>
      <p:grpSpPr>
        <a:xfrm>
          <a:off x="0" y="0"/>
          <a:ext cx="0" cy="0"/>
          <a:chOff x="0" y="0"/>
          <a:chExt cx="0" cy="0"/>
        </a:xfrm>
      </p:grpSpPr>
      <p:sp>
        <p:nvSpPr>
          <p:cNvPr id="6269" name="Google Shape;6269;p261"/>
          <p:cNvSpPr txBox="1"/>
          <p:nvPr>
            <p:ph idx="4"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latin typeface="Overpass SemiBold"/>
                <a:ea typeface="Overpass SemiBold"/>
                <a:cs typeface="Overpass SemiBold"/>
                <a:sym typeface="Overpass SemiBold"/>
              </a:rPr>
              <a:t>Red Hat Infrastructure Standard Adoption Model</a:t>
            </a:r>
            <a:endParaRPr/>
          </a:p>
        </p:txBody>
      </p:sp>
      <p:sp>
        <p:nvSpPr>
          <p:cNvPr id="6270" name="Google Shape;6270;p26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6271" name="Google Shape;6271;p261"/>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Security Policy with </a:t>
            </a:r>
            <a:r>
              <a:rPr lang="en"/>
              <a:t>Identity Management</a:t>
            </a:r>
            <a:endParaRPr/>
          </a:p>
          <a:p>
            <a:pPr indent="0" lvl="0" marL="0" rtl="0" algn="ctr">
              <a:spcBef>
                <a:spcPts val="0"/>
              </a:spcBef>
              <a:spcAft>
                <a:spcPts val="0"/>
              </a:spcAft>
              <a:buNone/>
            </a:pPr>
            <a:r>
              <a:t/>
            </a:r>
            <a:endParaRPr/>
          </a:p>
        </p:txBody>
      </p:sp>
      <p:grpSp>
        <p:nvGrpSpPr>
          <p:cNvPr id="6272" name="Google Shape;6272;p261"/>
          <p:cNvGrpSpPr/>
          <p:nvPr/>
        </p:nvGrpSpPr>
        <p:grpSpPr>
          <a:xfrm>
            <a:off x="568832" y="1085040"/>
            <a:ext cx="1941900" cy="1604400"/>
            <a:chOff x="797432" y="1694640"/>
            <a:chExt cx="1941900" cy="1604400"/>
          </a:xfrm>
        </p:grpSpPr>
        <p:sp>
          <p:nvSpPr>
            <p:cNvPr id="6273" name="Google Shape;6273;p261"/>
            <p:cNvSpPr/>
            <p:nvPr/>
          </p:nvSpPr>
          <p:spPr>
            <a:xfrm>
              <a:off x="797432" y="1694640"/>
              <a:ext cx="1941900" cy="1604400"/>
            </a:xfrm>
            <a:prstGeom prst="rect">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74" name="Google Shape;6274;p261"/>
            <p:cNvPicPr preferRelativeResize="0"/>
            <p:nvPr/>
          </p:nvPicPr>
          <p:blipFill>
            <a:blip r:embed="rId3">
              <a:alphaModFix/>
            </a:blip>
            <a:stretch>
              <a:fillRect/>
            </a:stretch>
          </p:blipFill>
          <p:spPr>
            <a:xfrm>
              <a:off x="889875" y="1882150"/>
              <a:ext cx="1773375" cy="1315625"/>
            </a:xfrm>
            <a:prstGeom prst="rect">
              <a:avLst/>
            </a:prstGeom>
            <a:noFill/>
            <a:ln>
              <a:noFill/>
            </a:ln>
          </p:spPr>
        </p:pic>
      </p:grpSp>
      <p:sp>
        <p:nvSpPr>
          <p:cNvPr id="6275" name="Google Shape;6275;p261"/>
          <p:cNvSpPr txBox="1"/>
          <p:nvPr/>
        </p:nvSpPr>
        <p:spPr>
          <a:xfrm>
            <a:off x="8435775" y="2246913"/>
            <a:ext cx="2261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SELinux Group Policy</a:t>
            </a:r>
            <a:endParaRPr>
              <a:latin typeface="Overpass Light"/>
              <a:ea typeface="Overpass Light"/>
              <a:cs typeface="Overpass Light"/>
              <a:sym typeface="Overpass Light"/>
            </a:endParaRPr>
          </a:p>
        </p:txBody>
      </p:sp>
      <p:sp>
        <p:nvSpPr>
          <p:cNvPr id="6276" name="Google Shape;6276;p261"/>
          <p:cNvSpPr txBox="1"/>
          <p:nvPr/>
        </p:nvSpPr>
        <p:spPr>
          <a:xfrm>
            <a:off x="5854050" y="2246925"/>
            <a:ext cx="2587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Host Based Access Control</a:t>
            </a:r>
            <a:endParaRPr>
              <a:latin typeface="Overpass Light"/>
              <a:ea typeface="Overpass Light"/>
              <a:cs typeface="Overpass Light"/>
              <a:sym typeface="Overpass Light"/>
            </a:endParaRPr>
          </a:p>
        </p:txBody>
      </p:sp>
      <p:sp>
        <p:nvSpPr>
          <p:cNvPr id="6277" name="Google Shape;6277;p261"/>
          <p:cNvSpPr txBox="1"/>
          <p:nvPr/>
        </p:nvSpPr>
        <p:spPr>
          <a:xfrm>
            <a:off x="5854050" y="2628025"/>
            <a:ext cx="14637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Define </a:t>
            </a:r>
            <a:endParaRPr>
              <a:latin typeface="Overpass Light"/>
              <a:ea typeface="Overpass Light"/>
              <a:cs typeface="Overpass Light"/>
              <a:sym typeface="Overpass Light"/>
            </a:endParaRPr>
          </a:p>
          <a:p>
            <a:pPr indent="0" lvl="0" marL="0" rtl="0" algn="l">
              <a:spcBef>
                <a:spcPts val="0"/>
              </a:spcBef>
              <a:spcAft>
                <a:spcPts val="0"/>
              </a:spcAft>
              <a:buNone/>
            </a:pPr>
            <a:r>
              <a:rPr b="1" lang="en">
                <a:solidFill>
                  <a:schemeClr val="accent1"/>
                </a:solidFill>
                <a:latin typeface="Overpass"/>
                <a:ea typeface="Overpass"/>
                <a:cs typeface="Overpass"/>
                <a:sym typeface="Overpass"/>
              </a:rPr>
              <a:t>WHO</a:t>
            </a:r>
            <a:r>
              <a:rPr lang="en">
                <a:latin typeface="Overpass Light"/>
                <a:ea typeface="Overpass Light"/>
                <a:cs typeface="Overpass Light"/>
                <a:sym typeface="Overpass Light"/>
              </a:rPr>
              <a:t> </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gets to login</a:t>
            </a:r>
            <a:endParaRPr>
              <a:latin typeface="Overpass Light"/>
              <a:ea typeface="Overpass Light"/>
              <a:cs typeface="Overpass Light"/>
              <a:sym typeface="Overpass Light"/>
            </a:endParaRPr>
          </a:p>
          <a:p>
            <a:pPr indent="0" lvl="0" marL="0" rtl="0" algn="l">
              <a:spcBef>
                <a:spcPts val="0"/>
              </a:spcBef>
              <a:spcAft>
                <a:spcPts val="0"/>
              </a:spcAft>
              <a:buNone/>
            </a:pPr>
            <a:r>
              <a:rPr b="1" lang="en">
                <a:solidFill>
                  <a:schemeClr val="accent1"/>
                </a:solidFill>
                <a:latin typeface="Overpass"/>
                <a:ea typeface="Overpass"/>
                <a:cs typeface="Overpass"/>
                <a:sym typeface="Overpass"/>
              </a:rPr>
              <a:t>WHERE</a:t>
            </a:r>
            <a:endParaRPr b="1">
              <a:solidFill>
                <a:schemeClr val="accent1"/>
              </a:solidFill>
              <a:latin typeface="Overpass"/>
              <a:ea typeface="Overpass"/>
              <a:cs typeface="Overpass"/>
              <a:sym typeface="Overpass"/>
            </a:endParaRPr>
          </a:p>
          <a:p>
            <a:pPr indent="0" lvl="0" marL="0" rtl="0" algn="l">
              <a:spcBef>
                <a:spcPts val="0"/>
              </a:spcBef>
              <a:spcAft>
                <a:spcPts val="0"/>
              </a:spcAft>
              <a:buNone/>
            </a:pPr>
            <a:r>
              <a:rPr lang="en">
                <a:latin typeface="Overpass Light"/>
                <a:ea typeface="Overpass Light"/>
                <a:cs typeface="Overpass Light"/>
                <a:sym typeface="Overpass Light"/>
              </a:rPr>
              <a:t>using</a:t>
            </a:r>
            <a:endParaRPr>
              <a:latin typeface="Overpass Light"/>
              <a:ea typeface="Overpass Light"/>
              <a:cs typeface="Overpass Light"/>
              <a:sym typeface="Overpass Light"/>
            </a:endParaRPr>
          </a:p>
          <a:p>
            <a:pPr indent="0" lvl="0" marL="0" rtl="0" algn="l">
              <a:spcBef>
                <a:spcPts val="0"/>
              </a:spcBef>
              <a:spcAft>
                <a:spcPts val="0"/>
              </a:spcAft>
              <a:buNone/>
            </a:pPr>
            <a:r>
              <a:rPr b="1" lang="en">
                <a:solidFill>
                  <a:schemeClr val="accent1"/>
                </a:solidFill>
                <a:latin typeface="Overpass"/>
                <a:ea typeface="Overpass"/>
                <a:cs typeface="Overpass"/>
                <a:sym typeface="Overpass"/>
              </a:rPr>
              <a:t>WHAT SERVICE</a:t>
            </a:r>
            <a:r>
              <a:rPr lang="en">
                <a:latin typeface="Overpass Light"/>
                <a:ea typeface="Overpass Light"/>
                <a:cs typeface="Overpass Light"/>
                <a:sym typeface="Overpass Light"/>
              </a:rPr>
              <a:t> </a:t>
            </a:r>
            <a:endParaRPr>
              <a:latin typeface="Overpass Light"/>
              <a:ea typeface="Overpass Light"/>
              <a:cs typeface="Overpass Light"/>
              <a:sym typeface="Overpass Light"/>
            </a:endParaRPr>
          </a:p>
        </p:txBody>
      </p:sp>
      <p:sp>
        <p:nvSpPr>
          <p:cNvPr id="6278" name="Google Shape;6278;p261"/>
          <p:cNvSpPr txBox="1"/>
          <p:nvPr/>
        </p:nvSpPr>
        <p:spPr>
          <a:xfrm>
            <a:off x="3558975" y="2628025"/>
            <a:ext cx="20304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Define </a:t>
            </a:r>
            <a:endParaRPr>
              <a:latin typeface="Overpass Light"/>
              <a:ea typeface="Overpass Light"/>
              <a:cs typeface="Overpass Light"/>
              <a:sym typeface="Overpass Light"/>
            </a:endParaRPr>
          </a:p>
          <a:p>
            <a:pPr indent="0" lvl="0" marL="0" rtl="0" algn="l">
              <a:spcBef>
                <a:spcPts val="0"/>
              </a:spcBef>
              <a:spcAft>
                <a:spcPts val="0"/>
              </a:spcAft>
              <a:buNone/>
            </a:pPr>
            <a:r>
              <a:rPr b="1" lang="en">
                <a:solidFill>
                  <a:schemeClr val="accent1"/>
                </a:solidFill>
                <a:latin typeface="Overpass"/>
                <a:ea typeface="Overpass"/>
                <a:cs typeface="Overpass"/>
                <a:sym typeface="Overpass"/>
              </a:rPr>
              <a:t>WHO</a:t>
            </a:r>
            <a:r>
              <a:rPr lang="en">
                <a:latin typeface="Overpass Light"/>
                <a:ea typeface="Overpass Light"/>
                <a:cs typeface="Overpass Light"/>
                <a:sym typeface="Overpass Light"/>
              </a:rPr>
              <a:t> </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gets to execute</a:t>
            </a:r>
            <a:endParaRPr>
              <a:latin typeface="Overpass Light"/>
              <a:ea typeface="Overpass Light"/>
              <a:cs typeface="Overpass Light"/>
              <a:sym typeface="Overpass Light"/>
            </a:endParaRPr>
          </a:p>
          <a:p>
            <a:pPr indent="0" lvl="0" marL="0" rtl="0" algn="l">
              <a:spcBef>
                <a:spcPts val="0"/>
              </a:spcBef>
              <a:spcAft>
                <a:spcPts val="0"/>
              </a:spcAft>
              <a:buNone/>
            </a:pPr>
            <a:r>
              <a:rPr b="1" lang="en">
                <a:solidFill>
                  <a:schemeClr val="accent1"/>
                </a:solidFill>
                <a:latin typeface="Overpass"/>
                <a:ea typeface="Overpass"/>
                <a:cs typeface="Overpass"/>
                <a:sym typeface="Overpass"/>
              </a:rPr>
              <a:t>WHAT COMMANDS</a:t>
            </a:r>
            <a:endParaRPr b="1">
              <a:solidFill>
                <a:schemeClr val="accent1"/>
              </a:solidFill>
              <a:latin typeface="Overpass"/>
              <a:ea typeface="Overpass"/>
              <a:cs typeface="Overpass"/>
              <a:sym typeface="Overpass"/>
            </a:endParaRPr>
          </a:p>
          <a:p>
            <a:pPr indent="0" lvl="0" marL="0" rtl="0" algn="l">
              <a:spcBef>
                <a:spcPts val="0"/>
              </a:spcBef>
              <a:spcAft>
                <a:spcPts val="0"/>
              </a:spcAft>
              <a:buNone/>
            </a:pPr>
            <a:r>
              <a:rPr lang="en">
                <a:latin typeface="Overpass Light"/>
                <a:ea typeface="Overpass Light"/>
                <a:cs typeface="Overpass Light"/>
                <a:sym typeface="Overpass Light"/>
              </a:rPr>
              <a:t>on</a:t>
            </a:r>
            <a:endParaRPr>
              <a:latin typeface="Overpass Light"/>
              <a:ea typeface="Overpass Light"/>
              <a:cs typeface="Overpass Light"/>
              <a:sym typeface="Overpass Light"/>
            </a:endParaRPr>
          </a:p>
          <a:p>
            <a:pPr indent="0" lvl="0" marL="0" rtl="0" algn="l">
              <a:spcBef>
                <a:spcPts val="0"/>
              </a:spcBef>
              <a:spcAft>
                <a:spcPts val="0"/>
              </a:spcAft>
              <a:buNone/>
            </a:pPr>
            <a:r>
              <a:rPr b="1" lang="en">
                <a:solidFill>
                  <a:schemeClr val="accent1"/>
                </a:solidFill>
                <a:latin typeface="Overpass"/>
                <a:ea typeface="Overpass"/>
                <a:cs typeface="Overpass"/>
                <a:sym typeface="Overpass"/>
              </a:rPr>
              <a:t>WHAT SYSTEMS</a:t>
            </a:r>
            <a:endParaRPr b="1">
              <a:solidFill>
                <a:schemeClr val="accent1"/>
              </a:solidFill>
              <a:latin typeface="Overpass"/>
              <a:ea typeface="Overpass"/>
              <a:cs typeface="Overpass"/>
              <a:sym typeface="Overpass"/>
            </a:endParaRPr>
          </a:p>
          <a:p>
            <a:pPr indent="0" lvl="0" marL="0" rtl="0" algn="l">
              <a:spcBef>
                <a:spcPts val="0"/>
              </a:spcBef>
              <a:spcAft>
                <a:spcPts val="0"/>
              </a:spcAft>
              <a:buNone/>
            </a:pPr>
            <a:r>
              <a:rPr lang="en">
                <a:latin typeface="Overpass Light"/>
                <a:ea typeface="Overpass Light"/>
                <a:cs typeface="Overpass Light"/>
                <a:sym typeface="Overpass Light"/>
              </a:rPr>
              <a:t>using</a:t>
            </a:r>
            <a:endParaRPr>
              <a:latin typeface="Overpass Light"/>
              <a:ea typeface="Overpass Light"/>
              <a:cs typeface="Overpass Light"/>
              <a:sym typeface="Overpass Light"/>
            </a:endParaRPr>
          </a:p>
          <a:p>
            <a:pPr indent="0" lvl="0" marL="0" rtl="0" algn="l">
              <a:spcBef>
                <a:spcPts val="0"/>
              </a:spcBef>
              <a:spcAft>
                <a:spcPts val="0"/>
              </a:spcAft>
              <a:buNone/>
            </a:pPr>
            <a:r>
              <a:rPr b="1" lang="en">
                <a:solidFill>
                  <a:schemeClr val="accent1"/>
                </a:solidFill>
                <a:latin typeface="Overpass"/>
                <a:ea typeface="Overpass"/>
                <a:cs typeface="Overpass"/>
                <a:sym typeface="Overpass"/>
              </a:rPr>
              <a:t>WHICH PERMISSIONS</a:t>
            </a:r>
            <a:r>
              <a:rPr lang="en">
                <a:latin typeface="Overpass Light"/>
                <a:ea typeface="Overpass Light"/>
                <a:cs typeface="Overpass Light"/>
                <a:sym typeface="Overpass Light"/>
              </a:rPr>
              <a:t> </a:t>
            </a:r>
            <a:endParaRPr>
              <a:latin typeface="Overpass Light"/>
              <a:ea typeface="Overpass Light"/>
              <a:cs typeface="Overpass Light"/>
              <a:sym typeface="Overpass Light"/>
            </a:endParaRPr>
          </a:p>
        </p:txBody>
      </p:sp>
      <p:sp>
        <p:nvSpPr>
          <p:cNvPr id="6279" name="Google Shape;6279;p261"/>
          <p:cNvSpPr txBox="1"/>
          <p:nvPr/>
        </p:nvSpPr>
        <p:spPr>
          <a:xfrm>
            <a:off x="3558975" y="2246913"/>
            <a:ext cx="2261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Sudo Policy</a:t>
            </a:r>
            <a:endParaRPr>
              <a:latin typeface="Overpass Light"/>
              <a:ea typeface="Overpass Light"/>
              <a:cs typeface="Overpass Light"/>
              <a:sym typeface="Overpass Light"/>
            </a:endParaRPr>
          </a:p>
        </p:txBody>
      </p:sp>
      <p:sp>
        <p:nvSpPr>
          <p:cNvPr id="6280" name="Google Shape;6280;p261"/>
          <p:cNvSpPr txBox="1"/>
          <p:nvPr/>
        </p:nvSpPr>
        <p:spPr>
          <a:xfrm>
            <a:off x="8435775" y="2628025"/>
            <a:ext cx="20304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Define </a:t>
            </a:r>
            <a:endParaRPr>
              <a:latin typeface="Overpass Light"/>
              <a:ea typeface="Overpass Light"/>
              <a:cs typeface="Overpass Light"/>
              <a:sym typeface="Overpass Light"/>
            </a:endParaRPr>
          </a:p>
          <a:p>
            <a:pPr indent="0" lvl="0" marL="0" rtl="0" algn="l">
              <a:spcBef>
                <a:spcPts val="0"/>
              </a:spcBef>
              <a:spcAft>
                <a:spcPts val="0"/>
              </a:spcAft>
              <a:buNone/>
            </a:pPr>
            <a:r>
              <a:rPr b="1" lang="en">
                <a:solidFill>
                  <a:schemeClr val="accent1"/>
                </a:solidFill>
                <a:latin typeface="Overpass"/>
                <a:ea typeface="Overpass"/>
                <a:cs typeface="Overpass"/>
                <a:sym typeface="Overpass"/>
              </a:rPr>
              <a:t>WHO</a:t>
            </a:r>
            <a:r>
              <a:rPr lang="en">
                <a:latin typeface="Overpass Light"/>
                <a:ea typeface="Overpass Light"/>
                <a:cs typeface="Overpass Light"/>
                <a:sym typeface="Overpass Light"/>
              </a:rPr>
              <a:t> </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is mapped to</a:t>
            </a:r>
            <a:endParaRPr>
              <a:latin typeface="Overpass Light"/>
              <a:ea typeface="Overpass Light"/>
              <a:cs typeface="Overpass Light"/>
              <a:sym typeface="Overpass Light"/>
            </a:endParaRPr>
          </a:p>
          <a:p>
            <a:pPr indent="0" lvl="0" marL="0" rtl="0" algn="l">
              <a:spcBef>
                <a:spcPts val="0"/>
              </a:spcBef>
              <a:spcAft>
                <a:spcPts val="0"/>
              </a:spcAft>
              <a:buNone/>
            </a:pPr>
            <a:r>
              <a:rPr b="1" lang="en">
                <a:solidFill>
                  <a:schemeClr val="accent1"/>
                </a:solidFill>
                <a:latin typeface="Overpass"/>
                <a:ea typeface="Overpass"/>
                <a:cs typeface="Overpass"/>
                <a:sym typeface="Overpass"/>
              </a:rPr>
              <a:t>WHICH SELinux USER</a:t>
            </a:r>
            <a:endParaRPr b="1">
              <a:solidFill>
                <a:schemeClr val="accent1"/>
              </a:solidFill>
              <a:latin typeface="Overpass"/>
              <a:ea typeface="Overpass"/>
              <a:cs typeface="Overpass"/>
              <a:sym typeface="Overpass"/>
            </a:endParaRPr>
          </a:p>
          <a:p>
            <a:pPr indent="0" lvl="0" marL="0" rtl="0" algn="l">
              <a:spcBef>
                <a:spcPts val="0"/>
              </a:spcBef>
              <a:spcAft>
                <a:spcPts val="0"/>
              </a:spcAft>
              <a:buNone/>
            </a:pPr>
            <a:r>
              <a:rPr lang="en">
                <a:latin typeface="Overpass Light"/>
                <a:ea typeface="Overpass Light"/>
                <a:cs typeface="Overpass Light"/>
                <a:sym typeface="Overpass Light"/>
              </a:rPr>
              <a:t>on</a:t>
            </a:r>
            <a:endParaRPr>
              <a:latin typeface="Overpass Light"/>
              <a:ea typeface="Overpass Light"/>
              <a:cs typeface="Overpass Light"/>
              <a:sym typeface="Overpass Light"/>
            </a:endParaRPr>
          </a:p>
          <a:p>
            <a:pPr indent="0" lvl="0" marL="0" rtl="0" algn="l">
              <a:spcBef>
                <a:spcPts val="0"/>
              </a:spcBef>
              <a:spcAft>
                <a:spcPts val="0"/>
              </a:spcAft>
              <a:buNone/>
            </a:pPr>
            <a:r>
              <a:rPr b="1" lang="en">
                <a:solidFill>
                  <a:schemeClr val="accent1"/>
                </a:solidFill>
                <a:latin typeface="Overpass"/>
                <a:ea typeface="Overpass"/>
                <a:cs typeface="Overpass"/>
                <a:sym typeface="Overpass"/>
              </a:rPr>
              <a:t>WHAT SYSTEMS</a:t>
            </a:r>
            <a:endParaRPr b="1">
              <a:solidFill>
                <a:schemeClr val="accent1"/>
              </a:solidFill>
              <a:latin typeface="Overpass"/>
              <a:ea typeface="Overpass"/>
              <a:cs typeface="Overpass"/>
              <a:sym typeface="Overpass"/>
            </a:endParaRPr>
          </a:p>
          <a:p>
            <a:pPr indent="0" lvl="0" marL="0" rtl="0" algn="l">
              <a:spcBef>
                <a:spcPts val="0"/>
              </a:spcBef>
              <a:spcAft>
                <a:spcPts val="0"/>
              </a:spcAft>
              <a:buNone/>
            </a:pPr>
            <a:r>
              <a:t/>
            </a:r>
            <a:endParaRPr>
              <a:latin typeface="Overpass Light"/>
              <a:ea typeface="Overpass Light"/>
              <a:cs typeface="Overpass Light"/>
              <a:sym typeface="Overpass Light"/>
            </a:endParaRPr>
          </a:p>
        </p:txBody>
      </p:sp>
      <p:cxnSp>
        <p:nvCxnSpPr>
          <p:cNvPr id="6281" name="Google Shape;6281;p261"/>
          <p:cNvCxnSpPr>
            <a:stCxn id="6273" idx="2"/>
            <a:endCxn id="6278" idx="1"/>
          </p:cNvCxnSpPr>
          <p:nvPr/>
        </p:nvCxnSpPr>
        <p:spPr>
          <a:xfrm flipH="1" rot="-5400000">
            <a:off x="2103032" y="2126190"/>
            <a:ext cx="892800" cy="2019300"/>
          </a:xfrm>
          <a:prstGeom prst="curvedConnector2">
            <a:avLst/>
          </a:prstGeom>
          <a:noFill/>
          <a:ln cap="flat" cmpd="sng" w="9525">
            <a:solidFill>
              <a:schemeClr val="dk2"/>
            </a:solidFill>
            <a:prstDash val="solid"/>
            <a:round/>
            <a:headEnd len="med" w="med" type="none"/>
            <a:tailEnd len="med" w="med" type="triangle"/>
          </a:ln>
        </p:spPr>
      </p:cxnSp>
      <p:sp>
        <p:nvSpPr>
          <p:cNvPr id="6282" name="Google Shape;6282;p261"/>
          <p:cNvSpPr txBox="1"/>
          <p:nvPr/>
        </p:nvSpPr>
        <p:spPr>
          <a:xfrm>
            <a:off x="558325" y="2898000"/>
            <a:ext cx="14637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verpass Light"/>
                <a:ea typeface="Overpass Light"/>
                <a:cs typeface="Overpass Light"/>
                <a:sym typeface="Overpass Light"/>
              </a:rPr>
              <a:t>Users authenticate with AD</a:t>
            </a:r>
            <a:endParaRPr>
              <a:latin typeface="Overpass Light"/>
              <a:ea typeface="Overpass Light"/>
              <a:cs typeface="Overpass Light"/>
              <a:sym typeface="Overpass Light"/>
            </a:endParaRPr>
          </a:p>
          <a:p>
            <a:pPr indent="0" lvl="0" marL="0" rtl="0" algn="l">
              <a:spcBef>
                <a:spcPts val="0"/>
              </a:spcBef>
              <a:spcAft>
                <a:spcPts val="0"/>
              </a:spcAft>
              <a:buNone/>
            </a:pPr>
            <a:r>
              <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Linux Admins associate AD Groups</a:t>
            </a:r>
            <a:endParaRPr>
              <a:latin typeface="Overpass Light"/>
              <a:ea typeface="Overpass Light"/>
              <a:cs typeface="Overpass Light"/>
              <a:sym typeface="Overpass Light"/>
            </a:endParaRPr>
          </a:p>
          <a:p>
            <a:pPr indent="0" lvl="0" marL="0" rtl="0" algn="l">
              <a:spcBef>
                <a:spcPts val="0"/>
              </a:spcBef>
              <a:spcAft>
                <a:spcPts val="0"/>
              </a:spcAft>
              <a:buNone/>
            </a:pPr>
            <a:r>
              <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Linux Admins</a:t>
            </a:r>
            <a:endParaRPr>
              <a:latin typeface="Overpass Light"/>
              <a:ea typeface="Overpass Light"/>
              <a:cs typeface="Overpass Light"/>
              <a:sym typeface="Overpass Light"/>
            </a:endParaRPr>
          </a:p>
          <a:p>
            <a:pPr indent="0" lvl="0" marL="0" rtl="0" algn="l">
              <a:spcBef>
                <a:spcPts val="0"/>
              </a:spcBef>
              <a:spcAft>
                <a:spcPts val="0"/>
              </a:spcAft>
              <a:buNone/>
            </a:pPr>
            <a:r>
              <a:rPr lang="en">
                <a:latin typeface="Overpass Light"/>
                <a:ea typeface="Overpass Light"/>
                <a:cs typeface="Overpass Light"/>
                <a:sym typeface="Overpass Light"/>
              </a:rPr>
              <a:t>manage Linux Policy</a:t>
            </a:r>
            <a:endParaRPr>
              <a:latin typeface="Overpass Light"/>
              <a:ea typeface="Overpass Light"/>
              <a:cs typeface="Overpass Light"/>
              <a:sym typeface="Overpass Light"/>
            </a:endParaRPr>
          </a:p>
        </p:txBody>
      </p:sp>
      <p:sp>
        <p:nvSpPr>
          <p:cNvPr id="6283" name="Google Shape;6283;p261"/>
          <p:cNvSpPr txBox="1"/>
          <p:nvPr/>
        </p:nvSpPr>
        <p:spPr>
          <a:xfrm>
            <a:off x="2735100" y="5115650"/>
            <a:ext cx="7860900" cy="46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Appropriate Linux policy enforced on AD authenticated users without modification to AD schema or standard practice.</a:t>
            </a:r>
            <a:br>
              <a:rPr lang="en" sz="1800">
                <a:latin typeface="Red Hat Display"/>
                <a:ea typeface="Red Hat Display"/>
                <a:cs typeface="Red Hat Display"/>
                <a:sym typeface="Red Hat Display"/>
              </a:rPr>
            </a:br>
            <a:br>
              <a:rPr lang="en" sz="1800">
                <a:latin typeface="Red Hat Display"/>
                <a:ea typeface="Red Hat Display"/>
                <a:cs typeface="Red Hat Display"/>
                <a:sym typeface="Red Hat Display"/>
              </a:rPr>
            </a:br>
            <a:r>
              <a:rPr lang="en" sz="1800">
                <a:latin typeface="Red Hat Display"/>
                <a:ea typeface="Red Hat Display"/>
                <a:cs typeface="Red Hat Display"/>
                <a:sym typeface="Red Hat Display"/>
              </a:rPr>
              <a:t>Supports integration with Azure AD through OIDC support</a:t>
            </a:r>
            <a:endParaRPr sz="1800">
              <a:latin typeface="Red Hat Display"/>
              <a:ea typeface="Red Hat Display"/>
              <a:cs typeface="Red Hat Display"/>
              <a:sym typeface="Red Hat Display"/>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7" name="Shape 6287"/>
        <p:cNvGrpSpPr/>
        <p:nvPr/>
      </p:nvGrpSpPr>
      <p:grpSpPr>
        <a:xfrm>
          <a:off x="0" y="0"/>
          <a:ext cx="0" cy="0"/>
          <a:chOff x="0" y="0"/>
          <a:chExt cx="0" cy="0"/>
        </a:xfrm>
      </p:grpSpPr>
      <p:sp>
        <p:nvSpPr>
          <p:cNvPr id="6288" name="Google Shape;6288;p262"/>
          <p:cNvSpPr txBox="1"/>
          <p:nvPr>
            <p:ph idx="1" type="subTitle"/>
          </p:nvPr>
        </p:nvSpPr>
        <p:spPr>
          <a:xfrm rot="5400000">
            <a:off x="-2127425" y="2139150"/>
            <a:ext cx="5150400" cy="872100"/>
          </a:xfrm>
          <a:prstGeom prst="rect">
            <a:avLst/>
          </a:prstGeom>
        </p:spPr>
        <p:txBody>
          <a:bodyPr anchorCtr="0" anchor="ctr" bIns="91425" lIns="457200" spcFirstLastPara="1" rIns="91425" wrap="square" tIns="91425">
            <a:noAutofit/>
          </a:bodyPr>
          <a:lstStyle/>
          <a:p>
            <a:pPr indent="0" lvl="0" marL="0" rtl="0" algn="l">
              <a:spcBef>
                <a:spcPts val="0"/>
              </a:spcBef>
              <a:spcAft>
                <a:spcPts val="0"/>
              </a:spcAft>
              <a:buClr>
                <a:schemeClr val="dk1"/>
              </a:buClr>
              <a:buSzPts val="1100"/>
              <a:buFont typeface="Arial"/>
              <a:buNone/>
            </a:pPr>
            <a:r>
              <a:rPr lang="en"/>
              <a:t>Red Hat Infrastructure Standard Adoption Model (RHISAM) 2023</a:t>
            </a:r>
            <a:endParaRPr/>
          </a:p>
          <a:p>
            <a:pPr indent="0" lvl="0" marL="0" rtl="0" algn="l">
              <a:spcBef>
                <a:spcPts val="0"/>
              </a:spcBef>
              <a:spcAft>
                <a:spcPts val="0"/>
              </a:spcAft>
              <a:buNone/>
            </a:pPr>
            <a:r>
              <a:t/>
            </a:r>
            <a:endParaRPr/>
          </a:p>
        </p:txBody>
      </p:sp>
      <p:sp>
        <p:nvSpPr>
          <p:cNvPr id="6289" name="Google Shape;6289;p262"/>
          <p:cNvSpPr txBox="1"/>
          <p:nvPr>
            <p:ph idx="2" type="subTitle"/>
          </p:nvPr>
        </p:nvSpPr>
        <p:spPr>
          <a:xfrm>
            <a:off x="5660525" y="3971650"/>
            <a:ext cx="4446300" cy="914400"/>
          </a:xfrm>
          <a:prstGeom prst="rect">
            <a:avLst/>
          </a:prstGeom>
        </p:spPr>
        <p:txBody>
          <a:bodyPr anchorCtr="0" anchor="t" bIns="0" lIns="0" spcFirstLastPara="1" rIns="0" wrap="square" tIns="0">
            <a:noAutofit/>
          </a:bodyPr>
          <a:lstStyle/>
          <a:p>
            <a:pPr indent="0" lvl="0" marL="0" rtl="0" algn="l">
              <a:spcBef>
                <a:spcPts val="0"/>
              </a:spcBef>
              <a:spcAft>
                <a:spcPts val="500"/>
              </a:spcAft>
              <a:buNone/>
            </a:pPr>
            <a:r>
              <a:rPr lang="en"/>
              <a:t>Management Portfolio Tools Descriptions</a:t>
            </a:r>
            <a:endParaRPr/>
          </a:p>
        </p:txBody>
      </p:sp>
      <p:sp>
        <p:nvSpPr>
          <p:cNvPr id="6290" name="Google Shape;6290;p262"/>
          <p:cNvSpPr txBox="1"/>
          <p:nvPr>
            <p:ph idx="3" type="subTitle"/>
          </p:nvPr>
        </p:nvSpPr>
        <p:spPr>
          <a:xfrm>
            <a:off x="5660525" y="5318275"/>
            <a:ext cx="2040300" cy="605700"/>
          </a:xfrm>
          <a:prstGeom prst="rect">
            <a:avLst/>
          </a:prstGeom>
        </p:spPr>
        <p:txBody>
          <a:bodyPr anchorCtr="0" anchor="t" bIns="0" lIns="0" spcFirstLastPara="1" rIns="0" wrap="square" tIns="0">
            <a:noAutofit/>
          </a:bodyPr>
          <a:lstStyle/>
          <a:p>
            <a:pPr indent="0" lvl="0" marL="0" rtl="0" algn="l">
              <a:spcBef>
                <a:spcPts val="0"/>
              </a:spcBef>
              <a:spcAft>
                <a:spcPts val="500"/>
              </a:spcAft>
              <a:buNone/>
            </a:pPr>
            <a:r>
              <a:t/>
            </a:r>
            <a:endParaRPr/>
          </a:p>
        </p:txBody>
      </p:sp>
      <p:sp>
        <p:nvSpPr>
          <p:cNvPr id="6291" name="Google Shape;6291;p262"/>
          <p:cNvSpPr txBox="1"/>
          <p:nvPr>
            <p:ph type="title"/>
          </p:nvPr>
        </p:nvSpPr>
        <p:spPr>
          <a:xfrm>
            <a:off x="5660525" y="1708950"/>
            <a:ext cx="5736300" cy="2117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Appendix 1</a:t>
            </a:r>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5" name="Shape 6295"/>
        <p:cNvGrpSpPr/>
        <p:nvPr/>
      </p:nvGrpSpPr>
      <p:grpSpPr>
        <a:xfrm>
          <a:off x="0" y="0"/>
          <a:ext cx="0" cy="0"/>
          <a:chOff x="0" y="0"/>
          <a:chExt cx="0" cy="0"/>
        </a:xfrm>
      </p:grpSpPr>
      <p:sp>
        <p:nvSpPr>
          <p:cNvPr id="6296" name="Google Shape;6296;p263"/>
          <p:cNvSpPr txBox="1"/>
          <p:nvPr>
            <p:ph idx="3" type="subTitle"/>
          </p:nvPr>
        </p:nvSpPr>
        <p:spPr>
          <a:xfrm>
            <a:off x="885050" y="6169550"/>
            <a:ext cx="91830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6297" name="Google Shape;6297;p263"/>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Red Hat Infrastructure Standard Adoption Model</a:t>
            </a:r>
            <a:endParaRPr/>
          </a:p>
        </p:txBody>
      </p:sp>
      <p:sp>
        <p:nvSpPr>
          <p:cNvPr id="6298" name="Google Shape;6298;p26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6299" name="Google Shape;6299;p263"/>
          <p:cNvSpPr/>
          <p:nvPr/>
        </p:nvSpPr>
        <p:spPr>
          <a:xfrm>
            <a:off x="4287800" y="2159850"/>
            <a:ext cx="3640800" cy="3640800"/>
          </a:xfrm>
          <a:prstGeom prst="ellipse">
            <a:avLst/>
          </a:prstGeom>
          <a:solidFill>
            <a:srgbClr val="FFFFFF"/>
          </a:solidFill>
          <a:ln cap="flat" cmpd="sng" w="19050">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0" name="Google Shape;6300;p263"/>
          <p:cNvSpPr txBox="1"/>
          <p:nvPr/>
        </p:nvSpPr>
        <p:spPr>
          <a:xfrm>
            <a:off x="885050" y="1100350"/>
            <a:ext cx="10422000" cy="5532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0"/>
              </a:spcAft>
              <a:buNone/>
            </a:pPr>
            <a:r>
              <a:rPr lang="en" sz="2800">
                <a:solidFill>
                  <a:srgbClr val="000000"/>
                </a:solidFill>
                <a:latin typeface="Red Hat Display"/>
                <a:ea typeface="Red Hat Display"/>
                <a:cs typeface="Red Hat Display"/>
                <a:sym typeface="Red Hat Display"/>
              </a:rPr>
              <a:t>Introduction to identity management</a:t>
            </a:r>
            <a:endParaRPr sz="2800">
              <a:solidFill>
                <a:srgbClr val="000000"/>
              </a:solidFill>
              <a:latin typeface="Red Hat Display"/>
              <a:ea typeface="Red Hat Display"/>
              <a:cs typeface="Red Hat Display"/>
              <a:sym typeface="Red Hat Display"/>
            </a:endParaRPr>
          </a:p>
        </p:txBody>
      </p:sp>
      <p:sp>
        <p:nvSpPr>
          <p:cNvPr id="6301" name="Google Shape;6301;p263"/>
          <p:cNvSpPr txBox="1"/>
          <p:nvPr/>
        </p:nvSpPr>
        <p:spPr>
          <a:xfrm>
            <a:off x="885050" y="2377316"/>
            <a:ext cx="3001200" cy="1353900"/>
          </a:xfrm>
          <a:prstGeom prst="rect">
            <a:avLst/>
          </a:prstGeom>
          <a:noFill/>
          <a:ln>
            <a:noFill/>
          </a:ln>
        </p:spPr>
        <p:txBody>
          <a:bodyPr anchorCtr="0" anchor="t" bIns="0" lIns="0" spcFirstLastPara="1" rIns="0" wrap="square" tIns="182875">
            <a:spAutoFit/>
          </a:bodyPr>
          <a:lstStyle/>
          <a:p>
            <a:pPr indent="0" lvl="0" marL="0" rtl="0" algn="l">
              <a:lnSpc>
                <a:spcPct val="115000"/>
              </a:lnSpc>
              <a:spcBef>
                <a:spcPts val="0"/>
              </a:spcBef>
              <a:spcAft>
                <a:spcPts val="0"/>
              </a:spcAft>
              <a:buNone/>
            </a:pPr>
            <a:r>
              <a:rPr b="1" lang="en" sz="1600">
                <a:latin typeface="Red Hat Display"/>
                <a:ea typeface="Red Hat Display"/>
                <a:cs typeface="Red Hat Display"/>
                <a:sym typeface="Red Hat Display"/>
              </a:rPr>
              <a:t>Authentication</a:t>
            </a:r>
            <a:endParaRPr b="1" sz="1600">
              <a:solidFill>
                <a:srgbClr val="000000"/>
              </a:solidFill>
              <a:latin typeface="Red Hat Display"/>
              <a:ea typeface="Red Hat Display"/>
              <a:cs typeface="Red Hat Display"/>
              <a:sym typeface="Red Hat Display"/>
            </a:endParaRPr>
          </a:p>
          <a:p>
            <a:pPr indent="-213359" lvl="0" marL="210312" rtl="0" algn="l">
              <a:lnSpc>
                <a:spcPct val="115000"/>
              </a:lnSpc>
              <a:spcBef>
                <a:spcPts val="500"/>
              </a:spcBef>
              <a:spcAft>
                <a:spcPts val="0"/>
              </a:spcAft>
              <a:buClr>
                <a:srgbClr val="EE0000"/>
              </a:buClr>
              <a:buSzPts val="1200"/>
              <a:buFont typeface="Red Hat Display"/>
              <a:buChar char="▸"/>
            </a:pPr>
            <a:r>
              <a:rPr lang="en" sz="1200">
                <a:latin typeface="Red Hat Display"/>
                <a:ea typeface="Red Hat Display"/>
                <a:cs typeface="Red Hat Display"/>
                <a:sym typeface="Red Hat Display"/>
              </a:rPr>
              <a:t>Single sign-on</a:t>
            </a:r>
            <a:endParaRPr sz="1200">
              <a:latin typeface="Red Hat Display"/>
              <a:ea typeface="Red Hat Display"/>
              <a:cs typeface="Red Hat Display"/>
              <a:sym typeface="Red Hat Display"/>
            </a:endParaRPr>
          </a:p>
          <a:p>
            <a:pPr indent="-213359" lvl="0" marL="210312" rtl="0" algn="l">
              <a:lnSpc>
                <a:spcPct val="115000"/>
              </a:lnSpc>
              <a:spcBef>
                <a:spcPts val="0"/>
              </a:spcBef>
              <a:spcAft>
                <a:spcPts val="0"/>
              </a:spcAft>
              <a:buClr>
                <a:srgbClr val="EE0000"/>
              </a:buClr>
              <a:buSzPts val="1200"/>
              <a:buFont typeface="Red Hat Display"/>
              <a:buChar char="▸"/>
            </a:pPr>
            <a:r>
              <a:rPr lang="en" sz="1200">
                <a:latin typeface="Red Hat Display"/>
                <a:ea typeface="Red Hat Display"/>
                <a:cs typeface="Red Hat Display"/>
                <a:sym typeface="Red Hat Display"/>
              </a:rPr>
              <a:t>Multi-factor authentication</a:t>
            </a:r>
            <a:endParaRPr sz="1200">
              <a:latin typeface="Red Hat Display"/>
              <a:ea typeface="Red Hat Display"/>
              <a:cs typeface="Red Hat Display"/>
              <a:sym typeface="Red Hat Display"/>
            </a:endParaRPr>
          </a:p>
          <a:p>
            <a:pPr indent="-213359" lvl="0" marL="210312" rtl="0" algn="l">
              <a:lnSpc>
                <a:spcPct val="115000"/>
              </a:lnSpc>
              <a:spcBef>
                <a:spcPts val="0"/>
              </a:spcBef>
              <a:spcAft>
                <a:spcPts val="0"/>
              </a:spcAft>
              <a:buClr>
                <a:srgbClr val="EE0000"/>
              </a:buClr>
              <a:buSzPts val="1200"/>
              <a:buFont typeface="Red Hat Display"/>
              <a:buChar char="▸"/>
            </a:pPr>
            <a:r>
              <a:rPr lang="en" sz="1200">
                <a:latin typeface="Red Hat Display"/>
                <a:ea typeface="Red Hat Display"/>
                <a:cs typeface="Red Hat Display"/>
                <a:sym typeface="Red Hat Display"/>
              </a:rPr>
              <a:t>Session and token management</a:t>
            </a:r>
            <a:endParaRPr sz="1200">
              <a:latin typeface="Red Hat Display"/>
              <a:ea typeface="Red Hat Display"/>
              <a:cs typeface="Red Hat Display"/>
              <a:sym typeface="Red Hat Display"/>
            </a:endParaRPr>
          </a:p>
          <a:p>
            <a:pPr indent="-213359" lvl="0" marL="210312" rtl="0" algn="l">
              <a:lnSpc>
                <a:spcPct val="115000"/>
              </a:lnSpc>
              <a:spcBef>
                <a:spcPts val="0"/>
              </a:spcBef>
              <a:spcAft>
                <a:spcPts val="0"/>
              </a:spcAft>
              <a:buClr>
                <a:srgbClr val="EE0000"/>
              </a:buClr>
              <a:buSzPts val="1200"/>
              <a:buFont typeface="Red Hat Display"/>
              <a:buChar char="▸"/>
            </a:pPr>
            <a:r>
              <a:rPr lang="en" sz="1200">
                <a:latin typeface="Red Hat Display"/>
                <a:ea typeface="Red Hat Display"/>
                <a:cs typeface="Red Hat Display"/>
                <a:sym typeface="Red Hat Display"/>
              </a:rPr>
              <a:t>Public Key Infrastructure (PKI)</a:t>
            </a:r>
            <a:endParaRPr sz="1200">
              <a:latin typeface="Red Hat Display"/>
              <a:ea typeface="Red Hat Display"/>
              <a:cs typeface="Red Hat Display"/>
              <a:sym typeface="Red Hat Display"/>
            </a:endParaRPr>
          </a:p>
        </p:txBody>
      </p:sp>
      <p:sp>
        <p:nvSpPr>
          <p:cNvPr id="6302" name="Google Shape;6302;p263"/>
          <p:cNvSpPr txBox="1"/>
          <p:nvPr/>
        </p:nvSpPr>
        <p:spPr>
          <a:xfrm>
            <a:off x="8330290" y="2377316"/>
            <a:ext cx="3239700" cy="1353900"/>
          </a:xfrm>
          <a:prstGeom prst="rect">
            <a:avLst/>
          </a:prstGeom>
          <a:noFill/>
          <a:ln>
            <a:noFill/>
          </a:ln>
        </p:spPr>
        <p:txBody>
          <a:bodyPr anchorCtr="0" anchor="t" bIns="0" lIns="0" spcFirstLastPara="1" rIns="0" wrap="square" tIns="182875">
            <a:spAutoFit/>
          </a:bodyPr>
          <a:lstStyle/>
          <a:p>
            <a:pPr indent="0" lvl="0" marL="0" rtl="0" algn="l">
              <a:lnSpc>
                <a:spcPct val="115000"/>
              </a:lnSpc>
              <a:spcBef>
                <a:spcPts val="0"/>
              </a:spcBef>
              <a:spcAft>
                <a:spcPts val="0"/>
              </a:spcAft>
              <a:buNone/>
            </a:pPr>
            <a:r>
              <a:rPr b="1" lang="en" sz="1600">
                <a:latin typeface="Red Hat Display"/>
                <a:ea typeface="Red Hat Display"/>
                <a:cs typeface="Red Hat Display"/>
                <a:sym typeface="Red Hat Display"/>
              </a:rPr>
              <a:t>Authorization</a:t>
            </a:r>
            <a:endParaRPr b="1" sz="1600">
              <a:latin typeface="Red Hat Display"/>
              <a:ea typeface="Red Hat Display"/>
              <a:cs typeface="Red Hat Display"/>
              <a:sym typeface="Red Hat Display"/>
            </a:endParaRPr>
          </a:p>
          <a:p>
            <a:pPr indent="-213359" lvl="0" marL="210312" rtl="0" algn="l">
              <a:lnSpc>
                <a:spcPct val="115000"/>
              </a:lnSpc>
              <a:spcBef>
                <a:spcPts val="500"/>
              </a:spcBef>
              <a:spcAft>
                <a:spcPts val="0"/>
              </a:spcAft>
              <a:buClr>
                <a:srgbClr val="EE0000"/>
              </a:buClr>
              <a:buSzPts val="1200"/>
              <a:buFont typeface="Red Hat Display"/>
              <a:buChar char="▸"/>
            </a:pPr>
            <a:r>
              <a:rPr lang="en" sz="1200">
                <a:solidFill>
                  <a:srgbClr val="000000"/>
                </a:solidFill>
                <a:latin typeface="Red Hat Display"/>
                <a:ea typeface="Red Hat Display"/>
                <a:cs typeface="Red Hat Display"/>
                <a:sym typeface="Red Hat Display"/>
              </a:rPr>
              <a:t>Roles</a:t>
            </a:r>
            <a:endParaRPr sz="1200">
              <a:solidFill>
                <a:srgbClr val="000000"/>
              </a:solidFill>
              <a:latin typeface="Red Hat Display"/>
              <a:ea typeface="Red Hat Display"/>
              <a:cs typeface="Red Hat Display"/>
              <a:sym typeface="Red Hat Display"/>
            </a:endParaRPr>
          </a:p>
          <a:p>
            <a:pPr indent="-213359" lvl="0" marL="210312" rtl="0" algn="l">
              <a:lnSpc>
                <a:spcPct val="115000"/>
              </a:lnSpc>
              <a:spcBef>
                <a:spcPts val="0"/>
              </a:spcBef>
              <a:spcAft>
                <a:spcPts val="0"/>
              </a:spcAft>
              <a:buClr>
                <a:srgbClr val="EE0000"/>
              </a:buClr>
              <a:buSzPts val="1200"/>
              <a:buFont typeface="Red Hat Display"/>
              <a:buChar char="▸"/>
            </a:pPr>
            <a:r>
              <a:rPr lang="en" sz="1200">
                <a:solidFill>
                  <a:srgbClr val="000000"/>
                </a:solidFill>
                <a:latin typeface="Red Hat Display"/>
                <a:ea typeface="Red Hat Display"/>
                <a:cs typeface="Red Hat Display"/>
                <a:sym typeface="Red Hat Display"/>
              </a:rPr>
              <a:t>Rules</a:t>
            </a:r>
            <a:endParaRPr sz="1200">
              <a:solidFill>
                <a:srgbClr val="000000"/>
              </a:solidFill>
              <a:latin typeface="Red Hat Display"/>
              <a:ea typeface="Red Hat Display"/>
              <a:cs typeface="Red Hat Display"/>
              <a:sym typeface="Red Hat Display"/>
            </a:endParaRPr>
          </a:p>
          <a:p>
            <a:pPr indent="-213359" lvl="0" marL="210312" rtl="0" algn="l">
              <a:lnSpc>
                <a:spcPct val="115000"/>
              </a:lnSpc>
              <a:spcBef>
                <a:spcPts val="0"/>
              </a:spcBef>
              <a:spcAft>
                <a:spcPts val="0"/>
              </a:spcAft>
              <a:buClr>
                <a:srgbClr val="EE0000"/>
              </a:buClr>
              <a:buSzPts val="1200"/>
              <a:buFont typeface="Red Hat Display"/>
              <a:buChar char="▸"/>
            </a:pPr>
            <a:r>
              <a:rPr lang="en" sz="1200">
                <a:solidFill>
                  <a:srgbClr val="000000"/>
                </a:solidFill>
                <a:latin typeface="Red Hat Display"/>
                <a:ea typeface="Red Hat Display"/>
                <a:cs typeface="Red Hat Display"/>
                <a:sym typeface="Red Hat Display"/>
              </a:rPr>
              <a:t>Attributes</a:t>
            </a:r>
            <a:endParaRPr sz="1200">
              <a:solidFill>
                <a:srgbClr val="000000"/>
              </a:solidFill>
              <a:latin typeface="Red Hat Display"/>
              <a:ea typeface="Red Hat Display"/>
              <a:cs typeface="Red Hat Display"/>
              <a:sym typeface="Red Hat Display"/>
            </a:endParaRPr>
          </a:p>
          <a:p>
            <a:pPr indent="-213359" lvl="0" marL="210312" rtl="0" algn="l">
              <a:lnSpc>
                <a:spcPct val="115000"/>
              </a:lnSpc>
              <a:spcBef>
                <a:spcPts val="0"/>
              </a:spcBef>
              <a:spcAft>
                <a:spcPts val="0"/>
              </a:spcAft>
              <a:buClr>
                <a:srgbClr val="EE0000"/>
              </a:buClr>
              <a:buSzPts val="1200"/>
              <a:buFont typeface="Red Hat Display"/>
              <a:buChar char="▸"/>
            </a:pPr>
            <a:r>
              <a:rPr lang="en" sz="1200">
                <a:solidFill>
                  <a:srgbClr val="000000"/>
                </a:solidFill>
                <a:latin typeface="Red Hat Display"/>
                <a:ea typeface="Red Hat Display"/>
                <a:cs typeface="Red Hat Display"/>
                <a:sym typeface="Red Hat Display"/>
              </a:rPr>
              <a:t>Privileged access</a:t>
            </a:r>
            <a:endParaRPr sz="1200">
              <a:solidFill>
                <a:srgbClr val="000000"/>
              </a:solidFill>
              <a:latin typeface="Red Hat Display"/>
              <a:ea typeface="Red Hat Display"/>
              <a:cs typeface="Red Hat Display"/>
              <a:sym typeface="Red Hat Display"/>
            </a:endParaRPr>
          </a:p>
        </p:txBody>
      </p:sp>
      <p:sp>
        <p:nvSpPr>
          <p:cNvPr id="6303" name="Google Shape;6303;p263"/>
          <p:cNvSpPr txBox="1"/>
          <p:nvPr/>
        </p:nvSpPr>
        <p:spPr>
          <a:xfrm>
            <a:off x="8330290" y="4302900"/>
            <a:ext cx="3239700" cy="1353900"/>
          </a:xfrm>
          <a:prstGeom prst="rect">
            <a:avLst/>
          </a:prstGeom>
          <a:noFill/>
          <a:ln>
            <a:noFill/>
          </a:ln>
        </p:spPr>
        <p:txBody>
          <a:bodyPr anchorCtr="0" anchor="t" bIns="0" lIns="0" spcFirstLastPara="1" rIns="0" wrap="square" tIns="182875">
            <a:spAutoFit/>
          </a:bodyPr>
          <a:lstStyle/>
          <a:p>
            <a:pPr indent="0" lvl="0" marL="0" rtl="0" algn="l">
              <a:lnSpc>
                <a:spcPct val="115000"/>
              </a:lnSpc>
              <a:spcBef>
                <a:spcPts val="0"/>
              </a:spcBef>
              <a:spcAft>
                <a:spcPts val="0"/>
              </a:spcAft>
              <a:buNone/>
            </a:pPr>
            <a:r>
              <a:rPr b="1" lang="en" sz="1600">
                <a:latin typeface="Red Hat Display"/>
                <a:ea typeface="Red Hat Display"/>
                <a:cs typeface="Red Hat Display"/>
                <a:sym typeface="Red Hat Display"/>
              </a:rPr>
              <a:t>Directory services</a:t>
            </a:r>
            <a:endParaRPr b="1" sz="1600">
              <a:solidFill>
                <a:srgbClr val="000000"/>
              </a:solidFill>
              <a:latin typeface="Red Hat Display"/>
              <a:ea typeface="Red Hat Display"/>
              <a:cs typeface="Red Hat Display"/>
              <a:sym typeface="Red Hat Display"/>
            </a:endParaRPr>
          </a:p>
          <a:p>
            <a:pPr indent="-213359" lvl="0" marL="210312" rtl="0" algn="l">
              <a:lnSpc>
                <a:spcPct val="115000"/>
              </a:lnSpc>
              <a:spcBef>
                <a:spcPts val="500"/>
              </a:spcBef>
              <a:spcAft>
                <a:spcPts val="0"/>
              </a:spcAft>
              <a:buClr>
                <a:srgbClr val="EE0000"/>
              </a:buClr>
              <a:buSzPts val="1200"/>
              <a:buFont typeface="Red Hat Display"/>
              <a:buChar char="▸"/>
            </a:pPr>
            <a:r>
              <a:rPr lang="en" sz="1200">
                <a:solidFill>
                  <a:srgbClr val="000000"/>
                </a:solidFill>
                <a:latin typeface="Red Hat Display"/>
                <a:ea typeface="Red Hat Display"/>
                <a:cs typeface="Red Hat Display"/>
                <a:sym typeface="Red Hat Display"/>
              </a:rPr>
              <a:t>Identity store</a:t>
            </a:r>
            <a:endParaRPr sz="1200">
              <a:solidFill>
                <a:srgbClr val="000000"/>
              </a:solidFill>
              <a:latin typeface="Red Hat Display"/>
              <a:ea typeface="Red Hat Display"/>
              <a:cs typeface="Red Hat Display"/>
              <a:sym typeface="Red Hat Display"/>
            </a:endParaRPr>
          </a:p>
          <a:p>
            <a:pPr indent="-213359" lvl="0" marL="210312" rtl="0" algn="l">
              <a:lnSpc>
                <a:spcPct val="115000"/>
              </a:lnSpc>
              <a:spcBef>
                <a:spcPts val="0"/>
              </a:spcBef>
              <a:spcAft>
                <a:spcPts val="0"/>
              </a:spcAft>
              <a:buClr>
                <a:srgbClr val="EE0000"/>
              </a:buClr>
              <a:buSzPts val="1200"/>
              <a:buFont typeface="Red Hat Display"/>
              <a:buChar char="▸"/>
            </a:pPr>
            <a:r>
              <a:rPr lang="en" sz="1200">
                <a:solidFill>
                  <a:srgbClr val="000000"/>
                </a:solidFill>
                <a:latin typeface="Red Hat Display"/>
                <a:ea typeface="Red Hat Display"/>
                <a:cs typeface="Red Hat Display"/>
                <a:sym typeface="Red Hat Display"/>
              </a:rPr>
              <a:t>Directory federation</a:t>
            </a:r>
            <a:endParaRPr sz="1200">
              <a:solidFill>
                <a:srgbClr val="000000"/>
              </a:solidFill>
              <a:latin typeface="Red Hat Display"/>
              <a:ea typeface="Red Hat Display"/>
              <a:cs typeface="Red Hat Display"/>
              <a:sym typeface="Red Hat Display"/>
            </a:endParaRPr>
          </a:p>
          <a:p>
            <a:pPr indent="-213359" lvl="0" marL="210312" rtl="0" algn="l">
              <a:lnSpc>
                <a:spcPct val="115000"/>
              </a:lnSpc>
              <a:spcBef>
                <a:spcPts val="0"/>
              </a:spcBef>
              <a:spcAft>
                <a:spcPts val="0"/>
              </a:spcAft>
              <a:buClr>
                <a:srgbClr val="EE0000"/>
              </a:buClr>
              <a:buSzPts val="1200"/>
              <a:buFont typeface="Red Hat Display"/>
              <a:buChar char="▸"/>
            </a:pPr>
            <a:r>
              <a:rPr lang="en" sz="1200">
                <a:solidFill>
                  <a:srgbClr val="000000"/>
                </a:solidFill>
                <a:latin typeface="Red Hat Display"/>
                <a:ea typeface="Red Hat Display"/>
                <a:cs typeface="Red Hat Display"/>
                <a:sym typeface="Red Hat Display"/>
              </a:rPr>
              <a:t>Metadata synchronization</a:t>
            </a:r>
            <a:endParaRPr sz="1200">
              <a:solidFill>
                <a:srgbClr val="000000"/>
              </a:solidFill>
              <a:latin typeface="Red Hat Display"/>
              <a:ea typeface="Red Hat Display"/>
              <a:cs typeface="Red Hat Display"/>
              <a:sym typeface="Red Hat Display"/>
            </a:endParaRPr>
          </a:p>
          <a:p>
            <a:pPr indent="-213359" lvl="0" marL="210312" rtl="0" algn="l">
              <a:lnSpc>
                <a:spcPct val="115000"/>
              </a:lnSpc>
              <a:spcBef>
                <a:spcPts val="0"/>
              </a:spcBef>
              <a:spcAft>
                <a:spcPts val="0"/>
              </a:spcAft>
              <a:buClr>
                <a:srgbClr val="EE0000"/>
              </a:buClr>
              <a:buSzPts val="1200"/>
              <a:buFont typeface="Red Hat Display"/>
              <a:buChar char="▸"/>
            </a:pPr>
            <a:r>
              <a:rPr lang="en" sz="1200">
                <a:solidFill>
                  <a:srgbClr val="000000"/>
                </a:solidFill>
                <a:latin typeface="Red Hat Display"/>
                <a:ea typeface="Red Hat Display"/>
                <a:cs typeface="Red Hat Display"/>
                <a:sym typeface="Red Hat Display"/>
              </a:rPr>
              <a:t>Virtual directory</a:t>
            </a:r>
            <a:endParaRPr sz="1200">
              <a:solidFill>
                <a:srgbClr val="000000"/>
              </a:solidFill>
              <a:latin typeface="Red Hat Display"/>
              <a:ea typeface="Red Hat Display"/>
              <a:cs typeface="Red Hat Display"/>
              <a:sym typeface="Red Hat Display"/>
            </a:endParaRPr>
          </a:p>
        </p:txBody>
      </p:sp>
      <p:sp>
        <p:nvSpPr>
          <p:cNvPr id="6304" name="Google Shape;6304;p263"/>
          <p:cNvSpPr txBox="1"/>
          <p:nvPr/>
        </p:nvSpPr>
        <p:spPr>
          <a:xfrm>
            <a:off x="885050" y="4302908"/>
            <a:ext cx="3001200" cy="1353900"/>
          </a:xfrm>
          <a:prstGeom prst="rect">
            <a:avLst/>
          </a:prstGeom>
          <a:noFill/>
          <a:ln>
            <a:noFill/>
          </a:ln>
        </p:spPr>
        <p:txBody>
          <a:bodyPr anchorCtr="0" anchor="t" bIns="0" lIns="0" spcFirstLastPara="1" rIns="0" wrap="square" tIns="182875">
            <a:spAutoFit/>
          </a:bodyPr>
          <a:lstStyle/>
          <a:p>
            <a:pPr indent="0" lvl="0" marL="0" rtl="0" algn="l">
              <a:lnSpc>
                <a:spcPct val="115000"/>
              </a:lnSpc>
              <a:spcBef>
                <a:spcPts val="0"/>
              </a:spcBef>
              <a:spcAft>
                <a:spcPts val="0"/>
              </a:spcAft>
              <a:buNone/>
            </a:pPr>
            <a:r>
              <a:rPr b="1" lang="en" sz="1600">
                <a:latin typeface="Red Hat Display"/>
                <a:ea typeface="Red Hat Display"/>
                <a:cs typeface="Red Hat Display"/>
                <a:sym typeface="Red Hat Display"/>
              </a:rPr>
              <a:t>Identity lifecycle management</a:t>
            </a:r>
            <a:endParaRPr b="1" sz="1600">
              <a:solidFill>
                <a:srgbClr val="000000"/>
              </a:solidFill>
              <a:latin typeface="Red Hat Display"/>
              <a:ea typeface="Red Hat Display"/>
              <a:cs typeface="Red Hat Display"/>
              <a:sym typeface="Red Hat Display"/>
            </a:endParaRPr>
          </a:p>
          <a:p>
            <a:pPr indent="-213359" lvl="0" marL="210312" rtl="0" algn="l">
              <a:lnSpc>
                <a:spcPct val="115000"/>
              </a:lnSpc>
              <a:spcBef>
                <a:spcPts val="500"/>
              </a:spcBef>
              <a:spcAft>
                <a:spcPts val="0"/>
              </a:spcAft>
              <a:buClr>
                <a:srgbClr val="EE0000"/>
              </a:buClr>
              <a:buSzPts val="1200"/>
              <a:buFont typeface="Red Hat Display"/>
              <a:buChar char="▸"/>
            </a:pPr>
            <a:r>
              <a:rPr lang="en" sz="1200">
                <a:latin typeface="Red Hat Display"/>
                <a:ea typeface="Red Hat Display"/>
                <a:cs typeface="Red Hat Display"/>
                <a:sym typeface="Red Hat Display"/>
              </a:rPr>
              <a:t>Provisioning/deprovisioning</a:t>
            </a:r>
            <a:endParaRPr sz="1200">
              <a:latin typeface="Red Hat Display"/>
              <a:ea typeface="Red Hat Display"/>
              <a:cs typeface="Red Hat Display"/>
              <a:sym typeface="Red Hat Display"/>
            </a:endParaRPr>
          </a:p>
          <a:p>
            <a:pPr indent="-213359" lvl="0" marL="210312" rtl="0" algn="l">
              <a:lnSpc>
                <a:spcPct val="115000"/>
              </a:lnSpc>
              <a:spcBef>
                <a:spcPts val="0"/>
              </a:spcBef>
              <a:spcAft>
                <a:spcPts val="0"/>
              </a:spcAft>
              <a:buClr>
                <a:srgbClr val="EE0000"/>
              </a:buClr>
              <a:buSzPts val="1200"/>
              <a:buFont typeface="Red Hat Display"/>
              <a:buChar char="▸"/>
            </a:pPr>
            <a:r>
              <a:rPr lang="en" sz="1200">
                <a:latin typeface="Red Hat Display"/>
                <a:ea typeface="Red Hat Display"/>
                <a:cs typeface="Red Hat Display"/>
                <a:sym typeface="Red Hat Display"/>
              </a:rPr>
              <a:t>Delegation</a:t>
            </a:r>
            <a:endParaRPr sz="1200">
              <a:latin typeface="Red Hat Display"/>
              <a:ea typeface="Red Hat Display"/>
              <a:cs typeface="Red Hat Display"/>
              <a:sym typeface="Red Hat Display"/>
            </a:endParaRPr>
          </a:p>
          <a:p>
            <a:pPr indent="-213359" lvl="0" marL="210312" rtl="0" algn="l">
              <a:lnSpc>
                <a:spcPct val="115000"/>
              </a:lnSpc>
              <a:spcBef>
                <a:spcPts val="0"/>
              </a:spcBef>
              <a:spcAft>
                <a:spcPts val="0"/>
              </a:spcAft>
              <a:buClr>
                <a:srgbClr val="EE0000"/>
              </a:buClr>
              <a:buSzPts val="1200"/>
              <a:buFont typeface="Red Hat Display"/>
              <a:buChar char="▸"/>
            </a:pPr>
            <a:r>
              <a:rPr lang="en" sz="1200">
                <a:latin typeface="Red Hat Display"/>
                <a:ea typeface="Red Hat Display"/>
                <a:cs typeface="Red Hat Display"/>
                <a:sym typeface="Red Hat Display"/>
              </a:rPr>
              <a:t>Self-service</a:t>
            </a:r>
            <a:endParaRPr sz="1200">
              <a:latin typeface="Red Hat Display"/>
              <a:ea typeface="Red Hat Display"/>
              <a:cs typeface="Red Hat Display"/>
              <a:sym typeface="Red Hat Display"/>
            </a:endParaRPr>
          </a:p>
          <a:p>
            <a:pPr indent="-213359" lvl="0" marL="210312" rtl="0" algn="l">
              <a:lnSpc>
                <a:spcPct val="115000"/>
              </a:lnSpc>
              <a:spcBef>
                <a:spcPts val="0"/>
              </a:spcBef>
              <a:spcAft>
                <a:spcPts val="0"/>
              </a:spcAft>
              <a:buClr>
                <a:srgbClr val="EE0000"/>
              </a:buClr>
              <a:buSzPts val="1200"/>
              <a:buFont typeface="Red Hat Display"/>
              <a:buChar char="▸"/>
            </a:pPr>
            <a:r>
              <a:rPr lang="en" sz="1200">
                <a:latin typeface="Red Hat Display"/>
                <a:ea typeface="Red Hat Display"/>
                <a:cs typeface="Red Hat Display"/>
                <a:sym typeface="Red Hat Display"/>
              </a:rPr>
              <a:t>Certificate management</a:t>
            </a:r>
            <a:endParaRPr sz="1200">
              <a:latin typeface="Red Hat Display"/>
              <a:ea typeface="Red Hat Display"/>
              <a:cs typeface="Red Hat Display"/>
              <a:sym typeface="Red Hat Display"/>
            </a:endParaRPr>
          </a:p>
        </p:txBody>
      </p:sp>
      <p:sp>
        <p:nvSpPr>
          <p:cNvPr id="6305" name="Google Shape;6305;p263"/>
          <p:cNvSpPr txBox="1"/>
          <p:nvPr/>
        </p:nvSpPr>
        <p:spPr>
          <a:xfrm>
            <a:off x="4842625" y="3145988"/>
            <a:ext cx="2506800" cy="5295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500"/>
              </a:spcAft>
              <a:buNone/>
            </a:pPr>
            <a:r>
              <a:rPr b="1" lang="en" sz="1600">
                <a:latin typeface="Red Hat Display"/>
                <a:ea typeface="Red Hat Display"/>
                <a:cs typeface="Red Hat Display"/>
                <a:sym typeface="Red Hat Display"/>
              </a:rPr>
              <a:t>Governance and compliance framework</a:t>
            </a:r>
            <a:endParaRPr b="1" sz="1600">
              <a:latin typeface="Red Hat Display"/>
              <a:ea typeface="Red Hat Display"/>
              <a:cs typeface="Red Hat Display"/>
              <a:sym typeface="Red Hat Display"/>
            </a:endParaRPr>
          </a:p>
        </p:txBody>
      </p:sp>
      <p:sp>
        <p:nvSpPr>
          <p:cNvPr id="6306" name="Google Shape;6306;p263"/>
          <p:cNvSpPr txBox="1"/>
          <p:nvPr/>
        </p:nvSpPr>
        <p:spPr>
          <a:xfrm>
            <a:off x="4842625" y="4285088"/>
            <a:ext cx="2506800" cy="5295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500"/>
              </a:spcAft>
              <a:buNone/>
            </a:pPr>
            <a:r>
              <a:rPr b="1" lang="en" sz="1600">
                <a:solidFill>
                  <a:srgbClr val="000000"/>
                </a:solidFill>
                <a:latin typeface="Red Hat Display"/>
                <a:ea typeface="Red Hat Display"/>
                <a:cs typeface="Red Hat Display"/>
                <a:sym typeface="Red Hat Display"/>
              </a:rPr>
              <a:t>Reporting </a:t>
            </a:r>
            <a:br>
              <a:rPr b="1" lang="en" sz="1600">
                <a:solidFill>
                  <a:srgbClr val="000000"/>
                </a:solidFill>
                <a:latin typeface="Red Hat Display"/>
                <a:ea typeface="Red Hat Display"/>
                <a:cs typeface="Red Hat Display"/>
                <a:sym typeface="Red Hat Display"/>
              </a:rPr>
            </a:br>
            <a:r>
              <a:rPr b="1" lang="en" sz="1600">
                <a:solidFill>
                  <a:srgbClr val="000000"/>
                </a:solidFill>
                <a:latin typeface="Red Hat Display"/>
                <a:ea typeface="Red Hat Display"/>
                <a:cs typeface="Red Hat Display"/>
                <a:sym typeface="Red Hat Display"/>
              </a:rPr>
              <a:t>and analytics</a:t>
            </a:r>
            <a:endParaRPr b="1" sz="1600">
              <a:latin typeface="Red Hat Display"/>
              <a:ea typeface="Red Hat Display"/>
              <a:cs typeface="Red Hat Display"/>
              <a:sym typeface="Red Hat Display"/>
            </a:endParaRPr>
          </a:p>
        </p:txBody>
      </p:sp>
      <p:cxnSp>
        <p:nvCxnSpPr>
          <p:cNvPr id="6307" name="Google Shape;6307;p263"/>
          <p:cNvCxnSpPr/>
          <p:nvPr/>
        </p:nvCxnSpPr>
        <p:spPr>
          <a:xfrm>
            <a:off x="4984600" y="3980300"/>
            <a:ext cx="2247300" cy="0"/>
          </a:xfrm>
          <a:prstGeom prst="straightConnector1">
            <a:avLst/>
          </a:prstGeom>
          <a:noFill/>
          <a:ln cap="rnd" cmpd="sng" w="19050">
            <a:solidFill>
              <a:srgbClr val="EE0000"/>
            </a:solidFill>
            <a:prstDash val="solid"/>
            <a:round/>
            <a:headEnd len="med" w="med" type="none"/>
            <a:tailEnd len="med" w="med" type="none"/>
          </a:ln>
        </p:spPr>
      </p:cxnSp>
      <p:sp>
        <p:nvSpPr>
          <p:cNvPr id="6308" name="Google Shape;6308;p263"/>
          <p:cNvSpPr/>
          <p:nvPr/>
        </p:nvSpPr>
        <p:spPr>
          <a:xfrm>
            <a:off x="4287875" y="2257163"/>
            <a:ext cx="891000" cy="891000"/>
          </a:xfrm>
          <a:prstGeom prst="ellipse">
            <a:avLst/>
          </a:prstGeom>
          <a:solidFill>
            <a:srgbClr val="FFFFFF"/>
          </a:solidFill>
          <a:ln cap="flat" cmpd="sng" w="19050">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9" name="Google Shape;6309;p263"/>
          <p:cNvSpPr/>
          <p:nvPr/>
        </p:nvSpPr>
        <p:spPr>
          <a:xfrm>
            <a:off x="6984000" y="2257163"/>
            <a:ext cx="891000" cy="891000"/>
          </a:xfrm>
          <a:prstGeom prst="ellipse">
            <a:avLst/>
          </a:prstGeom>
          <a:solidFill>
            <a:srgbClr val="FFFFFF"/>
          </a:solidFill>
          <a:ln cap="flat" cmpd="sng" w="19050">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0" name="Google Shape;6310;p263"/>
          <p:cNvSpPr/>
          <p:nvPr/>
        </p:nvSpPr>
        <p:spPr>
          <a:xfrm>
            <a:off x="4287875" y="4812338"/>
            <a:ext cx="891000" cy="891000"/>
          </a:xfrm>
          <a:prstGeom prst="ellipse">
            <a:avLst/>
          </a:prstGeom>
          <a:solidFill>
            <a:srgbClr val="FFFFFF"/>
          </a:solidFill>
          <a:ln cap="flat" cmpd="sng" w="19050">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1" name="Google Shape;6311;p263"/>
          <p:cNvSpPr/>
          <p:nvPr/>
        </p:nvSpPr>
        <p:spPr>
          <a:xfrm>
            <a:off x="6984000" y="4812338"/>
            <a:ext cx="891000" cy="891000"/>
          </a:xfrm>
          <a:prstGeom prst="ellipse">
            <a:avLst/>
          </a:prstGeom>
          <a:solidFill>
            <a:srgbClr val="FFFFFF"/>
          </a:solidFill>
          <a:ln cap="flat" cmpd="sng" w="19050">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312" name="Google Shape;6312;p263"/>
          <p:cNvPicPr preferRelativeResize="0"/>
          <p:nvPr/>
        </p:nvPicPr>
        <p:blipFill rotWithShape="1">
          <a:blip r:embed="rId3">
            <a:alphaModFix/>
          </a:blip>
          <a:srcRect b="0" l="0" r="0" t="0"/>
          <a:stretch/>
        </p:blipFill>
        <p:spPr>
          <a:xfrm>
            <a:off x="4413325" y="2358362"/>
            <a:ext cx="640100" cy="640100"/>
          </a:xfrm>
          <a:prstGeom prst="rect">
            <a:avLst/>
          </a:prstGeom>
          <a:noFill/>
          <a:ln>
            <a:noFill/>
          </a:ln>
        </p:spPr>
      </p:pic>
      <p:pic>
        <p:nvPicPr>
          <p:cNvPr id="6313" name="Google Shape;6313;p263"/>
          <p:cNvPicPr preferRelativeResize="0"/>
          <p:nvPr/>
        </p:nvPicPr>
        <p:blipFill rotWithShape="1">
          <a:blip r:embed="rId4">
            <a:alphaModFix/>
          </a:blip>
          <a:srcRect b="0" l="0" r="0" t="0"/>
          <a:stretch/>
        </p:blipFill>
        <p:spPr>
          <a:xfrm>
            <a:off x="7109449" y="4937811"/>
            <a:ext cx="640100" cy="640082"/>
          </a:xfrm>
          <a:prstGeom prst="rect">
            <a:avLst/>
          </a:prstGeom>
          <a:noFill/>
          <a:ln>
            <a:noFill/>
          </a:ln>
        </p:spPr>
      </p:pic>
      <p:pic>
        <p:nvPicPr>
          <p:cNvPr id="6314" name="Google Shape;6314;p263"/>
          <p:cNvPicPr preferRelativeResize="0"/>
          <p:nvPr/>
        </p:nvPicPr>
        <p:blipFill rotWithShape="1">
          <a:blip r:embed="rId5">
            <a:alphaModFix/>
          </a:blip>
          <a:srcRect b="0" l="0" r="0" t="0"/>
          <a:stretch/>
        </p:blipFill>
        <p:spPr>
          <a:xfrm>
            <a:off x="4413335" y="4937798"/>
            <a:ext cx="640080" cy="640080"/>
          </a:xfrm>
          <a:prstGeom prst="rect">
            <a:avLst/>
          </a:prstGeom>
          <a:noFill/>
          <a:ln>
            <a:noFill/>
          </a:ln>
        </p:spPr>
      </p:pic>
      <p:pic>
        <p:nvPicPr>
          <p:cNvPr id="6315" name="Google Shape;6315;p263"/>
          <p:cNvPicPr preferRelativeResize="0"/>
          <p:nvPr/>
        </p:nvPicPr>
        <p:blipFill rotWithShape="1">
          <a:blip r:embed="rId6">
            <a:alphaModFix/>
          </a:blip>
          <a:srcRect b="0" l="0" r="0" t="0"/>
          <a:stretch/>
        </p:blipFill>
        <p:spPr>
          <a:xfrm>
            <a:off x="7109450" y="2382622"/>
            <a:ext cx="640100" cy="640082"/>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9" name="Shape 6319"/>
        <p:cNvGrpSpPr/>
        <p:nvPr/>
      </p:nvGrpSpPr>
      <p:grpSpPr>
        <a:xfrm>
          <a:off x="0" y="0"/>
          <a:ext cx="0" cy="0"/>
          <a:chOff x="0" y="0"/>
          <a:chExt cx="0" cy="0"/>
        </a:xfrm>
      </p:grpSpPr>
      <p:sp>
        <p:nvSpPr>
          <p:cNvPr id="6320" name="Google Shape;6320;p264"/>
          <p:cNvSpPr txBox="1"/>
          <p:nvPr>
            <p:ph idx="3" type="subTitle"/>
          </p:nvPr>
        </p:nvSpPr>
        <p:spPr>
          <a:xfrm>
            <a:off x="885050" y="6169550"/>
            <a:ext cx="91830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6321" name="Google Shape;6321;p264"/>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6322" name="Google Shape;6322;p26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6323" name="Google Shape;6323;p264"/>
          <p:cNvPicPr preferRelativeResize="0"/>
          <p:nvPr/>
        </p:nvPicPr>
        <p:blipFill rotWithShape="1">
          <a:blip r:embed="rId3">
            <a:alphaModFix/>
          </a:blip>
          <a:srcRect b="-263" l="0" r="0" t="-1248"/>
          <a:stretch/>
        </p:blipFill>
        <p:spPr>
          <a:xfrm>
            <a:off x="6369650" y="2206750"/>
            <a:ext cx="5406700" cy="3366002"/>
          </a:xfrm>
          <a:prstGeom prst="rect">
            <a:avLst/>
          </a:prstGeom>
          <a:noFill/>
          <a:ln>
            <a:noFill/>
          </a:ln>
        </p:spPr>
      </p:pic>
      <p:pic>
        <p:nvPicPr>
          <p:cNvPr id="6324" name="Google Shape;6324;p264"/>
          <p:cNvPicPr preferRelativeResize="0"/>
          <p:nvPr/>
        </p:nvPicPr>
        <p:blipFill rotWithShape="1">
          <a:blip r:embed="rId4">
            <a:alphaModFix/>
          </a:blip>
          <a:srcRect b="0" l="0" r="0" t="0"/>
          <a:stretch/>
        </p:blipFill>
        <p:spPr>
          <a:xfrm>
            <a:off x="10955262" y="3429000"/>
            <a:ext cx="656325" cy="656325"/>
          </a:xfrm>
          <a:prstGeom prst="rect">
            <a:avLst/>
          </a:prstGeom>
          <a:noFill/>
          <a:ln>
            <a:noFill/>
          </a:ln>
        </p:spPr>
      </p:pic>
      <p:pic>
        <p:nvPicPr>
          <p:cNvPr id="6325" name="Google Shape;6325;p264"/>
          <p:cNvPicPr preferRelativeResize="0"/>
          <p:nvPr/>
        </p:nvPicPr>
        <p:blipFill rotWithShape="1">
          <a:blip r:embed="rId5">
            <a:alphaModFix/>
          </a:blip>
          <a:srcRect b="0" l="0" r="0" t="0"/>
          <a:stretch/>
        </p:blipFill>
        <p:spPr>
          <a:xfrm>
            <a:off x="6577918" y="3455763"/>
            <a:ext cx="576072" cy="576072"/>
          </a:xfrm>
          <a:prstGeom prst="rect">
            <a:avLst/>
          </a:prstGeom>
          <a:noFill/>
          <a:ln>
            <a:noFill/>
          </a:ln>
        </p:spPr>
      </p:pic>
      <p:sp>
        <p:nvSpPr>
          <p:cNvPr id="6326" name="Google Shape;6326;p264"/>
          <p:cNvSpPr txBox="1"/>
          <p:nvPr/>
        </p:nvSpPr>
        <p:spPr>
          <a:xfrm>
            <a:off x="885050" y="1100350"/>
            <a:ext cx="10422000" cy="5532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0"/>
              </a:spcAft>
              <a:buNone/>
            </a:pPr>
            <a:r>
              <a:rPr lang="en" sz="2800">
                <a:solidFill>
                  <a:srgbClr val="000000"/>
                </a:solidFill>
                <a:latin typeface="Red Hat Display"/>
                <a:ea typeface="Red Hat Display"/>
                <a:cs typeface="Red Hat Display"/>
                <a:sym typeface="Red Hat Display"/>
              </a:rPr>
              <a:t>Identity Management in Red Hat Enterprise Linux</a:t>
            </a:r>
            <a:endParaRPr sz="2800">
              <a:solidFill>
                <a:srgbClr val="000000"/>
              </a:solidFill>
              <a:latin typeface="Red Hat Display"/>
              <a:ea typeface="Red Hat Display"/>
              <a:cs typeface="Red Hat Display"/>
              <a:sym typeface="Red Hat Display"/>
            </a:endParaRPr>
          </a:p>
        </p:txBody>
      </p:sp>
      <p:sp>
        <p:nvSpPr>
          <p:cNvPr id="6327" name="Google Shape;6327;p264"/>
          <p:cNvSpPr txBox="1"/>
          <p:nvPr/>
        </p:nvSpPr>
        <p:spPr>
          <a:xfrm>
            <a:off x="885125" y="1653550"/>
            <a:ext cx="10422000" cy="291900"/>
          </a:xfrm>
          <a:prstGeom prst="rect">
            <a:avLst/>
          </a:prstGeom>
          <a:noFill/>
          <a:ln>
            <a:noFill/>
          </a:ln>
        </p:spPr>
        <p:txBody>
          <a:bodyPr anchorCtr="0" anchor="t" bIns="0" lIns="0" spcFirstLastPara="1" rIns="0" wrap="square" tIns="0">
            <a:noAutofit/>
          </a:bodyPr>
          <a:lstStyle/>
          <a:p>
            <a:pPr indent="0" lvl="0" marL="0" rtl="0" algn="ctr">
              <a:lnSpc>
                <a:spcPct val="140000"/>
              </a:lnSpc>
              <a:spcBef>
                <a:spcPts val="0"/>
              </a:spcBef>
              <a:spcAft>
                <a:spcPts val="500"/>
              </a:spcAft>
              <a:buNone/>
            </a:pPr>
            <a:r>
              <a:rPr lang="en" sz="1800">
                <a:solidFill>
                  <a:srgbClr val="EE0000"/>
                </a:solidFill>
                <a:latin typeface="Red Hat Display"/>
                <a:ea typeface="Red Hat Display"/>
                <a:cs typeface="Red Hat Display"/>
                <a:sym typeface="Red Hat Display"/>
              </a:rPr>
              <a:t>Centralize identity management, enforce security controls, and comply with security standards</a:t>
            </a:r>
            <a:endParaRPr sz="1800">
              <a:solidFill>
                <a:srgbClr val="EE0000"/>
              </a:solidFill>
              <a:latin typeface="Red Hat Display"/>
              <a:ea typeface="Red Hat Display"/>
              <a:cs typeface="Red Hat Display"/>
              <a:sym typeface="Red Hat Display"/>
            </a:endParaRPr>
          </a:p>
        </p:txBody>
      </p:sp>
      <p:sp>
        <p:nvSpPr>
          <p:cNvPr id="6328" name="Google Shape;6328;p264"/>
          <p:cNvSpPr/>
          <p:nvPr/>
        </p:nvSpPr>
        <p:spPr>
          <a:xfrm>
            <a:off x="914388" y="4948275"/>
            <a:ext cx="551700" cy="551700"/>
          </a:xfrm>
          <a:prstGeom prst="ellipse">
            <a:avLst/>
          </a:prstGeom>
          <a:solidFill>
            <a:srgbClr val="FFFFFF"/>
          </a:solidFill>
          <a:ln cap="flat" cmpd="sng" w="19050">
            <a:solidFill>
              <a:srgbClr val="E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329" name="Google Shape;6329;p264"/>
          <p:cNvPicPr preferRelativeResize="0"/>
          <p:nvPr/>
        </p:nvPicPr>
        <p:blipFill rotWithShape="1">
          <a:blip r:embed="rId6">
            <a:alphaModFix/>
          </a:blip>
          <a:srcRect b="0" l="0" r="0" t="0"/>
          <a:stretch/>
        </p:blipFill>
        <p:spPr>
          <a:xfrm>
            <a:off x="970781" y="5004669"/>
            <a:ext cx="438912" cy="438912"/>
          </a:xfrm>
          <a:prstGeom prst="rect">
            <a:avLst/>
          </a:prstGeom>
          <a:noFill/>
          <a:ln>
            <a:noFill/>
          </a:ln>
        </p:spPr>
      </p:pic>
      <p:sp>
        <p:nvSpPr>
          <p:cNvPr id="6330" name="Google Shape;6330;p264"/>
          <p:cNvSpPr txBox="1"/>
          <p:nvPr/>
        </p:nvSpPr>
        <p:spPr>
          <a:xfrm>
            <a:off x="1705475" y="2429675"/>
            <a:ext cx="4182600" cy="989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600">
                <a:solidFill>
                  <a:srgbClr val="EE0000"/>
                </a:solidFill>
                <a:latin typeface="Red Hat Display Medium"/>
                <a:ea typeface="Red Hat Display Medium"/>
                <a:cs typeface="Red Hat Display Medium"/>
                <a:sym typeface="Red Hat Display Medium"/>
              </a:rPr>
              <a:t>Centralize</a:t>
            </a:r>
            <a:endParaRPr sz="1600">
              <a:solidFill>
                <a:srgbClr val="EE0000"/>
              </a:solidFill>
              <a:latin typeface="Red Hat Display Medium"/>
              <a:ea typeface="Red Hat Display Medium"/>
              <a:cs typeface="Red Hat Display Medium"/>
              <a:sym typeface="Red Hat Display Medium"/>
            </a:endParaRPr>
          </a:p>
          <a:p>
            <a:pPr indent="0" lvl="0" marL="0" rtl="0" algn="l">
              <a:lnSpc>
                <a:spcPct val="140000"/>
              </a:lnSpc>
              <a:spcBef>
                <a:spcPts val="500"/>
              </a:spcBef>
              <a:spcAft>
                <a:spcPts val="0"/>
              </a:spcAft>
              <a:buNone/>
            </a:pPr>
            <a:r>
              <a:rPr lang="en" sz="1100">
                <a:solidFill>
                  <a:srgbClr val="000000"/>
                </a:solidFill>
                <a:latin typeface="Red Hat Display"/>
                <a:ea typeface="Red Hat Display"/>
                <a:cs typeface="Red Hat Display"/>
                <a:sym typeface="Red Hat Display"/>
              </a:rPr>
              <a:t>Manage identities and enforce authentication policies from a centralized location to ensure consistency across all platforms and footprints, improve the user experience, and ease IT burden.</a:t>
            </a:r>
            <a:endParaRPr sz="1100">
              <a:solidFill>
                <a:srgbClr val="000000"/>
              </a:solidFill>
              <a:latin typeface="Red Hat Display"/>
              <a:ea typeface="Red Hat Display"/>
              <a:cs typeface="Red Hat Display"/>
              <a:sym typeface="Red Hat Display"/>
            </a:endParaRPr>
          </a:p>
          <a:p>
            <a:pPr indent="0" lvl="0" marL="0" rtl="0" algn="l">
              <a:lnSpc>
                <a:spcPct val="115000"/>
              </a:lnSpc>
              <a:spcBef>
                <a:spcPts val="500"/>
              </a:spcBef>
              <a:spcAft>
                <a:spcPts val="500"/>
              </a:spcAft>
              <a:buNone/>
            </a:pPr>
            <a:r>
              <a:t/>
            </a:r>
            <a:endParaRPr sz="1600">
              <a:solidFill>
                <a:srgbClr val="EE0000"/>
              </a:solidFill>
              <a:latin typeface="Red Hat Display Medium"/>
              <a:ea typeface="Red Hat Display Medium"/>
              <a:cs typeface="Red Hat Display Medium"/>
              <a:sym typeface="Red Hat Display Medium"/>
            </a:endParaRPr>
          </a:p>
        </p:txBody>
      </p:sp>
      <p:sp>
        <p:nvSpPr>
          <p:cNvPr id="6331" name="Google Shape;6331;p264"/>
          <p:cNvSpPr txBox="1"/>
          <p:nvPr/>
        </p:nvSpPr>
        <p:spPr>
          <a:xfrm>
            <a:off x="1705475" y="3755746"/>
            <a:ext cx="4182600" cy="989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600">
                <a:solidFill>
                  <a:srgbClr val="EE0000"/>
                </a:solidFill>
                <a:latin typeface="Red Hat Display Medium"/>
                <a:ea typeface="Red Hat Display Medium"/>
                <a:cs typeface="Red Hat Display Medium"/>
                <a:sym typeface="Red Hat Display Medium"/>
              </a:rPr>
              <a:t>Secure</a:t>
            </a:r>
            <a:endParaRPr sz="1600">
              <a:solidFill>
                <a:srgbClr val="EE0000"/>
              </a:solidFill>
              <a:latin typeface="Red Hat Display Medium"/>
              <a:ea typeface="Red Hat Display Medium"/>
              <a:cs typeface="Red Hat Display Medium"/>
              <a:sym typeface="Red Hat Display Medium"/>
            </a:endParaRPr>
          </a:p>
          <a:p>
            <a:pPr indent="0" lvl="0" marL="0" rtl="0" algn="l">
              <a:lnSpc>
                <a:spcPct val="140000"/>
              </a:lnSpc>
              <a:spcBef>
                <a:spcPts val="500"/>
              </a:spcBef>
              <a:spcAft>
                <a:spcPts val="500"/>
              </a:spcAft>
              <a:buNone/>
            </a:pPr>
            <a:r>
              <a:rPr lang="en" sz="1100">
                <a:solidFill>
                  <a:srgbClr val="000000"/>
                </a:solidFill>
                <a:latin typeface="Red Hat Display"/>
                <a:ea typeface="Red Hat Display"/>
                <a:cs typeface="Red Hat Display"/>
                <a:sym typeface="Red Hat Display"/>
              </a:rPr>
              <a:t>Configure access requirements and customize permissions to enforce security controls based on the principle of least-privilege, ensuring the right people have the right access at the right time. </a:t>
            </a:r>
            <a:endParaRPr sz="1100">
              <a:solidFill>
                <a:srgbClr val="000000"/>
              </a:solidFill>
              <a:latin typeface="Red Hat Display"/>
              <a:ea typeface="Red Hat Display"/>
              <a:cs typeface="Red Hat Display"/>
              <a:sym typeface="Red Hat Display"/>
            </a:endParaRPr>
          </a:p>
        </p:txBody>
      </p:sp>
      <p:sp>
        <p:nvSpPr>
          <p:cNvPr id="6332" name="Google Shape;6332;p264"/>
          <p:cNvSpPr txBox="1"/>
          <p:nvPr/>
        </p:nvSpPr>
        <p:spPr>
          <a:xfrm>
            <a:off x="1705475" y="5101773"/>
            <a:ext cx="4182600" cy="989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600">
                <a:solidFill>
                  <a:srgbClr val="EE0000"/>
                </a:solidFill>
                <a:latin typeface="Red Hat Display Medium"/>
                <a:ea typeface="Red Hat Display Medium"/>
                <a:cs typeface="Red Hat Display Medium"/>
                <a:sym typeface="Red Hat Display Medium"/>
              </a:rPr>
              <a:t>Comply</a:t>
            </a:r>
            <a:endParaRPr sz="1600">
              <a:solidFill>
                <a:srgbClr val="EE0000"/>
              </a:solidFill>
              <a:latin typeface="Red Hat Display Medium"/>
              <a:ea typeface="Red Hat Display Medium"/>
              <a:cs typeface="Red Hat Display Medium"/>
              <a:sym typeface="Red Hat Display Medium"/>
            </a:endParaRPr>
          </a:p>
          <a:p>
            <a:pPr indent="0" lvl="0" marL="0" rtl="0" algn="l">
              <a:lnSpc>
                <a:spcPct val="140000"/>
              </a:lnSpc>
              <a:spcBef>
                <a:spcPts val="500"/>
              </a:spcBef>
              <a:spcAft>
                <a:spcPts val="500"/>
              </a:spcAft>
              <a:buNone/>
            </a:pPr>
            <a:r>
              <a:rPr lang="en" sz="1100">
                <a:solidFill>
                  <a:srgbClr val="000000"/>
                </a:solidFill>
                <a:latin typeface="Red Hat Display"/>
                <a:ea typeface="Red Hat Display"/>
                <a:cs typeface="Red Hat Display"/>
                <a:sym typeface="Red Hat Display"/>
              </a:rPr>
              <a:t>Implement compliance best practices and standards with an independently certified solution that supports your overall identity management strategy.</a:t>
            </a:r>
            <a:endParaRPr sz="1100">
              <a:solidFill>
                <a:srgbClr val="000000"/>
              </a:solidFill>
              <a:latin typeface="Red Hat Display"/>
              <a:ea typeface="Red Hat Display"/>
              <a:cs typeface="Red Hat Display"/>
              <a:sym typeface="Red Hat Display"/>
            </a:endParaRPr>
          </a:p>
        </p:txBody>
      </p:sp>
      <p:sp>
        <p:nvSpPr>
          <p:cNvPr id="6333" name="Google Shape;6333;p264"/>
          <p:cNvSpPr/>
          <p:nvPr/>
        </p:nvSpPr>
        <p:spPr>
          <a:xfrm>
            <a:off x="914388" y="3619544"/>
            <a:ext cx="551700" cy="551700"/>
          </a:xfrm>
          <a:prstGeom prst="ellipse">
            <a:avLst/>
          </a:prstGeom>
          <a:solidFill>
            <a:srgbClr val="FFFFFF"/>
          </a:solidFill>
          <a:ln cap="flat" cmpd="sng" w="19050">
            <a:solidFill>
              <a:srgbClr val="E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334" name="Google Shape;6334;p264"/>
          <p:cNvPicPr preferRelativeResize="0"/>
          <p:nvPr/>
        </p:nvPicPr>
        <p:blipFill rotWithShape="1">
          <a:blip r:embed="rId7">
            <a:alphaModFix/>
          </a:blip>
          <a:srcRect b="0" l="0" r="0" t="0"/>
          <a:stretch/>
        </p:blipFill>
        <p:spPr>
          <a:xfrm>
            <a:off x="970781" y="3659224"/>
            <a:ext cx="438912" cy="438912"/>
          </a:xfrm>
          <a:prstGeom prst="rect">
            <a:avLst/>
          </a:prstGeom>
          <a:noFill/>
          <a:ln>
            <a:noFill/>
          </a:ln>
        </p:spPr>
      </p:pic>
      <p:sp>
        <p:nvSpPr>
          <p:cNvPr id="6335" name="Google Shape;6335;p264"/>
          <p:cNvSpPr/>
          <p:nvPr/>
        </p:nvSpPr>
        <p:spPr>
          <a:xfrm>
            <a:off x="914388" y="2290813"/>
            <a:ext cx="551700" cy="551700"/>
          </a:xfrm>
          <a:prstGeom prst="ellipse">
            <a:avLst/>
          </a:prstGeom>
          <a:solidFill>
            <a:srgbClr val="FFFFFF"/>
          </a:solidFill>
          <a:ln cap="flat" cmpd="sng" w="19050">
            <a:solidFill>
              <a:srgbClr val="E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336" name="Google Shape;6336;p264"/>
          <p:cNvPicPr preferRelativeResize="0"/>
          <p:nvPr/>
        </p:nvPicPr>
        <p:blipFill rotWithShape="1">
          <a:blip r:embed="rId8">
            <a:alphaModFix/>
          </a:blip>
          <a:srcRect b="0" l="0" r="0" t="0"/>
          <a:stretch/>
        </p:blipFill>
        <p:spPr>
          <a:xfrm>
            <a:off x="6369429" y="5788663"/>
            <a:ext cx="374275" cy="374264"/>
          </a:xfrm>
          <a:prstGeom prst="rect">
            <a:avLst/>
          </a:prstGeom>
          <a:noFill/>
          <a:ln>
            <a:noFill/>
          </a:ln>
        </p:spPr>
      </p:pic>
      <p:sp>
        <p:nvSpPr>
          <p:cNvPr id="6337" name="Google Shape;6337;p264"/>
          <p:cNvSpPr txBox="1"/>
          <p:nvPr/>
        </p:nvSpPr>
        <p:spPr>
          <a:xfrm>
            <a:off x="6829500" y="5834045"/>
            <a:ext cx="3886200" cy="28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 sz="1200" u="sng">
                <a:solidFill>
                  <a:srgbClr val="EE0000"/>
                </a:solidFill>
                <a:latin typeface="Red Hat Text Medium"/>
                <a:ea typeface="Red Hat Text Medium"/>
                <a:cs typeface="Red Hat Text Medium"/>
                <a:sym typeface="Red Hat Text Medium"/>
                <a:hlinkClick r:id="rId9">
                  <a:extLst>
                    <a:ext uri="{A12FA001-AC4F-418D-AE19-62706E023703}">
                      <ahyp:hlinkClr val="tx"/>
                    </a:ext>
                  </a:extLst>
                </a:hlinkClick>
              </a:rPr>
              <a:t>Live demo</a:t>
            </a:r>
            <a:endParaRPr sz="1200">
              <a:latin typeface="Red Hat Text"/>
              <a:ea typeface="Red Hat Text"/>
              <a:cs typeface="Red Hat Text"/>
              <a:sym typeface="Red Hat Text"/>
            </a:endParaRPr>
          </a:p>
        </p:txBody>
      </p:sp>
      <p:pic>
        <p:nvPicPr>
          <p:cNvPr id="6338" name="Google Shape;6338;p264"/>
          <p:cNvPicPr preferRelativeResize="0"/>
          <p:nvPr/>
        </p:nvPicPr>
        <p:blipFill rotWithShape="1">
          <a:blip r:embed="rId10">
            <a:alphaModFix/>
          </a:blip>
          <a:srcRect b="0" l="0" r="0" t="0"/>
          <a:stretch/>
        </p:blipFill>
        <p:spPr>
          <a:xfrm>
            <a:off x="8606617" y="3277817"/>
            <a:ext cx="913562" cy="913562"/>
          </a:xfrm>
          <a:prstGeom prst="rect">
            <a:avLst/>
          </a:prstGeom>
          <a:noFill/>
          <a:ln>
            <a:noFill/>
          </a:ln>
        </p:spPr>
      </p:pic>
      <p:pic>
        <p:nvPicPr>
          <p:cNvPr id="6339" name="Google Shape;6339;p264"/>
          <p:cNvPicPr preferRelativeResize="0"/>
          <p:nvPr/>
        </p:nvPicPr>
        <p:blipFill rotWithShape="1">
          <a:blip r:embed="rId11">
            <a:alphaModFix/>
          </a:blip>
          <a:srcRect b="0" l="0" r="0" t="0"/>
          <a:stretch/>
        </p:blipFill>
        <p:spPr>
          <a:xfrm>
            <a:off x="970781" y="2347207"/>
            <a:ext cx="438912" cy="438912"/>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3" name="Shape 6343"/>
        <p:cNvGrpSpPr/>
        <p:nvPr/>
      </p:nvGrpSpPr>
      <p:grpSpPr>
        <a:xfrm>
          <a:off x="0" y="0"/>
          <a:ext cx="0" cy="0"/>
          <a:chOff x="0" y="0"/>
          <a:chExt cx="0" cy="0"/>
        </a:xfrm>
      </p:grpSpPr>
      <p:sp>
        <p:nvSpPr>
          <p:cNvPr id="6344" name="Google Shape;6344;p265"/>
          <p:cNvSpPr txBox="1"/>
          <p:nvPr>
            <p:ph idx="3" type="subTitle"/>
          </p:nvPr>
        </p:nvSpPr>
        <p:spPr>
          <a:xfrm>
            <a:off x="885050" y="6169550"/>
            <a:ext cx="91830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6345" name="Google Shape;6345;p265"/>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6346" name="Google Shape;6346;p26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6347" name="Google Shape;6347;p265"/>
          <p:cNvSpPr/>
          <p:nvPr/>
        </p:nvSpPr>
        <p:spPr>
          <a:xfrm>
            <a:off x="1551750" y="1945350"/>
            <a:ext cx="9088500" cy="3932400"/>
          </a:xfrm>
          <a:prstGeom prst="rect">
            <a:avLst/>
          </a:prstGeom>
          <a:noFill/>
          <a:ln cap="flat" cmpd="sng" w="19050">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8" name="Google Shape;6348;p265"/>
          <p:cNvSpPr/>
          <p:nvPr/>
        </p:nvSpPr>
        <p:spPr>
          <a:xfrm>
            <a:off x="3894524" y="2076276"/>
            <a:ext cx="2200800" cy="1828800"/>
          </a:xfrm>
          <a:prstGeom prst="rect">
            <a:avLst/>
          </a:prstGeom>
          <a:solidFill>
            <a:srgbClr val="EFEFEF"/>
          </a:solidFill>
          <a:ln>
            <a:noFill/>
          </a:ln>
        </p:spPr>
        <p:txBody>
          <a:bodyPr anchorCtr="0" anchor="t" bIns="0" lIns="182875" spcFirstLastPara="1" rIns="182875" wrap="square" tIns="640075">
            <a:noAutofit/>
          </a:bodyPr>
          <a:lstStyle/>
          <a:p>
            <a:pPr indent="0" lvl="0" marL="0" rtl="0" algn="l">
              <a:lnSpc>
                <a:spcPct val="115000"/>
              </a:lnSpc>
              <a:spcBef>
                <a:spcPts val="0"/>
              </a:spcBef>
              <a:spcAft>
                <a:spcPts val="0"/>
              </a:spcAft>
              <a:buNone/>
            </a:pPr>
            <a:r>
              <a:rPr b="1" lang="en" sz="1000">
                <a:solidFill>
                  <a:srgbClr val="000000"/>
                </a:solidFill>
                <a:latin typeface="Red Hat Display"/>
                <a:ea typeface="Red Hat Display"/>
                <a:cs typeface="Red Hat Display"/>
                <a:sym typeface="Red Hat Display"/>
              </a:rPr>
              <a:t>Standardize across </a:t>
            </a:r>
            <a:br>
              <a:rPr b="1" lang="en" sz="1000">
                <a:solidFill>
                  <a:srgbClr val="000000"/>
                </a:solidFill>
                <a:latin typeface="Red Hat Display"/>
                <a:ea typeface="Red Hat Display"/>
                <a:cs typeface="Red Hat Display"/>
                <a:sym typeface="Red Hat Display"/>
              </a:rPr>
            </a:br>
            <a:r>
              <a:rPr b="1" lang="en" sz="1000">
                <a:solidFill>
                  <a:srgbClr val="000000"/>
                </a:solidFill>
                <a:latin typeface="Red Hat Display"/>
                <a:ea typeface="Red Hat Display"/>
                <a:cs typeface="Red Hat Display"/>
                <a:sym typeface="Red Hat Display"/>
              </a:rPr>
              <a:t>footprints and architectures</a:t>
            </a:r>
            <a:endParaRPr b="1" sz="1000">
              <a:solidFill>
                <a:srgbClr val="000000"/>
              </a:solidFill>
              <a:latin typeface="Red Hat Display"/>
              <a:ea typeface="Red Hat Display"/>
              <a:cs typeface="Red Hat Display"/>
              <a:sym typeface="Red Hat Display"/>
            </a:endParaRPr>
          </a:p>
          <a:p>
            <a:pPr indent="0" lvl="0" marL="0" rtl="0" algn="l">
              <a:lnSpc>
                <a:spcPct val="115000"/>
              </a:lnSpc>
              <a:spcBef>
                <a:spcPts val="200"/>
              </a:spcBef>
              <a:spcAft>
                <a:spcPts val="0"/>
              </a:spcAft>
              <a:buNone/>
            </a:pPr>
            <a:r>
              <a:rPr lang="en" sz="800">
                <a:solidFill>
                  <a:srgbClr val="000000"/>
                </a:solidFill>
                <a:latin typeface="Red Hat Display Medium"/>
                <a:ea typeface="Red Hat Display Medium"/>
                <a:cs typeface="Red Hat Display Medium"/>
                <a:sym typeface="Red Hat Display Medium"/>
              </a:rPr>
              <a:t>Provide a consistent user experience across physical, virtual, cloud, and edge footprints as well as other Red Hat solutions, such as Red Hat OpenShift®.</a:t>
            </a:r>
            <a:endParaRPr sz="900">
              <a:solidFill>
                <a:srgbClr val="000000"/>
              </a:solidFill>
              <a:latin typeface="Red Hat Display Medium"/>
              <a:ea typeface="Red Hat Display Medium"/>
              <a:cs typeface="Red Hat Display Medium"/>
              <a:sym typeface="Red Hat Display Medium"/>
            </a:endParaRPr>
          </a:p>
          <a:p>
            <a:pPr indent="0" lvl="0" marL="0" rtl="0" algn="l">
              <a:lnSpc>
                <a:spcPct val="115000"/>
              </a:lnSpc>
              <a:spcBef>
                <a:spcPts val="200"/>
              </a:spcBef>
              <a:spcAft>
                <a:spcPts val="200"/>
              </a:spcAft>
              <a:buNone/>
            </a:pPr>
            <a:r>
              <a:t/>
            </a:r>
            <a:endParaRPr sz="900">
              <a:solidFill>
                <a:srgbClr val="000000"/>
              </a:solidFill>
              <a:latin typeface="Red Hat Display"/>
              <a:ea typeface="Red Hat Display"/>
              <a:cs typeface="Red Hat Display"/>
              <a:sym typeface="Red Hat Display"/>
            </a:endParaRPr>
          </a:p>
        </p:txBody>
      </p:sp>
      <p:sp>
        <p:nvSpPr>
          <p:cNvPr id="6349" name="Google Shape;6349;p265"/>
          <p:cNvSpPr/>
          <p:nvPr/>
        </p:nvSpPr>
        <p:spPr>
          <a:xfrm>
            <a:off x="1693724" y="2076276"/>
            <a:ext cx="2200800" cy="1828800"/>
          </a:xfrm>
          <a:prstGeom prst="rect">
            <a:avLst/>
          </a:prstGeom>
          <a:solidFill>
            <a:srgbClr val="F3F3F3">
              <a:alpha val="44130"/>
            </a:srgbClr>
          </a:solidFill>
          <a:ln>
            <a:noFill/>
          </a:ln>
        </p:spPr>
        <p:txBody>
          <a:bodyPr anchorCtr="0" anchor="t" bIns="0" lIns="182875" spcFirstLastPara="1" rIns="274300" wrap="square" tIns="640075">
            <a:noAutofit/>
          </a:bodyPr>
          <a:lstStyle/>
          <a:p>
            <a:pPr indent="0" lvl="0" marL="0" rtl="0" algn="l">
              <a:lnSpc>
                <a:spcPct val="115000"/>
              </a:lnSpc>
              <a:spcBef>
                <a:spcPts val="0"/>
              </a:spcBef>
              <a:spcAft>
                <a:spcPts val="0"/>
              </a:spcAft>
              <a:buNone/>
            </a:pPr>
            <a:r>
              <a:rPr b="1" lang="en" sz="1000">
                <a:solidFill>
                  <a:srgbClr val="000000"/>
                </a:solidFill>
                <a:latin typeface="Red Hat Display"/>
                <a:ea typeface="Red Hat Display"/>
                <a:cs typeface="Red Hat Display"/>
                <a:sym typeface="Red Hat Display"/>
              </a:rPr>
              <a:t>Comprehensively meet </a:t>
            </a:r>
            <a:br>
              <a:rPr b="1" lang="en" sz="1000">
                <a:solidFill>
                  <a:srgbClr val="000000"/>
                </a:solidFill>
                <a:latin typeface="Red Hat Display"/>
                <a:ea typeface="Red Hat Display"/>
                <a:cs typeface="Red Hat Display"/>
                <a:sym typeface="Red Hat Display"/>
              </a:rPr>
            </a:br>
            <a:r>
              <a:rPr b="1" lang="en" sz="1000">
                <a:solidFill>
                  <a:srgbClr val="000000"/>
                </a:solidFill>
                <a:latin typeface="Red Hat Display"/>
                <a:ea typeface="Red Hat Display"/>
                <a:cs typeface="Red Hat Display"/>
                <a:sym typeface="Red Hat Display"/>
              </a:rPr>
              <a:t>your compliance needs</a:t>
            </a:r>
            <a:endParaRPr b="1" sz="1000">
              <a:solidFill>
                <a:srgbClr val="000000"/>
              </a:solidFill>
              <a:latin typeface="Red Hat Display"/>
              <a:ea typeface="Red Hat Display"/>
              <a:cs typeface="Red Hat Display"/>
              <a:sym typeface="Red Hat Display"/>
            </a:endParaRPr>
          </a:p>
          <a:p>
            <a:pPr indent="0" lvl="0" marL="0" rtl="0" algn="l">
              <a:lnSpc>
                <a:spcPct val="115000"/>
              </a:lnSpc>
              <a:spcBef>
                <a:spcPts val="200"/>
              </a:spcBef>
              <a:spcAft>
                <a:spcPts val="200"/>
              </a:spcAft>
              <a:buNone/>
            </a:pPr>
            <a:r>
              <a:rPr lang="en" sz="800">
                <a:solidFill>
                  <a:srgbClr val="000000"/>
                </a:solidFill>
                <a:latin typeface="Red Hat Display Medium"/>
                <a:ea typeface="Red Hat Display Medium"/>
                <a:cs typeface="Red Hat Display Medium"/>
                <a:sym typeface="Red Hat Display Medium"/>
              </a:rPr>
              <a:t>Cater to a broad spectrum of use cases rather than using third-party point solutions that address a specific use case inside the enterprise.</a:t>
            </a:r>
            <a:endParaRPr sz="800">
              <a:solidFill>
                <a:srgbClr val="000000"/>
              </a:solidFill>
              <a:latin typeface="Red Hat Display Medium"/>
              <a:ea typeface="Red Hat Display Medium"/>
              <a:cs typeface="Red Hat Display Medium"/>
              <a:sym typeface="Red Hat Display Medium"/>
            </a:endParaRPr>
          </a:p>
        </p:txBody>
      </p:sp>
      <p:sp>
        <p:nvSpPr>
          <p:cNvPr id="6350" name="Google Shape;6350;p265"/>
          <p:cNvSpPr/>
          <p:nvPr/>
        </p:nvSpPr>
        <p:spPr>
          <a:xfrm>
            <a:off x="6095938" y="2076266"/>
            <a:ext cx="4402200" cy="3661200"/>
          </a:xfrm>
          <a:prstGeom prst="rect">
            <a:avLst/>
          </a:prstGeom>
          <a:solidFill>
            <a:srgbClr val="000000"/>
          </a:solidFill>
          <a:ln>
            <a:noFill/>
          </a:ln>
        </p:spPr>
        <p:txBody>
          <a:bodyPr anchorCtr="0" anchor="ctr" bIns="731500" lIns="640075" spcFirstLastPara="1" rIns="731500" wrap="square" tIns="731500">
            <a:noAutofit/>
          </a:bodyPr>
          <a:lstStyle/>
          <a:p>
            <a:pPr indent="0" lvl="0" marL="0" rtl="0" algn="l">
              <a:lnSpc>
                <a:spcPct val="115000"/>
              </a:lnSpc>
              <a:spcBef>
                <a:spcPts val="0"/>
              </a:spcBef>
              <a:spcAft>
                <a:spcPts val="0"/>
              </a:spcAft>
              <a:buNone/>
            </a:pPr>
            <a:r>
              <a:rPr b="1" lang="en" sz="1800">
                <a:solidFill>
                  <a:srgbClr val="FFFFFF"/>
                </a:solidFill>
                <a:latin typeface="Red Hat Display"/>
                <a:ea typeface="Red Hat Display"/>
                <a:cs typeface="Red Hat Display"/>
                <a:sym typeface="Red Hat Display"/>
              </a:rPr>
              <a:t>Zero added cost</a:t>
            </a:r>
            <a:endParaRPr b="1" sz="1800">
              <a:solidFill>
                <a:srgbClr val="FFFFFF"/>
              </a:solidFill>
              <a:latin typeface="Red Hat Display"/>
              <a:ea typeface="Red Hat Display"/>
              <a:cs typeface="Red Hat Display"/>
              <a:sym typeface="Red Hat Display"/>
            </a:endParaRPr>
          </a:p>
          <a:p>
            <a:pPr indent="0" lvl="0" marL="0" rtl="0" algn="l">
              <a:lnSpc>
                <a:spcPct val="115000"/>
              </a:lnSpc>
              <a:spcBef>
                <a:spcPts val="1000"/>
              </a:spcBef>
              <a:spcAft>
                <a:spcPts val="0"/>
              </a:spcAft>
              <a:buNone/>
            </a:pPr>
            <a:r>
              <a:rPr lang="en" sz="1200">
                <a:solidFill>
                  <a:srgbClr val="FFFFFF"/>
                </a:solidFill>
                <a:latin typeface="Red Hat Display"/>
                <a:ea typeface="Red Hat Display"/>
                <a:cs typeface="Red Hat Display"/>
                <a:sym typeface="Red Hat Display"/>
              </a:rPr>
              <a:t>Get Identity Management in Red Hat Enterprise Linux as part of your subscription, at no additional cost.</a:t>
            </a:r>
            <a:endParaRPr sz="1200">
              <a:solidFill>
                <a:srgbClr val="FFFFFF"/>
              </a:solidFill>
              <a:latin typeface="Red Hat Display"/>
              <a:ea typeface="Red Hat Display"/>
              <a:cs typeface="Red Hat Display"/>
              <a:sym typeface="Red Hat Display"/>
            </a:endParaRPr>
          </a:p>
          <a:p>
            <a:pPr indent="0" lvl="0" marL="0" rtl="0" algn="l">
              <a:lnSpc>
                <a:spcPct val="115000"/>
              </a:lnSpc>
              <a:spcBef>
                <a:spcPts val="1000"/>
              </a:spcBef>
              <a:spcAft>
                <a:spcPts val="1000"/>
              </a:spcAft>
              <a:buNone/>
            </a:pPr>
            <a:r>
              <a:rPr lang="en" sz="1200">
                <a:solidFill>
                  <a:srgbClr val="FFFFFF"/>
                </a:solidFill>
                <a:latin typeface="Red Hat Display"/>
                <a:ea typeface="Red Hat Display"/>
                <a:cs typeface="Red Hat Display"/>
                <a:sym typeface="Red Hat Display"/>
              </a:rPr>
              <a:t>Third-party identity management solutions can be expensive and require additional investments that add to operational costs.</a:t>
            </a:r>
            <a:endParaRPr sz="1200">
              <a:solidFill>
                <a:srgbClr val="FFFFFF"/>
              </a:solidFill>
              <a:latin typeface="Red Hat Display"/>
              <a:ea typeface="Red Hat Display"/>
              <a:cs typeface="Red Hat Display"/>
              <a:sym typeface="Red Hat Display"/>
            </a:endParaRPr>
          </a:p>
        </p:txBody>
      </p:sp>
      <p:sp>
        <p:nvSpPr>
          <p:cNvPr id="6351" name="Google Shape;6351;p265"/>
          <p:cNvSpPr/>
          <p:nvPr/>
        </p:nvSpPr>
        <p:spPr>
          <a:xfrm>
            <a:off x="1693717" y="3905066"/>
            <a:ext cx="2200800" cy="1826100"/>
          </a:xfrm>
          <a:prstGeom prst="rect">
            <a:avLst/>
          </a:prstGeom>
          <a:solidFill>
            <a:srgbClr val="EFEFEF"/>
          </a:solidFill>
          <a:ln>
            <a:noFill/>
          </a:ln>
        </p:spPr>
        <p:txBody>
          <a:bodyPr anchorCtr="0" anchor="t" bIns="0" lIns="182875" spcFirstLastPara="1" rIns="182875" wrap="square" tIns="640075">
            <a:noAutofit/>
          </a:bodyPr>
          <a:lstStyle/>
          <a:p>
            <a:pPr indent="0" lvl="0" marL="0" rtl="0" algn="l">
              <a:lnSpc>
                <a:spcPct val="115000"/>
              </a:lnSpc>
              <a:spcBef>
                <a:spcPts val="0"/>
              </a:spcBef>
              <a:spcAft>
                <a:spcPts val="0"/>
              </a:spcAft>
              <a:buNone/>
            </a:pPr>
            <a:r>
              <a:rPr b="1" lang="en" sz="1000">
                <a:solidFill>
                  <a:srgbClr val="000000"/>
                </a:solidFill>
                <a:latin typeface="Red Hat Display"/>
                <a:ea typeface="Red Hat Display"/>
                <a:cs typeface="Red Hat Display"/>
                <a:sym typeface="Red Hat Display"/>
              </a:rPr>
              <a:t>Enjoy consistent stability </a:t>
            </a:r>
            <a:br>
              <a:rPr b="1" lang="en" sz="1000">
                <a:solidFill>
                  <a:srgbClr val="000000"/>
                </a:solidFill>
                <a:latin typeface="Red Hat Display"/>
                <a:ea typeface="Red Hat Display"/>
                <a:cs typeface="Red Hat Display"/>
                <a:sym typeface="Red Hat Display"/>
              </a:rPr>
            </a:br>
            <a:r>
              <a:rPr b="1" lang="en" sz="1000">
                <a:solidFill>
                  <a:srgbClr val="000000"/>
                </a:solidFill>
                <a:latin typeface="Red Hat Display"/>
                <a:ea typeface="Red Hat Display"/>
                <a:cs typeface="Red Hat Display"/>
                <a:sym typeface="Red Hat Display"/>
              </a:rPr>
              <a:t>and support</a:t>
            </a:r>
            <a:endParaRPr b="1" sz="1000">
              <a:solidFill>
                <a:srgbClr val="000000"/>
              </a:solidFill>
              <a:latin typeface="Red Hat Display"/>
              <a:ea typeface="Red Hat Display"/>
              <a:cs typeface="Red Hat Display"/>
              <a:sym typeface="Red Hat Display"/>
            </a:endParaRPr>
          </a:p>
          <a:p>
            <a:pPr indent="0" lvl="0" marL="0" rtl="0" algn="l">
              <a:lnSpc>
                <a:spcPct val="115000"/>
              </a:lnSpc>
              <a:spcBef>
                <a:spcPts val="200"/>
              </a:spcBef>
              <a:spcAft>
                <a:spcPts val="200"/>
              </a:spcAft>
              <a:buNone/>
            </a:pPr>
            <a:r>
              <a:rPr lang="en" sz="800">
                <a:solidFill>
                  <a:srgbClr val="000000"/>
                </a:solidFill>
                <a:latin typeface="Red Hat Display Medium"/>
                <a:ea typeface="Red Hat Display Medium"/>
                <a:cs typeface="Red Hat Display Medium"/>
                <a:sym typeface="Red Hat Display Medium"/>
              </a:rPr>
              <a:t>Reduce the vendor and lifecycle management burden as it follows </a:t>
            </a:r>
            <a:br>
              <a:rPr lang="en" sz="800">
                <a:solidFill>
                  <a:srgbClr val="000000"/>
                </a:solidFill>
                <a:latin typeface="Red Hat Display Medium"/>
                <a:ea typeface="Red Hat Display Medium"/>
                <a:cs typeface="Red Hat Display Medium"/>
                <a:sym typeface="Red Hat Display Medium"/>
              </a:rPr>
            </a:br>
            <a:r>
              <a:rPr lang="en" sz="800">
                <a:solidFill>
                  <a:srgbClr val="000000"/>
                </a:solidFill>
                <a:latin typeface="Red Hat Display Medium"/>
                <a:ea typeface="Red Hat Display Medium"/>
                <a:cs typeface="Red Hat Display Medium"/>
                <a:sym typeface="Red Hat Display Medium"/>
              </a:rPr>
              <a:t>the RHEL product lifecycle and is supported by RHEL global experts.</a:t>
            </a:r>
            <a:endParaRPr sz="800">
              <a:solidFill>
                <a:srgbClr val="000000"/>
              </a:solidFill>
              <a:latin typeface="Red Hat Display Medium"/>
              <a:ea typeface="Red Hat Display Medium"/>
              <a:cs typeface="Red Hat Display Medium"/>
              <a:sym typeface="Red Hat Display Medium"/>
            </a:endParaRPr>
          </a:p>
        </p:txBody>
      </p:sp>
      <p:sp>
        <p:nvSpPr>
          <p:cNvPr id="6352" name="Google Shape;6352;p265"/>
          <p:cNvSpPr/>
          <p:nvPr/>
        </p:nvSpPr>
        <p:spPr>
          <a:xfrm>
            <a:off x="3894516" y="3905066"/>
            <a:ext cx="2200800" cy="1826100"/>
          </a:xfrm>
          <a:prstGeom prst="rect">
            <a:avLst/>
          </a:prstGeom>
          <a:solidFill>
            <a:srgbClr val="F3F3F3">
              <a:alpha val="44130"/>
            </a:srgbClr>
          </a:solidFill>
          <a:ln>
            <a:noFill/>
          </a:ln>
        </p:spPr>
        <p:txBody>
          <a:bodyPr anchorCtr="0" anchor="t" bIns="0" lIns="182875" spcFirstLastPara="1" rIns="365750" wrap="square" tIns="640075">
            <a:noAutofit/>
          </a:bodyPr>
          <a:lstStyle/>
          <a:p>
            <a:pPr indent="0" lvl="0" marL="0" rtl="0" algn="l">
              <a:lnSpc>
                <a:spcPct val="115000"/>
              </a:lnSpc>
              <a:spcBef>
                <a:spcPts val="0"/>
              </a:spcBef>
              <a:spcAft>
                <a:spcPts val="0"/>
              </a:spcAft>
              <a:buNone/>
            </a:pPr>
            <a:r>
              <a:rPr b="1" lang="en" sz="1000">
                <a:solidFill>
                  <a:srgbClr val="000000"/>
                </a:solidFill>
                <a:latin typeface="Red Hat Display"/>
                <a:ea typeface="Red Hat Display"/>
                <a:cs typeface="Red Hat Display"/>
                <a:sym typeface="Red Hat Display"/>
              </a:rPr>
              <a:t>Streamlined deployment </a:t>
            </a:r>
            <a:br>
              <a:rPr b="1" lang="en" sz="1000">
                <a:solidFill>
                  <a:srgbClr val="000000"/>
                </a:solidFill>
                <a:latin typeface="Red Hat Display"/>
                <a:ea typeface="Red Hat Display"/>
                <a:cs typeface="Red Hat Display"/>
                <a:sym typeface="Red Hat Display"/>
              </a:rPr>
            </a:br>
            <a:r>
              <a:rPr b="1" lang="en" sz="1000">
                <a:solidFill>
                  <a:srgbClr val="000000"/>
                </a:solidFill>
                <a:latin typeface="Red Hat Display"/>
                <a:ea typeface="Red Hat Display"/>
                <a:cs typeface="Red Hat Display"/>
                <a:sym typeface="Red Hat Display"/>
              </a:rPr>
              <a:t>and management at scale</a:t>
            </a:r>
            <a:endParaRPr b="1" sz="1000">
              <a:solidFill>
                <a:srgbClr val="000000"/>
              </a:solidFill>
              <a:latin typeface="Red Hat Display"/>
              <a:ea typeface="Red Hat Display"/>
              <a:cs typeface="Red Hat Display"/>
              <a:sym typeface="Red Hat Display"/>
            </a:endParaRPr>
          </a:p>
          <a:p>
            <a:pPr indent="0" lvl="0" marL="0" rtl="0" algn="l">
              <a:lnSpc>
                <a:spcPct val="115000"/>
              </a:lnSpc>
              <a:spcBef>
                <a:spcPts val="200"/>
              </a:spcBef>
              <a:spcAft>
                <a:spcPts val="200"/>
              </a:spcAft>
              <a:buNone/>
            </a:pPr>
            <a:r>
              <a:rPr lang="en" sz="800">
                <a:solidFill>
                  <a:srgbClr val="000000"/>
                </a:solidFill>
                <a:latin typeface="Red Hat Display Medium"/>
                <a:ea typeface="Red Hat Display Medium"/>
                <a:cs typeface="Red Hat Display Medium"/>
                <a:sym typeface="Red Hat Display Medium"/>
              </a:rPr>
              <a:t>Reduce the learning curve and accelerate adoption by using </a:t>
            </a:r>
            <a:br>
              <a:rPr lang="en" sz="800">
                <a:solidFill>
                  <a:srgbClr val="000000"/>
                </a:solidFill>
                <a:latin typeface="Red Hat Display Medium"/>
                <a:ea typeface="Red Hat Display Medium"/>
                <a:cs typeface="Red Hat Display Medium"/>
                <a:sym typeface="Red Hat Display Medium"/>
              </a:rPr>
            </a:br>
            <a:r>
              <a:rPr lang="en" sz="800">
                <a:solidFill>
                  <a:srgbClr val="000000"/>
                </a:solidFill>
                <a:latin typeface="Red Hat Display Medium"/>
                <a:ea typeface="Red Hat Display Medium"/>
                <a:cs typeface="Red Hat Display Medium"/>
                <a:sym typeface="Red Hat Display Medium"/>
              </a:rPr>
              <a:t>the tools you already know for automating identity management.</a:t>
            </a:r>
            <a:endParaRPr sz="800">
              <a:solidFill>
                <a:srgbClr val="000000"/>
              </a:solidFill>
              <a:latin typeface="Red Hat Display Medium"/>
              <a:ea typeface="Red Hat Display Medium"/>
              <a:cs typeface="Red Hat Display Medium"/>
              <a:sym typeface="Red Hat Display Medium"/>
            </a:endParaRPr>
          </a:p>
        </p:txBody>
      </p:sp>
      <p:sp>
        <p:nvSpPr>
          <p:cNvPr id="6353" name="Google Shape;6353;p265"/>
          <p:cNvSpPr txBox="1"/>
          <p:nvPr/>
        </p:nvSpPr>
        <p:spPr>
          <a:xfrm>
            <a:off x="885050" y="1100350"/>
            <a:ext cx="10422000" cy="5532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0"/>
              </a:spcAft>
              <a:buNone/>
            </a:pPr>
            <a:r>
              <a:rPr lang="en" sz="2800">
                <a:solidFill>
                  <a:srgbClr val="000000"/>
                </a:solidFill>
                <a:latin typeface="Red Hat Display"/>
                <a:ea typeface="Red Hat Display"/>
                <a:cs typeface="Red Hat Display"/>
                <a:sym typeface="Red Hat Display"/>
              </a:rPr>
              <a:t>Identity Management in </a:t>
            </a:r>
            <a:r>
              <a:rPr lang="en" sz="2800">
                <a:solidFill>
                  <a:srgbClr val="000000"/>
                </a:solidFill>
                <a:latin typeface="Red Hat Display"/>
                <a:ea typeface="Red Hat Display"/>
                <a:cs typeface="Red Hat Display"/>
                <a:sym typeface="Red Hat Display"/>
              </a:rPr>
              <a:t>RHEL</a:t>
            </a:r>
            <a:r>
              <a:rPr lang="en" sz="2800">
                <a:solidFill>
                  <a:srgbClr val="000000"/>
                </a:solidFill>
                <a:latin typeface="Red Hat Display"/>
                <a:ea typeface="Red Hat Display"/>
                <a:cs typeface="Red Hat Display"/>
                <a:sym typeface="Red Hat Display"/>
              </a:rPr>
              <a:t> vs. third-party solutions</a:t>
            </a:r>
            <a:endParaRPr sz="2800">
              <a:solidFill>
                <a:srgbClr val="000000"/>
              </a:solidFill>
              <a:latin typeface="Red Hat Display"/>
              <a:ea typeface="Red Hat Display"/>
              <a:cs typeface="Red Hat Display"/>
              <a:sym typeface="Red Hat Display"/>
            </a:endParaRPr>
          </a:p>
        </p:txBody>
      </p:sp>
      <p:pic>
        <p:nvPicPr>
          <p:cNvPr id="6354" name="Google Shape;6354;p265"/>
          <p:cNvPicPr preferRelativeResize="0"/>
          <p:nvPr/>
        </p:nvPicPr>
        <p:blipFill rotWithShape="1">
          <a:blip r:embed="rId3">
            <a:alphaModFix/>
          </a:blip>
          <a:srcRect b="0" l="0" r="0" t="0"/>
          <a:stretch/>
        </p:blipFill>
        <p:spPr>
          <a:xfrm>
            <a:off x="1795610" y="2313361"/>
            <a:ext cx="365700" cy="365700"/>
          </a:xfrm>
          <a:prstGeom prst="rect">
            <a:avLst/>
          </a:prstGeom>
          <a:noFill/>
          <a:ln>
            <a:noFill/>
          </a:ln>
        </p:spPr>
      </p:pic>
      <p:pic>
        <p:nvPicPr>
          <p:cNvPr id="6355" name="Google Shape;6355;p265"/>
          <p:cNvPicPr preferRelativeResize="0"/>
          <p:nvPr/>
        </p:nvPicPr>
        <p:blipFill rotWithShape="1">
          <a:blip r:embed="rId4">
            <a:alphaModFix/>
          </a:blip>
          <a:srcRect b="0" l="0" r="0" t="0"/>
          <a:stretch/>
        </p:blipFill>
        <p:spPr>
          <a:xfrm>
            <a:off x="4037829" y="2289510"/>
            <a:ext cx="365700" cy="365700"/>
          </a:xfrm>
          <a:prstGeom prst="rect">
            <a:avLst/>
          </a:prstGeom>
          <a:noFill/>
          <a:ln>
            <a:noFill/>
          </a:ln>
        </p:spPr>
      </p:pic>
      <p:pic>
        <p:nvPicPr>
          <p:cNvPr id="6356" name="Google Shape;6356;p265"/>
          <p:cNvPicPr preferRelativeResize="0"/>
          <p:nvPr/>
        </p:nvPicPr>
        <p:blipFill rotWithShape="1">
          <a:blip r:embed="rId5">
            <a:alphaModFix/>
          </a:blip>
          <a:srcRect b="0" l="0" r="0" t="0"/>
          <a:stretch/>
        </p:blipFill>
        <p:spPr>
          <a:xfrm>
            <a:off x="1834721" y="4131686"/>
            <a:ext cx="365700" cy="365700"/>
          </a:xfrm>
          <a:prstGeom prst="rect">
            <a:avLst/>
          </a:prstGeom>
          <a:noFill/>
          <a:ln>
            <a:noFill/>
          </a:ln>
        </p:spPr>
      </p:pic>
      <p:pic>
        <p:nvPicPr>
          <p:cNvPr id="6357" name="Google Shape;6357;p265"/>
          <p:cNvPicPr preferRelativeResize="0"/>
          <p:nvPr/>
        </p:nvPicPr>
        <p:blipFill rotWithShape="1">
          <a:blip r:embed="rId6">
            <a:alphaModFix/>
          </a:blip>
          <a:srcRect b="0" l="0" r="0" t="0"/>
          <a:stretch/>
        </p:blipFill>
        <p:spPr>
          <a:xfrm>
            <a:off x="4037530" y="4132411"/>
            <a:ext cx="365700" cy="365700"/>
          </a:xfrm>
          <a:prstGeom prst="rect">
            <a:avLst/>
          </a:prstGeom>
          <a:noFill/>
          <a:ln>
            <a:noFill/>
          </a:ln>
        </p:spPr>
      </p:pic>
      <p:sp>
        <p:nvSpPr>
          <p:cNvPr id="6358" name="Google Shape;6358;p265"/>
          <p:cNvSpPr/>
          <p:nvPr/>
        </p:nvSpPr>
        <p:spPr>
          <a:xfrm>
            <a:off x="3711675" y="3722225"/>
            <a:ext cx="365700" cy="3657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59" name="Google Shape;6359;p265"/>
          <p:cNvGrpSpPr/>
          <p:nvPr/>
        </p:nvGrpSpPr>
        <p:grpSpPr>
          <a:xfrm>
            <a:off x="3780230" y="3797250"/>
            <a:ext cx="228600" cy="228600"/>
            <a:chOff x="5174705" y="322300"/>
            <a:chExt cx="228600" cy="228600"/>
          </a:xfrm>
        </p:grpSpPr>
        <p:cxnSp>
          <p:nvCxnSpPr>
            <p:cNvPr id="6360" name="Google Shape;6360;p265"/>
            <p:cNvCxnSpPr/>
            <p:nvPr/>
          </p:nvCxnSpPr>
          <p:spPr>
            <a:xfrm>
              <a:off x="5289005" y="322225"/>
              <a:ext cx="0" cy="228600"/>
            </a:xfrm>
            <a:prstGeom prst="straightConnector1">
              <a:avLst/>
            </a:prstGeom>
            <a:noFill/>
            <a:ln cap="rnd" cmpd="sng" w="19050">
              <a:solidFill>
                <a:srgbClr val="EE0000"/>
              </a:solidFill>
              <a:prstDash val="solid"/>
              <a:round/>
              <a:headEnd len="med" w="med" type="none"/>
              <a:tailEnd len="med" w="med" type="none"/>
            </a:ln>
          </p:spPr>
        </p:cxnSp>
        <p:cxnSp>
          <p:nvCxnSpPr>
            <p:cNvPr id="6361" name="Google Shape;6361;p265"/>
            <p:cNvCxnSpPr/>
            <p:nvPr/>
          </p:nvCxnSpPr>
          <p:spPr>
            <a:xfrm>
              <a:off x="5289080" y="322300"/>
              <a:ext cx="0" cy="228600"/>
            </a:xfrm>
            <a:prstGeom prst="straightConnector1">
              <a:avLst/>
            </a:prstGeom>
            <a:noFill/>
            <a:ln cap="rnd" cmpd="sng" w="19050">
              <a:solidFill>
                <a:srgbClr val="EE0000"/>
              </a:solidFill>
              <a:prstDash val="solid"/>
              <a:round/>
              <a:headEnd len="med" w="med" type="none"/>
              <a:tailEnd len="med" w="med" type="none"/>
            </a:ln>
          </p:spPr>
        </p:cxnSp>
      </p:gr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5" name="Shape 6365"/>
        <p:cNvGrpSpPr/>
        <p:nvPr/>
      </p:nvGrpSpPr>
      <p:grpSpPr>
        <a:xfrm>
          <a:off x="0" y="0"/>
          <a:ext cx="0" cy="0"/>
          <a:chOff x="0" y="0"/>
          <a:chExt cx="0" cy="0"/>
        </a:xfrm>
      </p:grpSpPr>
      <p:sp>
        <p:nvSpPr>
          <p:cNvPr id="6366" name="Google Shape;6366;p266"/>
          <p:cNvSpPr txBox="1"/>
          <p:nvPr>
            <p:ph idx="3" type="subTitle"/>
          </p:nvPr>
        </p:nvSpPr>
        <p:spPr>
          <a:xfrm>
            <a:off x="885050" y="6169550"/>
            <a:ext cx="91830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6367" name="Google Shape;6367;p266"/>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6368" name="Google Shape;6368;p26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6369" name="Google Shape;6369;p266"/>
          <p:cNvSpPr txBox="1"/>
          <p:nvPr/>
        </p:nvSpPr>
        <p:spPr>
          <a:xfrm>
            <a:off x="885050" y="2852950"/>
            <a:ext cx="10422000" cy="10560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0"/>
              </a:spcAft>
              <a:buNone/>
            </a:pPr>
            <a:r>
              <a:rPr lang="en" sz="2800" u="sng">
                <a:solidFill>
                  <a:schemeClr val="hlink"/>
                </a:solidFill>
                <a:latin typeface="Red Hat Display"/>
                <a:ea typeface="Red Hat Display"/>
                <a:cs typeface="Red Hat Display"/>
                <a:sym typeface="Red Hat Display"/>
                <a:hlinkClick r:id="rId3"/>
              </a:rPr>
              <a:t>Identity Management in Red Hat Enterprise Linux</a:t>
            </a:r>
            <a:endParaRPr sz="2800">
              <a:solidFill>
                <a:srgbClr val="000000"/>
              </a:solidFill>
              <a:latin typeface="Red Hat Display"/>
              <a:ea typeface="Red Hat Display"/>
              <a:cs typeface="Red Hat Display"/>
              <a:sym typeface="Red Hat Display"/>
            </a:endParaRPr>
          </a:p>
          <a:p>
            <a:pPr indent="0" lvl="0" marL="0" rtl="0" algn="ctr">
              <a:lnSpc>
                <a:spcPct val="130000"/>
              </a:lnSpc>
              <a:spcBef>
                <a:spcPts val="0"/>
              </a:spcBef>
              <a:spcAft>
                <a:spcPts val="0"/>
              </a:spcAft>
              <a:buNone/>
            </a:pPr>
            <a:r>
              <a:rPr lang="en" sz="2800" u="sng">
                <a:solidFill>
                  <a:schemeClr val="hlink"/>
                </a:solidFill>
                <a:latin typeface="Red Hat Display"/>
                <a:ea typeface="Red Hat Display"/>
                <a:cs typeface="Red Hat Display"/>
                <a:sym typeface="Red Hat Display"/>
                <a:hlinkClick r:id="rId4"/>
              </a:rPr>
              <a:t>Main Presentation</a:t>
            </a:r>
            <a:endParaRPr sz="2800">
              <a:latin typeface="Red Hat Display"/>
              <a:ea typeface="Red Hat Display"/>
              <a:cs typeface="Red Hat Display"/>
              <a:sym typeface="Red Hat Display"/>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3" name="Shape 6373"/>
        <p:cNvGrpSpPr/>
        <p:nvPr/>
      </p:nvGrpSpPr>
      <p:grpSpPr>
        <a:xfrm>
          <a:off x="0" y="0"/>
          <a:ext cx="0" cy="0"/>
          <a:chOff x="0" y="0"/>
          <a:chExt cx="0" cy="0"/>
        </a:xfrm>
      </p:grpSpPr>
      <p:sp>
        <p:nvSpPr>
          <p:cNvPr id="6374" name="Google Shape;6374;p267"/>
          <p:cNvSpPr txBox="1"/>
          <p:nvPr>
            <p:ph idx="1" type="subTitle"/>
          </p:nvPr>
        </p:nvSpPr>
        <p:spPr>
          <a:xfrm rot="5400000">
            <a:off x="-2127425" y="2139150"/>
            <a:ext cx="5150400" cy="872100"/>
          </a:xfrm>
          <a:prstGeom prst="rect">
            <a:avLst/>
          </a:prstGeom>
        </p:spPr>
        <p:txBody>
          <a:bodyPr anchorCtr="0" anchor="ctr" bIns="91425" lIns="457200" spcFirstLastPara="1" rIns="91425" wrap="square" tIns="91425">
            <a:noAutofit/>
          </a:bodyPr>
          <a:lstStyle/>
          <a:p>
            <a:pPr indent="0" lvl="0" marL="0" rtl="0" algn="l">
              <a:spcBef>
                <a:spcPts val="0"/>
              </a:spcBef>
              <a:spcAft>
                <a:spcPts val="0"/>
              </a:spcAft>
              <a:buNone/>
            </a:pPr>
            <a:r>
              <a:rPr lang="en"/>
              <a:t>Red Hat Infrastructure Standard Adoption Model (</a:t>
            </a:r>
            <a:r>
              <a:rPr lang="en"/>
              <a:t>RHISAM</a:t>
            </a:r>
            <a:r>
              <a:rPr lang="en"/>
              <a:t>) 2023</a:t>
            </a:r>
            <a:endParaRPr/>
          </a:p>
          <a:p>
            <a:pPr indent="0" lvl="0" marL="0" rtl="0" algn="l">
              <a:spcBef>
                <a:spcPts val="0"/>
              </a:spcBef>
              <a:spcAft>
                <a:spcPts val="0"/>
              </a:spcAft>
              <a:buNone/>
            </a:pPr>
            <a:r>
              <a:t/>
            </a:r>
            <a:endParaRPr/>
          </a:p>
        </p:txBody>
      </p:sp>
      <p:sp>
        <p:nvSpPr>
          <p:cNvPr id="6375" name="Google Shape;6375;p267"/>
          <p:cNvSpPr txBox="1"/>
          <p:nvPr>
            <p:ph idx="2" type="subTitle"/>
          </p:nvPr>
        </p:nvSpPr>
        <p:spPr>
          <a:xfrm>
            <a:off x="5660525" y="3971650"/>
            <a:ext cx="4446300" cy="914400"/>
          </a:xfrm>
          <a:prstGeom prst="rect">
            <a:avLst/>
          </a:prstGeom>
        </p:spPr>
        <p:txBody>
          <a:bodyPr anchorCtr="0" anchor="t" bIns="0" lIns="0" spcFirstLastPara="1" rIns="0" wrap="square" tIns="0">
            <a:noAutofit/>
          </a:bodyPr>
          <a:lstStyle/>
          <a:p>
            <a:pPr indent="0" lvl="0" marL="0" rtl="0" algn="l">
              <a:spcBef>
                <a:spcPts val="0"/>
              </a:spcBef>
              <a:spcAft>
                <a:spcPts val="500"/>
              </a:spcAft>
              <a:buNone/>
            </a:pPr>
            <a:r>
              <a:t/>
            </a:r>
            <a:endParaRPr/>
          </a:p>
        </p:txBody>
      </p:sp>
      <p:sp>
        <p:nvSpPr>
          <p:cNvPr id="6376" name="Google Shape;6376;p267"/>
          <p:cNvSpPr txBox="1"/>
          <p:nvPr>
            <p:ph idx="3" type="subTitle"/>
          </p:nvPr>
        </p:nvSpPr>
        <p:spPr>
          <a:xfrm>
            <a:off x="5660525" y="5318275"/>
            <a:ext cx="2040300" cy="605700"/>
          </a:xfrm>
          <a:prstGeom prst="rect">
            <a:avLst/>
          </a:prstGeom>
        </p:spPr>
        <p:txBody>
          <a:bodyPr anchorCtr="0" anchor="t" bIns="0" lIns="0" spcFirstLastPara="1" rIns="0" wrap="square" tIns="0">
            <a:noAutofit/>
          </a:bodyPr>
          <a:lstStyle/>
          <a:p>
            <a:pPr indent="0" lvl="0" marL="0" rtl="0" algn="l">
              <a:spcBef>
                <a:spcPts val="0"/>
              </a:spcBef>
              <a:spcAft>
                <a:spcPts val="500"/>
              </a:spcAft>
              <a:buNone/>
            </a:pPr>
            <a:r>
              <a:t/>
            </a:r>
            <a:endParaRPr/>
          </a:p>
        </p:txBody>
      </p:sp>
      <p:sp>
        <p:nvSpPr>
          <p:cNvPr id="6377" name="Google Shape;6377;p267"/>
          <p:cNvSpPr txBox="1"/>
          <p:nvPr>
            <p:ph type="title"/>
          </p:nvPr>
        </p:nvSpPr>
        <p:spPr>
          <a:xfrm>
            <a:off x="5660525" y="1708950"/>
            <a:ext cx="5736300" cy="2117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Extra Slides</a:t>
            </a:r>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1" name="Shape 6381"/>
        <p:cNvGrpSpPr/>
        <p:nvPr/>
      </p:nvGrpSpPr>
      <p:grpSpPr>
        <a:xfrm>
          <a:off x="0" y="0"/>
          <a:ext cx="0" cy="0"/>
          <a:chOff x="0" y="0"/>
          <a:chExt cx="0" cy="0"/>
        </a:xfrm>
      </p:grpSpPr>
      <p:sp>
        <p:nvSpPr>
          <p:cNvPr id="6382" name="Google Shape;6382;p268"/>
          <p:cNvSpPr txBox="1"/>
          <p:nvPr>
            <p:ph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How do environments evolve?</a:t>
            </a:r>
            <a:endParaRPr>
              <a:latin typeface="Red Hat Display"/>
              <a:ea typeface="Red Hat Display"/>
              <a:cs typeface="Red Hat Display"/>
              <a:sym typeface="Red Hat Display"/>
            </a:endParaRPr>
          </a:p>
        </p:txBody>
      </p:sp>
      <p:sp>
        <p:nvSpPr>
          <p:cNvPr id="6383" name="Google Shape;6383;p26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6384" name="Google Shape;6384;p268"/>
          <p:cNvSpPr txBox="1"/>
          <p:nvPr/>
        </p:nvSpPr>
        <p:spPr>
          <a:xfrm>
            <a:off x="694871" y="1126628"/>
            <a:ext cx="11035500" cy="438300"/>
          </a:xfrm>
          <a:prstGeom prst="rect">
            <a:avLst/>
          </a:prstGeom>
          <a:noFill/>
          <a:ln>
            <a:noFill/>
          </a:ln>
        </p:spPr>
        <p:txBody>
          <a:bodyPr anchorCtr="0" anchor="t" bIns="121900" lIns="121900" spcFirstLastPara="1" rIns="121900" wrap="square" tIns="121900">
            <a:noAutofit/>
          </a:bodyPr>
          <a:lstStyle/>
          <a:p>
            <a:pPr indent="0" lvl="0" marL="0" rtl="0" algn="ctr">
              <a:spcBef>
                <a:spcPts val="0"/>
              </a:spcBef>
              <a:spcAft>
                <a:spcPts val="0"/>
              </a:spcAft>
              <a:buClr>
                <a:schemeClr val="dk1"/>
              </a:buClr>
              <a:buSzPts val="1500"/>
              <a:buFont typeface="Arial"/>
              <a:buNone/>
            </a:pPr>
            <a:r>
              <a:t/>
            </a:r>
            <a:endParaRPr sz="19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sz="1300">
              <a:latin typeface="Red Hat Display"/>
              <a:ea typeface="Red Hat Display"/>
              <a:cs typeface="Red Hat Display"/>
              <a:sym typeface="Red Hat Display"/>
            </a:endParaRPr>
          </a:p>
        </p:txBody>
      </p:sp>
      <p:sp>
        <p:nvSpPr>
          <p:cNvPr id="6385" name="Google Shape;6385;p26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6386" name="Google Shape;6386;p268"/>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pic>
        <p:nvPicPr>
          <p:cNvPr id="6387" name="Google Shape;6387;p268"/>
          <p:cNvPicPr preferRelativeResize="0"/>
          <p:nvPr/>
        </p:nvPicPr>
        <p:blipFill>
          <a:blip r:embed="rId3">
            <a:alphaModFix/>
          </a:blip>
          <a:stretch>
            <a:fillRect/>
          </a:stretch>
        </p:blipFill>
        <p:spPr>
          <a:xfrm>
            <a:off x="1467075" y="2375883"/>
            <a:ext cx="2106248" cy="2106248"/>
          </a:xfrm>
          <a:prstGeom prst="rect">
            <a:avLst/>
          </a:prstGeom>
          <a:noFill/>
          <a:ln>
            <a:noFill/>
          </a:ln>
        </p:spPr>
      </p:pic>
      <p:sp>
        <p:nvSpPr>
          <p:cNvPr id="6388" name="Google Shape;6388;p268"/>
          <p:cNvSpPr txBox="1"/>
          <p:nvPr/>
        </p:nvSpPr>
        <p:spPr>
          <a:xfrm>
            <a:off x="4385600" y="2551550"/>
            <a:ext cx="45621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Text"/>
                <a:ea typeface="Red Hat Text"/>
                <a:cs typeface="Red Hat Text"/>
                <a:sym typeface="Red Hat Text"/>
              </a:rPr>
              <a:t>A server running Linux</a:t>
            </a:r>
            <a:endParaRPr>
              <a:latin typeface="Red Hat Text"/>
              <a:ea typeface="Red Hat Text"/>
              <a:cs typeface="Red Hat Text"/>
              <a:sym typeface="Red Hat Text"/>
            </a:endParaRPr>
          </a:p>
          <a:p>
            <a:pPr indent="0" lvl="0" marL="0" rtl="0" algn="l">
              <a:spcBef>
                <a:spcPts val="0"/>
              </a:spcBef>
              <a:spcAft>
                <a:spcPts val="0"/>
              </a:spcAft>
              <a:buNone/>
            </a:pPr>
            <a:r>
              <a:rPr lang="en">
                <a:latin typeface="Red Hat Text"/>
                <a:ea typeface="Red Hat Text"/>
                <a:cs typeface="Red Hat Text"/>
                <a:sym typeface="Red Hat Text"/>
              </a:rPr>
              <a:t>Yay.</a:t>
            </a:r>
            <a:endParaRPr>
              <a:latin typeface="Red Hat Text"/>
              <a:ea typeface="Red Hat Text"/>
              <a:cs typeface="Red Hat Text"/>
              <a:sym typeface="Red Hat Text"/>
            </a:endParaRPr>
          </a:p>
          <a:p>
            <a:pPr indent="0" lvl="0" marL="0" rtl="0" algn="l">
              <a:spcBef>
                <a:spcPts val="0"/>
              </a:spcBef>
              <a:spcAft>
                <a:spcPts val="0"/>
              </a:spcAft>
              <a:buNone/>
            </a:pPr>
            <a:r>
              <a:rPr lang="en">
                <a:latin typeface="Red Hat Text"/>
                <a:ea typeface="Red Hat Text"/>
                <a:cs typeface="Red Hat Text"/>
                <a:sym typeface="Red Hat Text"/>
              </a:rPr>
              <a:t>No network.</a:t>
            </a:r>
            <a:endParaRPr>
              <a:latin typeface="Red Hat Text"/>
              <a:ea typeface="Red Hat Text"/>
              <a:cs typeface="Red Hat Text"/>
              <a:sym typeface="Red Hat Text"/>
            </a:endParaRPr>
          </a:p>
          <a:p>
            <a:pPr indent="0" lvl="0" marL="0" rtl="0" algn="l">
              <a:spcBef>
                <a:spcPts val="0"/>
              </a:spcBef>
              <a:spcAft>
                <a:spcPts val="0"/>
              </a:spcAft>
              <a:buNone/>
            </a:pPr>
            <a:r>
              <a:rPr lang="en">
                <a:latin typeface="Red Hat Text"/>
                <a:ea typeface="Red Hat Text"/>
                <a:cs typeface="Red Hat Text"/>
                <a:sym typeface="Red Hat Text"/>
              </a:rPr>
              <a:t>Local management of identity / authentication.</a:t>
            </a:r>
            <a:endParaRPr>
              <a:latin typeface="Red Hat Text"/>
              <a:ea typeface="Red Hat Text"/>
              <a:cs typeface="Red Hat Text"/>
              <a:sym typeface="Red Hat Text"/>
            </a:endParaRPr>
          </a:p>
          <a:p>
            <a:pPr indent="0" lvl="0" marL="0" rtl="0" algn="l">
              <a:spcBef>
                <a:spcPts val="0"/>
              </a:spcBef>
              <a:spcAft>
                <a:spcPts val="0"/>
              </a:spcAft>
              <a:buNone/>
            </a:pPr>
            <a:r>
              <a:rPr lang="en">
                <a:latin typeface="Red Hat Text"/>
                <a:ea typeface="Red Hat Text"/>
                <a:cs typeface="Red Hat Text"/>
                <a:sym typeface="Red Hat Text"/>
              </a:rPr>
              <a:t>Local management of installed tools / apps</a:t>
            </a:r>
            <a:endParaRPr>
              <a:latin typeface="Red Hat Text"/>
              <a:ea typeface="Red Hat Text"/>
              <a:cs typeface="Red Hat Text"/>
              <a:sym typeface="Red Hat Text"/>
            </a:endParaRPr>
          </a:p>
          <a:p>
            <a:pPr indent="0" lvl="0" marL="0" rtl="0" algn="l">
              <a:spcBef>
                <a:spcPts val="0"/>
              </a:spcBef>
              <a:spcAft>
                <a:spcPts val="0"/>
              </a:spcAft>
              <a:buNone/>
            </a:pPr>
            <a:r>
              <a:rPr lang="en">
                <a:latin typeface="Red Hat Text"/>
                <a:ea typeface="Red Hat Text"/>
                <a:cs typeface="Red Hat Text"/>
                <a:sym typeface="Red Hat Text"/>
              </a:rPr>
              <a:t>Local management of well… everything.</a:t>
            </a:r>
            <a:endParaRPr>
              <a:latin typeface="Red Hat Text"/>
              <a:ea typeface="Red Hat Text"/>
              <a:cs typeface="Red Hat Text"/>
              <a:sym typeface="Red Hat Text"/>
            </a:endParaRPr>
          </a:p>
          <a:p>
            <a:pPr indent="0" lvl="0" marL="0" rtl="0" algn="l">
              <a:spcBef>
                <a:spcPts val="0"/>
              </a:spcBef>
              <a:spcAft>
                <a:spcPts val="0"/>
              </a:spcAft>
              <a:buNone/>
            </a:pPr>
            <a:r>
              <a:rPr lang="en">
                <a:latin typeface="Red Hat Text"/>
                <a:ea typeface="Red Hat Text"/>
                <a:cs typeface="Red Hat Text"/>
                <a:sym typeface="Red Hat Text"/>
              </a:rPr>
              <a:t>No problem!</a:t>
            </a:r>
            <a:endParaRPr>
              <a:latin typeface="Red Hat Text"/>
              <a:ea typeface="Red Hat Text"/>
              <a:cs typeface="Red Hat Text"/>
              <a:sym typeface="Red Hat Text"/>
            </a:endParaRPr>
          </a:p>
          <a:p>
            <a:pPr indent="0" lvl="0" marL="0" rtl="0" algn="l">
              <a:spcBef>
                <a:spcPts val="0"/>
              </a:spcBef>
              <a:spcAft>
                <a:spcPts val="0"/>
              </a:spcAft>
              <a:buNone/>
            </a:pPr>
            <a:r>
              <a:t/>
            </a:r>
            <a:endParaRPr>
              <a:latin typeface="Red Hat Text"/>
              <a:ea typeface="Red Hat Text"/>
              <a:cs typeface="Red Hat Text"/>
              <a:sym typeface="Red Hat Text"/>
            </a:endParaRPr>
          </a:p>
          <a:p>
            <a:pPr indent="0" lvl="0" marL="0" rtl="0" algn="l">
              <a:spcBef>
                <a:spcPts val="0"/>
              </a:spcBef>
              <a:spcAft>
                <a:spcPts val="0"/>
              </a:spcAft>
              <a:buNone/>
            </a:pPr>
            <a:r>
              <a:rPr lang="en">
                <a:latin typeface="Red Hat Text"/>
                <a:ea typeface="Red Hat Text"/>
                <a:cs typeface="Red Hat Text"/>
                <a:sym typeface="Red Hat Text"/>
              </a:rPr>
              <a:t>Value == only discovery / learning</a:t>
            </a:r>
            <a:endParaRPr>
              <a:latin typeface="Red Hat Text"/>
              <a:ea typeface="Red Hat Text"/>
              <a:cs typeface="Red Hat Text"/>
              <a:sym typeface="Red Hat Text"/>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2" name="Shape 6392"/>
        <p:cNvGrpSpPr/>
        <p:nvPr/>
      </p:nvGrpSpPr>
      <p:grpSpPr>
        <a:xfrm>
          <a:off x="0" y="0"/>
          <a:ext cx="0" cy="0"/>
          <a:chOff x="0" y="0"/>
          <a:chExt cx="0" cy="0"/>
        </a:xfrm>
      </p:grpSpPr>
      <p:sp>
        <p:nvSpPr>
          <p:cNvPr id="6393" name="Google Shape;6393;p269"/>
          <p:cNvSpPr txBox="1"/>
          <p:nvPr>
            <p:ph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How do environments evolve?</a:t>
            </a:r>
            <a:endParaRPr>
              <a:latin typeface="Red Hat Display"/>
              <a:ea typeface="Red Hat Display"/>
              <a:cs typeface="Red Hat Display"/>
              <a:sym typeface="Red Hat Display"/>
            </a:endParaRPr>
          </a:p>
        </p:txBody>
      </p:sp>
      <p:sp>
        <p:nvSpPr>
          <p:cNvPr id="6394" name="Google Shape;6394;p26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6395" name="Google Shape;6395;p269"/>
          <p:cNvSpPr txBox="1"/>
          <p:nvPr/>
        </p:nvSpPr>
        <p:spPr>
          <a:xfrm>
            <a:off x="694871" y="1126628"/>
            <a:ext cx="11035500" cy="438300"/>
          </a:xfrm>
          <a:prstGeom prst="rect">
            <a:avLst/>
          </a:prstGeom>
          <a:noFill/>
          <a:ln>
            <a:noFill/>
          </a:ln>
        </p:spPr>
        <p:txBody>
          <a:bodyPr anchorCtr="0" anchor="t" bIns="121900" lIns="121900" spcFirstLastPara="1" rIns="121900" wrap="square" tIns="121900">
            <a:noAutofit/>
          </a:bodyPr>
          <a:lstStyle/>
          <a:p>
            <a:pPr indent="0" lvl="0" marL="0" rtl="0" algn="ctr">
              <a:spcBef>
                <a:spcPts val="0"/>
              </a:spcBef>
              <a:spcAft>
                <a:spcPts val="0"/>
              </a:spcAft>
              <a:buClr>
                <a:schemeClr val="dk1"/>
              </a:buClr>
              <a:buSzPts val="1500"/>
              <a:buFont typeface="Arial"/>
              <a:buNone/>
            </a:pPr>
            <a:r>
              <a:t/>
            </a:r>
            <a:endParaRPr sz="19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sz="1300">
              <a:latin typeface="Red Hat Display"/>
              <a:ea typeface="Red Hat Display"/>
              <a:cs typeface="Red Hat Display"/>
              <a:sym typeface="Red Hat Display"/>
            </a:endParaRPr>
          </a:p>
        </p:txBody>
      </p:sp>
      <p:sp>
        <p:nvSpPr>
          <p:cNvPr id="6396" name="Google Shape;6396;p26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6397" name="Google Shape;6397;p269"/>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pic>
        <p:nvPicPr>
          <p:cNvPr id="6398" name="Google Shape;6398;p269"/>
          <p:cNvPicPr preferRelativeResize="0"/>
          <p:nvPr/>
        </p:nvPicPr>
        <p:blipFill>
          <a:blip r:embed="rId3">
            <a:alphaModFix/>
          </a:blip>
          <a:stretch>
            <a:fillRect/>
          </a:stretch>
        </p:blipFill>
        <p:spPr>
          <a:xfrm>
            <a:off x="1467075" y="2375883"/>
            <a:ext cx="2106248" cy="2106248"/>
          </a:xfrm>
          <a:prstGeom prst="rect">
            <a:avLst/>
          </a:prstGeom>
          <a:noFill/>
          <a:ln>
            <a:noFill/>
          </a:ln>
        </p:spPr>
      </p:pic>
      <p:pic>
        <p:nvPicPr>
          <p:cNvPr id="6399" name="Google Shape;6399;p269"/>
          <p:cNvPicPr preferRelativeResize="0"/>
          <p:nvPr/>
        </p:nvPicPr>
        <p:blipFill>
          <a:blip r:embed="rId3">
            <a:alphaModFix/>
          </a:blip>
          <a:stretch>
            <a:fillRect/>
          </a:stretch>
        </p:blipFill>
        <p:spPr>
          <a:xfrm>
            <a:off x="8172675" y="2375883"/>
            <a:ext cx="2106248" cy="2106248"/>
          </a:xfrm>
          <a:prstGeom prst="rect">
            <a:avLst/>
          </a:prstGeom>
          <a:noFill/>
          <a:ln>
            <a:noFill/>
          </a:ln>
        </p:spPr>
      </p:pic>
      <p:pic>
        <p:nvPicPr>
          <p:cNvPr id="6400" name="Google Shape;6400;p269"/>
          <p:cNvPicPr preferRelativeResize="0"/>
          <p:nvPr/>
        </p:nvPicPr>
        <p:blipFill>
          <a:blip r:embed="rId4">
            <a:alphaModFix/>
          </a:blip>
          <a:stretch>
            <a:fillRect/>
          </a:stretch>
        </p:blipFill>
        <p:spPr>
          <a:xfrm>
            <a:off x="5323499" y="2877975"/>
            <a:ext cx="1099000" cy="1102050"/>
          </a:xfrm>
          <a:prstGeom prst="rect">
            <a:avLst/>
          </a:prstGeom>
          <a:noFill/>
          <a:ln>
            <a:noFill/>
          </a:ln>
        </p:spPr>
      </p:pic>
      <p:cxnSp>
        <p:nvCxnSpPr>
          <p:cNvPr id="6401" name="Google Shape;6401;p269"/>
          <p:cNvCxnSpPr>
            <a:stCxn id="6398" idx="3"/>
            <a:endCxn id="6400" idx="1"/>
          </p:cNvCxnSpPr>
          <p:nvPr/>
        </p:nvCxnSpPr>
        <p:spPr>
          <a:xfrm>
            <a:off x="3573323" y="3429007"/>
            <a:ext cx="1750200" cy="600"/>
          </a:xfrm>
          <a:prstGeom prst="curvedConnector3">
            <a:avLst>
              <a:gd fmla="val 49999" name="adj1"/>
            </a:avLst>
          </a:prstGeom>
          <a:noFill/>
          <a:ln cap="flat" cmpd="sng" w="28575">
            <a:solidFill>
              <a:schemeClr val="dk2"/>
            </a:solidFill>
            <a:prstDash val="solid"/>
            <a:round/>
            <a:headEnd len="med" w="med" type="none"/>
            <a:tailEnd len="med" w="med" type="none"/>
          </a:ln>
        </p:spPr>
      </p:cxnSp>
      <p:cxnSp>
        <p:nvCxnSpPr>
          <p:cNvPr id="6402" name="Google Shape;6402;p269"/>
          <p:cNvCxnSpPr>
            <a:stCxn id="6400" idx="3"/>
            <a:endCxn id="6399" idx="1"/>
          </p:cNvCxnSpPr>
          <p:nvPr/>
        </p:nvCxnSpPr>
        <p:spPr>
          <a:xfrm>
            <a:off x="6422499" y="3429000"/>
            <a:ext cx="1750200" cy="600"/>
          </a:xfrm>
          <a:prstGeom prst="curvedConnector3">
            <a:avLst>
              <a:gd fmla="val 49999" name="adj1"/>
            </a:avLst>
          </a:prstGeom>
          <a:noFill/>
          <a:ln cap="flat" cmpd="sng" w="28575">
            <a:solidFill>
              <a:schemeClr val="dk2"/>
            </a:solidFill>
            <a:prstDash val="solid"/>
            <a:round/>
            <a:headEnd len="med" w="med" type="none"/>
            <a:tailEnd len="med" w="med" type="none"/>
          </a:ln>
        </p:spPr>
      </p:cxnSp>
      <p:sp>
        <p:nvSpPr>
          <p:cNvPr id="6403" name="Google Shape;6403;p269"/>
          <p:cNvSpPr txBox="1"/>
          <p:nvPr/>
        </p:nvSpPr>
        <p:spPr>
          <a:xfrm>
            <a:off x="3814950" y="3925125"/>
            <a:ext cx="45621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Text"/>
                <a:ea typeface="Red Hat Text"/>
                <a:cs typeface="Red Hat Text"/>
                <a:sym typeface="Red Hat Text"/>
              </a:rPr>
              <a:t>2 Servers running Linux</a:t>
            </a:r>
            <a:endParaRPr>
              <a:latin typeface="Red Hat Text"/>
              <a:ea typeface="Red Hat Text"/>
              <a:cs typeface="Red Hat Text"/>
              <a:sym typeface="Red Hat Text"/>
            </a:endParaRPr>
          </a:p>
          <a:p>
            <a:pPr indent="0" lvl="0" marL="0" rtl="0" algn="l">
              <a:spcBef>
                <a:spcPts val="0"/>
              </a:spcBef>
              <a:spcAft>
                <a:spcPts val="0"/>
              </a:spcAft>
              <a:buNone/>
            </a:pPr>
            <a:r>
              <a:rPr lang="en">
                <a:latin typeface="Red Hat Text"/>
                <a:ea typeface="Red Hat Text"/>
                <a:cs typeface="Red Hat Text"/>
                <a:sym typeface="Red Hat Text"/>
              </a:rPr>
              <a:t>Yay. … Uh-oh</a:t>
            </a:r>
            <a:endParaRPr>
              <a:latin typeface="Red Hat Text"/>
              <a:ea typeface="Red Hat Text"/>
              <a:cs typeface="Red Hat Text"/>
              <a:sym typeface="Red Hat Text"/>
            </a:endParaRPr>
          </a:p>
          <a:p>
            <a:pPr indent="0" lvl="0" marL="0" rtl="0" algn="l">
              <a:spcBef>
                <a:spcPts val="0"/>
              </a:spcBef>
              <a:spcAft>
                <a:spcPts val="0"/>
              </a:spcAft>
              <a:buNone/>
            </a:pPr>
            <a:r>
              <a:rPr lang="en">
                <a:latin typeface="Red Hat Text"/>
                <a:ea typeface="Red Hat Text"/>
                <a:cs typeface="Red Hat Text"/>
                <a:sym typeface="Red Hat Text"/>
              </a:rPr>
              <a:t>Network, name resolution, time services, centralized ID/An/Az, patching, build, policy definition, etc..</a:t>
            </a:r>
            <a:endParaRPr>
              <a:latin typeface="Red Hat Text"/>
              <a:ea typeface="Red Hat Text"/>
              <a:cs typeface="Red Hat Text"/>
              <a:sym typeface="Red Hat Text"/>
            </a:endParaRPr>
          </a:p>
          <a:p>
            <a:pPr indent="0" lvl="0" marL="0" rtl="0" algn="l">
              <a:spcBef>
                <a:spcPts val="0"/>
              </a:spcBef>
              <a:spcAft>
                <a:spcPts val="0"/>
              </a:spcAft>
              <a:buNone/>
            </a:pPr>
            <a:r>
              <a:t/>
            </a:r>
            <a:endParaRPr>
              <a:latin typeface="Red Hat Text"/>
              <a:ea typeface="Red Hat Text"/>
              <a:cs typeface="Red Hat Text"/>
              <a:sym typeface="Red Hat Text"/>
            </a:endParaRPr>
          </a:p>
          <a:p>
            <a:pPr indent="0" lvl="0" marL="0" rtl="0" algn="l">
              <a:spcBef>
                <a:spcPts val="0"/>
              </a:spcBef>
              <a:spcAft>
                <a:spcPts val="0"/>
              </a:spcAft>
              <a:buNone/>
            </a:pPr>
            <a:r>
              <a:rPr lang="en">
                <a:latin typeface="Red Hat Text"/>
                <a:ea typeface="Red Hat Text"/>
                <a:cs typeface="Red Hat Text"/>
                <a:sym typeface="Red Hat Text"/>
              </a:rPr>
              <a:t>OK. These are good goals…</a:t>
            </a:r>
            <a:endParaRPr>
              <a:latin typeface="Red Hat Text"/>
              <a:ea typeface="Red Hat Text"/>
              <a:cs typeface="Red Hat Text"/>
              <a:sym typeface="Red Hat Text"/>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7" name="Shape 6407"/>
        <p:cNvGrpSpPr/>
        <p:nvPr/>
      </p:nvGrpSpPr>
      <p:grpSpPr>
        <a:xfrm>
          <a:off x="0" y="0"/>
          <a:ext cx="0" cy="0"/>
          <a:chOff x="0" y="0"/>
          <a:chExt cx="0" cy="0"/>
        </a:xfrm>
      </p:grpSpPr>
      <p:pic>
        <p:nvPicPr>
          <p:cNvPr id="6408" name="Google Shape;6408;p270"/>
          <p:cNvPicPr preferRelativeResize="0"/>
          <p:nvPr/>
        </p:nvPicPr>
        <p:blipFill rotWithShape="1">
          <a:blip r:embed="rId3">
            <a:alphaModFix/>
          </a:blip>
          <a:srcRect b="30086" l="0" r="0" t="30445"/>
          <a:stretch/>
        </p:blipFill>
        <p:spPr>
          <a:xfrm>
            <a:off x="1497167" y="4562601"/>
            <a:ext cx="2106250" cy="831300"/>
          </a:xfrm>
          <a:prstGeom prst="rect">
            <a:avLst/>
          </a:prstGeom>
          <a:noFill/>
          <a:ln>
            <a:noFill/>
          </a:ln>
        </p:spPr>
      </p:pic>
      <p:sp>
        <p:nvSpPr>
          <p:cNvPr id="6409" name="Google Shape;6409;p270"/>
          <p:cNvSpPr txBox="1"/>
          <p:nvPr>
            <p:ph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How do environments evolve?</a:t>
            </a:r>
            <a:endParaRPr>
              <a:latin typeface="Red Hat Display"/>
              <a:ea typeface="Red Hat Display"/>
              <a:cs typeface="Red Hat Display"/>
              <a:sym typeface="Red Hat Display"/>
            </a:endParaRPr>
          </a:p>
        </p:txBody>
      </p:sp>
      <p:sp>
        <p:nvSpPr>
          <p:cNvPr id="6410" name="Google Shape;6410;p27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6411" name="Google Shape;6411;p27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6412" name="Google Shape;6412;p270"/>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pic>
        <p:nvPicPr>
          <p:cNvPr id="6413" name="Google Shape;6413;p270"/>
          <p:cNvPicPr preferRelativeResize="0"/>
          <p:nvPr/>
        </p:nvPicPr>
        <p:blipFill>
          <a:blip r:embed="rId4">
            <a:alphaModFix/>
          </a:blip>
          <a:stretch>
            <a:fillRect/>
          </a:stretch>
        </p:blipFill>
        <p:spPr>
          <a:xfrm>
            <a:off x="5323499" y="2877975"/>
            <a:ext cx="1099000" cy="1102050"/>
          </a:xfrm>
          <a:prstGeom prst="rect">
            <a:avLst/>
          </a:prstGeom>
          <a:noFill/>
          <a:ln>
            <a:noFill/>
          </a:ln>
        </p:spPr>
      </p:pic>
      <p:cxnSp>
        <p:nvCxnSpPr>
          <p:cNvPr id="6414" name="Google Shape;6414;p270"/>
          <p:cNvCxnSpPr>
            <a:stCxn id="6415" idx="3"/>
            <a:endCxn id="6413" idx="1"/>
          </p:cNvCxnSpPr>
          <p:nvPr/>
        </p:nvCxnSpPr>
        <p:spPr>
          <a:xfrm>
            <a:off x="3603418" y="2679914"/>
            <a:ext cx="1720200" cy="749100"/>
          </a:xfrm>
          <a:prstGeom prst="curvedConnector3">
            <a:avLst>
              <a:gd fmla="val 49997" name="adj1"/>
            </a:avLst>
          </a:prstGeom>
          <a:noFill/>
          <a:ln cap="flat" cmpd="sng" w="28575">
            <a:solidFill>
              <a:schemeClr val="dk2"/>
            </a:solidFill>
            <a:prstDash val="solid"/>
            <a:round/>
            <a:headEnd len="med" w="med" type="none"/>
            <a:tailEnd len="med" w="med" type="none"/>
          </a:ln>
        </p:spPr>
      </p:cxnSp>
      <p:cxnSp>
        <p:nvCxnSpPr>
          <p:cNvPr id="6416" name="Google Shape;6416;p270"/>
          <p:cNvCxnSpPr>
            <a:stCxn id="6413" idx="3"/>
            <a:endCxn id="6417" idx="1"/>
          </p:cNvCxnSpPr>
          <p:nvPr/>
        </p:nvCxnSpPr>
        <p:spPr>
          <a:xfrm flipH="1" rot="10800000">
            <a:off x="6422499" y="2679900"/>
            <a:ext cx="1938000" cy="749100"/>
          </a:xfrm>
          <a:prstGeom prst="curvedConnector3">
            <a:avLst>
              <a:gd fmla="val 49997" name="adj1"/>
            </a:avLst>
          </a:prstGeom>
          <a:noFill/>
          <a:ln cap="flat" cmpd="sng" w="28575">
            <a:solidFill>
              <a:schemeClr val="dk2"/>
            </a:solidFill>
            <a:prstDash val="solid"/>
            <a:round/>
            <a:headEnd len="med" w="med" type="none"/>
            <a:tailEnd len="med" w="med" type="none"/>
          </a:ln>
        </p:spPr>
      </p:cxnSp>
      <p:sp>
        <p:nvSpPr>
          <p:cNvPr id="6418" name="Google Shape;6418;p270"/>
          <p:cNvSpPr txBox="1"/>
          <p:nvPr/>
        </p:nvSpPr>
        <p:spPr>
          <a:xfrm>
            <a:off x="3814950" y="5144325"/>
            <a:ext cx="45621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Text"/>
                <a:ea typeface="Red Hat Text"/>
                <a:cs typeface="Red Hat Text"/>
                <a:sym typeface="Red Hat Text"/>
              </a:rPr>
              <a:t>10 Servers running Linux</a:t>
            </a:r>
            <a:endParaRPr>
              <a:latin typeface="Red Hat Text"/>
              <a:ea typeface="Red Hat Text"/>
              <a:cs typeface="Red Hat Text"/>
              <a:sym typeface="Red Hat Text"/>
            </a:endParaRPr>
          </a:p>
          <a:p>
            <a:pPr indent="0" lvl="0" marL="0" rtl="0" algn="l">
              <a:spcBef>
                <a:spcPts val="0"/>
              </a:spcBef>
              <a:spcAft>
                <a:spcPts val="0"/>
              </a:spcAft>
              <a:buNone/>
            </a:pPr>
            <a:r>
              <a:rPr lang="en">
                <a:latin typeface="Red Hat Text"/>
                <a:ea typeface="Red Hat Text"/>
                <a:cs typeface="Red Hat Text"/>
                <a:sym typeface="Red Hat Text"/>
              </a:rPr>
              <a:t>Oh, no…</a:t>
            </a:r>
            <a:endParaRPr>
              <a:latin typeface="Red Hat Text"/>
              <a:ea typeface="Red Hat Text"/>
              <a:cs typeface="Red Hat Text"/>
              <a:sym typeface="Red Hat Text"/>
            </a:endParaRPr>
          </a:p>
          <a:p>
            <a:pPr indent="0" lvl="0" marL="0" rtl="0" algn="l">
              <a:spcBef>
                <a:spcPts val="0"/>
              </a:spcBef>
              <a:spcAft>
                <a:spcPts val="0"/>
              </a:spcAft>
              <a:buNone/>
            </a:pPr>
            <a:r>
              <a:rPr lang="en">
                <a:latin typeface="Red Hat Text"/>
                <a:ea typeface="Red Hat Text"/>
                <a:cs typeface="Red Hat Text"/>
                <a:sym typeface="Red Hat Text"/>
              </a:rPr>
              <a:t>These are becoming a necessity! We better get standards…</a:t>
            </a:r>
            <a:endParaRPr>
              <a:latin typeface="Red Hat Text"/>
              <a:ea typeface="Red Hat Text"/>
              <a:cs typeface="Red Hat Text"/>
              <a:sym typeface="Red Hat Text"/>
            </a:endParaRPr>
          </a:p>
        </p:txBody>
      </p:sp>
      <p:cxnSp>
        <p:nvCxnSpPr>
          <p:cNvPr id="6419" name="Google Shape;6419;p270"/>
          <p:cNvCxnSpPr>
            <a:stCxn id="6420" idx="3"/>
            <a:endCxn id="6413" idx="1"/>
          </p:cNvCxnSpPr>
          <p:nvPr/>
        </p:nvCxnSpPr>
        <p:spPr>
          <a:xfrm>
            <a:off x="3603418" y="1913801"/>
            <a:ext cx="1720200" cy="1515300"/>
          </a:xfrm>
          <a:prstGeom prst="curvedConnector3">
            <a:avLst>
              <a:gd fmla="val 49997" name="adj1"/>
            </a:avLst>
          </a:prstGeom>
          <a:noFill/>
          <a:ln cap="flat" cmpd="sng" w="28575">
            <a:solidFill>
              <a:schemeClr val="dk2"/>
            </a:solidFill>
            <a:prstDash val="solid"/>
            <a:round/>
            <a:headEnd len="med" w="med" type="none"/>
            <a:tailEnd len="med" w="med" type="none"/>
          </a:ln>
        </p:spPr>
      </p:cxnSp>
      <p:cxnSp>
        <p:nvCxnSpPr>
          <p:cNvPr id="6421" name="Google Shape;6421;p270"/>
          <p:cNvCxnSpPr>
            <a:stCxn id="6422" idx="3"/>
            <a:endCxn id="6413" idx="1"/>
          </p:cNvCxnSpPr>
          <p:nvPr/>
        </p:nvCxnSpPr>
        <p:spPr>
          <a:xfrm flipH="1" rot="10800000">
            <a:off x="3603418" y="3429139"/>
            <a:ext cx="1720200" cy="783000"/>
          </a:xfrm>
          <a:prstGeom prst="curvedConnector3">
            <a:avLst>
              <a:gd fmla="val 49997" name="adj1"/>
            </a:avLst>
          </a:prstGeom>
          <a:noFill/>
          <a:ln cap="flat" cmpd="sng" w="28575">
            <a:solidFill>
              <a:schemeClr val="dk2"/>
            </a:solidFill>
            <a:prstDash val="solid"/>
            <a:round/>
            <a:headEnd len="med" w="med" type="none"/>
            <a:tailEnd len="med" w="med" type="none"/>
          </a:ln>
        </p:spPr>
      </p:cxnSp>
      <p:cxnSp>
        <p:nvCxnSpPr>
          <p:cNvPr id="6423" name="Google Shape;6423;p270"/>
          <p:cNvCxnSpPr>
            <a:stCxn id="6413" idx="1"/>
            <a:endCxn id="6408" idx="3"/>
          </p:cNvCxnSpPr>
          <p:nvPr/>
        </p:nvCxnSpPr>
        <p:spPr>
          <a:xfrm flipH="1">
            <a:off x="3603299" y="3429000"/>
            <a:ext cx="1720200" cy="1549200"/>
          </a:xfrm>
          <a:prstGeom prst="curvedConnector3">
            <a:avLst>
              <a:gd fmla="val 49997" name="adj1"/>
            </a:avLst>
          </a:prstGeom>
          <a:noFill/>
          <a:ln cap="flat" cmpd="sng" w="28575">
            <a:solidFill>
              <a:schemeClr val="dk2"/>
            </a:solidFill>
            <a:prstDash val="solid"/>
            <a:round/>
            <a:headEnd len="med" w="med" type="none"/>
            <a:tailEnd len="med" w="med" type="none"/>
          </a:ln>
        </p:spPr>
      </p:cxnSp>
      <p:cxnSp>
        <p:nvCxnSpPr>
          <p:cNvPr id="6424" name="Google Shape;6424;p270"/>
          <p:cNvCxnSpPr>
            <a:stCxn id="6413" idx="1"/>
            <a:endCxn id="6425" idx="3"/>
          </p:cNvCxnSpPr>
          <p:nvPr/>
        </p:nvCxnSpPr>
        <p:spPr>
          <a:xfrm flipH="1">
            <a:off x="3603299" y="3429000"/>
            <a:ext cx="1720200" cy="17100"/>
          </a:xfrm>
          <a:prstGeom prst="curvedConnector3">
            <a:avLst>
              <a:gd fmla="val 49997" name="adj1"/>
            </a:avLst>
          </a:prstGeom>
          <a:noFill/>
          <a:ln cap="flat" cmpd="sng" w="28575">
            <a:solidFill>
              <a:schemeClr val="dk2"/>
            </a:solidFill>
            <a:prstDash val="solid"/>
            <a:round/>
            <a:headEnd len="med" w="med" type="none"/>
            <a:tailEnd len="med" w="med" type="none"/>
          </a:ln>
        </p:spPr>
      </p:cxnSp>
      <p:cxnSp>
        <p:nvCxnSpPr>
          <p:cNvPr id="6426" name="Google Shape;6426;p270"/>
          <p:cNvCxnSpPr>
            <a:stCxn id="6427" idx="1"/>
            <a:endCxn id="6413" idx="3"/>
          </p:cNvCxnSpPr>
          <p:nvPr/>
        </p:nvCxnSpPr>
        <p:spPr>
          <a:xfrm flipH="1">
            <a:off x="6422400" y="1913801"/>
            <a:ext cx="1938000" cy="1515300"/>
          </a:xfrm>
          <a:prstGeom prst="curvedConnector3">
            <a:avLst>
              <a:gd fmla="val 49997" name="adj1"/>
            </a:avLst>
          </a:prstGeom>
          <a:noFill/>
          <a:ln cap="flat" cmpd="sng" w="28575">
            <a:solidFill>
              <a:schemeClr val="dk2"/>
            </a:solidFill>
            <a:prstDash val="solid"/>
            <a:round/>
            <a:headEnd len="med" w="med" type="none"/>
            <a:tailEnd len="med" w="med" type="none"/>
          </a:ln>
        </p:spPr>
      </p:cxnSp>
      <p:cxnSp>
        <p:nvCxnSpPr>
          <p:cNvPr id="6428" name="Google Shape;6428;p270"/>
          <p:cNvCxnSpPr>
            <a:stCxn id="6429" idx="1"/>
            <a:endCxn id="6413" idx="3"/>
          </p:cNvCxnSpPr>
          <p:nvPr/>
        </p:nvCxnSpPr>
        <p:spPr>
          <a:xfrm rot="10800000">
            <a:off x="6422400" y="3429051"/>
            <a:ext cx="1938000" cy="1549200"/>
          </a:xfrm>
          <a:prstGeom prst="curvedConnector3">
            <a:avLst>
              <a:gd fmla="val 49997" name="adj1"/>
            </a:avLst>
          </a:prstGeom>
          <a:noFill/>
          <a:ln cap="flat" cmpd="sng" w="28575">
            <a:solidFill>
              <a:schemeClr val="dk2"/>
            </a:solidFill>
            <a:prstDash val="solid"/>
            <a:round/>
            <a:headEnd len="med" w="med" type="none"/>
            <a:tailEnd len="med" w="med" type="none"/>
          </a:ln>
        </p:spPr>
      </p:cxnSp>
      <p:cxnSp>
        <p:nvCxnSpPr>
          <p:cNvPr id="6430" name="Google Shape;6430;p270"/>
          <p:cNvCxnSpPr>
            <a:stCxn id="6431" idx="1"/>
            <a:endCxn id="6413" idx="3"/>
          </p:cNvCxnSpPr>
          <p:nvPr/>
        </p:nvCxnSpPr>
        <p:spPr>
          <a:xfrm rot="10800000">
            <a:off x="6422400" y="3429139"/>
            <a:ext cx="1938000" cy="783000"/>
          </a:xfrm>
          <a:prstGeom prst="curvedConnector3">
            <a:avLst>
              <a:gd fmla="val 49997" name="adj1"/>
            </a:avLst>
          </a:prstGeom>
          <a:noFill/>
          <a:ln cap="flat" cmpd="sng" w="28575">
            <a:solidFill>
              <a:schemeClr val="dk2"/>
            </a:solidFill>
            <a:prstDash val="solid"/>
            <a:round/>
            <a:headEnd len="med" w="med" type="none"/>
            <a:tailEnd len="med" w="med" type="none"/>
          </a:ln>
        </p:spPr>
      </p:cxnSp>
      <p:cxnSp>
        <p:nvCxnSpPr>
          <p:cNvPr id="6432" name="Google Shape;6432;p270"/>
          <p:cNvCxnSpPr>
            <a:stCxn id="6433" idx="1"/>
            <a:endCxn id="6413" idx="3"/>
          </p:cNvCxnSpPr>
          <p:nvPr/>
        </p:nvCxnSpPr>
        <p:spPr>
          <a:xfrm rot="10800000">
            <a:off x="6422400" y="3428926"/>
            <a:ext cx="1938000" cy="17100"/>
          </a:xfrm>
          <a:prstGeom prst="curvedConnector3">
            <a:avLst>
              <a:gd fmla="val 49997" name="adj1"/>
            </a:avLst>
          </a:prstGeom>
          <a:noFill/>
          <a:ln cap="flat" cmpd="sng" w="28575">
            <a:solidFill>
              <a:schemeClr val="dk2"/>
            </a:solidFill>
            <a:prstDash val="solid"/>
            <a:round/>
            <a:headEnd len="med" w="med" type="none"/>
            <a:tailEnd len="med" w="med" type="none"/>
          </a:ln>
        </p:spPr>
      </p:cxnSp>
      <p:pic>
        <p:nvPicPr>
          <p:cNvPr id="6420" name="Google Shape;6420;p270"/>
          <p:cNvPicPr preferRelativeResize="0"/>
          <p:nvPr/>
        </p:nvPicPr>
        <p:blipFill rotWithShape="1">
          <a:blip r:embed="rId3">
            <a:alphaModFix/>
          </a:blip>
          <a:srcRect b="30086" l="0" r="0" t="30445"/>
          <a:stretch/>
        </p:blipFill>
        <p:spPr>
          <a:xfrm>
            <a:off x="1497167" y="1498151"/>
            <a:ext cx="2106250" cy="831300"/>
          </a:xfrm>
          <a:prstGeom prst="rect">
            <a:avLst/>
          </a:prstGeom>
          <a:noFill/>
          <a:ln>
            <a:noFill/>
          </a:ln>
        </p:spPr>
      </p:pic>
      <p:pic>
        <p:nvPicPr>
          <p:cNvPr id="6415" name="Google Shape;6415;p270"/>
          <p:cNvPicPr preferRelativeResize="0"/>
          <p:nvPr/>
        </p:nvPicPr>
        <p:blipFill rotWithShape="1">
          <a:blip r:embed="rId3">
            <a:alphaModFix/>
          </a:blip>
          <a:srcRect b="30086" l="0" r="0" t="30445"/>
          <a:stretch/>
        </p:blipFill>
        <p:spPr>
          <a:xfrm>
            <a:off x="1497167" y="2264263"/>
            <a:ext cx="2106250" cy="831300"/>
          </a:xfrm>
          <a:prstGeom prst="rect">
            <a:avLst/>
          </a:prstGeom>
          <a:noFill/>
          <a:ln>
            <a:noFill/>
          </a:ln>
        </p:spPr>
      </p:pic>
      <p:pic>
        <p:nvPicPr>
          <p:cNvPr id="6425" name="Google Shape;6425;p270"/>
          <p:cNvPicPr preferRelativeResize="0"/>
          <p:nvPr/>
        </p:nvPicPr>
        <p:blipFill rotWithShape="1">
          <a:blip r:embed="rId3">
            <a:alphaModFix/>
          </a:blip>
          <a:srcRect b="30086" l="0" r="0" t="30445"/>
          <a:stretch/>
        </p:blipFill>
        <p:spPr>
          <a:xfrm>
            <a:off x="1497167" y="3030376"/>
            <a:ext cx="2106250" cy="831300"/>
          </a:xfrm>
          <a:prstGeom prst="rect">
            <a:avLst/>
          </a:prstGeom>
          <a:noFill/>
          <a:ln>
            <a:noFill/>
          </a:ln>
        </p:spPr>
      </p:pic>
      <p:pic>
        <p:nvPicPr>
          <p:cNvPr id="6422" name="Google Shape;6422;p270"/>
          <p:cNvPicPr preferRelativeResize="0"/>
          <p:nvPr/>
        </p:nvPicPr>
        <p:blipFill rotWithShape="1">
          <a:blip r:embed="rId3">
            <a:alphaModFix/>
          </a:blip>
          <a:srcRect b="30086" l="0" r="0" t="30445"/>
          <a:stretch/>
        </p:blipFill>
        <p:spPr>
          <a:xfrm>
            <a:off x="1497167" y="3796488"/>
            <a:ext cx="2106250" cy="831300"/>
          </a:xfrm>
          <a:prstGeom prst="rect">
            <a:avLst/>
          </a:prstGeom>
          <a:noFill/>
          <a:ln>
            <a:noFill/>
          </a:ln>
        </p:spPr>
      </p:pic>
      <p:pic>
        <p:nvPicPr>
          <p:cNvPr id="6429" name="Google Shape;6429;p270"/>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427" name="Google Shape;6427;p270"/>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417" name="Google Shape;6417;p270"/>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433" name="Google Shape;6433;p270"/>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431" name="Google Shape;6431;p270"/>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7" name="Shape 6437"/>
        <p:cNvGrpSpPr/>
        <p:nvPr/>
      </p:nvGrpSpPr>
      <p:grpSpPr>
        <a:xfrm>
          <a:off x="0" y="0"/>
          <a:ext cx="0" cy="0"/>
          <a:chOff x="0" y="0"/>
          <a:chExt cx="0" cy="0"/>
        </a:xfrm>
      </p:grpSpPr>
      <p:grpSp>
        <p:nvGrpSpPr>
          <p:cNvPr id="6438" name="Google Shape;6438;p271"/>
          <p:cNvGrpSpPr/>
          <p:nvPr/>
        </p:nvGrpSpPr>
        <p:grpSpPr>
          <a:xfrm>
            <a:off x="9024288" y="812351"/>
            <a:ext cx="2106250" cy="3895750"/>
            <a:chOff x="8360400" y="1498151"/>
            <a:chExt cx="2106250" cy="3895750"/>
          </a:xfrm>
        </p:grpSpPr>
        <p:sp>
          <p:nvSpPr>
            <p:cNvPr id="6439" name="Google Shape;6439;p271"/>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440" name="Google Shape;6440;p271"/>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441" name="Google Shape;6441;p271"/>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442" name="Google Shape;6442;p271"/>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443" name="Google Shape;6443;p271"/>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444" name="Google Shape;6444;p271"/>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445" name="Google Shape;6445;p271"/>
          <p:cNvGrpSpPr/>
          <p:nvPr/>
        </p:nvGrpSpPr>
        <p:grpSpPr>
          <a:xfrm>
            <a:off x="8901322" y="935317"/>
            <a:ext cx="2106250" cy="3895750"/>
            <a:chOff x="8360400" y="1498151"/>
            <a:chExt cx="2106250" cy="3895750"/>
          </a:xfrm>
        </p:grpSpPr>
        <p:sp>
          <p:nvSpPr>
            <p:cNvPr id="6446" name="Google Shape;6446;p271"/>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447" name="Google Shape;6447;p271"/>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448" name="Google Shape;6448;p271"/>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449" name="Google Shape;6449;p271"/>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450" name="Google Shape;6450;p271"/>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451" name="Google Shape;6451;p271"/>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452" name="Google Shape;6452;p271"/>
          <p:cNvGrpSpPr/>
          <p:nvPr/>
        </p:nvGrpSpPr>
        <p:grpSpPr>
          <a:xfrm>
            <a:off x="8778355" y="1060573"/>
            <a:ext cx="2106250" cy="3895750"/>
            <a:chOff x="8360400" y="1498151"/>
            <a:chExt cx="2106250" cy="3895750"/>
          </a:xfrm>
        </p:grpSpPr>
        <p:sp>
          <p:nvSpPr>
            <p:cNvPr id="6453" name="Google Shape;6453;p271"/>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454" name="Google Shape;6454;p271"/>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455" name="Google Shape;6455;p271"/>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456" name="Google Shape;6456;p271"/>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457" name="Google Shape;6457;p271"/>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458" name="Google Shape;6458;p271"/>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459" name="Google Shape;6459;p271"/>
          <p:cNvGrpSpPr/>
          <p:nvPr/>
        </p:nvGrpSpPr>
        <p:grpSpPr>
          <a:xfrm>
            <a:off x="8645578" y="1193351"/>
            <a:ext cx="2106250" cy="3895750"/>
            <a:chOff x="8360400" y="1498151"/>
            <a:chExt cx="2106250" cy="3895750"/>
          </a:xfrm>
        </p:grpSpPr>
        <p:sp>
          <p:nvSpPr>
            <p:cNvPr id="6460" name="Google Shape;6460;p271"/>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461" name="Google Shape;6461;p271"/>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462" name="Google Shape;6462;p271"/>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463" name="Google Shape;6463;p271"/>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464" name="Google Shape;6464;p271"/>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465" name="Google Shape;6465;p271"/>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466" name="Google Shape;6466;p271"/>
          <p:cNvGrpSpPr/>
          <p:nvPr/>
        </p:nvGrpSpPr>
        <p:grpSpPr>
          <a:xfrm>
            <a:off x="8512800" y="1345751"/>
            <a:ext cx="2106250" cy="3895750"/>
            <a:chOff x="8360400" y="1498151"/>
            <a:chExt cx="2106250" cy="3895750"/>
          </a:xfrm>
        </p:grpSpPr>
        <p:sp>
          <p:nvSpPr>
            <p:cNvPr id="6467" name="Google Shape;6467;p271"/>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468" name="Google Shape;6468;p271"/>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469" name="Google Shape;6469;p271"/>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470" name="Google Shape;6470;p271"/>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471" name="Google Shape;6471;p271"/>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472" name="Google Shape;6472;p271"/>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sp>
        <p:nvSpPr>
          <p:cNvPr id="6473" name="Google Shape;6473;p271"/>
          <p:cNvSpPr txBox="1"/>
          <p:nvPr>
            <p:ph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How do environments evolve?</a:t>
            </a:r>
            <a:endParaRPr>
              <a:latin typeface="Red Hat Display"/>
              <a:ea typeface="Red Hat Display"/>
              <a:cs typeface="Red Hat Display"/>
              <a:sym typeface="Red Hat Display"/>
            </a:endParaRPr>
          </a:p>
        </p:txBody>
      </p:sp>
      <p:sp>
        <p:nvSpPr>
          <p:cNvPr id="6474" name="Google Shape;6474;p27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6475" name="Google Shape;6475;p27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6476" name="Google Shape;6476;p271"/>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pic>
        <p:nvPicPr>
          <p:cNvPr id="6477" name="Google Shape;6477;p271"/>
          <p:cNvPicPr preferRelativeResize="0"/>
          <p:nvPr/>
        </p:nvPicPr>
        <p:blipFill>
          <a:blip r:embed="rId4">
            <a:alphaModFix/>
          </a:blip>
          <a:stretch>
            <a:fillRect/>
          </a:stretch>
        </p:blipFill>
        <p:spPr>
          <a:xfrm>
            <a:off x="5323499" y="2877975"/>
            <a:ext cx="1099000" cy="1102050"/>
          </a:xfrm>
          <a:prstGeom prst="rect">
            <a:avLst/>
          </a:prstGeom>
          <a:noFill/>
          <a:ln>
            <a:noFill/>
          </a:ln>
        </p:spPr>
      </p:pic>
      <p:cxnSp>
        <p:nvCxnSpPr>
          <p:cNvPr id="6478" name="Google Shape;6478;p271"/>
          <p:cNvCxnSpPr>
            <a:stCxn id="6479" idx="3"/>
            <a:endCxn id="6477" idx="1"/>
          </p:cNvCxnSpPr>
          <p:nvPr/>
        </p:nvCxnSpPr>
        <p:spPr>
          <a:xfrm>
            <a:off x="3603299" y="2679900"/>
            <a:ext cx="1720200" cy="749100"/>
          </a:xfrm>
          <a:prstGeom prst="curvedConnector3">
            <a:avLst>
              <a:gd fmla="val 50000" name="adj1"/>
            </a:avLst>
          </a:prstGeom>
          <a:noFill/>
          <a:ln cap="flat" cmpd="sng" w="28575">
            <a:solidFill>
              <a:schemeClr val="dk2"/>
            </a:solidFill>
            <a:prstDash val="solid"/>
            <a:round/>
            <a:headEnd len="med" w="med" type="none"/>
            <a:tailEnd len="med" w="med" type="none"/>
          </a:ln>
        </p:spPr>
      </p:cxnSp>
      <p:cxnSp>
        <p:nvCxnSpPr>
          <p:cNvPr id="6480" name="Google Shape;6480;p271"/>
          <p:cNvCxnSpPr>
            <a:stCxn id="6477" idx="3"/>
            <a:endCxn id="6481" idx="1"/>
          </p:cNvCxnSpPr>
          <p:nvPr/>
        </p:nvCxnSpPr>
        <p:spPr>
          <a:xfrm flipH="1" rot="10800000">
            <a:off x="6422499" y="2679900"/>
            <a:ext cx="1938000" cy="749100"/>
          </a:xfrm>
          <a:prstGeom prst="curvedConnector3">
            <a:avLst>
              <a:gd fmla="val 49997" name="adj1"/>
            </a:avLst>
          </a:prstGeom>
          <a:noFill/>
          <a:ln cap="flat" cmpd="sng" w="28575">
            <a:solidFill>
              <a:schemeClr val="dk2"/>
            </a:solidFill>
            <a:prstDash val="solid"/>
            <a:round/>
            <a:headEnd len="med" w="med" type="none"/>
            <a:tailEnd len="med" w="med" type="none"/>
          </a:ln>
        </p:spPr>
      </p:cxnSp>
      <p:sp>
        <p:nvSpPr>
          <p:cNvPr id="6482" name="Google Shape;6482;p271"/>
          <p:cNvSpPr txBox="1"/>
          <p:nvPr/>
        </p:nvSpPr>
        <p:spPr>
          <a:xfrm>
            <a:off x="4576950" y="4229925"/>
            <a:ext cx="2846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Text"/>
                <a:ea typeface="Red Hat Text"/>
                <a:cs typeface="Red Hat Text"/>
                <a:sym typeface="Red Hat Text"/>
              </a:rPr>
              <a:t>100 Servers running Linux</a:t>
            </a:r>
            <a:endParaRPr>
              <a:latin typeface="Red Hat Text"/>
              <a:ea typeface="Red Hat Text"/>
              <a:cs typeface="Red Hat Text"/>
              <a:sym typeface="Red Hat Text"/>
            </a:endParaRPr>
          </a:p>
          <a:p>
            <a:pPr indent="0" lvl="0" marL="0" rtl="0" algn="l">
              <a:spcBef>
                <a:spcPts val="0"/>
              </a:spcBef>
              <a:spcAft>
                <a:spcPts val="0"/>
              </a:spcAft>
              <a:buNone/>
            </a:pPr>
            <a:r>
              <a:rPr lang="en">
                <a:latin typeface="Red Hat Text"/>
                <a:ea typeface="Red Hat Text"/>
                <a:cs typeface="Red Hat Text"/>
                <a:sym typeface="Red Hat Text"/>
              </a:rPr>
              <a:t>We have standards, right!?</a:t>
            </a:r>
            <a:endParaRPr>
              <a:latin typeface="Red Hat Text"/>
              <a:ea typeface="Red Hat Text"/>
              <a:cs typeface="Red Hat Text"/>
              <a:sym typeface="Red Hat Text"/>
            </a:endParaRPr>
          </a:p>
          <a:p>
            <a:pPr indent="0" lvl="0" marL="0" rtl="0" algn="l">
              <a:spcBef>
                <a:spcPts val="0"/>
              </a:spcBef>
              <a:spcAft>
                <a:spcPts val="0"/>
              </a:spcAft>
              <a:buNone/>
            </a:pPr>
            <a:r>
              <a:t/>
            </a:r>
            <a:endParaRPr>
              <a:latin typeface="Red Hat Text"/>
              <a:ea typeface="Red Hat Text"/>
              <a:cs typeface="Red Hat Text"/>
              <a:sym typeface="Red Hat Text"/>
            </a:endParaRPr>
          </a:p>
        </p:txBody>
      </p:sp>
      <p:cxnSp>
        <p:nvCxnSpPr>
          <p:cNvPr id="6483" name="Google Shape;6483;p271"/>
          <p:cNvCxnSpPr>
            <a:stCxn id="6484" idx="3"/>
            <a:endCxn id="6477" idx="1"/>
          </p:cNvCxnSpPr>
          <p:nvPr/>
        </p:nvCxnSpPr>
        <p:spPr>
          <a:xfrm>
            <a:off x="3603299" y="1913700"/>
            <a:ext cx="1720200" cy="1515300"/>
          </a:xfrm>
          <a:prstGeom prst="curvedConnector3">
            <a:avLst>
              <a:gd fmla="val 50000" name="adj1"/>
            </a:avLst>
          </a:prstGeom>
          <a:noFill/>
          <a:ln cap="flat" cmpd="sng" w="28575">
            <a:solidFill>
              <a:schemeClr val="dk2"/>
            </a:solidFill>
            <a:prstDash val="solid"/>
            <a:round/>
            <a:headEnd len="med" w="med" type="none"/>
            <a:tailEnd len="med" w="med" type="none"/>
          </a:ln>
        </p:spPr>
      </p:cxnSp>
      <p:cxnSp>
        <p:nvCxnSpPr>
          <p:cNvPr id="6485" name="Google Shape;6485;p271"/>
          <p:cNvCxnSpPr>
            <a:stCxn id="6486" idx="3"/>
            <a:endCxn id="6477" idx="1"/>
          </p:cNvCxnSpPr>
          <p:nvPr/>
        </p:nvCxnSpPr>
        <p:spPr>
          <a:xfrm flipH="1" rot="10800000">
            <a:off x="3603299" y="3429000"/>
            <a:ext cx="1720200" cy="783000"/>
          </a:xfrm>
          <a:prstGeom prst="curvedConnector3">
            <a:avLst>
              <a:gd fmla="val 50000" name="adj1"/>
            </a:avLst>
          </a:prstGeom>
          <a:noFill/>
          <a:ln cap="flat" cmpd="sng" w="28575">
            <a:solidFill>
              <a:schemeClr val="dk2"/>
            </a:solidFill>
            <a:prstDash val="solid"/>
            <a:round/>
            <a:headEnd len="med" w="med" type="none"/>
            <a:tailEnd len="med" w="med" type="none"/>
          </a:ln>
        </p:spPr>
      </p:cxnSp>
      <p:cxnSp>
        <p:nvCxnSpPr>
          <p:cNvPr id="6487" name="Google Shape;6487;p271"/>
          <p:cNvCxnSpPr>
            <a:stCxn id="6477" idx="1"/>
            <a:endCxn id="6488" idx="3"/>
          </p:cNvCxnSpPr>
          <p:nvPr/>
        </p:nvCxnSpPr>
        <p:spPr>
          <a:xfrm flipH="1">
            <a:off x="3603299" y="3429000"/>
            <a:ext cx="1720200" cy="1549200"/>
          </a:xfrm>
          <a:prstGeom prst="curvedConnector3">
            <a:avLst>
              <a:gd fmla="val 50000" name="adj1"/>
            </a:avLst>
          </a:prstGeom>
          <a:noFill/>
          <a:ln cap="flat" cmpd="sng" w="28575">
            <a:solidFill>
              <a:schemeClr val="dk2"/>
            </a:solidFill>
            <a:prstDash val="solid"/>
            <a:round/>
            <a:headEnd len="med" w="med" type="none"/>
            <a:tailEnd len="med" w="med" type="none"/>
          </a:ln>
        </p:spPr>
      </p:cxnSp>
      <p:cxnSp>
        <p:nvCxnSpPr>
          <p:cNvPr id="6489" name="Google Shape;6489;p271"/>
          <p:cNvCxnSpPr>
            <a:stCxn id="6477" idx="1"/>
            <a:endCxn id="6490" idx="3"/>
          </p:cNvCxnSpPr>
          <p:nvPr/>
        </p:nvCxnSpPr>
        <p:spPr>
          <a:xfrm flipH="1">
            <a:off x="3603299" y="3429000"/>
            <a:ext cx="1720200" cy="17100"/>
          </a:xfrm>
          <a:prstGeom prst="curvedConnector3">
            <a:avLst>
              <a:gd fmla="val 50000" name="adj1"/>
            </a:avLst>
          </a:prstGeom>
          <a:noFill/>
          <a:ln cap="flat" cmpd="sng" w="28575">
            <a:solidFill>
              <a:schemeClr val="dk2"/>
            </a:solidFill>
            <a:prstDash val="solid"/>
            <a:round/>
            <a:headEnd len="med" w="med" type="none"/>
            <a:tailEnd len="med" w="med" type="none"/>
          </a:ln>
        </p:spPr>
      </p:cxnSp>
      <p:cxnSp>
        <p:nvCxnSpPr>
          <p:cNvPr id="6491" name="Google Shape;6491;p271"/>
          <p:cNvCxnSpPr>
            <a:stCxn id="6492" idx="1"/>
            <a:endCxn id="6477" idx="3"/>
          </p:cNvCxnSpPr>
          <p:nvPr/>
        </p:nvCxnSpPr>
        <p:spPr>
          <a:xfrm flipH="1">
            <a:off x="6422400" y="1913801"/>
            <a:ext cx="1938000" cy="1515300"/>
          </a:xfrm>
          <a:prstGeom prst="curvedConnector3">
            <a:avLst>
              <a:gd fmla="val 49997" name="adj1"/>
            </a:avLst>
          </a:prstGeom>
          <a:noFill/>
          <a:ln cap="flat" cmpd="sng" w="28575">
            <a:solidFill>
              <a:schemeClr val="dk2"/>
            </a:solidFill>
            <a:prstDash val="solid"/>
            <a:round/>
            <a:headEnd len="med" w="med" type="none"/>
            <a:tailEnd len="med" w="med" type="none"/>
          </a:ln>
        </p:spPr>
      </p:cxnSp>
      <p:cxnSp>
        <p:nvCxnSpPr>
          <p:cNvPr id="6493" name="Google Shape;6493;p271"/>
          <p:cNvCxnSpPr>
            <a:stCxn id="6494" idx="1"/>
            <a:endCxn id="6477" idx="3"/>
          </p:cNvCxnSpPr>
          <p:nvPr/>
        </p:nvCxnSpPr>
        <p:spPr>
          <a:xfrm rot="10800000">
            <a:off x="6422400" y="3429051"/>
            <a:ext cx="1938000" cy="1549200"/>
          </a:xfrm>
          <a:prstGeom prst="curvedConnector3">
            <a:avLst>
              <a:gd fmla="val 49997" name="adj1"/>
            </a:avLst>
          </a:prstGeom>
          <a:noFill/>
          <a:ln cap="flat" cmpd="sng" w="28575">
            <a:solidFill>
              <a:schemeClr val="dk2"/>
            </a:solidFill>
            <a:prstDash val="solid"/>
            <a:round/>
            <a:headEnd len="med" w="med" type="none"/>
            <a:tailEnd len="med" w="med" type="none"/>
          </a:ln>
        </p:spPr>
      </p:cxnSp>
      <p:cxnSp>
        <p:nvCxnSpPr>
          <p:cNvPr id="6495" name="Google Shape;6495;p271"/>
          <p:cNvCxnSpPr>
            <a:stCxn id="6496" idx="1"/>
            <a:endCxn id="6477" idx="3"/>
          </p:cNvCxnSpPr>
          <p:nvPr/>
        </p:nvCxnSpPr>
        <p:spPr>
          <a:xfrm rot="10800000">
            <a:off x="6422400" y="3429139"/>
            <a:ext cx="1938000" cy="783000"/>
          </a:xfrm>
          <a:prstGeom prst="curvedConnector3">
            <a:avLst>
              <a:gd fmla="val 49997" name="adj1"/>
            </a:avLst>
          </a:prstGeom>
          <a:noFill/>
          <a:ln cap="flat" cmpd="sng" w="28575">
            <a:solidFill>
              <a:schemeClr val="dk2"/>
            </a:solidFill>
            <a:prstDash val="solid"/>
            <a:round/>
            <a:headEnd len="med" w="med" type="none"/>
            <a:tailEnd len="med" w="med" type="none"/>
          </a:ln>
        </p:spPr>
      </p:cxnSp>
      <p:cxnSp>
        <p:nvCxnSpPr>
          <p:cNvPr id="6497" name="Google Shape;6497;p271"/>
          <p:cNvCxnSpPr>
            <a:stCxn id="6498" idx="1"/>
            <a:endCxn id="6477" idx="3"/>
          </p:cNvCxnSpPr>
          <p:nvPr/>
        </p:nvCxnSpPr>
        <p:spPr>
          <a:xfrm rot="10800000">
            <a:off x="6422400" y="3428926"/>
            <a:ext cx="1938000" cy="17100"/>
          </a:xfrm>
          <a:prstGeom prst="curvedConnector3">
            <a:avLst>
              <a:gd fmla="val 49997" name="adj1"/>
            </a:avLst>
          </a:prstGeom>
          <a:noFill/>
          <a:ln cap="flat" cmpd="sng" w="28575">
            <a:solidFill>
              <a:schemeClr val="dk2"/>
            </a:solidFill>
            <a:prstDash val="solid"/>
            <a:round/>
            <a:headEnd len="med" w="med" type="none"/>
            <a:tailEnd len="med" w="med" type="none"/>
          </a:ln>
        </p:spPr>
      </p:cxnSp>
      <p:grpSp>
        <p:nvGrpSpPr>
          <p:cNvPr id="6499" name="Google Shape;6499;p271"/>
          <p:cNvGrpSpPr/>
          <p:nvPr/>
        </p:nvGrpSpPr>
        <p:grpSpPr>
          <a:xfrm>
            <a:off x="8360400" y="1498151"/>
            <a:ext cx="2106250" cy="3895750"/>
            <a:chOff x="8360400" y="1498151"/>
            <a:chExt cx="2106250" cy="3895750"/>
          </a:xfrm>
        </p:grpSpPr>
        <p:sp>
          <p:nvSpPr>
            <p:cNvPr id="6500" name="Google Shape;6500;p271"/>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494" name="Google Shape;6494;p271"/>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492" name="Google Shape;6492;p271"/>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481" name="Google Shape;6481;p271"/>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498" name="Google Shape;6498;p271"/>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496" name="Google Shape;6496;p271"/>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501" name="Google Shape;6501;p271"/>
          <p:cNvGrpSpPr/>
          <p:nvPr/>
        </p:nvGrpSpPr>
        <p:grpSpPr>
          <a:xfrm>
            <a:off x="986333" y="937607"/>
            <a:ext cx="2106250" cy="3895750"/>
            <a:chOff x="8360400" y="1498151"/>
            <a:chExt cx="2106250" cy="3895750"/>
          </a:xfrm>
        </p:grpSpPr>
        <p:sp>
          <p:nvSpPr>
            <p:cNvPr id="6502" name="Google Shape;6502;p271"/>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503" name="Google Shape;6503;p271"/>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504" name="Google Shape;6504;p271"/>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505" name="Google Shape;6505;p271"/>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506" name="Google Shape;6506;p271"/>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507" name="Google Shape;6507;p271"/>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508" name="Google Shape;6508;p271"/>
          <p:cNvGrpSpPr/>
          <p:nvPr/>
        </p:nvGrpSpPr>
        <p:grpSpPr>
          <a:xfrm>
            <a:off x="1109300" y="1070384"/>
            <a:ext cx="2106250" cy="3895750"/>
            <a:chOff x="8360400" y="1498151"/>
            <a:chExt cx="2106250" cy="3895750"/>
          </a:xfrm>
        </p:grpSpPr>
        <p:sp>
          <p:nvSpPr>
            <p:cNvPr id="6509" name="Google Shape;6509;p271"/>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510" name="Google Shape;6510;p271"/>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511" name="Google Shape;6511;p271"/>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512" name="Google Shape;6512;p271"/>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513" name="Google Shape;6513;p271"/>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514" name="Google Shape;6514;p271"/>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515" name="Google Shape;6515;p271"/>
          <p:cNvGrpSpPr/>
          <p:nvPr/>
        </p:nvGrpSpPr>
        <p:grpSpPr>
          <a:xfrm>
            <a:off x="1234555" y="1215263"/>
            <a:ext cx="2106250" cy="3895750"/>
            <a:chOff x="8360400" y="1498151"/>
            <a:chExt cx="2106250" cy="3895750"/>
          </a:xfrm>
        </p:grpSpPr>
        <p:sp>
          <p:nvSpPr>
            <p:cNvPr id="6516" name="Google Shape;6516;p271"/>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517" name="Google Shape;6517;p271"/>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518" name="Google Shape;6518;p271"/>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519" name="Google Shape;6519;p271"/>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520" name="Google Shape;6520;p271"/>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521" name="Google Shape;6521;p271"/>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522" name="Google Shape;6522;p271"/>
          <p:cNvGrpSpPr/>
          <p:nvPr/>
        </p:nvGrpSpPr>
        <p:grpSpPr>
          <a:xfrm>
            <a:off x="1362100" y="1345751"/>
            <a:ext cx="2106250" cy="3895750"/>
            <a:chOff x="8360400" y="1498151"/>
            <a:chExt cx="2106250" cy="3895750"/>
          </a:xfrm>
        </p:grpSpPr>
        <p:sp>
          <p:nvSpPr>
            <p:cNvPr id="6523" name="Google Shape;6523;p271"/>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524" name="Google Shape;6524;p271"/>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525" name="Google Shape;6525;p271"/>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526" name="Google Shape;6526;p271"/>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527" name="Google Shape;6527;p271"/>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528" name="Google Shape;6528;p271"/>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529" name="Google Shape;6529;p271"/>
          <p:cNvGrpSpPr/>
          <p:nvPr/>
        </p:nvGrpSpPr>
        <p:grpSpPr>
          <a:xfrm>
            <a:off x="1502400" y="1480818"/>
            <a:ext cx="2106250" cy="3895750"/>
            <a:chOff x="8360400" y="1498151"/>
            <a:chExt cx="2106250" cy="3895750"/>
          </a:xfrm>
        </p:grpSpPr>
        <p:sp>
          <p:nvSpPr>
            <p:cNvPr id="6530" name="Google Shape;6530;p271"/>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531" name="Google Shape;6531;p271"/>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532" name="Google Shape;6532;p271"/>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533" name="Google Shape;6533;p271"/>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534" name="Google Shape;6534;p271"/>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535" name="Google Shape;6535;p271"/>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9" name="Shape 6539"/>
        <p:cNvGrpSpPr/>
        <p:nvPr/>
      </p:nvGrpSpPr>
      <p:grpSpPr>
        <a:xfrm>
          <a:off x="0" y="0"/>
          <a:ext cx="0" cy="0"/>
          <a:chOff x="0" y="0"/>
          <a:chExt cx="0" cy="0"/>
        </a:xfrm>
      </p:grpSpPr>
      <p:sp>
        <p:nvSpPr>
          <p:cNvPr id="6540" name="Google Shape;6540;p272"/>
          <p:cNvSpPr txBox="1"/>
          <p:nvPr>
            <p:ph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How do environments evolve?</a:t>
            </a:r>
            <a:endParaRPr>
              <a:latin typeface="Red Hat Display"/>
              <a:ea typeface="Red Hat Display"/>
              <a:cs typeface="Red Hat Display"/>
              <a:sym typeface="Red Hat Display"/>
            </a:endParaRPr>
          </a:p>
        </p:txBody>
      </p:sp>
      <p:sp>
        <p:nvSpPr>
          <p:cNvPr id="6541" name="Google Shape;6541;p27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6542" name="Google Shape;6542;p27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6543" name="Google Shape;6543;p272"/>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6544" name="Google Shape;6544;p272"/>
          <p:cNvGrpSpPr/>
          <p:nvPr/>
        </p:nvGrpSpPr>
        <p:grpSpPr>
          <a:xfrm>
            <a:off x="529222" y="3826385"/>
            <a:ext cx="3546356" cy="1567353"/>
            <a:chOff x="986422" y="3826385"/>
            <a:chExt cx="3546356" cy="1567353"/>
          </a:xfrm>
        </p:grpSpPr>
        <p:grpSp>
          <p:nvGrpSpPr>
            <p:cNvPr id="6545" name="Google Shape;6545;p272"/>
            <p:cNvGrpSpPr/>
            <p:nvPr/>
          </p:nvGrpSpPr>
          <p:grpSpPr>
            <a:xfrm>
              <a:off x="3796433" y="3826385"/>
              <a:ext cx="736345" cy="1332736"/>
              <a:chOff x="8360400" y="1498151"/>
              <a:chExt cx="2106250" cy="3895750"/>
            </a:xfrm>
          </p:grpSpPr>
          <p:sp>
            <p:nvSpPr>
              <p:cNvPr id="6546" name="Google Shape;6546;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547" name="Google Shape;6547;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548" name="Google Shape;6548;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549" name="Google Shape;6549;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550" name="Google Shape;6550;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551" name="Google Shape;6551;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552" name="Google Shape;6552;p272"/>
            <p:cNvGrpSpPr/>
            <p:nvPr/>
          </p:nvGrpSpPr>
          <p:grpSpPr>
            <a:xfrm>
              <a:off x="3753445" y="3868453"/>
              <a:ext cx="736345" cy="1332736"/>
              <a:chOff x="8360400" y="1498151"/>
              <a:chExt cx="2106250" cy="3895750"/>
            </a:xfrm>
          </p:grpSpPr>
          <p:sp>
            <p:nvSpPr>
              <p:cNvPr id="6553" name="Google Shape;6553;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554" name="Google Shape;6554;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555" name="Google Shape;6555;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556" name="Google Shape;6556;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557" name="Google Shape;6557;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558" name="Google Shape;6558;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559" name="Google Shape;6559;p272"/>
            <p:cNvGrpSpPr/>
            <p:nvPr/>
          </p:nvGrpSpPr>
          <p:grpSpPr>
            <a:xfrm>
              <a:off x="3710457" y="3911304"/>
              <a:ext cx="736345" cy="1332736"/>
              <a:chOff x="8360400" y="1498151"/>
              <a:chExt cx="2106250" cy="3895750"/>
            </a:xfrm>
          </p:grpSpPr>
          <p:sp>
            <p:nvSpPr>
              <p:cNvPr id="6560" name="Google Shape;6560;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561" name="Google Shape;6561;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562" name="Google Shape;6562;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563" name="Google Shape;6563;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564" name="Google Shape;6564;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565" name="Google Shape;6565;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566" name="Google Shape;6566;p272"/>
            <p:cNvGrpSpPr/>
            <p:nvPr/>
          </p:nvGrpSpPr>
          <p:grpSpPr>
            <a:xfrm>
              <a:off x="3664039" y="3956728"/>
              <a:ext cx="736345" cy="1332736"/>
              <a:chOff x="8360400" y="1498151"/>
              <a:chExt cx="2106250" cy="3895750"/>
            </a:xfrm>
          </p:grpSpPr>
          <p:sp>
            <p:nvSpPr>
              <p:cNvPr id="6567" name="Google Shape;6567;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568" name="Google Shape;6568;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569" name="Google Shape;6569;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570" name="Google Shape;6570;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571" name="Google Shape;6571;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572" name="Google Shape;6572;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573" name="Google Shape;6573;p272"/>
            <p:cNvGrpSpPr/>
            <p:nvPr/>
          </p:nvGrpSpPr>
          <p:grpSpPr>
            <a:xfrm>
              <a:off x="3617620" y="4008865"/>
              <a:ext cx="736345" cy="1332736"/>
              <a:chOff x="8360400" y="1498151"/>
              <a:chExt cx="2106250" cy="3895750"/>
            </a:xfrm>
          </p:grpSpPr>
          <p:sp>
            <p:nvSpPr>
              <p:cNvPr id="6574" name="Google Shape;6574;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575" name="Google Shape;6575;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576" name="Google Shape;6576;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577" name="Google Shape;6577;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578" name="Google Shape;6578;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579" name="Google Shape;6579;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pic>
          <p:nvPicPr>
            <p:cNvPr id="6580" name="Google Shape;6580;p272"/>
            <p:cNvPicPr preferRelativeResize="0"/>
            <p:nvPr/>
          </p:nvPicPr>
          <p:blipFill>
            <a:blip r:embed="rId4">
              <a:alphaModFix/>
            </a:blip>
            <a:stretch>
              <a:fillRect/>
            </a:stretch>
          </p:blipFill>
          <p:spPr>
            <a:xfrm>
              <a:off x="2502603" y="4533061"/>
              <a:ext cx="384203" cy="377018"/>
            </a:xfrm>
            <a:prstGeom prst="rect">
              <a:avLst/>
            </a:prstGeom>
            <a:noFill/>
            <a:ln>
              <a:noFill/>
            </a:ln>
          </p:spPr>
        </p:pic>
        <p:cxnSp>
          <p:nvCxnSpPr>
            <p:cNvPr id="6581" name="Google Shape;6581;p272"/>
            <p:cNvCxnSpPr>
              <a:stCxn id="6582" idx="3"/>
              <a:endCxn id="6580" idx="1"/>
            </p:cNvCxnSpPr>
            <p:nvPr/>
          </p:nvCxnSpPr>
          <p:spPr>
            <a:xfrm>
              <a:off x="1901103" y="4465370"/>
              <a:ext cx="601500" cy="256200"/>
            </a:xfrm>
            <a:prstGeom prst="curvedConnector3">
              <a:avLst>
                <a:gd fmla="val 50000" name="adj1"/>
              </a:avLst>
            </a:prstGeom>
            <a:noFill/>
            <a:ln cap="flat" cmpd="sng" w="28575">
              <a:solidFill>
                <a:schemeClr val="dk2"/>
              </a:solidFill>
              <a:prstDash val="solid"/>
              <a:round/>
              <a:headEnd len="med" w="med" type="none"/>
              <a:tailEnd len="med" w="med" type="none"/>
            </a:ln>
          </p:spPr>
        </p:cxnSp>
        <p:cxnSp>
          <p:nvCxnSpPr>
            <p:cNvPr id="6583" name="Google Shape;6583;p272"/>
            <p:cNvCxnSpPr>
              <a:stCxn id="6580" idx="3"/>
              <a:endCxn id="6584" idx="1"/>
            </p:cNvCxnSpPr>
            <p:nvPr/>
          </p:nvCxnSpPr>
          <p:spPr>
            <a:xfrm flipH="1" rot="10800000">
              <a:off x="2886806" y="4465370"/>
              <a:ext cx="677400" cy="256200"/>
            </a:xfrm>
            <a:prstGeom prst="curvedConnector3">
              <a:avLst>
                <a:gd fmla="val 49997" name="adj1"/>
              </a:avLst>
            </a:prstGeom>
            <a:noFill/>
            <a:ln cap="flat" cmpd="sng" w="28575">
              <a:solidFill>
                <a:schemeClr val="dk2"/>
              </a:solidFill>
              <a:prstDash val="solid"/>
              <a:round/>
              <a:headEnd len="med" w="med" type="none"/>
              <a:tailEnd len="med" w="med" type="none"/>
            </a:ln>
          </p:spPr>
        </p:cxnSp>
        <p:cxnSp>
          <p:nvCxnSpPr>
            <p:cNvPr id="6585" name="Google Shape;6585;p272"/>
            <p:cNvCxnSpPr>
              <a:stCxn id="6586" idx="3"/>
              <a:endCxn id="6580" idx="1"/>
            </p:cNvCxnSpPr>
            <p:nvPr/>
          </p:nvCxnSpPr>
          <p:spPr>
            <a:xfrm>
              <a:off x="1901103" y="4203170"/>
              <a:ext cx="601500" cy="518400"/>
            </a:xfrm>
            <a:prstGeom prst="curvedConnector3">
              <a:avLst>
                <a:gd fmla="val 50000" name="adj1"/>
              </a:avLst>
            </a:prstGeom>
            <a:noFill/>
            <a:ln cap="flat" cmpd="sng" w="28575">
              <a:solidFill>
                <a:schemeClr val="dk2"/>
              </a:solidFill>
              <a:prstDash val="solid"/>
              <a:round/>
              <a:headEnd len="med" w="med" type="none"/>
              <a:tailEnd len="med" w="med" type="none"/>
            </a:ln>
          </p:spPr>
        </p:cxnSp>
        <p:cxnSp>
          <p:nvCxnSpPr>
            <p:cNvPr id="6587" name="Google Shape;6587;p272"/>
            <p:cNvCxnSpPr>
              <a:stCxn id="6588" idx="3"/>
              <a:endCxn id="6580" idx="1"/>
            </p:cNvCxnSpPr>
            <p:nvPr/>
          </p:nvCxnSpPr>
          <p:spPr>
            <a:xfrm flipH="1" rot="10800000">
              <a:off x="1901103" y="4721570"/>
              <a:ext cx="601500" cy="267900"/>
            </a:xfrm>
            <a:prstGeom prst="curvedConnector3">
              <a:avLst>
                <a:gd fmla="val 50000" name="adj1"/>
              </a:avLst>
            </a:prstGeom>
            <a:noFill/>
            <a:ln cap="flat" cmpd="sng" w="28575">
              <a:solidFill>
                <a:schemeClr val="dk2"/>
              </a:solidFill>
              <a:prstDash val="solid"/>
              <a:round/>
              <a:headEnd len="med" w="med" type="none"/>
              <a:tailEnd len="med" w="med" type="none"/>
            </a:ln>
          </p:spPr>
        </p:cxnSp>
        <p:cxnSp>
          <p:nvCxnSpPr>
            <p:cNvPr id="6589" name="Google Shape;6589;p272"/>
            <p:cNvCxnSpPr>
              <a:stCxn id="6580" idx="1"/>
              <a:endCxn id="6590" idx="3"/>
            </p:cNvCxnSpPr>
            <p:nvPr/>
          </p:nvCxnSpPr>
          <p:spPr>
            <a:xfrm flipH="1">
              <a:off x="1901103" y="4721570"/>
              <a:ext cx="601500" cy="529800"/>
            </a:xfrm>
            <a:prstGeom prst="curvedConnector3">
              <a:avLst>
                <a:gd fmla="val 50000" name="adj1"/>
              </a:avLst>
            </a:prstGeom>
            <a:noFill/>
            <a:ln cap="flat" cmpd="sng" w="28575">
              <a:solidFill>
                <a:schemeClr val="dk2"/>
              </a:solidFill>
              <a:prstDash val="solid"/>
              <a:round/>
              <a:headEnd len="med" w="med" type="none"/>
              <a:tailEnd len="med" w="med" type="none"/>
            </a:ln>
          </p:spPr>
        </p:cxnSp>
        <p:cxnSp>
          <p:nvCxnSpPr>
            <p:cNvPr id="6591" name="Google Shape;6591;p272"/>
            <p:cNvCxnSpPr>
              <a:stCxn id="6580" idx="1"/>
              <a:endCxn id="6592" idx="3"/>
            </p:cNvCxnSpPr>
            <p:nvPr/>
          </p:nvCxnSpPr>
          <p:spPr>
            <a:xfrm flipH="1">
              <a:off x="1901103" y="4721570"/>
              <a:ext cx="601500" cy="5700"/>
            </a:xfrm>
            <a:prstGeom prst="curvedConnector3">
              <a:avLst>
                <a:gd fmla="val 50000" name="adj1"/>
              </a:avLst>
            </a:prstGeom>
            <a:noFill/>
            <a:ln cap="flat" cmpd="sng" w="28575">
              <a:solidFill>
                <a:schemeClr val="dk2"/>
              </a:solidFill>
              <a:prstDash val="solid"/>
              <a:round/>
              <a:headEnd len="med" w="med" type="none"/>
              <a:tailEnd len="med" w="med" type="none"/>
            </a:ln>
          </p:spPr>
        </p:cxnSp>
        <p:cxnSp>
          <p:nvCxnSpPr>
            <p:cNvPr id="6593" name="Google Shape;6593;p272"/>
            <p:cNvCxnSpPr>
              <a:stCxn id="6594" idx="1"/>
              <a:endCxn id="6580" idx="3"/>
            </p:cNvCxnSpPr>
            <p:nvPr/>
          </p:nvCxnSpPr>
          <p:spPr>
            <a:xfrm flipH="1">
              <a:off x="2886943" y="4203196"/>
              <a:ext cx="677400" cy="518400"/>
            </a:xfrm>
            <a:prstGeom prst="curvedConnector3">
              <a:avLst>
                <a:gd fmla="val 49997" name="adj1"/>
              </a:avLst>
            </a:prstGeom>
            <a:noFill/>
            <a:ln cap="flat" cmpd="sng" w="28575">
              <a:solidFill>
                <a:schemeClr val="dk2"/>
              </a:solidFill>
              <a:prstDash val="solid"/>
              <a:round/>
              <a:headEnd len="med" w="med" type="none"/>
              <a:tailEnd len="med" w="med" type="none"/>
            </a:ln>
          </p:spPr>
        </p:cxnSp>
        <p:cxnSp>
          <p:nvCxnSpPr>
            <p:cNvPr id="6595" name="Google Shape;6595;p272"/>
            <p:cNvCxnSpPr>
              <a:stCxn id="6596" idx="1"/>
              <a:endCxn id="6580" idx="3"/>
            </p:cNvCxnSpPr>
            <p:nvPr/>
          </p:nvCxnSpPr>
          <p:spPr>
            <a:xfrm rot="10800000">
              <a:off x="2886943" y="4721445"/>
              <a:ext cx="677400" cy="530100"/>
            </a:xfrm>
            <a:prstGeom prst="curvedConnector3">
              <a:avLst>
                <a:gd fmla="val 49997" name="adj1"/>
              </a:avLst>
            </a:prstGeom>
            <a:noFill/>
            <a:ln cap="flat" cmpd="sng" w="28575">
              <a:solidFill>
                <a:schemeClr val="dk2"/>
              </a:solidFill>
              <a:prstDash val="solid"/>
              <a:round/>
              <a:headEnd len="med" w="med" type="none"/>
              <a:tailEnd len="med" w="med" type="none"/>
            </a:ln>
          </p:spPr>
        </p:cxnSp>
        <p:cxnSp>
          <p:nvCxnSpPr>
            <p:cNvPr id="6597" name="Google Shape;6597;p272"/>
            <p:cNvCxnSpPr>
              <a:stCxn id="6598" idx="1"/>
              <a:endCxn id="6580" idx="3"/>
            </p:cNvCxnSpPr>
            <p:nvPr/>
          </p:nvCxnSpPr>
          <p:spPr>
            <a:xfrm rot="10800000">
              <a:off x="2886943" y="4721558"/>
              <a:ext cx="677400" cy="267900"/>
            </a:xfrm>
            <a:prstGeom prst="curvedConnector3">
              <a:avLst>
                <a:gd fmla="val 49997" name="adj1"/>
              </a:avLst>
            </a:prstGeom>
            <a:noFill/>
            <a:ln cap="flat" cmpd="sng" w="28575">
              <a:solidFill>
                <a:schemeClr val="dk2"/>
              </a:solidFill>
              <a:prstDash val="solid"/>
              <a:round/>
              <a:headEnd len="med" w="med" type="none"/>
              <a:tailEnd len="med" w="med" type="none"/>
            </a:ln>
          </p:spPr>
        </p:cxnSp>
        <p:cxnSp>
          <p:nvCxnSpPr>
            <p:cNvPr id="6599" name="Google Shape;6599;p272"/>
            <p:cNvCxnSpPr>
              <a:stCxn id="6600" idx="1"/>
              <a:endCxn id="6580" idx="3"/>
            </p:cNvCxnSpPr>
            <p:nvPr/>
          </p:nvCxnSpPr>
          <p:spPr>
            <a:xfrm rot="10800000">
              <a:off x="2886943" y="4721671"/>
              <a:ext cx="677400" cy="5700"/>
            </a:xfrm>
            <a:prstGeom prst="curvedConnector3">
              <a:avLst>
                <a:gd fmla="val 49997" name="adj1"/>
              </a:avLst>
            </a:prstGeom>
            <a:noFill/>
            <a:ln cap="flat" cmpd="sng" w="28575">
              <a:solidFill>
                <a:schemeClr val="dk2"/>
              </a:solidFill>
              <a:prstDash val="solid"/>
              <a:round/>
              <a:headEnd len="med" w="med" type="none"/>
              <a:tailEnd len="med" w="med" type="none"/>
            </a:ln>
          </p:spPr>
        </p:cxnSp>
        <p:grpSp>
          <p:nvGrpSpPr>
            <p:cNvPr id="6601" name="Google Shape;6601;p272"/>
            <p:cNvGrpSpPr/>
            <p:nvPr/>
          </p:nvGrpSpPr>
          <p:grpSpPr>
            <a:xfrm>
              <a:off x="3564343" y="4061002"/>
              <a:ext cx="736345" cy="1332736"/>
              <a:chOff x="8360400" y="1498151"/>
              <a:chExt cx="2106250" cy="3895750"/>
            </a:xfrm>
          </p:grpSpPr>
          <p:sp>
            <p:nvSpPr>
              <p:cNvPr id="6602" name="Google Shape;6602;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596" name="Google Shape;6596;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594" name="Google Shape;6594;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584" name="Google Shape;6584;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600" name="Google Shape;6600;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598" name="Google Shape;6598;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603" name="Google Shape;6603;p272"/>
            <p:cNvGrpSpPr/>
            <p:nvPr/>
          </p:nvGrpSpPr>
          <p:grpSpPr>
            <a:xfrm>
              <a:off x="986422" y="3869236"/>
              <a:ext cx="736345" cy="1332736"/>
              <a:chOff x="8360400" y="1498151"/>
              <a:chExt cx="2106250" cy="3895750"/>
            </a:xfrm>
          </p:grpSpPr>
          <p:sp>
            <p:nvSpPr>
              <p:cNvPr id="6604" name="Google Shape;6604;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05" name="Google Shape;6605;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606" name="Google Shape;6606;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607" name="Google Shape;6607;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608" name="Google Shape;6608;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609" name="Google Shape;6609;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610" name="Google Shape;6610;p272"/>
            <p:cNvGrpSpPr/>
            <p:nvPr/>
          </p:nvGrpSpPr>
          <p:grpSpPr>
            <a:xfrm>
              <a:off x="1029410" y="3914661"/>
              <a:ext cx="736345" cy="1332736"/>
              <a:chOff x="8360400" y="1498151"/>
              <a:chExt cx="2106250" cy="3895750"/>
            </a:xfrm>
          </p:grpSpPr>
          <p:sp>
            <p:nvSpPr>
              <p:cNvPr id="6611" name="Google Shape;6611;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12" name="Google Shape;6612;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613" name="Google Shape;6613;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614" name="Google Shape;6614;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615" name="Google Shape;6615;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616" name="Google Shape;6616;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617" name="Google Shape;6617;p272"/>
            <p:cNvGrpSpPr/>
            <p:nvPr/>
          </p:nvGrpSpPr>
          <p:grpSpPr>
            <a:xfrm>
              <a:off x="1073199" y="3964224"/>
              <a:ext cx="736345" cy="1332736"/>
              <a:chOff x="8360400" y="1498151"/>
              <a:chExt cx="2106250" cy="3895750"/>
            </a:xfrm>
          </p:grpSpPr>
          <p:sp>
            <p:nvSpPr>
              <p:cNvPr id="6618" name="Google Shape;6618;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19" name="Google Shape;6619;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620" name="Google Shape;6620;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621" name="Google Shape;6621;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622" name="Google Shape;6622;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623" name="Google Shape;6623;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624" name="Google Shape;6624;p272"/>
            <p:cNvGrpSpPr/>
            <p:nvPr/>
          </p:nvGrpSpPr>
          <p:grpSpPr>
            <a:xfrm>
              <a:off x="1117788" y="4008865"/>
              <a:ext cx="736345" cy="1332736"/>
              <a:chOff x="8360400" y="1498151"/>
              <a:chExt cx="2106250" cy="3895750"/>
            </a:xfrm>
          </p:grpSpPr>
          <p:sp>
            <p:nvSpPr>
              <p:cNvPr id="6625" name="Google Shape;6625;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26" name="Google Shape;6626;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627" name="Google Shape;6627;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628" name="Google Shape;6628;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629" name="Google Shape;6629;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630" name="Google Shape;6630;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631" name="Google Shape;6631;p272"/>
            <p:cNvGrpSpPr/>
            <p:nvPr/>
          </p:nvGrpSpPr>
          <p:grpSpPr>
            <a:xfrm>
              <a:off x="1166836" y="4055073"/>
              <a:ext cx="736345" cy="1332736"/>
              <a:chOff x="8360400" y="1498151"/>
              <a:chExt cx="2106250" cy="3895750"/>
            </a:xfrm>
          </p:grpSpPr>
          <p:sp>
            <p:nvSpPr>
              <p:cNvPr id="6632" name="Google Shape;6632;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33" name="Google Shape;6633;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634" name="Google Shape;6634;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635" name="Google Shape;6635;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636" name="Google Shape;6636;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637" name="Google Shape;6637;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grpSp>
        <p:nvGrpSpPr>
          <p:cNvPr id="6638" name="Google Shape;6638;p272"/>
          <p:cNvGrpSpPr/>
          <p:nvPr/>
        </p:nvGrpSpPr>
        <p:grpSpPr>
          <a:xfrm>
            <a:off x="2053222" y="1921385"/>
            <a:ext cx="3546356" cy="1567353"/>
            <a:chOff x="986422" y="3826385"/>
            <a:chExt cx="3546356" cy="1567353"/>
          </a:xfrm>
        </p:grpSpPr>
        <p:grpSp>
          <p:nvGrpSpPr>
            <p:cNvPr id="6639" name="Google Shape;6639;p272"/>
            <p:cNvGrpSpPr/>
            <p:nvPr/>
          </p:nvGrpSpPr>
          <p:grpSpPr>
            <a:xfrm>
              <a:off x="3796433" y="3826385"/>
              <a:ext cx="736345" cy="1332736"/>
              <a:chOff x="8360400" y="1498151"/>
              <a:chExt cx="2106250" cy="3895750"/>
            </a:xfrm>
          </p:grpSpPr>
          <p:sp>
            <p:nvSpPr>
              <p:cNvPr id="6640" name="Google Shape;6640;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41" name="Google Shape;6641;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642" name="Google Shape;6642;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643" name="Google Shape;6643;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644" name="Google Shape;6644;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645" name="Google Shape;6645;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646" name="Google Shape;6646;p272"/>
            <p:cNvGrpSpPr/>
            <p:nvPr/>
          </p:nvGrpSpPr>
          <p:grpSpPr>
            <a:xfrm>
              <a:off x="3753445" y="3868453"/>
              <a:ext cx="736345" cy="1332736"/>
              <a:chOff x="8360400" y="1498151"/>
              <a:chExt cx="2106250" cy="3895750"/>
            </a:xfrm>
          </p:grpSpPr>
          <p:sp>
            <p:nvSpPr>
              <p:cNvPr id="6647" name="Google Shape;6647;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48" name="Google Shape;6648;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649" name="Google Shape;6649;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650" name="Google Shape;6650;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651" name="Google Shape;6651;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652" name="Google Shape;6652;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653" name="Google Shape;6653;p272"/>
            <p:cNvGrpSpPr/>
            <p:nvPr/>
          </p:nvGrpSpPr>
          <p:grpSpPr>
            <a:xfrm>
              <a:off x="3710457" y="3911304"/>
              <a:ext cx="736345" cy="1332736"/>
              <a:chOff x="8360400" y="1498151"/>
              <a:chExt cx="2106250" cy="3895750"/>
            </a:xfrm>
          </p:grpSpPr>
          <p:sp>
            <p:nvSpPr>
              <p:cNvPr id="6654" name="Google Shape;6654;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55" name="Google Shape;6655;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656" name="Google Shape;6656;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657" name="Google Shape;6657;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658" name="Google Shape;6658;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659" name="Google Shape;6659;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660" name="Google Shape;6660;p272"/>
            <p:cNvGrpSpPr/>
            <p:nvPr/>
          </p:nvGrpSpPr>
          <p:grpSpPr>
            <a:xfrm>
              <a:off x="3664039" y="3956728"/>
              <a:ext cx="736345" cy="1332736"/>
              <a:chOff x="8360400" y="1498151"/>
              <a:chExt cx="2106250" cy="3895750"/>
            </a:xfrm>
          </p:grpSpPr>
          <p:sp>
            <p:nvSpPr>
              <p:cNvPr id="6661" name="Google Shape;6661;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62" name="Google Shape;6662;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663" name="Google Shape;6663;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664" name="Google Shape;6664;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665" name="Google Shape;6665;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666" name="Google Shape;6666;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667" name="Google Shape;6667;p272"/>
            <p:cNvGrpSpPr/>
            <p:nvPr/>
          </p:nvGrpSpPr>
          <p:grpSpPr>
            <a:xfrm>
              <a:off x="3617620" y="4008865"/>
              <a:ext cx="736345" cy="1332736"/>
              <a:chOff x="8360400" y="1498151"/>
              <a:chExt cx="2106250" cy="3895750"/>
            </a:xfrm>
          </p:grpSpPr>
          <p:sp>
            <p:nvSpPr>
              <p:cNvPr id="6668" name="Google Shape;6668;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69" name="Google Shape;6669;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670" name="Google Shape;6670;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671" name="Google Shape;6671;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672" name="Google Shape;6672;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673" name="Google Shape;6673;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pic>
          <p:nvPicPr>
            <p:cNvPr id="6674" name="Google Shape;6674;p272"/>
            <p:cNvPicPr preferRelativeResize="0"/>
            <p:nvPr/>
          </p:nvPicPr>
          <p:blipFill>
            <a:blip r:embed="rId4">
              <a:alphaModFix/>
            </a:blip>
            <a:stretch>
              <a:fillRect/>
            </a:stretch>
          </p:blipFill>
          <p:spPr>
            <a:xfrm>
              <a:off x="2502603" y="4533061"/>
              <a:ext cx="384203" cy="377018"/>
            </a:xfrm>
            <a:prstGeom prst="rect">
              <a:avLst/>
            </a:prstGeom>
            <a:noFill/>
            <a:ln>
              <a:noFill/>
            </a:ln>
          </p:spPr>
        </p:pic>
        <p:cxnSp>
          <p:nvCxnSpPr>
            <p:cNvPr id="6675" name="Google Shape;6675;p272"/>
            <p:cNvCxnSpPr>
              <a:endCxn id="6674" idx="1"/>
            </p:cNvCxnSpPr>
            <p:nvPr/>
          </p:nvCxnSpPr>
          <p:spPr>
            <a:xfrm>
              <a:off x="1901103" y="4465370"/>
              <a:ext cx="601500" cy="256200"/>
            </a:xfrm>
            <a:prstGeom prst="curvedConnector3">
              <a:avLst>
                <a:gd fmla="val 50000" name="adj1"/>
              </a:avLst>
            </a:prstGeom>
            <a:noFill/>
            <a:ln cap="flat" cmpd="sng" w="28575">
              <a:solidFill>
                <a:schemeClr val="dk2"/>
              </a:solidFill>
              <a:prstDash val="solid"/>
              <a:round/>
              <a:headEnd len="med" w="med" type="none"/>
              <a:tailEnd len="med" w="med" type="none"/>
            </a:ln>
          </p:spPr>
        </p:cxnSp>
        <p:cxnSp>
          <p:nvCxnSpPr>
            <p:cNvPr id="6676" name="Google Shape;6676;p272"/>
            <p:cNvCxnSpPr>
              <a:stCxn id="6674" idx="3"/>
              <a:endCxn id="6677" idx="1"/>
            </p:cNvCxnSpPr>
            <p:nvPr/>
          </p:nvCxnSpPr>
          <p:spPr>
            <a:xfrm flipH="1" rot="10800000">
              <a:off x="2886806" y="4465370"/>
              <a:ext cx="677400" cy="256200"/>
            </a:xfrm>
            <a:prstGeom prst="curvedConnector3">
              <a:avLst>
                <a:gd fmla="val 50010" name="adj1"/>
              </a:avLst>
            </a:prstGeom>
            <a:noFill/>
            <a:ln cap="flat" cmpd="sng" w="28575">
              <a:solidFill>
                <a:schemeClr val="dk2"/>
              </a:solidFill>
              <a:prstDash val="solid"/>
              <a:round/>
              <a:headEnd len="med" w="med" type="none"/>
              <a:tailEnd len="med" w="med" type="none"/>
            </a:ln>
          </p:spPr>
        </p:cxnSp>
        <p:cxnSp>
          <p:nvCxnSpPr>
            <p:cNvPr id="6678" name="Google Shape;6678;p272"/>
            <p:cNvCxnSpPr>
              <a:endCxn id="6674" idx="1"/>
            </p:cNvCxnSpPr>
            <p:nvPr/>
          </p:nvCxnSpPr>
          <p:spPr>
            <a:xfrm>
              <a:off x="1901103" y="4203170"/>
              <a:ext cx="601500" cy="518400"/>
            </a:xfrm>
            <a:prstGeom prst="curvedConnector3">
              <a:avLst>
                <a:gd fmla="val 50000" name="adj1"/>
              </a:avLst>
            </a:prstGeom>
            <a:noFill/>
            <a:ln cap="flat" cmpd="sng" w="28575">
              <a:solidFill>
                <a:schemeClr val="dk2"/>
              </a:solidFill>
              <a:prstDash val="solid"/>
              <a:round/>
              <a:headEnd len="med" w="med" type="none"/>
              <a:tailEnd len="med" w="med" type="none"/>
            </a:ln>
          </p:spPr>
        </p:cxnSp>
        <p:cxnSp>
          <p:nvCxnSpPr>
            <p:cNvPr id="6679" name="Google Shape;6679;p272"/>
            <p:cNvCxnSpPr>
              <a:endCxn id="6674" idx="1"/>
            </p:cNvCxnSpPr>
            <p:nvPr/>
          </p:nvCxnSpPr>
          <p:spPr>
            <a:xfrm flipH="1" rot="10800000">
              <a:off x="1901103" y="4721570"/>
              <a:ext cx="601500" cy="267900"/>
            </a:xfrm>
            <a:prstGeom prst="curvedConnector3">
              <a:avLst>
                <a:gd fmla="val 50000" name="adj1"/>
              </a:avLst>
            </a:prstGeom>
            <a:noFill/>
            <a:ln cap="flat" cmpd="sng" w="28575">
              <a:solidFill>
                <a:schemeClr val="dk2"/>
              </a:solidFill>
              <a:prstDash val="solid"/>
              <a:round/>
              <a:headEnd len="med" w="med" type="none"/>
              <a:tailEnd len="med" w="med" type="none"/>
            </a:ln>
          </p:spPr>
        </p:cxnSp>
        <p:cxnSp>
          <p:nvCxnSpPr>
            <p:cNvPr id="6680" name="Google Shape;6680;p272"/>
            <p:cNvCxnSpPr>
              <a:stCxn id="6674" idx="1"/>
            </p:cNvCxnSpPr>
            <p:nvPr/>
          </p:nvCxnSpPr>
          <p:spPr>
            <a:xfrm flipH="1">
              <a:off x="1901103" y="4721570"/>
              <a:ext cx="601500" cy="529800"/>
            </a:xfrm>
            <a:prstGeom prst="curvedConnector3">
              <a:avLst>
                <a:gd fmla="val 50000" name="adj1"/>
              </a:avLst>
            </a:prstGeom>
            <a:noFill/>
            <a:ln cap="flat" cmpd="sng" w="28575">
              <a:solidFill>
                <a:schemeClr val="dk2"/>
              </a:solidFill>
              <a:prstDash val="solid"/>
              <a:round/>
              <a:headEnd len="med" w="med" type="none"/>
              <a:tailEnd len="med" w="med" type="none"/>
            </a:ln>
          </p:spPr>
        </p:cxnSp>
        <p:cxnSp>
          <p:nvCxnSpPr>
            <p:cNvPr id="6681" name="Google Shape;6681;p272"/>
            <p:cNvCxnSpPr>
              <a:stCxn id="6674" idx="1"/>
            </p:cNvCxnSpPr>
            <p:nvPr/>
          </p:nvCxnSpPr>
          <p:spPr>
            <a:xfrm flipH="1">
              <a:off x="1901103" y="4721570"/>
              <a:ext cx="601500" cy="5700"/>
            </a:xfrm>
            <a:prstGeom prst="curvedConnector3">
              <a:avLst>
                <a:gd fmla="val 50000" name="adj1"/>
              </a:avLst>
            </a:prstGeom>
            <a:noFill/>
            <a:ln cap="flat" cmpd="sng" w="28575">
              <a:solidFill>
                <a:schemeClr val="dk2"/>
              </a:solidFill>
              <a:prstDash val="solid"/>
              <a:round/>
              <a:headEnd len="med" w="med" type="none"/>
              <a:tailEnd len="med" w="med" type="none"/>
            </a:ln>
          </p:spPr>
        </p:cxnSp>
        <p:cxnSp>
          <p:nvCxnSpPr>
            <p:cNvPr id="6682" name="Google Shape;6682;p272"/>
            <p:cNvCxnSpPr>
              <a:stCxn id="6683" idx="1"/>
              <a:endCxn id="6674" idx="3"/>
            </p:cNvCxnSpPr>
            <p:nvPr/>
          </p:nvCxnSpPr>
          <p:spPr>
            <a:xfrm flipH="1">
              <a:off x="2886943" y="4203196"/>
              <a:ext cx="677400" cy="518400"/>
            </a:xfrm>
            <a:prstGeom prst="curvedConnector3">
              <a:avLst>
                <a:gd fmla="val 50010" name="adj1"/>
              </a:avLst>
            </a:prstGeom>
            <a:noFill/>
            <a:ln cap="flat" cmpd="sng" w="28575">
              <a:solidFill>
                <a:schemeClr val="dk2"/>
              </a:solidFill>
              <a:prstDash val="solid"/>
              <a:round/>
              <a:headEnd len="med" w="med" type="none"/>
              <a:tailEnd len="med" w="med" type="none"/>
            </a:ln>
          </p:spPr>
        </p:cxnSp>
        <p:cxnSp>
          <p:nvCxnSpPr>
            <p:cNvPr id="6684" name="Google Shape;6684;p272"/>
            <p:cNvCxnSpPr>
              <a:stCxn id="6685" idx="1"/>
              <a:endCxn id="6674" idx="3"/>
            </p:cNvCxnSpPr>
            <p:nvPr/>
          </p:nvCxnSpPr>
          <p:spPr>
            <a:xfrm rot="10800000">
              <a:off x="2886943" y="4721445"/>
              <a:ext cx="677400" cy="530100"/>
            </a:xfrm>
            <a:prstGeom prst="curvedConnector3">
              <a:avLst>
                <a:gd fmla="val 50010" name="adj1"/>
              </a:avLst>
            </a:prstGeom>
            <a:noFill/>
            <a:ln cap="flat" cmpd="sng" w="28575">
              <a:solidFill>
                <a:schemeClr val="dk2"/>
              </a:solidFill>
              <a:prstDash val="solid"/>
              <a:round/>
              <a:headEnd len="med" w="med" type="none"/>
              <a:tailEnd len="med" w="med" type="none"/>
            </a:ln>
          </p:spPr>
        </p:cxnSp>
        <p:cxnSp>
          <p:nvCxnSpPr>
            <p:cNvPr id="6686" name="Google Shape;6686;p272"/>
            <p:cNvCxnSpPr>
              <a:stCxn id="6687" idx="1"/>
              <a:endCxn id="6674" idx="3"/>
            </p:cNvCxnSpPr>
            <p:nvPr/>
          </p:nvCxnSpPr>
          <p:spPr>
            <a:xfrm rot="10800000">
              <a:off x="2886943" y="4721558"/>
              <a:ext cx="677400" cy="267900"/>
            </a:xfrm>
            <a:prstGeom prst="curvedConnector3">
              <a:avLst>
                <a:gd fmla="val 50010" name="adj1"/>
              </a:avLst>
            </a:prstGeom>
            <a:noFill/>
            <a:ln cap="flat" cmpd="sng" w="28575">
              <a:solidFill>
                <a:schemeClr val="dk2"/>
              </a:solidFill>
              <a:prstDash val="solid"/>
              <a:round/>
              <a:headEnd len="med" w="med" type="none"/>
              <a:tailEnd len="med" w="med" type="none"/>
            </a:ln>
          </p:spPr>
        </p:cxnSp>
        <p:cxnSp>
          <p:nvCxnSpPr>
            <p:cNvPr id="6688" name="Google Shape;6688;p272"/>
            <p:cNvCxnSpPr>
              <a:stCxn id="6689" idx="1"/>
              <a:endCxn id="6674" idx="3"/>
            </p:cNvCxnSpPr>
            <p:nvPr/>
          </p:nvCxnSpPr>
          <p:spPr>
            <a:xfrm rot="10800000">
              <a:off x="2886943" y="4721671"/>
              <a:ext cx="677400" cy="5700"/>
            </a:xfrm>
            <a:prstGeom prst="curvedConnector3">
              <a:avLst>
                <a:gd fmla="val 50010" name="adj1"/>
              </a:avLst>
            </a:prstGeom>
            <a:noFill/>
            <a:ln cap="flat" cmpd="sng" w="28575">
              <a:solidFill>
                <a:schemeClr val="dk2"/>
              </a:solidFill>
              <a:prstDash val="solid"/>
              <a:round/>
              <a:headEnd len="med" w="med" type="none"/>
              <a:tailEnd len="med" w="med" type="none"/>
            </a:ln>
          </p:spPr>
        </p:cxnSp>
        <p:grpSp>
          <p:nvGrpSpPr>
            <p:cNvPr id="6690" name="Google Shape;6690;p272"/>
            <p:cNvGrpSpPr/>
            <p:nvPr/>
          </p:nvGrpSpPr>
          <p:grpSpPr>
            <a:xfrm>
              <a:off x="3564343" y="4061002"/>
              <a:ext cx="736345" cy="1332736"/>
              <a:chOff x="8360400" y="1498151"/>
              <a:chExt cx="2106250" cy="3895750"/>
            </a:xfrm>
          </p:grpSpPr>
          <p:sp>
            <p:nvSpPr>
              <p:cNvPr id="6691" name="Google Shape;6691;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85" name="Google Shape;6685;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683" name="Google Shape;6683;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677" name="Google Shape;6677;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689" name="Google Shape;6689;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687" name="Google Shape;6687;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692" name="Google Shape;6692;p272"/>
            <p:cNvGrpSpPr/>
            <p:nvPr/>
          </p:nvGrpSpPr>
          <p:grpSpPr>
            <a:xfrm>
              <a:off x="986422" y="3869236"/>
              <a:ext cx="736345" cy="1332736"/>
              <a:chOff x="8360400" y="1498151"/>
              <a:chExt cx="2106250" cy="3895750"/>
            </a:xfrm>
          </p:grpSpPr>
          <p:sp>
            <p:nvSpPr>
              <p:cNvPr id="6693" name="Google Shape;6693;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94" name="Google Shape;6694;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695" name="Google Shape;6695;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696" name="Google Shape;6696;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697" name="Google Shape;6697;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698" name="Google Shape;6698;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699" name="Google Shape;6699;p272"/>
            <p:cNvGrpSpPr/>
            <p:nvPr/>
          </p:nvGrpSpPr>
          <p:grpSpPr>
            <a:xfrm>
              <a:off x="1029410" y="3914661"/>
              <a:ext cx="736345" cy="1332736"/>
              <a:chOff x="8360400" y="1498151"/>
              <a:chExt cx="2106250" cy="3895750"/>
            </a:xfrm>
          </p:grpSpPr>
          <p:sp>
            <p:nvSpPr>
              <p:cNvPr id="6700" name="Google Shape;6700;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701" name="Google Shape;6701;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702" name="Google Shape;6702;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703" name="Google Shape;6703;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704" name="Google Shape;6704;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705" name="Google Shape;6705;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706" name="Google Shape;6706;p272"/>
            <p:cNvGrpSpPr/>
            <p:nvPr/>
          </p:nvGrpSpPr>
          <p:grpSpPr>
            <a:xfrm>
              <a:off x="1073199" y="3964224"/>
              <a:ext cx="736345" cy="1332736"/>
              <a:chOff x="8360400" y="1498151"/>
              <a:chExt cx="2106250" cy="3895750"/>
            </a:xfrm>
          </p:grpSpPr>
          <p:sp>
            <p:nvSpPr>
              <p:cNvPr id="6707" name="Google Shape;6707;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708" name="Google Shape;6708;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709" name="Google Shape;6709;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710" name="Google Shape;6710;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711" name="Google Shape;6711;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712" name="Google Shape;6712;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713" name="Google Shape;6713;p272"/>
            <p:cNvGrpSpPr/>
            <p:nvPr/>
          </p:nvGrpSpPr>
          <p:grpSpPr>
            <a:xfrm>
              <a:off x="1117788" y="4008865"/>
              <a:ext cx="736345" cy="1332736"/>
              <a:chOff x="8360400" y="1498151"/>
              <a:chExt cx="2106250" cy="3895750"/>
            </a:xfrm>
          </p:grpSpPr>
          <p:sp>
            <p:nvSpPr>
              <p:cNvPr id="6714" name="Google Shape;6714;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715" name="Google Shape;6715;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716" name="Google Shape;6716;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717" name="Google Shape;6717;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718" name="Google Shape;6718;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719" name="Google Shape;6719;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720" name="Google Shape;6720;p272"/>
            <p:cNvGrpSpPr/>
            <p:nvPr/>
          </p:nvGrpSpPr>
          <p:grpSpPr>
            <a:xfrm>
              <a:off x="1166836" y="4055073"/>
              <a:ext cx="736345" cy="1332736"/>
              <a:chOff x="8360400" y="1498151"/>
              <a:chExt cx="2106250" cy="3895750"/>
            </a:xfrm>
          </p:grpSpPr>
          <p:sp>
            <p:nvSpPr>
              <p:cNvPr id="6721" name="Google Shape;6721;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722" name="Google Shape;6722;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723" name="Google Shape;6723;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724" name="Google Shape;6724;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725" name="Google Shape;6725;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726" name="Google Shape;6726;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grpSp>
        <p:nvGrpSpPr>
          <p:cNvPr id="6727" name="Google Shape;6727;p272"/>
          <p:cNvGrpSpPr/>
          <p:nvPr/>
        </p:nvGrpSpPr>
        <p:grpSpPr>
          <a:xfrm>
            <a:off x="7158622" y="3826385"/>
            <a:ext cx="3546356" cy="1567353"/>
            <a:chOff x="986422" y="3826385"/>
            <a:chExt cx="3546356" cy="1567353"/>
          </a:xfrm>
        </p:grpSpPr>
        <p:grpSp>
          <p:nvGrpSpPr>
            <p:cNvPr id="6728" name="Google Shape;6728;p272"/>
            <p:cNvGrpSpPr/>
            <p:nvPr/>
          </p:nvGrpSpPr>
          <p:grpSpPr>
            <a:xfrm>
              <a:off x="3796433" y="3826385"/>
              <a:ext cx="736345" cy="1332736"/>
              <a:chOff x="8360400" y="1498151"/>
              <a:chExt cx="2106250" cy="3895750"/>
            </a:xfrm>
          </p:grpSpPr>
          <p:sp>
            <p:nvSpPr>
              <p:cNvPr id="6729" name="Google Shape;6729;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730" name="Google Shape;6730;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731" name="Google Shape;6731;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732" name="Google Shape;6732;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733" name="Google Shape;6733;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734" name="Google Shape;6734;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735" name="Google Shape;6735;p272"/>
            <p:cNvGrpSpPr/>
            <p:nvPr/>
          </p:nvGrpSpPr>
          <p:grpSpPr>
            <a:xfrm>
              <a:off x="3753445" y="3868453"/>
              <a:ext cx="736345" cy="1332736"/>
              <a:chOff x="8360400" y="1498151"/>
              <a:chExt cx="2106250" cy="3895750"/>
            </a:xfrm>
          </p:grpSpPr>
          <p:sp>
            <p:nvSpPr>
              <p:cNvPr id="6736" name="Google Shape;6736;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737" name="Google Shape;6737;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738" name="Google Shape;6738;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739" name="Google Shape;6739;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740" name="Google Shape;6740;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741" name="Google Shape;6741;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742" name="Google Shape;6742;p272"/>
            <p:cNvGrpSpPr/>
            <p:nvPr/>
          </p:nvGrpSpPr>
          <p:grpSpPr>
            <a:xfrm>
              <a:off x="3710457" y="3911304"/>
              <a:ext cx="736345" cy="1332736"/>
              <a:chOff x="8360400" y="1498151"/>
              <a:chExt cx="2106250" cy="3895750"/>
            </a:xfrm>
          </p:grpSpPr>
          <p:sp>
            <p:nvSpPr>
              <p:cNvPr id="6743" name="Google Shape;6743;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744" name="Google Shape;6744;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745" name="Google Shape;6745;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746" name="Google Shape;6746;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747" name="Google Shape;6747;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748" name="Google Shape;6748;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749" name="Google Shape;6749;p272"/>
            <p:cNvGrpSpPr/>
            <p:nvPr/>
          </p:nvGrpSpPr>
          <p:grpSpPr>
            <a:xfrm>
              <a:off x="3664039" y="3956728"/>
              <a:ext cx="736345" cy="1332736"/>
              <a:chOff x="8360400" y="1498151"/>
              <a:chExt cx="2106250" cy="3895750"/>
            </a:xfrm>
          </p:grpSpPr>
          <p:sp>
            <p:nvSpPr>
              <p:cNvPr id="6750" name="Google Shape;6750;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751" name="Google Shape;6751;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752" name="Google Shape;6752;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753" name="Google Shape;6753;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754" name="Google Shape;6754;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755" name="Google Shape;6755;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756" name="Google Shape;6756;p272"/>
            <p:cNvGrpSpPr/>
            <p:nvPr/>
          </p:nvGrpSpPr>
          <p:grpSpPr>
            <a:xfrm>
              <a:off x="3617620" y="4008865"/>
              <a:ext cx="736345" cy="1332736"/>
              <a:chOff x="8360400" y="1498151"/>
              <a:chExt cx="2106250" cy="3895750"/>
            </a:xfrm>
          </p:grpSpPr>
          <p:sp>
            <p:nvSpPr>
              <p:cNvPr id="6757" name="Google Shape;6757;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758" name="Google Shape;6758;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759" name="Google Shape;6759;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760" name="Google Shape;6760;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761" name="Google Shape;6761;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762" name="Google Shape;6762;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pic>
          <p:nvPicPr>
            <p:cNvPr id="6763" name="Google Shape;6763;p272"/>
            <p:cNvPicPr preferRelativeResize="0"/>
            <p:nvPr/>
          </p:nvPicPr>
          <p:blipFill>
            <a:blip r:embed="rId4">
              <a:alphaModFix/>
            </a:blip>
            <a:stretch>
              <a:fillRect/>
            </a:stretch>
          </p:blipFill>
          <p:spPr>
            <a:xfrm>
              <a:off x="2502603" y="4533061"/>
              <a:ext cx="384203" cy="377018"/>
            </a:xfrm>
            <a:prstGeom prst="rect">
              <a:avLst/>
            </a:prstGeom>
            <a:noFill/>
            <a:ln>
              <a:noFill/>
            </a:ln>
          </p:spPr>
        </p:pic>
        <p:cxnSp>
          <p:nvCxnSpPr>
            <p:cNvPr id="6764" name="Google Shape;6764;p272"/>
            <p:cNvCxnSpPr>
              <a:endCxn id="6763" idx="1"/>
            </p:cNvCxnSpPr>
            <p:nvPr/>
          </p:nvCxnSpPr>
          <p:spPr>
            <a:xfrm>
              <a:off x="1901103" y="4465370"/>
              <a:ext cx="601500" cy="256200"/>
            </a:xfrm>
            <a:prstGeom prst="curvedConnector3">
              <a:avLst>
                <a:gd fmla="val 50000" name="adj1"/>
              </a:avLst>
            </a:prstGeom>
            <a:noFill/>
            <a:ln cap="flat" cmpd="sng" w="28575">
              <a:solidFill>
                <a:schemeClr val="dk2"/>
              </a:solidFill>
              <a:prstDash val="solid"/>
              <a:round/>
              <a:headEnd len="med" w="med" type="none"/>
              <a:tailEnd len="med" w="med" type="none"/>
            </a:ln>
          </p:spPr>
        </p:cxnSp>
        <p:cxnSp>
          <p:nvCxnSpPr>
            <p:cNvPr id="6765" name="Google Shape;6765;p272"/>
            <p:cNvCxnSpPr>
              <a:stCxn id="6763" idx="3"/>
              <a:endCxn id="6766" idx="1"/>
            </p:cNvCxnSpPr>
            <p:nvPr/>
          </p:nvCxnSpPr>
          <p:spPr>
            <a:xfrm flipH="1" rot="10800000">
              <a:off x="2886806" y="4465370"/>
              <a:ext cx="677400" cy="256200"/>
            </a:xfrm>
            <a:prstGeom prst="curvedConnector3">
              <a:avLst>
                <a:gd fmla="val 50010" name="adj1"/>
              </a:avLst>
            </a:prstGeom>
            <a:noFill/>
            <a:ln cap="flat" cmpd="sng" w="28575">
              <a:solidFill>
                <a:schemeClr val="dk2"/>
              </a:solidFill>
              <a:prstDash val="solid"/>
              <a:round/>
              <a:headEnd len="med" w="med" type="none"/>
              <a:tailEnd len="med" w="med" type="none"/>
            </a:ln>
          </p:spPr>
        </p:cxnSp>
        <p:cxnSp>
          <p:nvCxnSpPr>
            <p:cNvPr id="6767" name="Google Shape;6767;p272"/>
            <p:cNvCxnSpPr>
              <a:endCxn id="6763" idx="1"/>
            </p:cNvCxnSpPr>
            <p:nvPr/>
          </p:nvCxnSpPr>
          <p:spPr>
            <a:xfrm>
              <a:off x="1901103" y="4203170"/>
              <a:ext cx="601500" cy="518400"/>
            </a:xfrm>
            <a:prstGeom prst="curvedConnector3">
              <a:avLst>
                <a:gd fmla="val 50000" name="adj1"/>
              </a:avLst>
            </a:prstGeom>
            <a:noFill/>
            <a:ln cap="flat" cmpd="sng" w="28575">
              <a:solidFill>
                <a:schemeClr val="dk2"/>
              </a:solidFill>
              <a:prstDash val="solid"/>
              <a:round/>
              <a:headEnd len="med" w="med" type="none"/>
              <a:tailEnd len="med" w="med" type="none"/>
            </a:ln>
          </p:spPr>
        </p:cxnSp>
        <p:cxnSp>
          <p:nvCxnSpPr>
            <p:cNvPr id="6768" name="Google Shape;6768;p272"/>
            <p:cNvCxnSpPr>
              <a:endCxn id="6763" idx="1"/>
            </p:cNvCxnSpPr>
            <p:nvPr/>
          </p:nvCxnSpPr>
          <p:spPr>
            <a:xfrm flipH="1" rot="10800000">
              <a:off x="1901103" y="4721570"/>
              <a:ext cx="601500" cy="267900"/>
            </a:xfrm>
            <a:prstGeom prst="curvedConnector3">
              <a:avLst>
                <a:gd fmla="val 50000" name="adj1"/>
              </a:avLst>
            </a:prstGeom>
            <a:noFill/>
            <a:ln cap="flat" cmpd="sng" w="28575">
              <a:solidFill>
                <a:schemeClr val="dk2"/>
              </a:solidFill>
              <a:prstDash val="solid"/>
              <a:round/>
              <a:headEnd len="med" w="med" type="none"/>
              <a:tailEnd len="med" w="med" type="none"/>
            </a:ln>
          </p:spPr>
        </p:cxnSp>
        <p:cxnSp>
          <p:nvCxnSpPr>
            <p:cNvPr id="6769" name="Google Shape;6769;p272"/>
            <p:cNvCxnSpPr>
              <a:stCxn id="6763" idx="1"/>
            </p:cNvCxnSpPr>
            <p:nvPr/>
          </p:nvCxnSpPr>
          <p:spPr>
            <a:xfrm flipH="1">
              <a:off x="1901103" y="4721570"/>
              <a:ext cx="601500" cy="529800"/>
            </a:xfrm>
            <a:prstGeom prst="curvedConnector3">
              <a:avLst>
                <a:gd fmla="val 50000" name="adj1"/>
              </a:avLst>
            </a:prstGeom>
            <a:noFill/>
            <a:ln cap="flat" cmpd="sng" w="28575">
              <a:solidFill>
                <a:schemeClr val="dk2"/>
              </a:solidFill>
              <a:prstDash val="solid"/>
              <a:round/>
              <a:headEnd len="med" w="med" type="none"/>
              <a:tailEnd len="med" w="med" type="none"/>
            </a:ln>
          </p:spPr>
        </p:cxnSp>
        <p:cxnSp>
          <p:nvCxnSpPr>
            <p:cNvPr id="6770" name="Google Shape;6770;p272"/>
            <p:cNvCxnSpPr>
              <a:stCxn id="6763" idx="1"/>
            </p:cNvCxnSpPr>
            <p:nvPr/>
          </p:nvCxnSpPr>
          <p:spPr>
            <a:xfrm flipH="1">
              <a:off x="1901103" y="4721570"/>
              <a:ext cx="601500" cy="5700"/>
            </a:xfrm>
            <a:prstGeom prst="curvedConnector3">
              <a:avLst>
                <a:gd fmla="val 50000" name="adj1"/>
              </a:avLst>
            </a:prstGeom>
            <a:noFill/>
            <a:ln cap="flat" cmpd="sng" w="28575">
              <a:solidFill>
                <a:schemeClr val="dk2"/>
              </a:solidFill>
              <a:prstDash val="solid"/>
              <a:round/>
              <a:headEnd len="med" w="med" type="none"/>
              <a:tailEnd len="med" w="med" type="none"/>
            </a:ln>
          </p:spPr>
        </p:cxnSp>
        <p:cxnSp>
          <p:nvCxnSpPr>
            <p:cNvPr id="6771" name="Google Shape;6771;p272"/>
            <p:cNvCxnSpPr>
              <a:stCxn id="6772" idx="1"/>
              <a:endCxn id="6763" idx="3"/>
            </p:cNvCxnSpPr>
            <p:nvPr/>
          </p:nvCxnSpPr>
          <p:spPr>
            <a:xfrm flipH="1">
              <a:off x="2886943" y="4203196"/>
              <a:ext cx="677400" cy="518400"/>
            </a:xfrm>
            <a:prstGeom prst="curvedConnector3">
              <a:avLst>
                <a:gd fmla="val 50010" name="adj1"/>
              </a:avLst>
            </a:prstGeom>
            <a:noFill/>
            <a:ln cap="flat" cmpd="sng" w="28575">
              <a:solidFill>
                <a:schemeClr val="dk2"/>
              </a:solidFill>
              <a:prstDash val="solid"/>
              <a:round/>
              <a:headEnd len="med" w="med" type="none"/>
              <a:tailEnd len="med" w="med" type="none"/>
            </a:ln>
          </p:spPr>
        </p:cxnSp>
        <p:cxnSp>
          <p:nvCxnSpPr>
            <p:cNvPr id="6773" name="Google Shape;6773;p272"/>
            <p:cNvCxnSpPr>
              <a:stCxn id="6774" idx="1"/>
              <a:endCxn id="6763" idx="3"/>
            </p:cNvCxnSpPr>
            <p:nvPr/>
          </p:nvCxnSpPr>
          <p:spPr>
            <a:xfrm rot="10800000">
              <a:off x="2886943" y="4721445"/>
              <a:ext cx="677400" cy="530100"/>
            </a:xfrm>
            <a:prstGeom prst="curvedConnector3">
              <a:avLst>
                <a:gd fmla="val 50010" name="adj1"/>
              </a:avLst>
            </a:prstGeom>
            <a:noFill/>
            <a:ln cap="flat" cmpd="sng" w="28575">
              <a:solidFill>
                <a:schemeClr val="dk2"/>
              </a:solidFill>
              <a:prstDash val="solid"/>
              <a:round/>
              <a:headEnd len="med" w="med" type="none"/>
              <a:tailEnd len="med" w="med" type="none"/>
            </a:ln>
          </p:spPr>
        </p:cxnSp>
        <p:cxnSp>
          <p:nvCxnSpPr>
            <p:cNvPr id="6775" name="Google Shape;6775;p272"/>
            <p:cNvCxnSpPr>
              <a:stCxn id="6776" idx="1"/>
              <a:endCxn id="6763" idx="3"/>
            </p:cNvCxnSpPr>
            <p:nvPr/>
          </p:nvCxnSpPr>
          <p:spPr>
            <a:xfrm rot="10800000">
              <a:off x="2886943" y="4721558"/>
              <a:ext cx="677400" cy="267900"/>
            </a:xfrm>
            <a:prstGeom prst="curvedConnector3">
              <a:avLst>
                <a:gd fmla="val 50010" name="adj1"/>
              </a:avLst>
            </a:prstGeom>
            <a:noFill/>
            <a:ln cap="flat" cmpd="sng" w="28575">
              <a:solidFill>
                <a:schemeClr val="dk2"/>
              </a:solidFill>
              <a:prstDash val="solid"/>
              <a:round/>
              <a:headEnd len="med" w="med" type="none"/>
              <a:tailEnd len="med" w="med" type="none"/>
            </a:ln>
          </p:spPr>
        </p:cxnSp>
        <p:cxnSp>
          <p:nvCxnSpPr>
            <p:cNvPr id="6777" name="Google Shape;6777;p272"/>
            <p:cNvCxnSpPr>
              <a:stCxn id="6778" idx="1"/>
              <a:endCxn id="6763" idx="3"/>
            </p:cNvCxnSpPr>
            <p:nvPr/>
          </p:nvCxnSpPr>
          <p:spPr>
            <a:xfrm rot="10800000">
              <a:off x="2886943" y="4721671"/>
              <a:ext cx="677400" cy="5700"/>
            </a:xfrm>
            <a:prstGeom prst="curvedConnector3">
              <a:avLst>
                <a:gd fmla="val 50010" name="adj1"/>
              </a:avLst>
            </a:prstGeom>
            <a:noFill/>
            <a:ln cap="flat" cmpd="sng" w="28575">
              <a:solidFill>
                <a:schemeClr val="dk2"/>
              </a:solidFill>
              <a:prstDash val="solid"/>
              <a:round/>
              <a:headEnd len="med" w="med" type="none"/>
              <a:tailEnd len="med" w="med" type="none"/>
            </a:ln>
          </p:spPr>
        </p:cxnSp>
        <p:grpSp>
          <p:nvGrpSpPr>
            <p:cNvPr id="6779" name="Google Shape;6779;p272"/>
            <p:cNvGrpSpPr/>
            <p:nvPr/>
          </p:nvGrpSpPr>
          <p:grpSpPr>
            <a:xfrm>
              <a:off x="3564343" y="4061002"/>
              <a:ext cx="736345" cy="1332736"/>
              <a:chOff x="8360400" y="1498151"/>
              <a:chExt cx="2106250" cy="3895750"/>
            </a:xfrm>
          </p:grpSpPr>
          <p:sp>
            <p:nvSpPr>
              <p:cNvPr id="6780" name="Google Shape;6780;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774" name="Google Shape;6774;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772" name="Google Shape;6772;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766" name="Google Shape;6766;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778" name="Google Shape;6778;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776" name="Google Shape;6776;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781" name="Google Shape;6781;p272"/>
            <p:cNvGrpSpPr/>
            <p:nvPr/>
          </p:nvGrpSpPr>
          <p:grpSpPr>
            <a:xfrm>
              <a:off x="986422" y="3869236"/>
              <a:ext cx="736345" cy="1332736"/>
              <a:chOff x="8360400" y="1498151"/>
              <a:chExt cx="2106250" cy="3895750"/>
            </a:xfrm>
          </p:grpSpPr>
          <p:sp>
            <p:nvSpPr>
              <p:cNvPr id="6782" name="Google Shape;6782;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783" name="Google Shape;6783;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784" name="Google Shape;6784;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785" name="Google Shape;6785;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786" name="Google Shape;6786;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787" name="Google Shape;6787;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788" name="Google Shape;6788;p272"/>
            <p:cNvGrpSpPr/>
            <p:nvPr/>
          </p:nvGrpSpPr>
          <p:grpSpPr>
            <a:xfrm>
              <a:off x="1029410" y="3914661"/>
              <a:ext cx="736345" cy="1332736"/>
              <a:chOff x="8360400" y="1498151"/>
              <a:chExt cx="2106250" cy="3895750"/>
            </a:xfrm>
          </p:grpSpPr>
          <p:sp>
            <p:nvSpPr>
              <p:cNvPr id="6789" name="Google Shape;6789;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790" name="Google Shape;6790;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791" name="Google Shape;6791;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792" name="Google Shape;6792;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793" name="Google Shape;6793;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794" name="Google Shape;6794;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795" name="Google Shape;6795;p272"/>
            <p:cNvGrpSpPr/>
            <p:nvPr/>
          </p:nvGrpSpPr>
          <p:grpSpPr>
            <a:xfrm>
              <a:off x="1073199" y="3964224"/>
              <a:ext cx="736345" cy="1332736"/>
              <a:chOff x="8360400" y="1498151"/>
              <a:chExt cx="2106250" cy="3895750"/>
            </a:xfrm>
          </p:grpSpPr>
          <p:sp>
            <p:nvSpPr>
              <p:cNvPr id="6796" name="Google Shape;6796;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797" name="Google Shape;6797;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798" name="Google Shape;6798;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799" name="Google Shape;6799;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800" name="Google Shape;6800;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801" name="Google Shape;6801;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802" name="Google Shape;6802;p272"/>
            <p:cNvGrpSpPr/>
            <p:nvPr/>
          </p:nvGrpSpPr>
          <p:grpSpPr>
            <a:xfrm>
              <a:off x="1117788" y="4008865"/>
              <a:ext cx="736345" cy="1332736"/>
              <a:chOff x="8360400" y="1498151"/>
              <a:chExt cx="2106250" cy="3895750"/>
            </a:xfrm>
          </p:grpSpPr>
          <p:sp>
            <p:nvSpPr>
              <p:cNvPr id="6803" name="Google Shape;6803;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804" name="Google Shape;6804;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805" name="Google Shape;6805;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806" name="Google Shape;6806;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807" name="Google Shape;6807;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808" name="Google Shape;6808;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809" name="Google Shape;6809;p272"/>
            <p:cNvGrpSpPr/>
            <p:nvPr/>
          </p:nvGrpSpPr>
          <p:grpSpPr>
            <a:xfrm>
              <a:off x="1166836" y="4055073"/>
              <a:ext cx="736345" cy="1332736"/>
              <a:chOff x="8360400" y="1498151"/>
              <a:chExt cx="2106250" cy="3895750"/>
            </a:xfrm>
          </p:grpSpPr>
          <p:sp>
            <p:nvSpPr>
              <p:cNvPr id="6810" name="Google Shape;6810;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811" name="Google Shape;6811;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812" name="Google Shape;6812;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813" name="Google Shape;6813;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814" name="Google Shape;6814;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815" name="Google Shape;6815;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grpSp>
        <p:nvGrpSpPr>
          <p:cNvPr id="6816" name="Google Shape;6816;p272"/>
          <p:cNvGrpSpPr/>
          <p:nvPr/>
        </p:nvGrpSpPr>
        <p:grpSpPr>
          <a:xfrm>
            <a:off x="6168022" y="1921385"/>
            <a:ext cx="3546356" cy="1567353"/>
            <a:chOff x="986422" y="3826385"/>
            <a:chExt cx="3546356" cy="1567353"/>
          </a:xfrm>
        </p:grpSpPr>
        <p:grpSp>
          <p:nvGrpSpPr>
            <p:cNvPr id="6817" name="Google Shape;6817;p272"/>
            <p:cNvGrpSpPr/>
            <p:nvPr/>
          </p:nvGrpSpPr>
          <p:grpSpPr>
            <a:xfrm>
              <a:off x="3796433" y="3826385"/>
              <a:ext cx="736345" cy="1332736"/>
              <a:chOff x="8360400" y="1498151"/>
              <a:chExt cx="2106250" cy="3895750"/>
            </a:xfrm>
          </p:grpSpPr>
          <p:sp>
            <p:nvSpPr>
              <p:cNvPr id="6818" name="Google Shape;6818;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819" name="Google Shape;6819;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820" name="Google Shape;6820;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821" name="Google Shape;6821;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822" name="Google Shape;6822;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823" name="Google Shape;6823;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824" name="Google Shape;6824;p272"/>
            <p:cNvGrpSpPr/>
            <p:nvPr/>
          </p:nvGrpSpPr>
          <p:grpSpPr>
            <a:xfrm>
              <a:off x="3753445" y="3868453"/>
              <a:ext cx="736345" cy="1332736"/>
              <a:chOff x="8360400" y="1498151"/>
              <a:chExt cx="2106250" cy="3895750"/>
            </a:xfrm>
          </p:grpSpPr>
          <p:sp>
            <p:nvSpPr>
              <p:cNvPr id="6825" name="Google Shape;6825;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826" name="Google Shape;6826;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827" name="Google Shape;6827;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828" name="Google Shape;6828;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829" name="Google Shape;6829;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830" name="Google Shape;6830;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831" name="Google Shape;6831;p272"/>
            <p:cNvGrpSpPr/>
            <p:nvPr/>
          </p:nvGrpSpPr>
          <p:grpSpPr>
            <a:xfrm>
              <a:off x="3710457" y="3911304"/>
              <a:ext cx="736345" cy="1332736"/>
              <a:chOff x="8360400" y="1498151"/>
              <a:chExt cx="2106250" cy="3895750"/>
            </a:xfrm>
          </p:grpSpPr>
          <p:sp>
            <p:nvSpPr>
              <p:cNvPr id="6832" name="Google Shape;6832;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833" name="Google Shape;6833;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834" name="Google Shape;6834;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835" name="Google Shape;6835;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836" name="Google Shape;6836;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837" name="Google Shape;6837;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838" name="Google Shape;6838;p272"/>
            <p:cNvGrpSpPr/>
            <p:nvPr/>
          </p:nvGrpSpPr>
          <p:grpSpPr>
            <a:xfrm>
              <a:off x="3664039" y="3956728"/>
              <a:ext cx="736345" cy="1332736"/>
              <a:chOff x="8360400" y="1498151"/>
              <a:chExt cx="2106250" cy="3895750"/>
            </a:xfrm>
          </p:grpSpPr>
          <p:sp>
            <p:nvSpPr>
              <p:cNvPr id="6839" name="Google Shape;6839;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840" name="Google Shape;6840;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841" name="Google Shape;6841;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842" name="Google Shape;6842;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843" name="Google Shape;6843;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844" name="Google Shape;6844;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845" name="Google Shape;6845;p272"/>
            <p:cNvGrpSpPr/>
            <p:nvPr/>
          </p:nvGrpSpPr>
          <p:grpSpPr>
            <a:xfrm>
              <a:off x="3617620" y="4008865"/>
              <a:ext cx="736345" cy="1332736"/>
              <a:chOff x="8360400" y="1498151"/>
              <a:chExt cx="2106250" cy="3895750"/>
            </a:xfrm>
          </p:grpSpPr>
          <p:sp>
            <p:nvSpPr>
              <p:cNvPr id="6846" name="Google Shape;6846;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847" name="Google Shape;6847;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848" name="Google Shape;6848;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849" name="Google Shape;6849;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850" name="Google Shape;6850;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851" name="Google Shape;6851;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pic>
          <p:nvPicPr>
            <p:cNvPr id="6852" name="Google Shape;6852;p272"/>
            <p:cNvPicPr preferRelativeResize="0"/>
            <p:nvPr/>
          </p:nvPicPr>
          <p:blipFill>
            <a:blip r:embed="rId4">
              <a:alphaModFix/>
            </a:blip>
            <a:stretch>
              <a:fillRect/>
            </a:stretch>
          </p:blipFill>
          <p:spPr>
            <a:xfrm>
              <a:off x="2502603" y="4533061"/>
              <a:ext cx="384203" cy="377018"/>
            </a:xfrm>
            <a:prstGeom prst="rect">
              <a:avLst/>
            </a:prstGeom>
            <a:noFill/>
            <a:ln>
              <a:noFill/>
            </a:ln>
          </p:spPr>
        </p:pic>
        <p:cxnSp>
          <p:nvCxnSpPr>
            <p:cNvPr id="6853" name="Google Shape;6853;p272"/>
            <p:cNvCxnSpPr>
              <a:endCxn id="6852" idx="1"/>
            </p:cNvCxnSpPr>
            <p:nvPr/>
          </p:nvCxnSpPr>
          <p:spPr>
            <a:xfrm>
              <a:off x="1901103" y="4465370"/>
              <a:ext cx="601500" cy="256200"/>
            </a:xfrm>
            <a:prstGeom prst="curvedConnector3">
              <a:avLst>
                <a:gd fmla="val 50000" name="adj1"/>
              </a:avLst>
            </a:prstGeom>
            <a:noFill/>
            <a:ln cap="flat" cmpd="sng" w="28575">
              <a:solidFill>
                <a:schemeClr val="dk2"/>
              </a:solidFill>
              <a:prstDash val="solid"/>
              <a:round/>
              <a:headEnd len="med" w="med" type="none"/>
              <a:tailEnd len="med" w="med" type="none"/>
            </a:ln>
          </p:spPr>
        </p:cxnSp>
        <p:cxnSp>
          <p:nvCxnSpPr>
            <p:cNvPr id="6854" name="Google Shape;6854;p272"/>
            <p:cNvCxnSpPr>
              <a:stCxn id="6852" idx="3"/>
              <a:endCxn id="6855" idx="1"/>
            </p:cNvCxnSpPr>
            <p:nvPr/>
          </p:nvCxnSpPr>
          <p:spPr>
            <a:xfrm flipH="1" rot="10800000">
              <a:off x="2886806" y="4465370"/>
              <a:ext cx="677400" cy="256200"/>
            </a:xfrm>
            <a:prstGeom prst="curvedConnector3">
              <a:avLst>
                <a:gd fmla="val 50010" name="adj1"/>
              </a:avLst>
            </a:prstGeom>
            <a:noFill/>
            <a:ln cap="flat" cmpd="sng" w="28575">
              <a:solidFill>
                <a:schemeClr val="dk2"/>
              </a:solidFill>
              <a:prstDash val="solid"/>
              <a:round/>
              <a:headEnd len="med" w="med" type="none"/>
              <a:tailEnd len="med" w="med" type="none"/>
            </a:ln>
          </p:spPr>
        </p:cxnSp>
        <p:cxnSp>
          <p:nvCxnSpPr>
            <p:cNvPr id="6856" name="Google Shape;6856;p272"/>
            <p:cNvCxnSpPr>
              <a:endCxn id="6852" idx="1"/>
            </p:cNvCxnSpPr>
            <p:nvPr/>
          </p:nvCxnSpPr>
          <p:spPr>
            <a:xfrm>
              <a:off x="1901103" y="4203170"/>
              <a:ext cx="601500" cy="518400"/>
            </a:xfrm>
            <a:prstGeom prst="curvedConnector3">
              <a:avLst>
                <a:gd fmla="val 50000" name="adj1"/>
              </a:avLst>
            </a:prstGeom>
            <a:noFill/>
            <a:ln cap="flat" cmpd="sng" w="28575">
              <a:solidFill>
                <a:schemeClr val="dk2"/>
              </a:solidFill>
              <a:prstDash val="solid"/>
              <a:round/>
              <a:headEnd len="med" w="med" type="none"/>
              <a:tailEnd len="med" w="med" type="none"/>
            </a:ln>
          </p:spPr>
        </p:cxnSp>
        <p:cxnSp>
          <p:nvCxnSpPr>
            <p:cNvPr id="6857" name="Google Shape;6857;p272"/>
            <p:cNvCxnSpPr>
              <a:endCxn id="6852" idx="1"/>
            </p:cNvCxnSpPr>
            <p:nvPr/>
          </p:nvCxnSpPr>
          <p:spPr>
            <a:xfrm flipH="1" rot="10800000">
              <a:off x="1901103" y="4721570"/>
              <a:ext cx="601500" cy="267900"/>
            </a:xfrm>
            <a:prstGeom prst="curvedConnector3">
              <a:avLst>
                <a:gd fmla="val 50000" name="adj1"/>
              </a:avLst>
            </a:prstGeom>
            <a:noFill/>
            <a:ln cap="flat" cmpd="sng" w="28575">
              <a:solidFill>
                <a:schemeClr val="dk2"/>
              </a:solidFill>
              <a:prstDash val="solid"/>
              <a:round/>
              <a:headEnd len="med" w="med" type="none"/>
              <a:tailEnd len="med" w="med" type="none"/>
            </a:ln>
          </p:spPr>
        </p:cxnSp>
        <p:cxnSp>
          <p:nvCxnSpPr>
            <p:cNvPr id="6858" name="Google Shape;6858;p272"/>
            <p:cNvCxnSpPr>
              <a:stCxn id="6852" idx="1"/>
            </p:cNvCxnSpPr>
            <p:nvPr/>
          </p:nvCxnSpPr>
          <p:spPr>
            <a:xfrm flipH="1">
              <a:off x="1901103" y="4721570"/>
              <a:ext cx="601500" cy="529800"/>
            </a:xfrm>
            <a:prstGeom prst="curvedConnector3">
              <a:avLst>
                <a:gd fmla="val 50000" name="adj1"/>
              </a:avLst>
            </a:prstGeom>
            <a:noFill/>
            <a:ln cap="flat" cmpd="sng" w="28575">
              <a:solidFill>
                <a:schemeClr val="dk2"/>
              </a:solidFill>
              <a:prstDash val="solid"/>
              <a:round/>
              <a:headEnd len="med" w="med" type="none"/>
              <a:tailEnd len="med" w="med" type="none"/>
            </a:ln>
          </p:spPr>
        </p:cxnSp>
        <p:cxnSp>
          <p:nvCxnSpPr>
            <p:cNvPr id="6859" name="Google Shape;6859;p272"/>
            <p:cNvCxnSpPr>
              <a:stCxn id="6852" idx="1"/>
            </p:cNvCxnSpPr>
            <p:nvPr/>
          </p:nvCxnSpPr>
          <p:spPr>
            <a:xfrm flipH="1">
              <a:off x="1901103" y="4721570"/>
              <a:ext cx="601500" cy="5700"/>
            </a:xfrm>
            <a:prstGeom prst="curvedConnector3">
              <a:avLst>
                <a:gd fmla="val 50000" name="adj1"/>
              </a:avLst>
            </a:prstGeom>
            <a:noFill/>
            <a:ln cap="flat" cmpd="sng" w="28575">
              <a:solidFill>
                <a:schemeClr val="dk2"/>
              </a:solidFill>
              <a:prstDash val="solid"/>
              <a:round/>
              <a:headEnd len="med" w="med" type="none"/>
              <a:tailEnd len="med" w="med" type="none"/>
            </a:ln>
          </p:spPr>
        </p:cxnSp>
        <p:cxnSp>
          <p:nvCxnSpPr>
            <p:cNvPr id="6860" name="Google Shape;6860;p272"/>
            <p:cNvCxnSpPr>
              <a:stCxn id="6861" idx="1"/>
              <a:endCxn id="6852" idx="3"/>
            </p:cNvCxnSpPr>
            <p:nvPr/>
          </p:nvCxnSpPr>
          <p:spPr>
            <a:xfrm flipH="1">
              <a:off x="2886943" y="4203196"/>
              <a:ext cx="677400" cy="518400"/>
            </a:xfrm>
            <a:prstGeom prst="curvedConnector3">
              <a:avLst>
                <a:gd fmla="val 50010" name="adj1"/>
              </a:avLst>
            </a:prstGeom>
            <a:noFill/>
            <a:ln cap="flat" cmpd="sng" w="28575">
              <a:solidFill>
                <a:schemeClr val="dk2"/>
              </a:solidFill>
              <a:prstDash val="solid"/>
              <a:round/>
              <a:headEnd len="med" w="med" type="none"/>
              <a:tailEnd len="med" w="med" type="none"/>
            </a:ln>
          </p:spPr>
        </p:cxnSp>
        <p:cxnSp>
          <p:nvCxnSpPr>
            <p:cNvPr id="6862" name="Google Shape;6862;p272"/>
            <p:cNvCxnSpPr>
              <a:stCxn id="6863" idx="1"/>
              <a:endCxn id="6852" idx="3"/>
            </p:cNvCxnSpPr>
            <p:nvPr/>
          </p:nvCxnSpPr>
          <p:spPr>
            <a:xfrm rot="10800000">
              <a:off x="2886943" y="4721445"/>
              <a:ext cx="677400" cy="530100"/>
            </a:xfrm>
            <a:prstGeom prst="curvedConnector3">
              <a:avLst>
                <a:gd fmla="val 50010" name="adj1"/>
              </a:avLst>
            </a:prstGeom>
            <a:noFill/>
            <a:ln cap="flat" cmpd="sng" w="28575">
              <a:solidFill>
                <a:schemeClr val="dk2"/>
              </a:solidFill>
              <a:prstDash val="solid"/>
              <a:round/>
              <a:headEnd len="med" w="med" type="none"/>
              <a:tailEnd len="med" w="med" type="none"/>
            </a:ln>
          </p:spPr>
        </p:cxnSp>
        <p:cxnSp>
          <p:nvCxnSpPr>
            <p:cNvPr id="6864" name="Google Shape;6864;p272"/>
            <p:cNvCxnSpPr>
              <a:stCxn id="6865" idx="1"/>
              <a:endCxn id="6852" idx="3"/>
            </p:cNvCxnSpPr>
            <p:nvPr/>
          </p:nvCxnSpPr>
          <p:spPr>
            <a:xfrm rot="10800000">
              <a:off x="2886943" y="4721558"/>
              <a:ext cx="677400" cy="267900"/>
            </a:xfrm>
            <a:prstGeom prst="curvedConnector3">
              <a:avLst>
                <a:gd fmla="val 50010" name="adj1"/>
              </a:avLst>
            </a:prstGeom>
            <a:noFill/>
            <a:ln cap="flat" cmpd="sng" w="28575">
              <a:solidFill>
                <a:schemeClr val="dk2"/>
              </a:solidFill>
              <a:prstDash val="solid"/>
              <a:round/>
              <a:headEnd len="med" w="med" type="none"/>
              <a:tailEnd len="med" w="med" type="none"/>
            </a:ln>
          </p:spPr>
        </p:cxnSp>
        <p:cxnSp>
          <p:nvCxnSpPr>
            <p:cNvPr id="6866" name="Google Shape;6866;p272"/>
            <p:cNvCxnSpPr>
              <a:stCxn id="6867" idx="1"/>
              <a:endCxn id="6852" idx="3"/>
            </p:cNvCxnSpPr>
            <p:nvPr/>
          </p:nvCxnSpPr>
          <p:spPr>
            <a:xfrm rot="10800000">
              <a:off x="2886943" y="4721671"/>
              <a:ext cx="677400" cy="5700"/>
            </a:xfrm>
            <a:prstGeom prst="curvedConnector3">
              <a:avLst>
                <a:gd fmla="val 50010" name="adj1"/>
              </a:avLst>
            </a:prstGeom>
            <a:noFill/>
            <a:ln cap="flat" cmpd="sng" w="28575">
              <a:solidFill>
                <a:schemeClr val="dk2"/>
              </a:solidFill>
              <a:prstDash val="solid"/>
              <a:round/>
              <a:headEnd len="med" w="med" type="none"/>
              <a:tailEnd len="med" w="med" type="none"/>
            </a:ln>
          </p:spPr>
        </p:cxnSp>
        <p:grpSp>
          <p:nvGrpSpPr>
            <p:cNvPr id="6868" name="Google Shape;6868;p272"/>
            <p:cNvGrpSpPr/>
            <p:nvPr/>
          </p:nvGrpSpPr>
          <p:grpSpPr>
            <a:xfrm>
              <a:off x="3564343" y="4061002"/>
              <a:ext cx="736345" cy="1332736"/>
              <a:chOff x="8360400" y="1498151"/>
              <a:chExt cx="2106250" cy="3895750"/>
            </a:xfrm>
          </p:grpSpPr>
          <p:sp>
            <p:nvSpPr>
              <p:cNvPr id="6869" name="Google Shape;6869;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863" name="Google Shape;6863;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861" name="Google Shape;6861;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855" name="Google Shape;6855;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867" name="Google Shape;6867;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865" name="Google Shape;6865;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870" name="Google Shape;6870;p272"/>
            <p:cNvGrpSpPr/>
            <p:nvPr/>
          </p:nvGrpSpPr>
          <p:grpSpPr>
            <a:xfrm>
              <a:off x="986422" y="3869236"/>
              <a:ext cx="736345" cy="1332736"/>
              <a:chOff x="8360400" y="1498151"/>
              <a:chExt cx="2106250" cy="3895750"/>
            </a:xfrm>
          </p:grpSpPr>
          <p:sp>
            <p:nvSpPr>
              <p:cNvPr id="6871" name="Google Shape;6871;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872" name="Google Shape;6872;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873" name="Google Shape;6873;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874" name="Google Shape;6874;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875" name="Google Shape;6875;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876" name="Google Shape;6876;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877" name="Google Shape;6877;p272"/>
            <p:cNvGrpSpPr/>
            <p:nvPr/>
          </p:nvGrpSpPr>
          <p:grpSpPr>
            <a:xfrm>
              <a:off x="1029410" y="3914661"/>
              <a:ext cx="736345" cy="1332736"/>
              <a:chOff x="8360400" y="1498151"/>
              <a:chExt cx="2106250" cy="3895750"/>
            </a:xfrm>
          </p:grpSpPr>
          <p:sp>
            <p:nvSpPr>
              <p:cNvPr id="6878" name="Google Shape;6878;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879" name="Google Shape;6879;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880" name="Google Shape;6880;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881" name="Google Shape;6881;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882" name="Google Shape;6882;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883" name="Google Shape;6883;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884" name="Google Shape;6884;p272"/>
            <p:cNvGrpSpPr/>
            <p:nvPr/>
          </p:nvGrpSpPr>
          <p:grpSpPr>
            <a:xfrm>
              <a:off x="1073199" y="3964224"/>
              <a:ext cx="736345" cy="1332736"/>
              <a:chOff x="8360400" y="1498151"/>
              <a:chExt cx="2106250" cy="3895750"/>
            </a:xfrm>
          </p:grpSpPr>
          <p:sp>
            <p:nvSpPr>
              <p:cNvPr id="6885" name="Google Shape;6885;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886" name="Google Shape;6886;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887" name="Google Shape;6887;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888" name="Google Shape;6888;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889" name="Google Shape;6889;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890" name="Google Shape;6890;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891" name="Google Shape;6891;p272"/>
            <p:cNvGrpSpPr/>
            <p:nvPr/>
          </p:nvGrpSpPr>
          <p:grpSpPr>
            <a:xfrm>
              <a:off x="1117788" y="4008865"/>
              <a:ext cx="736345" cy="1332736"/>
              <a:chOff x="8360400" y="1498151"/>
              <a:chExt cx="2106250" cy="3895750"/>
            </a:xfrm>
          </p:grpSpPr>
          <p:sp>
            <p:nvSpPr>
              <p:cNvPr id="6892" name="Google Shape;6892;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893" name="Google Shape;6893;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894" name="Google Shape;6894;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895" name="Google Shape;6895;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896" name="Google Shape;6896;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897" name="Google Shape;6897;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nvGrpSpPr>
            <p:cNvPr id="6898" name="Google Shape;6898;p272"/>
            <p:cNvGrpSpPr/>
            <p:nvPr/>
          </p:nvGrpSpPr>
          <p:grpSpPr>
            <a:xfrm>
              <a:off x="1166836" y="4055073"/>
              <a:ext cx="736345" cy="1332736"/>
              <a:chOff x="8360400" y="1498151"/>
              <a:chExt cx="2106250" cy="3895750"/>
            </a:xfrm>
          </p:grpSpPr>
          <p:sp>
            <p:nvSpPr>
              <p:cNvPr id="6899" name="Google Shape;6899;p272"/>
              <p:cNvSpPr/>
              <p:nvPr/>
            </p:nvSpPr>
            <p:spPr>
              <a:xfrm>
                <a:off x="8588575" y="1551100"/>
                <a:ext cx="1640100" cy="37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900" name="Google Shape;6900;p272"/>
              <p:cNvPicPr preferRelativeResize="0"/>
              <p:nvPr/>
            </p:nvPicPr>
            <p:blipFill rotWithShape="1">
              <a:blip r:embed="rId3">
                <a:alphaModFix/>
              </a:blip>
              <a:srcRect b="30086" l="0" r="0" t="30445"/>
              <a:stretch/>
            </p:blipFill>
            <p:spPr>
              <a:xfrm>
                <a:off x="8360400" y="4562601"/>
                <a:ext cx="2106250" cy="831300"/>
              </a:xfrm>
              <a:prstGeom prst="rect">
                <a:avLst/>
              </a:prstGeom>
              <a:noFill/>
              <a:ln>
                <a:noFill/>
              </a:ln>
            </p:spPr>
          </p:pic>
          <p:pic>
            <p:nvPicPr>
              <p:cNvPr id="6901" name="Google Shape;6901;p272"/>
              <p:cNvPicPr preferRelativeResize="0"/>
              <p:nvPr/>
            </p:nvPicPr>
            <p:blipFill rotWithShape="1">
              <a:blip r:embed="rId3">
                <a:alphaModFix/>
              </a:blip>
              <a:srcRect b="30086" l="0" r="0" t="30445"/>
              <a:stretch/>
            </p:blipFill>
            <p:spPr>
              <a:xfrm>
                <a:off x="8360400" y="1498151"/>
                <a:ext cx="2106250" cy="831300"/>
              </a:xfrm>
              <a:prstGeom prst="rect">
                <a:avLst/>
              </a:prstGeom>
              <a:noFill/>
              <a:ln>
                <a:noFill/>
              </a:ln>
            </p:spPr>
          </p:pic>
          <p:pic>
            <p:nvPicPr>
              <p:cNvPr id="6902" name="Google Shape;6902;p272"/>
              <p:cNvPicPr preferRelativeResize="0"/>
              <p:nvPr/>
            </p:nvPicPr>
            <p:blipFill rotWithShape="1">
              <a:blip r:embed="rId3">
                <a:alphaModFix/>
              </a:blip>
              <a:srcRect b="30086" l="0" r="0" t="30445"/>
              <a:stretch/>
            </p:blipFill>
            <p:spPr>
              <a:xfrm>
                <a:off x="8360400" y="2264263"/>
                <a:ext cx="2106250" cy="831300"/>
              </a:xfrm>
              <a:prstGeom prst="rect">
                <a:avLst/>
              </a:prstGeom>
              <a:noFill/>
              <a:ln>
                <a:noFill/>
              </a:ln>
            </p:spPr>
          </p:pic>
          <p:pic>
            <p:nvPicPr>
              <p:cNvPr id="6903" name="Google Shape;6903;p272"/>
              <p:cNvPicPr preferRelativeResize="0"/>
              <p:nvPr/>
            </p:nvPicPr>
            <p:blipFill rotWithShape="1">
              <a:blip r:embed="rId3">
                <a:alphaModFix/>
              </a:blip>
              <a:srcRect b="30086" l="0" r="0" t="30445"/>
              <a:stretch/>
            </p:blipFill>
            <p:spPr>
              <a:xfrm>
                <a:off x="8360400" y="3030376"/>
                <a:ext cx="2106250" cy="831300"/>
              </a:xfrm>
              <a:prstGeom prst="rect">
                <a:avLst/>
              </a:prstGeom>
              <a:noFill/>
              <a:ln>
                <a:noFill/>
              </a:ln>
            </p:spPr>
          </p:pic>
          <p:pic>
            <p:nvPicPr>
              <p:cNvPr id="6904" name="Google Shape;6904;p272"/>
              <p:cNvPicPr preferRelativeResize="0"/>
              <p:nvPr/>
            </p:nvPicPr>
            <p:blipFill rotWithShape="1">
              <a:blip r:embed="rId3">
                <a:alphaModFix/>
              </a:blip>
              <a:srcRect b="30086" l="0" r="0" t="30445"/>
              <a:stretch/>
            </p:blipFill>
            <p:spPr>
              <a:xfrm>
                <a:off x="8360400" y="3796488"/>
                <a:ext cx="2106250" cy="831300"/>
              </a:xfrm>
              <a:prstGeom prst="rect">
                <a:avLst/>
              </a:prstGeom>
              <a:noFill/>
              <a:ln>
                <a:noFill/>
              </a:ln>
            </p:spPr>
          </p:pic>
        </p:grpSp>
      </p:grpSp>
      <p:sp>
        <p:nvSpPr>
          <p:cNvPr id="6905" name="Google Shape;6905;p272"/>
          <p:cNvSpPr txBox="1"/>
          <p:nvPr/>
        </p:nvSpPr>
        <p:spPr>
          <a:xfrm>
            <a:off x="4576950" y="4229925"/>
            <a:ext cx="28467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Red Hat Text"/>
                <a:ea typeface="Red Hat Text"/>
                <a:cs typeface="Red Hat Text"/>
                <a:sym typeface="Red Hat Text"/>
              </a:rPr>
              <a:t>But we had four groups </a:t>
            </a:r>
            <a:endParaRPr b="1">
              <a:latin typeface="Red Hat Text"/>
              <a:ea typeface="Red Hat Text"/>
              <a:cs typeface="Red Hat Text"/>
              <a:sym typeface="Red Hat Text"/>
            </a:endParaRPr>
          </a:p>
          <a:p>
            <a:pPr indent="0" lvl="0" marL="0" rtl="0" algn="l">
              <a:spcBef>
                <a:spcPts val="0"/>
              </a:spcBef>
              <a:spcAft>
                <a:spcPts val="0"/>
              </a:spcAft>
              <a:buNone/>
            </a:pPr>
            <a:r>
              <a:rPr b="1" lang="en">
                <a:latin typeface="Red Hat Text"/>
                <a:ea typeface="Red Hat Text"/>
                <a:cs typeface="Red Hat Text"/>
                <a:sym typeface="Red Hat Text"/>
              </a:rPr>
              <a:t>doing the same thing.</a:t>
            </a:r>
            <a:endParaRPr b="1">
              <a:latin typeface="Red Hat Text"/>
              <a:ea typeface="Red Hat Text"/>
              <a:cs typeface="Red Hat Text"/>
              <a:sym typeface="Red Hat Text"/>
            </a:endParaRPr>
          </a:p>
          <a:p>
            <a:pPr indent="0" lvl="0" marL="0" rtl="0" algn="l">
              <a:spcBef>
                <a:spcPts val="0"/>
              </a:spcBef>
              <a:spcAft>
                <a:spcPts val="0"/>
              </a:spcAft>
              <a:buNone/>
            </a:pPr>
            <a:r>
              <a:rPr b="1" lang="en">
                <a:latin typeface="Red Hat Text"/>
                <a:ea typeface="Red Hat Text"/>
                <a:cs typeface="Red Hat Text"/>
                <a:sym typeface="Red Hat Text"/>
              </a:rPr>
              <a:t>Which Standards?</a:t>
            </a:r>
            <a:endParaRPr b="1">
              <a:latin typeface="Red Hat Text"/>
              <a:ea typeface="Red Hat Text"/>
              <a:cs typeface="Red Hat Text"/>
              <a:sym typeface="Red Hat Text"/>
            </a:endParaRPr>
          </a:p>
          <a:p>
            <a:pPr indent="0" lvl="0" marL="0" rtl="0" algn="l">
              <a:spcBef>
                <a:spcPts val="0"/>
              </a:spcBef>
              <a:spcAft>
                <a:spcPts val="0"/>
              </a:spcAft>
              <a:buNone/>
            </a:pPr>
            <a:r>
              <a:rPr b="1" lang="en">
                <a:latin typeface="Red Hat Text"/>
                <a:ea typeface="Red Hat Text"/>
                <a:cs typeface="Red Hat Text"/>
                <a:sym typeface="Red Hat Text"/>
              </a:rPr>
              <a:t>How do we automate?</a:t>
            </a:r>
            <a:endParaRPr b="1">
              <a:latin typeface="Red Hat Text"/>
              <a:ea typeface="Red Hat Text"/>
              <a:cs typeface="Red Hat Text"/>
              <a:sym typeface="Red Hat Text"/>
            </a:endParaRPr>
          </a:p>
        </p:txBody>
      </p:sp>
      <p:grpSp>
        <p:nvGrpSpPr>
          <p:cNvPr id="6906" name="Google Shape;6906;p272"/>
          <p:cNvGrpSpPr/>
          <p:nvPr/>
        </p:nvGrpSpPr>
        <p:grpSpPr>
          <a:xfrm>
            <a:off x="10572275" y="1167450"/>
            <a:ext cx="1178750" cy="1181875"/>
            <a:chOff x="189775" y="1163325"/>
            <a:chExt cx="1178750" cy="1181875"/>
          </a:xfrm>
        </p:grpSpPr>
        <p:pic>
          <p:nvPicPr>
            <p:cNvPr id="6907" name="Google Shape;6907;p272"/>
            <p:cNvPicPr preferRelativeResize="0"/>
            <p:nvPr/>
          </p:nvPicPr>
          <p:blipFill>
            <a:blip r:embed="rId5">
              <a:alphaModFix/>
            </a:blip>
            <a:stretch>
              <a:fillRect/>
            </a:stretch>
          </p:blipFill>
          <p:spPr>
            <a:xfrm>
              <a:off x="189775" y="1166550"/>
              <a:ext cx="1178650" cy="1178650"/>
            </a:xfrm>
            <a:prstGeom prst="rect">
              <a:avLst/>
            </a:prstGeom>
            <a:noFill/>
            <a:ln>
              <a:noFill/>
            </a:ln>
          </p:spPr>
        </p:pic>
        <p:sp>
          <p:nvSpPr>
            <p:cNvPr id="6908" name="Google Shape;6908;p272"/>
            <p:cNvSpPr/>
            <p:nvPr/>
          </p:nvSpPr>
          <p:spPr>
            <a:xfrm>
              <a:off x="197025" y="1163325"/>
              <a:ext cx="1171500" cy="1174500"/>
            </a:xfrm>
            <a:prstGeom prst="ellipse">
              <a:avLst/>
            </a:prstGeom>
            <a:noFill/>
            <a:ln cap="flat" cmpd="sng" w="1143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909" name="Google Shape;6909;p272"/>
            <p:cNvCxnSpPr>
              <a:endCxn id="6908" idx="7"/>
            </p:cNvCxnSpPr>
            <p:nvPr/>
          </p:nvCxnSpPr>
          <p:spPr>
            <a:xfrm flipH="1" rot="10800000">
              <a:off x="384563" y="1335327"/>
              <a:ext cx="812400" cy="831900"/>
            </a:xfrm>
            <a:prstGeom prst="straightConnector1">
              <a:avLst/>
            </a:prstGeom>
            <a:noFill/>
            <a:ln cap="flat" cmpd="sng" w="114300">
              <a:solidFill>
                <a:schemeClr val="accent1"/>
              </a:solidFill>
              <a:prstDash val="solid"/>
              <a:round/>
              <a:headEnd len="med" w="med" type="none"/>
              <a:tailEnd len="med" w="med" type="none"/>
            </a:ln>
          </p:spPr>
        </p:cxnSp>
      </p:gr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3" name="Shape 6913"/>
        <p:cNvGrpSpPr/>
        <p:nvPr/>
      </p:nvGrpSpPr>
      <p:grpSpPr>
        <a:xfrm>
          <a:off x="0" y="0"/>
          <a:ext cx="0" cy="0"/>
          <a:chOff x="0" y="0"/>
          <a:chExt cx="0" cy="0"/>
        </a:xfrm>
      </p:grpSpPr>
      <p:sp>
        <p:nvSpPr>
          <p:cNvPr id="6914" name="Google Shape;6914;p273"/>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p>
            <a:pPr indent="0" lvl="0" marL="0" rtl="0" algn="l">
              <a:spcBef>
                <a:spcPts val="0"/>
              </a:spcBef>
              <a:spcAft>
                <a:spcPts val="0"/>
              </a:spcAft>
              <a:buNone/>
            </a:pPr>
            <a:r>
              <a:rPr lang="en" sz="4200"/>
              <a:t>Day N - Infrastructure Upgrade Planning</a:t>
            </a:r>
            <a:endParaRPr sz="4200"/>
          </a:p>
        </p:txBody>
      </p:sp>
      <p:sp>
        <p:nvSpPr>
          <p:cNvPr id="6915" name="Google Shape;6915;p27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 (</a:t>
            </a:r>
            <a:r>
              <a:rPr lang="en"/>
              <a:t>RHISAM</a:t>
            </a:r>
            <a:r>
              <a:rPr lang="en"/>
              <a:t>) 2023</a:t>
            </a:r>
            <a:endParaRPr/>
          </a:p>
        </p:txBody>
      </p:sp>
      <p:sp>
        <p:nvSpPr>
          <p:cNvPr id="6916" name="Google Shape;6916;p27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6917" name="Google Shape;6917;p273"/>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1" name="Shape 6921"/>
        <p:cNvGrpSpPr/>
        <p:nvPr/>
      </p:nvGrpSpPr>
      <p:grpSpPr>
        <a:xfrm>
          <a:off x="0" y="0"/>
          <a:ext cx="0" cy="0"/>
          <a:chOff x="0" y="0"/>
          <a:chExt cx="0" cy="0"/>
        </a:xfrm>
      </p:grpSpPr>
      <p:sp>
        <p:nvSpPr>
          <p:cNvPr id="6922" name="Google Shape;6922;p274"/>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p>
            <a:pPr indent="0" lvl="0" marL="0" rtl="0" algn="l">
              <a:spcBef>
                <a:spcPts val="0"/>
              </a:spcBef>
              <a:spcAft>
                <a:spcPts val="0"/>
              </a:spcAft>
              <a:buNone/>
            </a:pPr>
            <a:r>
              <a:rPr lang="en" sz="4200"/>
              <a:t>Secure Software Supply Chain</a:t>
            </a:r>
            <a:endParaRPr sz="4200"/>
          </a:p>
        </p:txBody>
      </p:sp>
      <p:sp>
        <p:nvSpPr>
          <p:cNvPr id="6923" name="Google Shape;6923;p27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 (</a:t>
            </a:r>
            <a:r>
              <a:rPr lang="en"/>
              <a:t>RHISAM</a:t>
            </a:r>
            <a:r>
              <a:rPr lang="en"/>
              <a:t>) 2023</a:t>
            </a:r>
            <a:endParaRPr/>
          </a:p>
        </p:txBody>
      </p:sp>
      <p:sp>
        <p:nvSpPr>
          <p:cNvPr id="6924" name="Google Shape;6924;p27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6925" name="Google Shape;6925;p274"/>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9" name="Shape 6929"/>
        <p:cNvGrpSpPr/>
        <p:nvPr/>
      </p:nvGrpSpPr>
      <p:grpSpPr>
        <a:xfrm>
          <a:off x="0" y="0"/>
          <a:ext cx="0" cy="0"/>
          <a:chOff x="0" y="0"/>
          <a:chExt cx="0" cy="0"/>
        </a:xfrm>
      </p:grpSpPr>
      <p:pic>
        <p:nvPicPr>
          <p:cNvPr id="6930" name="Google Shape;6930;p275"/>
          <p:cNvPicPr preferRelativeResize="0"/>
          <p:nvPr/>
        </p:nvPicPr>
        <p:blipFill rotWithShape="1">
          <a:blip r:embed="rId3">
            <a:alphaModFix/>
          </a:blip>
          <a:srcRect b="9" l="0" r="0" t="5329"/>
          <a:stretch/>
        </p:blipFill>
        <p:spPr>
          <a:xfrm>
            <a:off x="7144012" y="1555823"/>
            <a:ext cx="2248462" cy="3813900"/>
          </a:xfrm>
          <a:prstGeom prst="rect">
            <a:avLst/>
          </a:prstGeom>
          <a:noFill/>
          <a:ln>
            <a:noFill/>
          </a:ln>
        </p:spPr>
      </p:pic>
      <p:pic>
        <p:nvPicPr>
          <p:cNvPr id="6931" name="Google Shape;6931;p275"/>
          <p:cNvPicPr preferRelativeResize="0"/>
          <p:nvPr/>
        </p:nvPicPr>
        <p:blipFill>
          <a:blip r:embed="rId4">
            <a:alphaModFix/>
          </a:blip>
          <a:stretch>
            <a:fillRect/>
          </a:stretch>
        </p:blipFill>
        <p:spPr>
          <a:xfrm>
            <a:off x="4618065" y="1040606"/>
            <a:ext cx="1200150" cy="1152525"/>
          </a:xfrm>
          <a:prstGeom prst="rect">
            <a:avLst/>
          </a:prstGeom>
          <a:noFill/>
          <a:ln>
            <a:noFill/>
          </a:ln>
        </p:spPr>
      </p:pic>
      <p:sp>
        <p:nvSpPr>
          <p:cNvPr id="6932" name="Google Shape;6932;p275"/>
          <p:cNvSpPr txBox="1"/>
          <p:nvPr>
            <p:ph type="title"/>
          </p:nvPr>
        </p:nvSpPr>
        <p:spPr>
          <a:xfrm>
            <a:off x="1752600" y="946000"/>
            <a:ext cx="8686800" cy="9675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2400"/>
              <a:t>Securing Content Delivery</a:t>
            </a:r>
            <a:endParaRPr sz="2400"/>
          </a:p>
        </p:txBody>
      </p:sp>
      <p:grpSp>
        <p:nvGrpSpPr>
          <p:cNvPr id="6933" name="Google Shape;6933;p275"/>
          <p:cNvGrpSpPr/>
          <p:nvPr/>
        </p:nvGrpSpPr>
        <p:grpSpPr>
          <a:xfrm>
            <a:off x="3707306" y="2347913"/>
            <a:ext cx="1124437" cy="1565538"/>
            <a:chOff x="4087175" y="1966913"/>
            <a:chExt cx="1124100" cy="1565538"/>
          </a:xfrm>
        </p:grpSpPr>
        <p:pic>
          <p:nvPicPr>
            <p:cNvPr id="6934" name="Google Shape;6934;p275"/>
            <p:cNvPicPr preferRelativeResize="0"/>
            <p:nvPr/>
          </p:nvPicPr>
          <p:blipFill>
            <a:blip r:embed="rId5">
              <a:alphaModFix/>
            </a:blip>
            <a:stretch>
              <a:fillRect/>
            </a:stretch>
          </p:blipFill>
          <p:spPr>
            <a:xfrm>
              <a:off x="4087250" y="1966913"/>
              <a:ext cx="1123950" cy="1400175"/>
            </a:xfrm>
            <a:prstGeom prst="rect">
              <a:avLst/>
            </a:prstGeom>
            <a:noFill/>
            <a:ln>
              <a:noFill/>
            </a:ln>
          </p:spPr>
        </p:pic>
        <p:sp>
          <p:nvSpPr>
            <p:cNvPr id="6935" name="Google Shape;6935;p275"/>
            <p:cNvSpPr txBox="1"/>
            <p:nvPr/>
          </p:nvSpPr>
          <p:spPr>
            <a:xfrm>
              <a:off x="4087175" y="3409450"/>
              <a:ext cx="1124100" cy="123000"/>
            </a:xfrm>
            <a:prstGeom prst="rect">
              <a:avLst/>
            </a:prstGeom>
            <a:noFill/>
            <a:ln>
              <a:noFill/>
            </a:ln>
          </p:spPr>
          <p:txBody>
            <a:bodyPr anchorCtr="0" anchor="ctr" bIns="0" lIns="0" spcFirstLastPara="1" rIns="0" wrap="square" tIns="0">
              <a:spAutoFit/>
            </a:bodyPr>
            <a:lstStyle/>
            <a:p>
              <a:pPr indent="0" lvl="0" marL="0" rtl="0" algn="ctr">
                <a:spcBef>
                  <a:spcPts val="0"/>
                </a:spcBef>
                <a:spcAft>
                  <a:spcPts val="0"/>
                </a:spcAft>
                <a:buNone/>
              </a:pPr>
              <a:r>
                <a:rPr lang="en" sz="800">
                  <a:latin typeface="Overpass SemiBold"/>
                  <a:ea typeface="Overpass SemiBold"/>
                  <a:cs typeface="Overpass SemiBold"/>
                  <a:sym typeface="Overpass SemiBold"/>
                </a:rPr>
                <a:t>DMZ NETWORK</a:t>
              </a:r>
              <a:endParaRPr sz="800">
                <a:latin typeface="Overpass SemiBold"/>
                <a:ea typeface="Overpass SemiBold"/>
                <a:cs typeface="Overpass SemiBold"/>
                <a:sym typeface="Overpass SemiBold"/>
              </a:endParaRPr>
            </a:p>
          </p:txBody>
        </p:sp>
      </p:grpSp>
      <p:grpSp>
        <p:nvGrpSpPr>
          <p:cNvPr id="6936" name="Google Shape;6936;p275"/>
          <p:cNvGrpSpPr/>
          <p:nvPr/>
        </p:nvGrpSpPr>
        <p:grpSpPr>
          <a:xfrm>
            <a:off x="5633769" y="1555819"/>
            <a:ext cx="929155" cy="246900"/>
            <a:chOff x="4902624" y="1107569"/>
            <a:chExt cx="929155" cy="246900"/>
          </a:xfrm>
        </p:grpSpPr>
        <p:pic>
          <p:nvPicPr>
            <p:cNvPr id="6937" name="Google Shape;6937;p275"/>
            <p:cNvPicPr preferRelativeResize="0"/>
            <p:nvPr/>
          </p:nvPicPr>
          <p:blipFill>
            <a:blip r:embed="rId6">
              <a:alphaModFix/>
            </a:blip>
            <a:stretch>
              <a:fillRect/>
            </a:stretch>
          </p:blipFill>
          <p:spPr>
            <a:xfrm>
              <a:off x="4902624" y="1158526"/>
              <a:ext cx="310650" cy="12600"/>
            </a:xfrm>
            <a:prstGeom prst="rect">
              <a:avLst/>
            </a:prstGeom>
            <a:noFill/>
            <a:ln>
              <a:noFill/>
            </a:ln>
          </p:spPr>
        </p:pic>
        <p:sp>
          <p:nvSpPr>
            <p:cNvPr id="6938" name="Google Shape;6938;p275"/>
            <p:cNvSpPr txBox="1"/>
            <p:nvPr/>
          </p:nvSpPr>
          <p:spPr>
            <a:xfrm>
              <a:off x="5243179" y="1107569"/>
              <a:ext cx="5886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RED HAT</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CONTENT</a:t>
              </a:r>
              <a:endParaRPr sz="800">
                <a:latin typeface="Overpass SemiBold"/>
                <a:ea typeface="Overpass SemiBold"/>
                <a:cs typeface="Overpass SemiBold"/>
                <a:sym typeface="Overpass SemiBold"/>
              </a:endParaRPr>
            </a:p>
          </p:txBody>
        </p:sp>
      </p:grpSp>
      <p:sp>
        <p:nvSpPr>
          <p:cNvPr id="6939" name="Google Shape;6939;p275"/>
          <p:cNvSpPr txBox="1"/>
          <p:nvPr/>
        </p:nvSpPr>
        <p:spPr>
          <a:xfrm>
            <a:off x="4616990" y="688267"/>
            <a:ext cx="1281300" cy="2892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 sz="800">
                <a:latin typeface="Overpass Light"/>
                <a:ea typeface="Overpass Light"/>
                <a:cs typeface="Overpass Light"/>
                <a:sym typeface="Overpass Light"/>
              </a:rPr>
              <a:t>CLOUD.REDHAT.COM</a:t>
            </a:r>
            <a:endParaRPr sz="800">
              <a:latin typeface="Overpass Light"/>
              <a:ea typeface="Overpass Light"/>
              <a:cs typeface="Overpass Light"/>
              <a:sym typeface="Overpass Light"/>
            </a:endParaRPr>
          </a:p>
        </p:txBody>
      </p:sp>
      <p:sp>
        <p:nvSpPr>
          <p:cNvPr id="6940" name="Google Shape;6940;p27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Securing the Content Supply Chain</a:t>
            </a:r>
            <a:endParaRPr/>
          </a:p>
        </p:txBody>
      </p:sp>
      <p:grpSp>
        <p:nvGrpSpPr>
          <p:cNvPr id="6941" name="Google Shape;6941;p275"/>
          <p:cNvGrpSpPr/>
          <p:nvPr/>
        </p:nvGrpSpPr>
        <p:grpSpPr>
          <a:xfrm>
            <a:off x="4566702" y="3175525"/>
            <a:ext cx="1188665" cy="246900"/>
            <a:chOff x="4902624" y="1107564"/>
            <a:chExt cx="1188665" cy="246900"/>
          </a:xfrm>
        </p:grpSpPr>
        <p:pic>
          <p:nvPicPr>
            <p:cNvPr id="6942" name="Google Shape;6942;p275"/>
            <p:cNvPicPr preferRelativeResize="0"/>
            <p:nvPr/>
          </p:nvPicPr>
          <p:blipFill>
            <a:blip r:embed="rId6">
              <a:alphaModFix/>
            </a:blip>
            <a:stretch>
              <a:fillRect/>
            </a:stretch>
          </p:blipFill>
          <p:spPr>
            <a:xfrm>
              <a:off x="4902624" y="1158526"/>
              <a:ext cx="310650" cy="12600"/>
            </a:xfrm>
            <a:prstGeom prst="rect">
              <a:avLst/>
            </a:prstGeom>
            <a:noFill/>
            <a:ln>
              <a:noFill/>
            </a:ln>
          </p:spPr>
        </p:pic>
        <p:sp>
          <p:nvSpPr>
            <p:cNvPr id="6943" name="Google Shape;6943;p275"/>
            <p:cNvSpPr txBox="1"/>
            <p:nvPr/>
          </p:nvSpPr>
          <p:spPr>
            <a:xfrm>
              <a:off x="5243188" y="1107564"/>
              <a:ext cx="8481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CONTENT</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AGGREGATION</a:t>
              </a:r>
              <a:endParaRPr sz="800">
                <a:latin typeface="Overpass SemiBold"/>
                <a:ea typeface="Overpass SemiBold"/>
                <a:cs typeface="Overpass SemiBold"/>
                <a:sym typeface="Overpass SemiBold"/>
              </a:endParaRPr>
            </a:p>
          </p:txBody>
        </p:sp>
      </p:grpSp>
      <p:cxnSp>
        <p:nvCxnSpPr>
          <p:cNvPr id="6944" name="Google Shape;6944;p275"/>
          <p:cNvCxnSpPr/>
          <p:nvPr/>
        </p:nvCxnSpPr>
        <p:spPr>
          <a:xfrm rot="10800000">
            <a:off x="3180849" y="3984075"/>
            <a:ext cx="13200" cy="845100"/>
          </a:xfrm>
          <a:prstGeom prst="straightConnector1">
            <a:avLst/>
          </a:prstGeom>
          <a:noFill/>
          <a:ln cap="flat" cmpd="sng" w="19050">
            <a:solidFill>
              <a:srgbClr val="4A86E8"/>
            </a:solidFill>
            <a:prstDash val="solid"/>
            <a:round/>
            <a:headEnd len="med" w="med" type="none"/>
            <a:tailEnd len="med" w="med" type="none"/>
          </a:ln>
        </p:spPr>
      </p:cxnSp>
      <p:cxnSp>
        <p:nvCxnSpPr>
          <p:cNvPr id="6945" name="Google Shape;6945;p275"/>
          <p:cNvCxnSpPr/>
          <p:nvPr/>
        </p:nvCxnSpPr>
        <p:spPr>
          <a:xfrm rot="9003106">
            <a:off x="3104326" y="3720829"/>
            <a:ext cx="1079890" cy="2121"/>
          </a:xfrm>
          <a:prstGeom prst="straightConnector1">
            <a:avLst/>
          </a:prstGeom>
          <a:noFill/>
          <a:ln cap="flat" cmpd="sng" w="19050">
            <a:solidFill>
              <a:srgbClr val="4A86E8"/>
            </a:solidFill>
            <a:prstDash val="solid"/>
            <a:round/>
            <a:headEnd len="med" w="med" type="none"/>
            <a:tailEnd len="med" w="med" type="none"/>
          </a:ln>
        </p:spPr>
      </p:cxnSp>
      <p:sp>
        <p:nvSpPr>
          <p:cNvPr id="6946" name="Google Shape;6946;p275"/>
          <p:cNvSpPr txBox="1"/>
          <p:nvPr/>
        </p:nvSpPr>
        <p:spPr>
          <a:xfrm>
            <a:off x="1982089" y="5556319"/>
            <a:ext cx="5883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OTHER </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SOURCES</a:t>
            </a:r>
            <a:endParaRPr sz="800">
              <a:latin typeface="Overpass SemiBold"/>
              <a:ea typeface="Overpass SemiBold"/>
              <a:cs typeface="Overpass SemiBold"/>
              <a:sym typeface="Overpass SemiBold"/>
            </a:endParaRPr>
          </a:p>
        </p:txBody>
      </p:sp>
      <p:sp>
        <p:nvSpPr>
          <p:cNvPr id="6947" name="Google Shape;6947;p275"/>
          <p:cNvSpPr txBox="1"/>
          <p:nvPr/>
        </p:nvSpPr>
        <p:spPr>
          <a:xfrm>
            <a:off x="1324306" y="4886325"/>
            <a:ext cx="8481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0">
                <a:latin typeface="Red Hat Text"/>
                <a:ea typeface="Red Hat Text"/>
                <a:cs typeface="Red Hat Text"/>
                <a:sym typeface="Red Hat Text"/>
              </a:rPr>
              <a:t>…</a:t>
            </a:r>
            <a:endParaRPr sz="6000">
              <a:latin typeface="Red Hat Text"/>
              <a:ea typeface="Red Hat Text"/>
              <a:cs typeface="Red Hat Text"/>
              <a:sym typeface="Red Hat Text"/>
            </a:endParaRPr>
          </a:p>
        </p:txBody>
      </p:sp>
      <p:cxnSp>
        <p:nvCxnSpPr>
          <p:cNvPr id="6948" name="Google Shape;6948;p275"/>
          <p:cNvCxnSpPr/>
          <p:nvPr/>
        </p:nvCxnSpPr>
        <p:spPr>
          <a:xfrm rot="9003106">
            <a:off x="3034827" y="3680957"/>
            <a:ext cx="1079890" cy="2121"/>
          </a:xfrm>
          <a:prstGeom prst="straightConnector1">
            <a:avLst/>
          </a:prstGeom>
          <a:noFill/>
          <a:ln cap="flat" cmpd="sng" w="19050">
            <a:solidFill>
              <a:schemeClr val="dk2"/>
            </a:solidFill>
            <a:prstDash val="solid"/>
            <a:round/>
            <a:headEnd len="med" w="med" type="none"/>
            <a:tailEnd len="med" w="med" type="none"/>
          </a:ln>
        </p:spPr>
      </p:cxnSp>
      <p:grpSp>
        <p:nvGrpSpPr>
          <p:cNvPr id="6949" name="Google Shape;6949;p275"/>
          <p:cNvGrpSpPr/>
          <p:nvPr/>
        </p:nvGrpSpPr>
        <p:grpSpPr>
          <a:xfrm>
            <a:off x="1208512" y="2528888"/>
            <a:ext cx="1557597" cy="2828925"/>
            <a:chOff x="1193863" y="2052638"/>
            <a:chExt cx="1557129" cy="2828925"/>
          </a:xfrm>
        </p:grpSpPr>
        <p:pic>
          <p:nvPicPr>
            <p:cNvPr id="6950" name="Google Shape;6950;p275"/>
            <p:cNvPicPr preferRelativeResize="0"/>
            <p:nvPr/>
          </p:nvPicPr>
          <p:blipFill>
            <a:blip r:embed="rId7">
              <a:alphaModFix/>
            </a:blip>
            <a:stretch>
              <a:fillRect/>
            </a:stretch>
          </p:blipFill>
          <p:spPr>
            <a:xfrm>
              <a:off x="1193863" y="2052638"/>
              <a:ext cx="885825" cy="1076325"/>
            </a:xfrm>
            <a:prstGeom prst="rect">
              <a:avLst/>
            </a:prstGeom>
            <a:noFill/>
            <a:ln>
              <a:noFill/>
            </a:ln>
          </p:spPr>
        </p:pic>
        <p:pic>
          <p:nvPicPr>
            <p:cNvPr id="6951" name="Google Shape;6951;p275"/>
            <p:cNvPicPr preferRelativeResize="0"/>
            <p:nvPr/>
          </p:nvPicPr>
          <p:blipFill>
            <a:blip r:embed="rId7">
              <a:alphaModFix/>
            </a:blip>
            <a:stretch>
              <a:fillRect/>
            </a:stretch>
          </p:blipFill>
          <p:spPr>
            <a:xfrm>
              <a:off x="1193863" y="2890838"/>
              <a:ext cx="885825" cy="1076325"/>
            </a:xfrm>
            <a:prstGeom prst="rect">
              <a:avLst/>
            </a:prstGeom>
            <a:noFill/>
            <a:ln>
              <a:noFill/>
            </a:ln>
          </p:spPr>
        </p:pic>
        <p:pic>
          <p:nvPicPr>
            <p:cNvPr id="6952" name="Google Shape;6952;p275"/>
            <p:cNvPicPr preferRelativeResize="0"/>
            <p:nvPr/>
          </p:nvPicPr>
          <p:blipFill>
            <a:blip r:embed="rId7">
              <a:alphaModFix/>
            </a:blip>
            <a:stretch>
              <a:fillRect/>
            </a:stretch>
          </p:blipFill>
          <p:spPr>
            <a:xfrm>
              <a:off x="1193863" y="3805238"/>
              <a:ext cx="885825" cy="1076325"/>
            </a:xfrm>
            <a:prstGeom prst="rect">
              <a:avLst/>
            </a:prstGeom>
            <a:noFill/>
            <a:ln>
              <a:noFill/>
            </a:ln>
          </p:spPr>
        </p:pic>
        <p:grpSp>
          <p:nvGrpSpPr>
            <p:cNvPr id="6953" name="Google Shape;6953;p275"/>
            <p:cNvGrpSpPr/>
            <p:nvPr/>
          </p:nvGrpSpPr>
          <p:grpSpPr>
            <a:xfrm>
              <a:off x="1822116" y="3308419"/>
              <a:ext cx="928876" cy="246900"/>
              <a:chOff x="4902624" y="1107569"/>
              <a:chExt cx="929155" cy="246900"/>
            </a:xfrm>
          </p:grpSpPr>
          <p:pic>
            <p:nvPicPr>
              <p:cNvPr id="6954" name="Google Shape;6954;p275"/>
              <p:cNvPicPr preferRelativeResize="0"/>
              <p:nvPr/>
            </p:nvPicPr>
            <p:blipFill>
              <a:blip r:embed="rId6">
                <a:alphaModFix/>
              </a:blip>
              <a:stretch>
                <a:fillRect/>
              </a:stretch>
            </p:blipFill>
            <p:spPr>
              <a:xfrm>
                <a:off x="4902624" y="1158526"/>
                <a:ext cx="310650" cy="12600"/>
              </a:xfrm>
              <a:prstGeom prst="rect">
                <a:avLst/>
              </a:prstGeom>
              <a:noFill/>
              <a:ln>
                <a:noFill/>
              </a:ln>
            </p:spPr>
          </p:pic>
          <p:sp>
            <p:nvSpPr>
              <p:cNvPr id="6955" name="Google Shape;6955;p275"/>
              <p:cNvSpPr txBox="1"/>
              <p:nvPr/>
            </p:nvSpPr>
            <p:spPr>
              <a:xfrm>
                <a:off x="5243179" y="1107569"/>
                <a:ext cx="5886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CONTAINER</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CONTENT</a:t>
                </a:r>
                <a:endParaRPr sz="800">
                  <a:latin typeface="Overpass SemiBold"/>
                  <a:ea typeface="Overpass SemiBold"/>
                  <a:cs typeface="Overpass SemiBold"/>
                  <a:sym typeface="Overpass SemiBold"/>
                </a:endParaRPr>
              </a:p>
            </p:txBody>
          </p:sp>
        </p:grpSp>
        <p:grpSp>
          <p:nvGrpSpPr>
            <p:cNvPr id="6956" name="Google Shape;6956;p275"/>
            <p:cNvGrpSpPr/>
            <p:nvPr/>
          </p:nvGrpSpPr>
          <p:grpSpPr>
            <a:xfrm>
              <a:off x="1822116" y="2470219"/>
              <a:ext cx="928876" cy="246900"/>
              <a:chOff x="4902624" y="1107569"/>
              <a:chExt cx="929155" cy="246900"/>
            </a:xfrm>
          </p:grpSpPr>
          <p:pic>
            <p:nvPicPr>
              <p:cNvPr id="6957" name="Google Shape;6957;p275"/>
              <p:cNvPicPr preferRelativeResize="0"/>
              <p:nvPr/>
            </p:nvPicPr>
            <p:blipFill>
              <a:blip r:embed="rId6">
                <a:alphaModFix/>
              </a:blip>
              <a:stretch>
                <a:fillRect/>
              </a:stretch>
            </p:blipFill>
            <p:spPr>
              <a:xfrm>
                <a:off x="4902624" y="1158526"/>
                <a:ext cx="310650" cy="12600"/>
              </a:xfrm>
              <a:prstGeom prst="rect">
                <a:avLst/>
              </a:prstGeom>
              <a:noFill/>
              <a:ln>
                <a:noFill/>
              </a:ln>
            </p:spPr>
          </p:pic>
          <p:sp>
            <p:nvSpPr>
              <p:cNvPr id="6958" name="Google Shape;6958;p275"/>
              <p:cNvSpPr txBox="1"/>
              <p:nvPr/>
            </p:nvSpPr>
            <p:spPr>
              <a:xfrm>
                <a:off x="5243179" y="1107569"/>
                <a:ext cx="5886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GITHUB</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CONTENT</a:t>
                </a:r>
                <a:endParaRPr sz="800">
                  <a:latin typeface="Overpass SemiBold"/>
                  <a:ea typeface="Overpass SemiBold"/>
                  <a:cs typeface="Overpass SemiBold"/>
                  <a:sym typeface="Overpass SemiBold"/>
                </a:endParaRPr>
              </a:p>
            </p:txBody>
          </p:sp>
        </p:grpSp>
        <p:grpSp>
          <p:nvGrpSpPr>
            <p:cNvPr id="6959" name="Google Shape;6959;p275"/>
            <p:cNvGrpSpPr/>
            <p:nvPr/>
          </p:nvGrpSpPr>
          <p:grpSpPr>
            <a:xfrm>
              <a:off x="1822116" y="4222819"/>
              <a:ext cx="928876" cy="246900"/>
              <a:chOff x="4902624" y="1107569"/>
              <a:chExt cx="929155" cy="246900"/>
            </a:xfrm>
          </p:grpSpPr>
          <p:pic>
            <p:nvPicPr>
              <p:cNvPr id="6960" name="Google Shape;6960;p275"/>
              <p:cNvPicPr preferRelativeResize="0"/>
              <p:nvPr/>
            </p:nvPicPr>
            <p:blipFill>
              <a:blip r:embed="rId6">
                <a:alphaModFix/>
              </a:blip>
              <a:stretch>
                <a:fillRect/>
              </a:stretch>
            </p:blipFill>
            <p:spPr>
              <a:xfrm>
                <a:off x="4902624" y="1158526"/>
                <a:ext cx="310650" cy="12600"/>
              </a:xfrm>
              <a:prstGeom prst="rect">
                <a:avLst/>
              </a:prstGeom>
              <a:noFill/>
              <a:ln>
                <a:noFill/>
              </a:ln>
            </p:spPr>
          </p:pic>
          <p:sp>
            <p:nvSpPr>
              <p:cNvPr id="6961" name="Google Shape;6961;p275"/>
              <p:cNvSpPr txBox="1"/>
              <p:nvPr/>
            </p:nvSpPr>
            <p:spPr>
              <a:xfrm>
                <a:off x="5243179" y="1107569"/>
                <a:ext cx="5886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MICROSOFT</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CONTENT</a:t>
                </a:r>
                <a:endParaRPr sz="800">
                  <a:latin typeface="Overpass SemiBold"/>
                  <a:ea typeface="Overpass SemiBold"/>
                  <a:cs typeface="Overpass SemiBold"/>
                  <a:sym typeface="Overpass SemiBold"/>
                </a:endParaRPr>
              </a:p>
            </p:txBody>
          </p:sp>
        </p:grpSp>
      </p:grpSp>
      <p:cxnSp>
        <p:nvCxnSpPr>
          <p:cNvPr id="6962" name="Google Shape;6962;p275"/>
          <p:cNvCxnSpPr/>
          <p:nvPr/>
        </p:nvCxnSpPr>
        <p:spPr>
          <a:xfrm flipH="1" rot="1800388">
            <a:off x="1845013" y="3609831"/>
            <a:ext cx="1361134" cy="1237"/>
          </a:xfrm>
          <a:prstGeom prst="straightConnector1">
            <a:avLst/>
          </a:prstGeom>
          <a:noFill/>
          <a:ln cap="flat" cmpd="sng" w="19050">
            <a:solidFill>
              <a:schemeClr val="dk2"/>
            </a:solidFill>
            <a:prstDash val="solid"/>
            <a:round/>
            <a:headEnd len="med" w="med" type="none"/>
            <a:tailEnd len="med" w="med" type="none"/>
          </a:ln>
        </p:spPr>
      </p:cxnSp>
      <p:cxnSp>
        <p:nvCxnSpPr>
          <p:cNvPr id="6963" name="Google Shape;6963;p275"/>
          <p:cNvCxnSpPr/>
          <p:nvPr/>
        </p:nvCxnSpPr>
        <p:spPr>
          <a:xfrm rot="10800000">
            <a:off x="1938801" y="4113600"/>
            <a:ext cx="1261200" cy="723900"/>
          </a:xfrm>
          <a:prstGeom prst="straightConnector1">
            <a:avLst/>
          </a:prstGeom>
          <a:noFill/>
          <a:ln cap="flat" cmpd="sng" w="19050">
            <a:solidFill>
              <a:srgbClr val="4A86E8"/>
            </a:solidFill>
            <a:prstDash val="solid"/>
            <a:round/>
            <a:headEnd len="med" w="med" type="none"/>
            <a:tailEnd len="med" w="med" type="none"/>
          </a:ln>
        </p:spPr>
      </p:cxnSp>
      <p:cxnSp>
        <p:nvCxnSpPr>
          <p:cNvPr id="6964" name="Google Shape;6964;p275"/>
          <p:cNvCxnSpPr/>
          <p:nvPr/>
        </p:nvCxnSpPr>
        <p:spPr>
          <a:xfrm rot="10800000">
            <a:off x="3245465" y="4023150"/>
            <a:ext cx="12900" cy="1749000"/>
          </a:xfrm>
          <a:prstGeom prst="straightConnector1">
            <a:avLst/>
          </a:prstGeom>
          <a:noFill/>
          <a:ln cap="flat" cmpd="sng" w="19050">
            <a:solidFill>
              <a:srgbClr val="F1C232"/>
            </a:solidFill>
            <a:prstDash val="solid"/>
            <a:round/>
            <a:headEnd len="med" w="med" type="none"/>
            <a:tailEnd len="med" w="med" type="none"/>
          </a:ln>
        </p:spPr>
      </p:cxnSp>
      <p:cxnSp>
        <p:nvCxnSpPr>
          <p:cNvPr id="6965" name="Google Shape;6965;p275"/>
          <p:cNvCxnSpPr/>
          <p:nvPr/>
        </p:nvCxnSpPr>
        <p:spPr>
          <a:xfrm rot="9003106">
            <a:off x="3168636" y="3760120"/>
            <a:ext cx="1079890" cy="2121"/>
          </a:xfrm>
          <a:prstGeom prst="straightConnector1">
            <a:avLst/>
          </a:prstGeom>
          <a:noFill/>
          <a:ln cap="flat" cmpd="sng" w="19050">
            <a:solidFill>
              <a:srgbClr val="F1C232"/>
            </a:solidFill>
            <a:prstDash val="solid"/>
            <a:round/>
            <a:headEnd len="med" w="med" type="none"/>
            <a:tailEnd len="med" w="med" type="none"/>
          </a:ln>
        </p:spPr>
      </p:cxnSp>
      <p:cxnSp>
        <p:nvCxnSpPr>
          <p:cNvPr id="6966" name="Google Shape;6966;p275"/>
          <p:cNvCxnSpPr/>
          <p:nvPr/>
        </p:nvCxnSpPr>
        <p:spPr>
          <a:xfrm rot="10800000">
            <a:off x="1938616" y="5018500"/>
            <a:ext cx="1325100" cy="759600"/>
          </a:xfrm>
          <a:prstGeom prst="straightConnector1">
            <a:avLst/>
          </a:prstGeom>
          <a:noFill/>
          <a:ln cap="flat" cmpd="sng" w="19050">
            <a:solidFill>
              <a:srgbClr val="F1C232"/>
            </a:solidFill>
            <a:prstDash val="solid"/>
            <a:round/>
            <a:headEnd len="med" w="med" type="none"/>
            <a:tailEnd len="med" w="med" type="none"/>
          </a:ln>
        </p:spPr>
      </p:cxnSp>
      <p:pic>
        <p:nvPicPr>
          <p:cNvPr id="6967" name="Google Shape;6967;p275"/>
          <p:cNvPicPr preferRelativeResize="0"/>
          <p:nvPr/>
        </p:nvPicPr>
        <p:blipFill>
          <a:blip r:embed="rId5">
            <a:alphaModFix/>
          </a:blip>
          <a:stretch>
            <a:fillRect/>
          </a:stretch>
        </p:blipFill>
        <p:spPr>
          <a:xfrm>
            <a:off x="5688873" y="2347913"/>
            <a:ext cx="1123950" cy="1400175"/>
          </a:xfrm>
          <a:prstGeom prst="rect">
            <a:avLst/>
          </a:prstGeom>
          <a:noFill/>
          <a:ln>
            <a:noFill/>
          </a:ln>
        </p:spPr>
      </p:pic>
      <p:sp>
        <p:nvSpPr>
          <p:cNvPr id="6968" name="Google Shape;6968;p275"/>
          <p:cNvSpPr txBox="1"/>
          <p:nvPr/>
        </p:nvSpPr>
        <p:spPr>
          <a:xfrm>
            <a:off x="5688798" y="3790450"/>
            <a:ext cx="1124400" cy="492600"/>
          </a:xfrm>
          <a:prstGeom prst="rect">
            <a:avLst/>
          </a:prstGeom>
          <a:noFill/>
          <a:ln>
            <a:noFill/>
          </a:ln>
        </p:spPr>
        <p:txBody>
          <a:bodyPr anchorCtr="0" anchor="ctr" bIns="0" lIns="0" spcFirstLastPara="1" rIns="0" wrap="square" tIns="0">
            <a:spAutoFit/>
          </a:bodyPr>
          <a:lstStyle/>
          <a:p>
            <a:pPr indent="0" lvl="0" marL="0" rtl="0" algn="ctr">
              <a:spcBef>
                <a:spcPts val="0"/>
              </a:spcBef>
              <a:spcAft>
                <a:spcPts val="0"/>
              </a:spcAft>
              <a:buNone/>
            </a:pPr>
            <a:r>
              <a:rPr lang="en" sz="800">
                <a:latin typeface="Overpass SemiBold"/>
                <a:ea typeface="Overpass SemiBold"/>
                <a:cs typeface="Overpass SemiBold"/>
                <a:sym typeface="Overpass SemiBold"/>
              </a:rPr>
              <a:t>SOFTWARE TESTING AND VERIFICATION NETWORK</a:t>
            </a:r>
            <a:endParaRPr sz="800">
              <a:latin typeface="Overpass SemiBold"/>
              <a:ea typeface="Overpass SemiBold"/>
              <a:cs typeface="Overpass SemiBold"/>
              <a:sym typeface="Overpass SemiBold"/>
            </a:endParaRPr>
          </a:p>
          <a:p>
            <a:pPr indent="0" lvl="0" marL="0" rtl="0" algn="ctr">
              <a:spcBef>
                <a:spcPts val="0"/>
              </a:spcBef>
              <a:spcAft>
                <a:spcPts val="0"/>
              </a:spcAft>
              <a:buNone/>
            </a:pPr>
            <a:r>
              <a:rPr lang="en" sz="800">
                <a:latin typeface="Overpass SemiBold"/>
                <a:ea typeface="Overpass SemiBold"/>
                <a:cs typeface="Overpass SemiBold"/>
                <a:sym typeface="Overpass SemiBold"/>
              </a:rPr>
              <a:t>(OPTIONAL)</a:t>
            </a:r>
            <a:endParaRPr sz="800">
              <a:latin typeface="Overpass SemiBold"/>
              <a:ea typeface="Overpass SemiBold"/>
              <a:cs typeface="Overpass SemiBold"/>
              <a:sym typeface="Overpass SemiBold"/>
            </a:endParaRPr>
          </a:p>
        </p:txBody>
      </p:sp>
      <p:grpSp>
        <p:nvGrpSpPr>
          <p:cNvPr id="6969" name="Google Shape;6969;p275"/>
          <p:cNvGrpSpPr/>
          <p:nvPr/>
        </p:nvGrpSpPr>
        <p:grpSpPr>
          <a:xfrm>
            <a:off x="4716395" y="1784443"/>
            <a:ext cx="381217" cy="207909"/>
            <a:chOff x="5095961" y="1403443"/>
            <a:chExt cx="381103" cy="207909"/>
          </a:xfrm>
        </p:grpSpPr>
        <p:cxnSp>
          <p:nvCxnSpPr>
            <p:cNvPr id="6970" name="Google Shape;6970;p275"/>
            <p:cNvCxnSpPr/>
            <p:nvPr/>
          </p:nvCxnSpPr>
          <p:spPr>
            <a:xfrm flipH="1">
              <a:off x="5095961" y="1403443"/>
              <a:ext cx="241800" cy="144300"/>
            </a:xfrm>
            <a:prstGeom prst="straightConnector1">
              <a:avLst/>
            </a:prstGeom>
            <a:noFill/>
            <a:ln cap="flat" cmpd="sng" w="19050">
              <a:solidFill>
                <a:schemeClr val="accent2"/>
              </a:solidFill>
              <a:prstDash val="solid"/>
              <a:round/>
              <a:headEnd len="med" w="med" type="none"/>
              <a:tailEnd len="med" w="med" type="none"/>
            </a:ln>
          </p:spPr>
        </p:cxnSp>
        <p:cxnSp>
          <p:nvCxnSpPr>
            <p:cNvPr id="6971" name="Google Shape;6971;p275"/>
            <p:cNvCxnSpPr/>
            <p:nvPr/>
          </p:nvCxnSpPr>
          <p:spPr>
            <a:xfrm flipH="1">
              <a:off x="5162636" y="1440352"/>
              <a:ext cx="241800" cy="144300"/>
            </a:xfrm>
            <a:prstGeom prst="straightConnector1">
              <a:avLst/>
            </a:prstGeom>
            <a:noFill/>
            <a:ln cap="flat" cmpd="sng" w="19050">
              <a:solidFill>
                <a:schemeClr val="accent3"/>
              </a:solidFill>
              <a:prstDash val="solid"/>
              <a:round/>
              <a:headEnd len="med" w="med" type="none"/>
              <a:tailEnd len="med" w="med" type="none"/>
            </a:ln>
          </p:spPr>
        </p:cxnSp>
        <p:cxnSp>
          <p:nvCxnSpPr>
            <p:cNvPr id="6972" name="Google Shape;6972;p275"/>
            <p:cNvCxnSpPr/>
            <p:nvPr/>
          </p:nvCxnSpPr>
          <p:spPr>
            <a:xfrm flipH="1">
              <a:off x="5249964" y="1478452"/>
              <a:ext cx="227100" cy="132900"/>
            </a:xfrm>
            <a:prstGeom prst="straightConnector1">
              <a:avLst/>
            </a:prstGeom>
            <a:noFill/>
            <a:ln cap="flat" cmpd="sng" w="19050">
              <a:solidFill>
                <a:schemeClr val="accent4"/>
              </a:solidFill>
              <a:prstDash val="solid"/>
              <a:round/>
              <a:headEnd len="med" w="med" type="none"/>
              <a:tailEnd len="med" w="med" type="none"/>
            </a:ln>
          </p:spPr>
        </p:cxnSp>
      </p:grpSp>
      <p:cxnSp>
        <p:nvCxnSpPr>
          <p:cNvPr id="6973" name="Google Shape;6973;p275"/>
          <p:cNvCxnSpPr/>
          <p:nvPr/>
        </p:nvCxnSpPr>
        <p:spPr>
          <a:xfrm flipH="1">
            <a:off x="4619382" y="2939650"/>
            <a:ext cx="105600" cy="61800"/>
          </a:xfrm>
          <a:prstGeom prst="straightConnector1">
            <a:avLst/>
          </a:prstGeom>
          <a:noFill/>
          <a:ln cap="flat" cmpd="sng" w="19050">
            <a:solidFill>
              <a:schemeClr val="accent2"/>
            </a:solidFill>
            <a:prstDash val="solid"/>
            <a:round/>
            <a:headEnd len="med" w="med" type="none"/>
            <a:tailEnd len="med" w="med" type="none"/>
          </a:ln>
        </p:spPr>
      </p:cxnSp>
      <p:cxnSp>
        <p:nvCxnSpPr>
          <p:cNvPr id="6974" name="Google Shape;6974;p275"/>
          <p:cNvCxnSpPr/>
          <p:nvPr/>
        </p:nvCxnSpPr>
        <p:spPr>
          <a:xfrm flipH="1">
            <a:off x="4675574" y="2976575"/>
            <a:ext cx="115500" cy="67800"/>
          </a:xfrm>
          <a:prstGeom prst="straightConnector1">
            <a:avLst/>
          </a:prstGeom>
          <a:noFill/>
          <a:ln cap="flat" cmpd="sng" w="19050">
            <a:solidFill>
              <a:schemeClr val="accent3"/>
            </a:solidFill>
            <a:prstDash val="solid"/>
            <a:round/>
            <a:headEnd len="med" w="med" type="none"/>
            <a:tailEnd len="med" w="med" type="none"/>
          </a:ln>
        </p:spPr>
      </p:cxnSp>
      <p:cxnSp>
        <p:nvCxnSpPr>
          <p:cNvPr id="6975" name="Google Shape;6975;p275"/>
          <p:cNvCxnSpPr/>
          <p:nvPr/>
        </p:nvCxnSpPr>
        <p:spPr>
          <a:xfrm flipH="1">
            <a:off x="4636496" y="3004550"/>
            <a:ext cx="243300" cy="147000"/>
          </a:xfrm>
          <a:prstGeom prst="straightConnector1">
            <a:avLst/>
          </a:prstGeom>
          <a:noFill/>
          <a:ln cap="flat" cmpd="sng" w="19050">
            <a:solidFill>
              <a:schemeClr val="accent4"/>
            </a:solidFill>
            <a:prstDash val="solid"/>
            <a:round/>
            <a:headEnd len="med" w="med" type="none"/>
            <a:tailEnd len="med" w="med" type="none"/>
          </a:ln>
        </p:spPr>
      </p:cxnSp>
      <p:cxnSp>
        <p:nvCxnSpPr>
          <p:cNvPr id="6976" name="Google Shape;6976;p275"/>
          <p:cNvCxnSpPr/>
          <p:nvPr/>
        </p:nvCxnSpPr>
        <p:spPr>
          <a:xfrm rot="10800000">
            <a:off x="4875045" y="1984175"/>
            <a:ext cx="600" cy="1028100"/>
          </a:xfrm>
          <a:prstGeom prst="straightConnector1">
            <a:avLst/>
          </a:prstGeom>
          <a:noFill/>
          <a:ln cap="flat" cmpd="sng" w="19050">
            <a:solidFill>
              <a:schemeClr val="accent4"/>
            </a:solidFill>
            <a:prstDash val="solid"/>
            <a:round/>
            <a:headEnd len="med" w="med" type="none"/>
            <a:tailEnd len="med" w="med" type="none"/>
          </a:ln>
        </p:spPr>
      </p:cxnSp>
      <p:cxnSp>
        <p:nvCxnSpPr>
          <p:cNvPr id="6977" name="Google Shape;6977;p275"/>
          <p:cNvCxnSpPr/>
          <p:nvPr/>
        </p:nvCxnSpPr>
        <p:spPr>
          <a:xfrm flipH="1" rot="10800000">
            <a:off x="4786923" y="1958000"/>
            <a:ext cx="600" cy="1026300"/>
          </a:xfrm>
          <a:prstGeom prst="straightConnector1">
            <a:avLst/>
          </a:prstGeom>
          <a:noFill/>
          <a:ln cap="flat" cmpd="sng" w="19050">
            <a:solidFill>
              <a:schemeClr val="accent3"/>
            </a:solidFill>
            <a:prstDash val="solid"/>
            <a:round/>
            <a:headEnd len="med" w="med" type="none"/>
            <a:tailEnd len="med" w="med" type="none"/>
          </a:ln>
        </p:spPr>
      </p:cxnSp>
      <p:cxnSp>
        <p:nvCxnSpPr>
          <p:cNvPr id="6978" name="Google Shape;6978;p275"/>
          <p:cNvCxnSpPr/>
          <p:nvPr/>
        </p:nvCxnSpPr>
        <p:spPr>
          <a:xfrm flipH="1" rot="10800000">
            <a:off x="4720231" y="1921091"/>
            <a:ext cx="600" cy="1026300"/>
          </a:xfrm>
          <a:prstGeom prst="straightConnector1">
            <a:avLst/>
          </a:prstGeom>
          <a:noFill/>
          <a:ln cap="flat" cmpd="sng" w="19050">
            <a:solidFill>
              <a:schemeClr val="accent2"/>
            </a:solidFill>
            <a:prstDash val="solid"/>
            <a:round/>
            <a:headEnd len="med" w="med" type="none"/>
            <a:tailEnd len="med" w="med" type="none"/>
          </a:ln>
        </p:spPr>
      </p:cxnSp>
      <p:cxnSp>
        <p:nvCxnSpPr>
          <p:cNvPr id="6979" name="Google Shape;6979;p275"/>
          <p:cNvCxnSpPr/>
          <p:nvPr/>
        </p:nvCxnSpPr>
        <p:spPr>
          <a:xfrm rot="10800000">
            <a:off x="4602556" y="3415725"/>
            <a:ext cx="717300" cy="403800"/>
          </a:xfrm>
          <a:prstGeom prst="straightConnector1">
            <a:avLst/>
          </a:prstGeom>
          <a:noFill/>
          <a:ln cap="flat" cmpd="sng" w="19050">
            <a:solidFill>
              <a:schemeClr val="accent3"/>
            </a:solidFill>
            <a:prstDash val="solid"/>
            <a:round/>
            <a:headEnd len="med" w="med" type="none"/>
            <a:tailEnd len="med" w="med" type="none"/>
          </a:ln>
        </p:spPr>
      </p:cxnSp>
      <p:cxnSp>
        <p:nvCxnSpPr>
          <p:cNvPr id="6980" name="Google Shape;6980;p275"/>
          <p:cNvCxnSpPr/>
          <p:nvPr/>
        </p:nvCxnSpPr>
        <p:spPr>
          <a:xfrm flipH="1" rot="10800000">
            <a:off x="5311367" y="3413030"/>
            <a:ext cx="722100" cy="405900"/>
          </a:xfrm>
          <a:prstGeom prst="straightConnector1">
            <a:avLst/>
          </a:prstGeom>
          <a:noFill/>
          <a:ln cap="flat" cmpd="sng" w="19050">
            <a:solidFill>
              <a:schemeClr val="accent3"/>
            </a:solidFill>
            <a:prstDash val="solid"/>
            <a:round/>
            <a:headEnd len="med" w="med" type="none"/>
            <a:tailEnd len="med" w="med" type="none"/>
          </a:ln>
        </p:spPr>
      </p:cxnSp>
      <p:grpSp>
        <p:nvGrpSpPr>
          <p:cNvPr id="6981" name="Google Shape;6981;p275"/>
          <p:cNvGrpSpPr/>
          <p:nvPr/>
        </p:nvGrpSpPr>
        <p:grpSpPr>
          <a:xfrm>
            <a:off x="6548398" y="3175525"/>
            <a:ext cx="1188665" cy="246900"/>
            <a:chOff x="4902624" y="1107564"/>
            <a:chExt cx="1188665" cy="246900"/>
          </a:xfrm>
        </p:grpSpPr>
        <p:pic>
          <p:nvPicPr>
            <p:cNvPr id="6982" name="Google Shape;6982;p275"/>
            <p:cNvPicPr preferRelativeResize="0"/>
            <p:nvPr/>
          </p:nvPicPr>
          <p:blipFill>
            <a:blip r:embed="rId6">
              <a:alphaModFix/>
            </a:blip>
            <a:stretch>
              <a:fillRect/>
            </a:stretch>
          </p:blipFill>
          <p:spPr>
            <a:xfrm>
              <a:off x="4902624" y="1158526"/>
              <a:ext cx="310650" cy="12600"/>
            </a:xfrm>
            <a:prstGeom prst="rect">
              <a:avLst/>
            </a:prstGeom>
            <a:noFill/>
            <a:ln>
              <a:noFill/>
            </a:ln>
          </p:spPr>
        </p:pic>
        <p:sp>
          <p:nvSpPr>
            <p:cNvPr id="6983" name="Google Shape;6983;p275"/>
            <p:cNvSpPr txBox="1"/>
            <p:nvPr/>
          </p:nvSpPr>
          <p:spPr>
            <a:xfrm>
              <a:off x="5243188" y="1107564"/>
              <a:ext cx="8481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CONTENT</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VERIFICATION</a:t>
              </a:r>
              <a:endParaRPr sz="800">
                <a:latin typeface="Overpass SemiBold"/>
                <a:ea typeface="Overpass SemiBold"/>
                <a:cs typeface="Overpass SemiBold"/>
                <a:sym typeface="Overpass SemiBold"/>
              </a:endParaRPr>
            </a:p>
          </p:txBody>
        </p:sp>
      </p:grpSp>
      <p:cxnSp>
        <p:nvCxnSpPr>
          <p:cNvPr id="6984" name="Google Shape;6984;p275"/>
          <p:cNvCxnSpPr/>
          <p:nvPr/>
        </p:nvCxnSpPr>
        <p:spPr>
          <a:xfrm>
            <a:off x="6586115" y="3410227"/>
            <a:ext cx="706500" cy="401700"/>
          </a:xfrm>
          <a:prstGeom prst="straightConnector1">
            <a:avLst/>
          </a:prstGeom>
          <a:noFill/>
          <a:ln cap="flat" cmpd="sng" w="19050">
            <a:solidFill>
              <a:srgbClr val="4A86E8"/>
            </a:solidFill>
            <a:prstDash val="solid"/>
            <a:round/>
            <a:headEnd len="med" w="med" type="none"/>
            <a:tailEnd len="med" w="med" type="none"/>
          </a:ln>
        </p:spPr>
      </p:cxnSp>
      <p:cxnSp>
        <p:nvCxnSpPr>
          <p:cNvPr id="6985" name="Google Shape;6985;p275"/>
          <p:cNvCxnSpPr/>
          <p:nvPr/>
        </p:nvCxnSpPr>
        <p:spPr>
          <a:xfrm flipH="1">
            <a:off x="7287233" y="3406969"/>
            <a:ext cx="712800" cy="402000"/>
          </a:xfrm>
          <a:prstGeom prst="straightConnector1">
            <a:avLst/>
          </a:prstGeom>
          <a:noFill/>
          <a:ln cap="flat" cmpd="sng" w="19050">
            <a:solidFill>
              <a:srgbClr val="4A86E8"/>
            </a:solidFill>
            <a:prstDash val="solid"/>
            <a:round/>
            <a:headEnd len="med" w="med" type="none"/>
            <a:tailEnd len="med" w="med" type="none"/>
          </a:ln>
        </p:spPr>
      </p:cxnSp>
      <p:sp>
        <p:nvSpPr>
          <p:cNvPr id="6986" name="Google Shape;6986;p275"/>
          <p:cNvSpPr txBox="1"/>
          <p:nvPr/>
        </p:nvSpPr>
        <p:spPr>
          <a:xfrm>
            <a:off x="8994800" y="5746725"/>
            <a:ext cx="1124400" cy="246300"/>
          </a:xfrm>
          <a:prstGeom prst="rect">
            <a:avLst/>
          </a:prstGeom>
          <a:noFill/>
          <a:ln>
            <a:noFill/>
          </a:ln>
        </p:spPr>
        <p:txBody>
          <a:bodyPr anchorCtr="0" anchor="ctr" bIns="0" lIns="0" spcFirstLastPara="1" rIns="0" wrap="square" tIns="0">
            <a:spAutoFit/>
          </a:bodyPr>
          <a:lstStyle/>
          <a:p>
            <a:pPr indent="0" lvl="0" marL="0" rtl="0" algn="ctr">
              <a:spcBef>
                <a:spcPts val="0"/>
              </a:spcBef>
              <a:spcAft>
                <a:spcPts val="0"/>
              </a:spcAft>
              <a:buNone/>
            </a:pPr>
            <a:r>
              <a:rPr lang="en" sz="800">
                <a:latin typeface="Overpass SemiBold"/>
                <a:ea typeface="Overpass SemiBold"/>
                <a:cs typeface="Overpass SemiBold"/>
                <a:sym typeface="Overpass SemiBold"/>
              </a:rPr>
              <a:t>DISTRIBUTION NETWORK</a:t>
            </a:r>
            <a:endParaRPr sz="800">
              <a:latin typeface="Overpass SemiBold"/>
              <a:ea typeface="Overpass SemiBold"/>
              <a:cs typeface="Overpass SemiBold"/>
              <a:sym typeface="Overpass SemiBold"/>
            </a:endParaRPr>
          </a:p>
        </p:txBody>
      </p:sp>
      <p:pic>
        <p:nvPicPr>
          <p:cNvPr id="6987" name="Google Shape;6987;p275"/>
          <p:cNvPicPr preferRelativeResize="0"/>
          <p:nvPr/>
        </p:nvPicPr>
        <p:blipFill rotWithShape="1">
          <a:blip r:embed="rId8">
            <a:alphaModFix/>
          </a:blip>
          <a:srcRect b="-1829" l="11317" r="3972" t="1830"/>
          <a:stretch/>
        </p:blipFill>
        <p:spPr>
          <a:xfrm>
            <a:off x="9342212" y="1543050"/>
            <a:ext cx="2405052" cy="4171950"/>
          </a:xfrm>
          <a:prstGeom prst="rect">
            <a:avLst/>
          </a:prstGeom>
          <a:noFill/>
          <a:ln>
            <a:noFill/>
          </a:ln>
        </p:spPr>
      </p:pic>
      <p:pic>
        <p:nvPicPr>
          <p:cNvPr id="6988" name="Google Shape;6988;p275"/>
          <p:cNvPicPr preferRelativeResize="0"/>
          <p:nvPr/>
        </p:nvPicPr>
        <p:blipFill>
          <a:blip r:embed="rId9">
            <a:alphaModFix/>
          </a:blip>
          <a:stretch>
            <a:fillRect/>
          </a:stretch>
        </p:blipFill>
        <p:spPr>
          <a:xfrm>
            <a:off x="7039211" y="5245894"/>
            <a:ext cx="2362200" cy="333375"/>
          </a:xfrm>
          <a:prstGeom prst="rect">
            <a:avLst/>
          </a:prstGeom>
          <a:noFill/>
          <a:ln>
            <a:noFill/>
          </a:ln>
        </p:spPr>
      </p:pic>
      <p:sp>
        <p:nvSpPr>
          <p:cNvPr id="6989" name="Google Shape;6989;p275"/>
          <p:cNvSpPr txBox="1"/>
          <p:nvPr/>
        </p:nvSpPr>
        <p:spPr>
          <a:xfrm>
            <a:off x="7241762" y="5213325"/>
            <a:ext cx="1124400" cy="246300"/>
          </a:xfrm>
          <a:prstGeom prst="rect">
            <a:avLst/>
          </a:prstGeom>
          <a:noFill/>
          <a:ln>
            <a:noFill/>
          </a:ln>
        </p:spPr>
        <p:txBody>
          <a:bodyPr anchorCtr="0" anchor="ctr" bIns="0" lIns="0" spcFirstLastPara="1" rIns="0" wrap="square" tIns="0">
            <a:spAutoFit/>
          </a:bodyPr>
          <a:lstStyle/>
          <a:p>
            <a:pPr indent="0" lvl="0" marL="0" rtl="0" algn="ctr">
              <a:spcBef>
                <a:spcPts val="0"/>
              </a:spcBef>
              <a:spcAft>
                <a:spcPts val="0"/>
              </a:spcAft>
              <a:buNone/>
            </a:pPr>
            <a:r>
              <a:rPr lang="en" sz="800">
                <a:latin typeface="Overpass SemiBold"/>
                <a:ea typeface="Overpass SemiBold"/>
                <a:cs typeface="Overpass SemiBold"/>
                <a:sym typeface="Overpass SemiBold"/>
              </a:rPr>
              <a:t>ON-PREMISE</a:t>
            </a:r>
            <a:endParaRPr sz="800">
              <a:latin typeface="Overpass SemiBold"/>
              <a:ea typeface="Overpass SemiBold"/>
              <a:cs typeface="Overpass SemiBold"/>
              <a:sym typeface="Overpass SemiBold"/>
            </a:endParaRPr>
          </a:p>
          <a:p>
            <a:pPr indent="0" lvl="0" marL="0" rtl="0" algn="ctr">
              <a:spcBef>
                <a:spcPts val="0"/>
              </a:spcBef>
              <a:spcAft>
                <a:spcPts val="0"/>
              </a:spcAft>
              <a:buNone/>
            </a:pPr>
            <a:r>
              <a:rPr lang="en" sz="800">
                <a:latin typeface="Overpass SemiBold"/>
                <a:ea typeface="Overpass SemiBold"/>
                <a:cs typeface="Overpass SemiBold"/>
                <a:sym typeface="Overpass SemiBold"/>
              </a:rPr>
              <a:t>DATA CENTER</a:t>
            </a:r>
            <a:endParaRPr sz="800">
              <a:latin typeface="Overpass SemiBold"/>
              <a:ea typeface="Overpass SemiBold"/>
              <a:cs typeface="Overpass SemiBold"/>
              <a:sym typeface="Overpass SemiBold"/>
            </a:endParaRPr>
          </a:p>
        </p:txBody>
      </p:sp>
      <p:sp>
        <p:nvSpPr>
          <p:cNvPr id="6990" name="Google Shape;6990;p275"/>
          <p:cNvSpPr txBox="1"/>
          <p:nvPr/>
        </p:nvSpPr>
        <p:spPr>
          <a:xfrm>
            <a:off x="9528334" y="5213325"/>
            <a:ext cx="1124400" cy="246300"/>
          </a:xfrm>
          <a:prstGeom prst="rect">
            <a:avLst/>
          </a:prstGeom>
          <a:noFill/>
          <a:ln>
            <a:noFill/>
          </a:ln>
        </p:spPr>
        <p:txBody>
          <a:bodyPr anchorCtr="0" anchor="ctr" bIns="0" lIns="0" spcFirstLastPara="1" rIns="0" wrap="square" tIns="0">
            <a:spAutoFit/>
          </a:bodyPr>
          <a:lstStyle/>
          <a:p>
            <a:pPr indent="0" lvl="0" marL="0" rtl="0" algn="ctr">
              <a:spcBef>
                <a:spcPts val="0"/>
              </a:spcBef>
              <a:spcAft>
                <a:spcPts val="0"/>
              </a:spcAft>
              <a:buNone/>
            </a:pPr>
            <a:r>
              <a:rPr lang="en" sz="800">
                <a:latin typeface="Overpass SemiBold"/>
                <a:ea typeface="Overpass SemiBold"/>
                <a:cs typeface="Overpass SemiBold"/>
                <a:sym typeface="Overpass SemiBold"/>
              </a:rPr>
              <a:t>CLOUD</a:t>
            </a:r>
            <a:endParaRPr sz="800">
              <a:latin typeface="Overpass SemiBold"/>
              <a:ea typeface="Overpass SemiBold"/>
              <a:cs typeface="Overpass SemiBold"/>
              <a:sym typeface="Overpass SemiBold"/>
            </a:endParaRPr>
          </a:p>
          <a:p>
            <a:pPr indent="0" lvl="0" marL="0" rtl="0" algn="ctr">
              <a:spcBef>
                <a:spcPts val="0"/>
              </a:spcBef>
              <a:spcAft>
                <a:spcPts val="0"/>
              </a:spcAft>
              <a:buNone/>
            </a:pPr>
            <a:r>
              <a:rPr lang="en" sz="800">
                <a:latin typeface="Overpass SemiBold"/>
                <a:ea typeface="Overpass SemiBold"/>
                <a:cs typeface="Overpass SemiBold"/>
                <a:sym typeface="Overpass SemiBold"/>
              </a:rPr>
              <a:t>PROVIDER</a:t>
            </a:r>
            <a:endParaRPr sz="800">
              <a:latin typeface="Overpass SemiBold"/>
              <a:ea typeface="Overpass SemiBold"/>
              <a:cs typeface="Overpass SemiBold"/>
              <a:sym typeface="Overpass SemiBold"/>
            </a:endParaRPr>
          </a:p>
        </p:txBody>
      </p:sp>
      <p:grpSp>
        <p:nvGrpSpPr>
          <p:cNvPr id="6991" name="Google Shape;6991;p275"/>
          <p:cNvGrpSpPr/>
          <p:nvPr/>
        </p:nvGrpSpPr>
        <p:grpSpPr>
          <a:xfrm>
            <a:off x="8453875" y="3175525"/>
            <a:ext cx="1188665" cy="246900"/>
            <a:chOff x="4902624" y="1107564"/>
            <a:chExt cx="1188665" cy="246900"/>
          </a:xfrm>
        </p:grpSpPr>
        <p:pic>
          <p:nvPicPr>
            <p:cNvPr id="6992" name="Google Shape;6992;p275"/>
            <p:cNvPicPr preferRelativeResize="0"/>
            <p:nvPr/>
          </p:nvPicPr>
          <p:blipFill>
            <a:blip r:embed="rId6">
              <a:alphaModFix/>
            </a:blip>
            <a:stretch>
              <a:fillRect/>
            </a:stretch>
          </p:blipFill>
          <p:spPr>
            <a:xfrm>
              <a:off x="4902624" y="1158526"/>
              <a:ext cx="310650" cy="12600"/>
            </a:xfrm>
            <a:prstGeom prst="rect">
              <a:avLst/>
            </a:prstGeom>
            <a:noFill/>
            <a:ln>
              <a:noFill/>
            </a:ln>
          </p:spPr>
        </p:pic>
        <p:sp>
          <p:nvSpPr>
            <p:cNvPr id="6993" name="Google Shape;6993;p275"/>
            <p:cNvSpPr txBox="1"/>
            <p:nvPr/>
          </p:nvSpPr>
          <p:spPr>
            <a:xfrm>
              <a:off x="5243188" y="1107564"/>
              <a:ext cx="848100" cy="24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latin typeface="Overpass SemiBold"/>
                  <a:ea typeface="Overpass SemiBold"/>
                  <a:cs typeface="Overpass SemiBold"/>
                  <a:sym typeface="Overpass SemiBold"/>
                </a:rPr>
                <a:t>CONTENT</a:t>
              </a:r>
              <a:endParaRPr sz="800">
                <a:latin typeface="Overpass SemiBold"/>
                <a:ea typeface="Overpass SemiBold"/>
                <a:cs typeface="Overpass SemiBold"/>
                <a:sym typeface="Overpass SemiBold"/>
              </a:endParaRPr>
            </a:p>
            <a:p>
              <a:pPr indent="0" lvl="0" marL="0" rtl="0" algn="l">
                <a:spcBef>
                  <a:spcPts val="0"/>
                </a:spcBef>
                <a:spcAft>
                  <a:spcPts val="0"/>
                </a:spcAft>
                <a:buNone/>
              </a:pPr>
              <a:r>
                <a:rPr lang="en" sz="800">
                  <a:latin typeface="Overpass SemiBold"/>
                  <a:ea typeface="Overpass SemiBold"/>
                  <a:cs typeface="Overpass SemiBold"/>
                  <a:sym typeface="Overpass SemiBold"/>
                </a:rPr>
                <a:t>DISTRIBUTION</a:t>
              </a:r>
              <a:endParaRPr sz="800">
                <a:latin typeface="Overpass SemiBold"/>
                <a:ea typeface="Overpass SemiBold"/>
                <a:cs typeface="Overpass SemiBold"/>
                <a:sym typeface="Overpass SemiBold"/>
              </a:endParaRPr>
            </a:p>
          </p:txBody>
        </p:sp>
      </p:grpSp>
      <p:sp>
        <p:nvSpPr>
          <p:cNvPr id="6994" name="Google Shape;6994;p27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6995" name="Google Shape;6995;p275"/>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999" name="Shape 6999"/>
        <p:cNvGrpSpPr/>
        <p:nvPr/>
      </p:nvGrpSpPr>
      <p:grpSpPr>
        <a:xfrm>
          <a:off x="0" y="0"/>
          <a:ext cx="0" cy="0"/>
          <a:chOff x="0" y="0"/>
          <a:chExt cx="0" cy="0"/>
        </a:xfrm>
      </p:grpSpPr>
      <p:sp>
        <p:nvSpPr>
          <p:cNvPr id="7000" name="Google Shape;7000;p27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A Standard Operating Environment Example</a:t>
            </a:r>
            <a:endParaRPr/>
          </a:p>
        </p:txBody>
      </p:sp>
      <p:sp>
        <p:nvSpPr>
          <p:cNvPr id="7001" name="Google Shape;7001;p27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7002" name="Google Shape;7002;p276"/>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There has to be an easier way</a:t>
            </a:r>
            <a:endParaRPr/>
          </a:p>
        </p:txBody>
      </p:sp>
      <p:sp>
        <p:nvSpPr>
          <p:cNvPr id="7003" name="Google Shape;7003;p276"/>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pic>
        <p:nvPicPr>
          <p:cNvPr id="7004" name="Google Shape;7004;p276"/>
          <p:cNvPicPr preferRelativeResize="0"/>
          <p:nvPr/>
        </p:nvPicPr>
        <p:blipFill>
          <a:blip r:embed="rId3">
            <a:alphaModFix/>
          </a:blip>
          <a:stretch>
            <a:fillRect/>
          </a:stretch>
        </p:blipFill>
        <p:spPr>
          <a:xfrm>
            <a:off x="3429000" y="1196350"/>
            <a:ext cx="6791325" cy="4838700"/>
          </a:xfrm>
          <a:prstGeom prst="rect">
            <a:avLst/>
          </a:prstGeom>
          <a:noFill/>
          <a:ln>
            <a:noFill/>
          </a:ln>
        </p:spPr>
      </p:pic>
      <p:sp>
        <p:nvSpPr>
          <p:cNvPr id="7005" name="Google Shape;7005;p276"/>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t/>
            </a:r>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9" name="Shape 7009"/>
        <p:cNvGrpSpPr/>
        <p:nvPr/>
      </p:nvGrpSpPr>
      <p:grpSpPr>
        <a:xfrm>
          <a:off x="0" y="0"/>
          <a:ext cx="0" cy="0"/>
          <a:chOff x="0" y="0"/>
          <a:chExt cx="0" cy="0"/>
        </a:xfrm>
      </p:grpSpPr>
      <p:pic>
        <p:nvPicPr>
          <p:cNvPr id="7010" name="Google Shape;7010;p277"/>
          <p:cNvPicPr preferRelativeResize="0"/>
          <p:nvPr/>
        </p:nvPicPr>
        <p:blipFill>
          <a:blip r:embed="rId3">
            <a:alphaModFix/>
          </a:blip>
          <a:stretch>
            <a:fillRect/>
          </a:stretch>
        </p:blipFill>
        <p:spPr>
          <a:xfrm>
            <a:off x="7586581" y="55460"/>
            <a:ext cx="4520200" cy="1853094"/>
          </a:xfrm>
          <a:prstGeom prst="rect">
            <a:avLst/>
          </a:prstGeom>
          <a:noFill/>
          <a:ln>
            <a:noFill/>
          </a:ln>
        </p:spPr>
      </p:pic>
      <p:sp>
        <p:nvSpPr>
          <p:cNvPr id="7011" name="Google Shape;7011;p27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t/>
            </a:r>
            <a:endParaRPr/>
          </a:p>
        </p:txBody>
      </p:sp>
      <p:sp>
        <p:nvSpPr>
          <p:cNvPr id="7012" name="Google Shape;7012;p27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7013" name="Google Shape;7013;p277"/>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pic>
        <p:nvPicPr>
          <p:cNvPr id="7014" name="Google Shape;7014;p277"/>
          <p:cNvPicPr preferRelativeResize="0"/>
          <p:nvPr/>
        </p:nvPicPr>
        <p:blipFill>
          <a:blip r:embed="rId4">
            <a:alphaModFix/>
          </a:blip>
          <a:stretch>
            <a:fillRect/>
          </a:stretch>
        </p:blipFill>
        <p:spPr>
          <a:xfrm>
            <a:off x="371575" y="680500"/>
            <a:ext cx="5569424" cy="2509250"/>
          </a:xfrm>
          <a:prstGeom prst="rect">
            <a:avLst/>
          </a:prstGeom>
          <a:noFill/>
          <a:ln>
            <a:noFill/>
          </a:ln>
        </p:spPr>
      </p:pic>
      <p:pic>
        <p:nvPicPr>
          <p:cNvPr id="7015" name="Google Shape;7015;p277"/>
          <p:cNvPicPr preferRelativeResize="0"/>
          <p:nvPr/>
        </p:nvPicPr>
        <p:blipFill>
          <a:blip r:embed="rId5">
            <a:alphaModFix/>
          </a:blip>
          <a:stretch>
            <a:fillRect/>
          </a:stretch>
        </p:blipFill>
        <p:spPr>
          <a:xfrm>
            <a:off x="4536225" y="3324000"/>
            <a:ext cx="7229051" cy="2845550"/>
          </a:xfrm>
          <a:prstGeom prst="rect">
            <a:avLst/>
          </a:prstGeom>
          <a:noFill/>
          <a:ln>
            <a:noFill/>
          </a:ln>
        </p:spPr>
      </p:pic>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9" name="Shape 7019"/>
        <p:cNvGrpSpPr/>
        <p:nvPr/>
      </p:nvGrpSpPr>
      <p:grpSpPr>
        <a:xfrm>
          <a:off x="0" y="0"/>
          <a:ext cx="0" cy="0"/>
          <a:chOff x="0" y="0"/>
          <a:chExt cx="0" cy="0"/>
        </a:xfrm>
      </p:grpSpPr>
      <p:sp>
        <p:nvSpPr>
          <p:cNvPr id="7020" name="Google Shape;7020;p27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7021" name="Google Shape;7021;p27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7022" name="Google Shape;7022;p278"/>
          <p:cNvPicPr preferRelativeResize="0"/>
          <p:nvPr/>
        </p:nvPicPr>
        <p:blipFill>
          <a:blip r:embed="rId3">
            <a:alphaModFix/>
          </a:blip>
          <a:stretch>
            <a:fillRect/>
          </a:stretch>
        </p:blipFill>
        <p:spPr>
          <a:xfrm>
            <a:off x="1346500" y="2305262"/>
            <a:ext cx="5338049" cy="2258799"/>
          </a:xfrm>
          <a:prstGeom prst="rect">
            <a:avLst/>
          </a:prstGeom>
          <a:noFill/>
          <a:ln>
            <a:noFill/>
          </a:ln>
        </p:spPr>
      </p:pic>
      <p:pic>
        <p:nvPicPr>
          <p:cNvPr id="7023" name="Google Shape;7023;p278"/>
          <p:cNvPicPr preferRelativeResize="0"/>
          <p:nvPr/>
        </p:nvPicPr>
        <p:blipFill rotWithShape="1">
          <a:blip r:embed="rId4">
            <a:alphaModFix/>
          </a:blip>
          <a:srcRect b="8558" l="0" r="0" t="11607"/>
          <a:stretch/>
        </p:blipFill>
        <p:spPr>
          <a:xfrm>
            <a:off x="2824775" y="4693575"/>
            <a:ext cx="9153524" cy="1404675"/>
          </a:xfrm>
          <a:prstGeom prst="rect">
            <a:avLst/>
          </a:prstGeom>
          <a:noFill/>
          <a:ln cap="flat" cmpd="sng" w="19050">
            <a:solidFill>
              <a:schemeClr val="accent1"/>
            </a:solidFill>
            <a:prstDash val="solid"/>
            <a:round/>
            <a:headEnd len="sm" w="sm" type="none"/>
            <a:tailEnd len="sm" w="sm" type="none"/>
          </a:ln>
        </p:spPr>
      </p:pic>
      <p:pic>
        <p:nvPicPr>
          <p:cNvPr id="7024" name="Google Shape;7024;p278"/>
          <p:cNvPicPr preferRelativeResize="0"/>
          <p:nvPr/>
        </p:nvPicPr>
        <p:blipFill>
          <a:blip r:embed="rId5">
            <a:alphaModFix/>
          </a:blip>
          <a:stretch>
            <a:fillRect/>
          </a:stretch>
        </p:blipFill>
        <p:spPr>
          <a:xfrm>
            <a:off x="347576" y="969852"/>
            <a:ext cx="3793600" cy="1555225"/>
          </a:xfrm>
          <a:prstGeom prst="rect">
            <a:avLst/>
          </a:prstGeom>
          <a:noFill/>
          <a:ln>
            <a:noFill/>
          </a:ln>
        </p:spPr>
      </p:pic>
      <p:sp>
        <p:nvSpPr>
          <p:cNvPr id="7025" name="Google Shape;7025;p278"/>
          <p:cNvSpPr txBox="1"/>
          <p:nvPr/>
        </p:nvSpPr>
        <p:spPr>
          <a:xfrm>
            <a:off x="3955425" y="884795"/>
            <a:ext cx="2056500" cy="51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Red Hat Display"/>
                <a:ea typeface="Red Hat Display"/>
                <a:cs typeface="Red Hat Display"/>
                <a:sym typeface="Red Hat Display"/>
              </a:rPr>
              <a:t>From Concept…</a:t>
            </a:r>
            <a:endParaRPr b="1" sz="1800">
              <a:latin typeface="Red Hat Display"/>
              <a:ea typeface="Red Hat Display"/>
              <a:cs typeface="Red Hat Display"/>
              <a:sym typeface="Red Hat Display"/>
            </a:endParaRPr>
          </a:p>
        </p:txBody>
      </p:sp>
      <p:sp>
        <p:nvSpPr>
          <p:cNvPr id="7026" name="Google Shape;7026;p278"/>
          <p:cNvSpPr txBox="1"/>
          <p:nvPr/>
        </p:nvSpPr>
        <p:spPr>
          <a:xfrm>
            <a:off x="6774825" y="2709205"/>
            <a:ext cx="2056500" cy="51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Red Hat Display"/>
                <a:ea typeface="Red Hat Display"/>
                <a:cs typeface="Red Hat Display"/>
                <a:sym typeface="Red Hat Display"/>
              </a:rPr>
              <a:t>To Model</a:t>
            </a:r>
            <a:r>
              <a:rPr b="1" lang="en" sz="1800">
                <a:latin typeface="Red Hat Display"/>
                <a:ea typeface="Red Hat Display"/>
                <a:cs typeface="Red Hat Display"/>
                <a:sym typeface="Red Hat Display"/>
              </a:rPr>
              <a:t>…</a:t>
            </a:r>
            <a:endParaRPr b="1" sz="1800">
              <a:latin typeface="Red Hat Display"/>
              <a:ea typeface="Red Hat Display"/>
              <a:cs typeface="Red Hat Display"/>
              <a:sym typeface="Red Hat Display"/>
            </a:endParaRPr>
          </a:p>
        </p:txBody>
      </p:sp>
      <p:sp>
        <p:nvSpPr>
          <p:cNvPr id="7027" name="Google Shape;7027;p278"/>
          <p:cNvSpPr txBox="1"/>
          <p:nvPr/>
        </p:nvSpPr>
        <p:spPr>
          <a:xfrm>
            <a:off x="9419650" y="4067075"/>
            <a:ext cx="2117100" cy="51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Red Hat Display"/>
                <a:ea typeface="Red Hat Display"/>
                <a:cs typeface="Red Hat Display"/>
                <a:sym typeface="Red Hat Display"/>
              </a:rPr>
              <a:t>To Pipeline…</a:t>
            </a:r>
            <a:endParaRPr b="1" sz="1800">
              <a:latin typeface="Red Hat Display"/>
              <a:ea typeface="Red Hat Display"/>
              <a:cs typeface="Red Hat Display"/>
              <a:sym typeface="Red Hat Display"/>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1" name="Shape 7031"/>
        <p:cNvGrpSpPr/>
        <p:nvPr/>
      </p:nvGrpSpPr>
      <p:grpSpPr>
        <a:xfrm>
          <a:off x="0" y="0"/>
          <a:ext cx="0" cy="0"/>
          <a:chOff x="0" y="0"/>
          <a:chExt cx="0" cy="0"/>
        </a:xfrm>
      </p:grpSpPr>
      <p:sp>
        <p:nvSpPr>
          <p:cNvPr id="7032" name="Google Shape;7032;p279"/>
          <p:cNvSpPr txBox="1"/>
          <p:nvPr>
            <p:ph idx="12" type="sldNum"/>
          </p:nvPr>
        </p:nvSpPr>
        <p:spPr>
          <a:xfrm>
            <a:off x="81975" y="55599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7033" name="Google Shape;7033;p279"/>
          <p:cNvPicPr preferRelativeResize="0"/>
          <p:nvPr/>
        </p:nvPicPr>
        <p:blipFill>
          <a:blip r:embed="rId3">
            <a:alphaModFix/>
          </a:blip>
          <a:stretch>
            <a:fillRect/>
          </a:stretch>
        </p:blipFill>
        <p:spPr>
          <a:xfrm>
            <a:off x="5154389" y="5112216"/>
            <a:ext cx="246220" cy="364770"/>
          </a:xfrm>
          <a:prstGeom prst="rect">
            <a:avLst/>
          </a:prstGeom>
          <a:noFill/>
          <a:ln>
            <a:noFill/>
          </a:ln>
        </p:spPr>
      </p:pic>
      <p:sp>
        <p:nvSpPr>
          <p:cNvPr id="7034" name="Google Shape;7034;p279"/>
          <p:cNvSpPr txBox="1"/>
          <p:nvPr>
            <p:ph idx="1" type="subTitle"/>
          </p:nvPr>
        </p:nvSpPr>
        <p:spPr>
          <a:xfrm>
            <a:off x="371575" y="131650"/>
            <a:ext cx="9446400" cy="816300"/>
          </a:xfrm>
          <a:prstGeom prst="rect">
            <a:avLst/>
          </a:prstGeom>
        </p:spPr>
        <p:txBody>
          <a:bodyPr anchorCtr="0" anchor="ctr" bIns="91425" lIns="438900" spcFirstLastPara="1" rIns="91425" wrap="square" tIns="91425">
            <a:noAutofit/>
          </a:bodyPr>
          <a:lstStyle/>
          <a:p>
            <a:pPr indent="0" lvl="0" marL="0" rtl="0" algn="l">
              <a:lnSpc>
                <a:spcPct val="90000"/>
              </a:lnSpc>
              <a:spcBef>
                <a:spcPts val="0"/>
              </a:spcBef>
              <a:spcAft>
                <a:spcPts val="0"/>
              </a:spcAft>
              <a:buClr>
                <a:schemeClr val="dk1"/>
              </a:buClr>
              <a:buSzPts val="1400"/>
              <a:buFont typeface="Arial"/>
              <a:buNone/>
            </a:pPr>
            <a:r>
              <a:rPr lang="en" sz="1800"/>
              <a:t>Refactor to RHEL Approach</a:t>
            </a:r>
            <a:endParaRPr sz="1800">
              <a:latin typeface="Overpass SemiBold"/>
              <a:ea typeface="Overpass SemiBold"/>
              <a:cs typeface="Overpass SemiBold"/>
              <a:sym typeface="Overpass SemiBold"/>
            </a:endParaRPr>
          </a:p>
          <a:p>
            <a:pPr indent="0" lvl="0" marL="0" rtl="0" algn="l">
              <a:spcBef>
                <a:spcPts val="0"/>
              </a:spcBef>
              <a:spcAft>
                <a:spcPts val="0"/>
              </a:spcAft>
              <a:buNone/>
            </a:pPr>
            <a:r>
              <a:t/>
            </a:r>
            <a:endParaRPr sz="1800">
              <a:latin typeface="Overpass SemiBold"/>
              <a:ea typeface="Overpass SemiBold"/>
              <a:cs typeface="Overpass SemiBold"/>
              <a:sym typeface="Overpass SemiBold"/>
            </a:endParaRPr>
          </a:p>
        </p:txBody>
      </p:sp>
      <p:sp>
        <p:nvSpPr>
          <p:cNvPr id="7035" name="Google Shape;7035;p279"/>
          <p:cNvSpPr txBox="1"/>
          <p:nvPr>
            <p:ph type="title"/>
          </p:nvPr>
        </p:nvSpPr>
        <p:spPr>
          <a:xfrm>
            <a:off x="1752600" y="934500"/>
            <a:ext cx="8686800" cy="468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DISCOVER &gt; PLAN &gt; AUTOMATE &gt; MIGRATE</a:t>
            </a:r>
            <a:endParaRPr/>
          </a:p>
          <a:p>
            <a:pPr indent="0" lvl="0" marL="0" rtl="0" algn="l">
              <a:spcBef>
                <a:spcPts val="0"/>
              </a:spcBef>
              <a:spcAft>
                <a:spcPts val="0"/>
              </a:spcAft>
              <a:buNone/>
            </a:pPr>
            <a:r>
              <a:t/>
            </a:r>
            <a:endParaRPr/>
          </a:p>
        </p:txBody>
      </p:sp>
      <p:sp>
        <p:nvSpPr>
          <p:cNvPr id="7036" name="Google Shape;7036;p279"/>
          <p:cNvSpPr txBox="1"/>
          <p:nvPr/>
        </p:nvSpPr>
        <p:spPr>
          <a:xfrm>
            <a:off x="-71" y="1340250"/>
            <a:ext cx="12192000" cy="558900"/>
          </a:xfrm>
          <a:prstGeom prst="rect">
            <a:avLst/>
          </a:prstGeom>
          <a:noFill/>
          <a:ln>
            <a:noFill/>
          </a:ln>
        </p:spPr>
        <p:txBody>
          <a:bodyPr anchorCtr="0" anchor="t" bIns="121900" lIns="121900" spcFirstLastPara="1" rIns="121900" wrap="square" tIns="121900">
            <a:noAutofit/>
          </a:bodyPr>
          <a:lstStyle/>
          <a:p>
            <a:pPr indent="0" lvl="0" marL="0" rtl="0" algn="ctr">
              <a:spcBef>
                <a:spcPts val="0"/>
              </a:spcBef>
              <a:spcAft>
                <a:spcPts val="0"/>
              </a:spcAft>
              <a:buNone/>
            </a:pPr>
            <a:r>
              <a:rPr b="1" lang="en" sz="1900">
                <a:latin typeface="Overpass"/>
                <a:ea typeface="Overpass"/>
                <a:cs typeface="Overpass"/>
                <a:sym typeface="Overpass"/>
              </a:rPr>
              <a:t>THE APPROACH</a:t>
            </a:r>
            <a:endParaRPr b="1" sz="1900">
              <a:latin typeface="Overpass"/>
              <a:ea typeface="Overpass"/>
              <a:cs typeface="Overpass"/>
              <a:sym typeface="Overpass"/>
            </a:endParaRPr>
          </a:p>
        </p:txBody>
      </p:sp>
      <p:sp>
        <p:nvSpPr>
          <p:cNvPr id="7037" name="Google Shape;7037;p279"/>
          <p:cNvSpPr txBox="1"/>
          <p:nvPr/>
        </p:nvSpPr>
        <p:spPr>
          <a:xfrm>
            <a:off x="1812543" y="5599686"/>
            <a:ext cx="635400" cy="187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300">
                <a:solidFill>
                  <a:srgbClr val="595959"/>
                </a:solidFill>
                <a:latin typeface="Red Hat Text"/>
                <a:ea typeface="Red Hat Text"/>
                <a:cs typeface="Red Hat Text"/>
                <a:sym typeface="Red Hat Text"/>
              </a:rPr>
              <a:t>Private</a:t>
            </a:r>
            <a:endParaRPr sz="1300">
              <a:solidFill>
                <a:srgbClr val="595959"/>
              </a:solidFill>
              <a:latin typeface="Red Hat Text"/>
              <a:ea typeface="Red Hat Text"/>
              <a:cs typeface="Red Hat Text"/>
              <a:sym typeface="Red Hat Text"/>
            </a:endParaRPr>
          </a:p>
        </p:txBody>
      </p:sp>
      <p:sp>
        <p:nvSpPr>
          <p:cNvPr id="7038" name="Google Shape;7038;p279"/>
          <p:cNvSpPr txBox="1"/>
          <p:nvPr/>
        </p:nvSpPr>
        <p:spPr>
          <a:xfrm>
            <a:off x="2848642" y="5599675"/>
            <a:ext cx="1048200" cy="187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300">
                <a:solidFill>
                  <a:srgbClr val="595959"/>
                </a:solidFill>
                <a:latin typeface="Red Hat Text"/>
                <a:ea typeface="Red Hat Text"/>
                <a:cs typeface="Red Hat Text"/>
                <a:sym typeface="Red Hat Text"/>
              </a:rPr>
              <a:t>Bare Metal &amp; Virtual</a:t>
            </a:r>
            <a:endParaRPr sz="1300">
              <a:solidFill>
                <a:srgbClr val="595959"/>
              </a:solidFill>
              <a:latin typeface="Red Hat Text"/>
              <a:ea typeface="Red Hat Text"/>
              <a:cs typeface="Red Hat Text"/>
              <a:sym typeface="Red Hat Text"/>
            </a:endParaRPr>
          </a:p>
        </p:txBody>
      </p:sp>
      <p:pic>
        <p:nvPicPr>
          <p:cNvPr id="7039" name="Google Shape;7039;p279"/>
          <p:cNvPicPr preferRelativeResize="0"/>
          <p:nvPr/>
        </p:nvPicPr>
        <p:blipFill>
          <a:blip r:embed="rId4">
            <a:alphaModFix/>
          </a:blip>
          <a:stretch>
            <a:fillRect/>
          </a:stretch>
        </p:blipFill>
        <p:spPr>
          <a:xfrm>
            <a:off x="1492900" y="5489787"/>
            <a:ext cx="361238" cy="407400"/>
          </a:xfrm>
          <a:prstGeom prst="rect">
            <a:avLst/>
          </a:prstGeom>
          <a:noFill/>
          <a:ln>
            <a:noFill/>
          </a:ln>
        </p:spPr>
      </p:pic>
      <p:pic>
        <p:nvPicPr>
          <p:cNvPr id="7040" name="Google Shape;7040;p279"/>
          <p:cNvPicPr preferRelativeResize="0"/>
          <p:nvPr/>
        </p:nvPicPr>
        <p:blipFill rotWithShape="1">
          <a:blip r:embed="rId5">
            <a:alphaModFix/>
          </a:blip>
          <a:srcRect b="0" l="0" r="0" t="0"/>
          <a:stretch/>
        </p:blipFill>
        <p:spPr>
          <a:xfrm>
            <a:off x="2474290" y="5527183"/>
            <a:ext cx="454648" cy="339961"/>
          </a:xfrm>
          <a:prstGeom prst="rect">
            <a:avLst/>
          </a:prstGeom>
          <a:noFill/>
          <a:ln>
            <a:noFill/>
          </a:ln>
        </p:spPr>
      </p:pic>
      <p:sp>
        <p:nvSpPr>
          <p:cNvPr id="7041" name="Google Shape;7041;p279"/>
          <p:cNvSpPr/>
          <p:nvPr/>
        </p:nvSpPr>
        <p:spPr>
          <a:xfrm>
            <a:off x="1455413" y="5010749"/>
            <a:ext cx="2523300" cy="407700"/>
          </a:xfrm>
          <a:prstGeom prst="roundRect">
            <a:avLst>
              <a:gd fmla="val 16667" name="adj"/>
            </a:avLst>
          </a:prstGeom>
          <a:solidFill>
            <a:srgbClr val="E06666"/>
          </a:solidFill>
          <a:ln cap="flat" cmpd="sng" w="19050">
            <a:solidFill>
              <a:srgbClr val="00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121900" lIns="121900" spcFirstLastPara="1" rIns="121900" wrap="square" tIns="121900">
            <a:noAutofit/>
          </a:bodyPr>
          <a:lstStyle/>
          <a:p>
            <a:pPr indent="0" lvl="0" marL="0" rtl="0" algn="ctr">
              <a:spcBef>
                <a:spcPts val="0"/>
              </a:spcBef>
              <a:spcAft>
                <a:spcPts val="0"/>
              </a:spcAft>
              <a:buNone/>
            </a:pPr>
            <a:r>
              <a:rPr lang="en" sz="1600">
                <a:latin typeface="Overpass"/>
                <a:ea typeface="Overpass"/>
                <a:cs typeface="Overpass"/>
                <a:sym typeface="Overpass"/>
              </a:rPr>
              <a:t>UNIX/WINDOWS/LINUX</a:t>
            </a:r>
            <a:endParaRPr sz="1600">
              <a:latin typeface="Overpass"/>
              <a:ea typeface="Overpass"/>
              <a:cs typeface="Overpass"/>
              <a:sym typeface="Overpass"/>
            </a:endParaRPr>
          </a:p>
        </p:txBody>
      </p:sp>
      <p:sp>
        <p:nvSpPr>
          <p:cNvPr id="7042" name="Google Shape;7042;p279"/>
          <p:cNvSpPr/>
          <p:nvPr/>
        </p:nvSpPr>
        <p:spPr>
          <a:xfrm>
            <a:off x="5172597" y="2854971"/>
            <a:ext cx="1938000" cy="2015100"/>
          </a:xfrm>
          <a:prstGeom prst="donut">
            <a:avLst>
              <a:gd fmla="val 16067" name="adj"/>
            </a:avLst>
          </a:prstGeom>
          <a:solidFill>
            <a:srgbClr val="000000">
              <a:alpha val="1076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7043" name="Google Shape;7043;p279"/>
          <p:cNvGrpSpPr/>
          <p:nvPr/>
        </p:nvGrpSpPr>
        <p:grpSpPr>
          <a:xfrm>
            <a:off x="3900152" y="3034347"/>
            <a:ext cx="1473862" cy="1435756"/>
            <a:chOff x="1680836" y="1315124"/>
            <a:chExt cx="1931668" cy="669600"/>
          </a:xfrm>
        </p:grpSpPr>
        <p:cxnSp>
          <p:nvCxnSpPr>
            <p:cNvPr id="7044" name="Google Shape;7044;p279"/>
            <p:cNvCxnSpPr/>
            <p:nvPr/>
          </p:nvCxnSpPr>
          <p:spPr>
            <a:xfrm>
              <a:off x="3071004" y="1446584"/>
              <a:ext cx="541500" cy="444000"/>
            </a:xfrm>
            <a:prstGeom prst="straightConnector1">
              <a:avLst/>
            </a:prstGeom>
            <a:noFill/>
            <a:ln cap="flat" cmpd="sng" w="19050">
              <a:solidFill>
                <a:srgbClr val="EDA29B"/>
              </a:solidFill>
              <a:prstDash val="solid"/>
              <a:round/>
              <a:headEnd len="med" w="med" type="oval"/>
              <a:tailEnd len="sm" w="sm" type="none"/>
            </a:ln>
          </p:spPr>
        </p:cxnSp>
        <p:sp>
          <p:nvSpPr>
            <p:cNvPr id="7045" name="Google Shape;7045;p279"/>
            <p:cNvSpPr txBox="1"/>
            <p:nvPr/>
          </p:nvSpPr>
          <p:spPr>
            <a:xfrm>
              <a:off x="1680836" y="1315124"/>
              <a:ext cx="1495200" cy="669600"/>
            </a:xfrm>
            <a:prstGeom prst="rect">
              <a:avLst/>
            </a:prstGeom>
            <a:noFill/>
            <a:ln>
              <a:noFill/>
            </a:ln>
          </p:spPr>
          <p:txBody>
            <a:bodyPr anchorCtr="0" anchor="t" bIns="121900" lIns="121900" spcFirstLastPara="1" rIns="121900" wrap="square" tIns="121900">
              <a:noAutofit/>
            </a:bodyPr>
            <a:lstStyle/>
            <a:p>
              <a:pPr indent="0" lvl="0" marL="0" rtl="0" algn="r">
                <a:lnSpc>
                  <a:spcPct val="115000"/>
                </a:lnSpc>
                <a:spcBef>
                  <a:spcPts val="0"/>
                </a:spcBef>
                <a:spcAft>
                  <a:spcPts val="0"/>
                </a:spcAft>
                <a:buNone/>
              </a:pPr>
              <a:r>
                <a:rPr b="1" lang="en" sz="1100">
                  <a:latin typeface="Roboto"/>
                  <a:ea typeface="Roboto"/>
                  <a:cs typeface="Roboto"/>
                  <a:sym typeface="Roboto"/>
                </a:rPr>
                <a:t>VALIDATE</a:t>
              </a:r>
              <a:endParaRPr b="1" sz="1100">
                <a:latin typeface="Roboto"/>
                <a:ea typeface="Roboto"/>
                <a:cs typeface="Roboto"/>
                <a:sym typeface="Roboto"/>
              </a:endParaRPr>
            </a:p>
            <a:p>
              <a:pPr indent="0" lvl="0" marL="0" rtl="0" algn="r">
                <a:lnSpc>
                  <a:spcPct val="115000"/>
                </a:lnSpc>
                <a:spcBef>
                  <a:spcPts val="0"/>
                </a:spcBef>
                <a:spcAft>
                  <a:spcPts val="0"/>
                </a:spcAft>
                <a:buNone/>
              </a:pPr>
              <a:r>
                <a:t/>
              </a:r>
              <a:endParaRPr sz="800">
                <a:latin typeface="Roboto"/>
                <a:ea typeface="Roboto"/>
                <a:cs typeface="Roboto"/>
                <a:sym typeface="Roboto"/>
              </a:endParaRPr>
            </a:p>
            <a:p>
              <a:pPr indent="0" lvl="0" marL="0" rtl="0" algn="r">
                <a:lnSpc>
                  <a:spcPct val="115000"/>
                </a:lnSpc>
                <a:spcBef>
                  <a:spcPts val="0"/>
                </a:spcBef>
                <a:spcAft>
                  <a:spcPts val="0"/>
                </a:spcAft>
                <a:buNone/>
              </a:pPr>
              <a:r>
                <a:rPr lang="en" sz="1100">
                  <a:latin typeface="Roboto"/>
                  <a:ea typeface="Roboto"/>
                  <a:cs typeface="Roboto"/>
                  <a:sym typeface="Roboto"/>
                </a:rPr>
                <a:t>Test and validate application on target platform</a:t>
              </a:r>
              <a:endParaRPr sz="1100">
                <a:latin typeface="Roboto"/>
                <a:ea typeface="Roboto"/>
                <a:cs typeface="Roboto"/>
                <a:sym typeface="Roboto"/>
              </a:endParaRPr>
            </a:p>
          </p:txBody>
        </p:sp>
      </p:grpSp>
      <p:grpSp>
        <p:nvGrpSpPr>
          <p:cNvPr id="7046" name="Google Shape;7046;p279"/>
          <p:cNvGrpSpPr/>
          <p:nvPr/>
        </p:nvGrpSpPr>
        <p:grpSpPr>
          <a:xfrm>
            <a:off x="6866204" y="2721800"/>
            <a:ext cx="1655088" cy="1324581"/>
            <a:chOff x="5517349" y="997846"/>
            <a:chExt cx="2169185" cy="1669500"/>
          </a:xfrm>
        </p:grpSpPr>
        <p:cxnSp>
          <p:nvCxnSpPr>
            <p:cNvPr id="7047" name="Google Shape;7047;p279"/>
            <p:cNvCxnSpPr/>
            <p:nvPr/>
          </p:nvCxnSpPr>
          <p:spPr>
            <a:xfrm flipH="1">
              <a:off x="5517349" y="1413178"/>
              <a:ext cx="492000" cy="477600"/>
            </a:xfrm>
            <a:prstGeom prst="straightConnector1">
              <a:avLst/>
            </a:prstGeom>
            <a:noFill/>
            <a:ln cap="flat" cmpd="sng" w="19050">
              <a:solidFill>
                <a:srgbClr val="802017"/>
              </a:solidFill>
              <a:prstDash val="solid"/>
              <a:round/>
              <a:headEnd len="med" w="med" type="oval"/>
              <a:tailEnd len="sm" w="sm" type="none"/>
            </a:ln>
          </p:spPr>
        </p:cxnSp>
        <p:sp>
          <p:nvSpPr>
            <p:cNvPr id="7048" name="Google Shape;7048;p279"/>
            <p:cNvSpPr txBox="1"/>
            <p:nvPr/>
          </p:nvSpPr>
          <p:spPr>
            <a:xfrm>
              <a:off x="5962134" y="997846"/>
              <a:ext cx="1724400" cy="16695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0"/>
                </a:spcAft>
                <a:buNone/>
              </a:pPr>
              <a:r>
                <a:rPr b="1" lang="en" sz="1100">
                  <a:latin typeface="Roboto"/>
                  <a:ea typeface="Roboto"/>
                  <a:cs typeface="Roboto"/>
                  <a:sym typeface="Roboto"/>
                </a:rPr>
                <a:t>DISCOVER</a:t>
              </a:r>
              <a:endParaRPr b="1" sz="1100">
                <a:latin typeface="Roboto"/>
                <a:ea typeface="Roboto"/>
                <a:cs typeface="Roboto"/>
                <a:sym typeface="Roboto"/>
              </a:endParaRPr>
            </a:p>
            <a:p>
              <a:pPr indent="0" lvl="0" marL="0" rtl="0" algn="l">
                <a:lnSpc>
                  <a:spcPct val="115000"/>
                </a:lnSpc>
                <a:spcBef>
                  <a:spcPts val="0"/>
                </a:spcBef>
                <a:spcAft>
                  <a:spcPts val="0"/>
                </a:spcAft>
                <a:buNone/>
              </a:pPr>
              <a:r>
                <a:t/>
              </a:r>
              <a:endParaRPr sz="800">
                <a:latin typeface="Roboto"/>
                <a:ea typeface="Roboto"/>
                <a:cs typeface="Roboto"/>
                <a:sym typeface="Roboto"/>
              </a:endParaRPr>
            </a:p>
            <a:p>
              <a:pPr indent="0" lvl="0" marL="0" rtl="0" algn="l">
                <a:lnSpc>
                  <a:spcPct val="115000"/>
                </a:lnSpc>
                <a:spcBef>
                  <a:spcPts val="0"/>
                </a:spcBef>
                <a:spcAft>
                  <a:spcPts val="0"/>
                </a:spcAft>
                <a:buNone/>
              </a:pPr>
              <a:r>
                <a:rPr lang="en" sz="1100">
                  <a:latin typeface="Roboto"/>
                  <a:ea typeface="Roboto"/>
                  <a:cs typeface="Roboto"/>
                  <a:sym typeface="Roboto"/>
                </a:rPr>
                <a:t>Identify and discover application running on source environment</a:t>
              </a:r>
              <a:endParaRPr sz="1100">
                <a:latin typeface="Roboto"/>
                <a:ea typeface="Roboto"/>
                <a:cs typeface="Roboto"/>
                <a:sym typeface="Roboto"/>
              </a:endParaRPr>
            </a:p>
          </p:txBody>
        </p:sp>
      </p:grpSp>
      <p:grpSp>
        <p:nvGrpSpPr>
          <p:cNvPr id="7049" name="Google Shape;7049;p279"/>
          <p:cNvGrpSpPr/>
          <p:nvPr/>
        </p:nvGrpSpPr>
        <p:grpSpPr>
          <a:xfrm>
            <a:off x="4385800" y="4734890"/>
            <a:ext cx="3799053" cy="907496"/>
            <a:chOff x="2266492" y="3535140"/>
            <a:chExt cx="4979100" cy="1143806"/>
          </a:xfrm>
        </p:grpSpPr>
        <p:cxnSp>
          <p:nvCxnSpPr>
            <p:cNvPr id="7050" name="Google Shape;7050;p279"/>
            <p:cNvCxnSpPr/>
            <p:nvPr/>
          </p:nvCxnSpPr>
          <p:spPr>
            <a:xfrm rot="10800000">
              <a:off x="4556399" y="3535140"/>
              <a:ext cx="0" cy="460500"/>
            </a:xfrm>
            <a:prstGeom prst="straightConnector1">
              <a:avLst/>
            </a:prstGeom>
            <a:noFill/>
            <a:ln cap="flat" cmpd="sng" w="19050">
              <a:solidFill>
                <a:srgbClr val="D83829"/>
              </a:solidFill>
              <a:prstDash val="solid"/>
              <a:round/>
              <a:headEnd len="med" w="med" type="oval"/>
              <a:tailEnd len="sm" w="sm" type="none"/>
            </a:ln>
          </p:spPr>
        </p:cxnSp>
        <p:sp>
          <p:nvSpPr>
            <p:cNvPr id="7051" name="Google Shape;7051;p279"/>
            <p:cNvSpPr txBox="1"/>
            <p:nvPr/>
          </p:nvSpPr>
          <p:spPr>
            <a:xfrm>
              <a:off x="2266492" y="4009347"/>
              <a:ext cx="4979100" cy="669600"/>
            </a:xfrm>
            <a:prstGeom prst="rect">
              <a:avLst/>
            </a:prstGeom>
            <a:noFill/>
            <a:ln>
              <a:noFill/>
            </a:ln>
          </p:spPr>
          <p:txBody>
            <a:bodyPr anchorCtr="0" anchor="t" bIns="121900" lIns="121900" spcFirstLastPara="1" rIns="121900" wrap="square" tIns="121900">
              <a:noAutofit/>
            </a:bodyPr>
            <a:lstStyle/>
            <a:p>
              <a:pPr indent="0" lvl="0" marL="0" rtl="0" algn="ctr">
                <a:lnSpc>
                  <a:spcPct val="115000"/>
                </a:lnSpc>
                <a:spcBef>
                  <a:spcPts val="0"/>
                </a:spcBef>
                <a:spcAft>
                  <a:spcPts val="0"/>
                </a:spcAft>
                <a:buNone/>
              </a:pPr>
              <a:r>
                <a:rPr b="1" lang="en" sz="1100">
                  <a:latin typeface="Roboto"/>
                  <a:ea typeface="Roboto"/>
                  <a:cs typeface="Roboto"/>
                  <a:sym typeface="Roboto"/>
                </a:rPr>
                <a:t>MIGRATE</a:t>
              </a:r>
              <a:endParaRPr sz="800">
                <a:latin typeface="Roboto"/>
                <a:ea typeface="Roboto"/>
                <a:cs typeface="Roboto"/>
                <a:sym typeface="Roboto"/>
              </a:endParaRPr>
            </a:p>
            <a:p>
              <a:pPr indent="0" lvl="0" marL="0" rtl="0" algn="ctr">
                <a:lnSpc>
                  <a:spcPct val="115000"/>
                </a:lnSpc>
                <a:spcBef>
                  <a:spcPts val="0"/>
                </a:spcBef>
                <a:spcAft>
                  <a:spcPts val="0"/>
                </a:spcAft>
                <a:buNone/>
              </a:pPr>
              <a:r>
                <a:rPr lang="en" sz="1100">
                  <a:latin typeface="Roboto"/>
                  <a:ea typeface="Roboto"/>
                  <a:cs typeface="Roboto"/>
                  <a:sym typeface="Roboto"/>
                </a:rPr>
                <a:t>Migrate identified application to target platform</a:t>
              </a:r>
              <a:endParaRPr sz="1100">
                <a:latin typeface="Roboto"/>
                <a:ea typeface="Roboto"/>
                <a:cs typeface="Roboto"/>
                <a:sym typeface="Roboto"/>
              </a:endParaRPr>
            </a:p>
          </p:txBody>
        </p:sp>
      </p:grpSp>
      <p:sp>
        <p:nvSpPr>
          <p:cNvPr id="7052" name="Google Shape;7052;p279"/>
          <p:cNvSpPr txBox="1"/>
          <p:nvPr/>
        </p:nvSpPr>
        <p:spPr>
          <a:xfrm>
            <a:off x="5496850" y="3561650"/>
            <a:ext cx="1315800" cy="638400"/>
          </a:xfrm>
          <a:prstGeom prst="rect">
            <a:avLst/>
          </a:prstGeom>
          <a:noFill/>
          <a:ln>
            <a:noFill/>
          </a:ln>
        </p:spPr>
        <p:txBody>
          <a:bodyPr anchorCtr="0" anchor="ctr" bIns="121900" lIns="121900" spcFirstLastPara="1" rIns="121900" wrap="square" tIns="121900">
            <a:noAutofit/>
          </a:bodyPr>
          <a:lstStyle/>
          <a:p>
            <a:pPr indent="0" lvl="0" marL="0" rtl="0" algn="ctr">
              <a:lnSpc>
                <a:spcPct val="115000"/>
              </a:lnSpc>
              <a:spcBef>
                <a:spcPts val="0"/>
              </a:spcBef>
              <a:spcAft>
                <a:spcPts val="0"/>
              </a:spcAft>
              <a:buNone/>
            </a:pPr>
            <a:r>
              <a:rPr b="1" lang="en" sz="1600">
                <a:latin typeface="Roboto"/>
                <a:ea typeface="Roboto"/>
                <a:cs typeface="Roboto"/>
                <a:sym typeface="Roboto"/>
              </a:rPr>
              <a:t>Automation</a:t>
            </a:r>
            <a:endParaRPr sz="1600"/>
          </a:p>
        </p:txBody>
      </p:sp>
      <p:sp>
        <p:nvSpPr>
          <p:cNvPr id="7053" name="Google Shape;7053;p279"/>
          <p:cNvSpPr/>
          <p:nvPr/>
        </p:nvSpPr>
        <p:spPr>
          <a:xfrm rot="1859019">
            <a:off x="5102813" y="2802163"/>
            <a:ext cx="2074035" cy="2114936"/>
          </a:xfrm>
          <a:prstGeom prst="blockArc">
            <a:avLst>
              <a:gd fmla="val 14414370" name="adj1"/>
              <a:gd fmla="val 694" name="adj2"/>
              <a:gd fmla="val 9562" name="adj3"/>
            </a:avLst>
          </a:prstGeom>
          <a:solidFill>
            <a:srgbClr val="802017"/>
          </a:solidFill>
          <a:ln>
            <a:noFill/>
          </a:ln>
          <a:effectLst>
            <a:outerShdw blurRad="71438" rotWithShape="0" algn="bl" dir="5400000" dist="9525">
              <a:srgbClr val="000000">
                <a:alpha val="400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054" name="Google Shape;7054;p279"/>
          <p:cNvSpPr/>
          <p:nvPr/>
        </p:nvSpPr>
        <p:spPr>
          <a:xfrm flipH="1" rot="-1859019">
            <a:off x="5104745" y="2802163"/>
            <a:ext cx="2074035" cy="2114936"/>
          </a:xfrm>
          <a:prstGeom prst="blockArc">
            <a:avLst>
              <a:gd fmla="val 14348563" name="adj1"/>
              <a:gd fmla="val 21472873" name="adj2"/>
              <a:gd fmla="val 9381" name="adj3"/>
            </a:avLst>
          </a:prstGeom>
          <a:solidFill>
            <a:srgbClr val="EDA29B"/>
          </a:solidFill>
          <a:ln>
            <a:noFill/>
          </a:ln>
          <a:effectLst>
            <a:outerShdw blurRad="71438" rotWithShape="0" algn="bl" dir="5400000" dist="9525">
              <a:srgbClr val="000000">
                <a:alpha val="400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055" name="Google Shape;7055;p279"/>
          <p:cNvSpPr/>
          <p:nvPr/>
        </p:nvSpPr>
        <p:spPr>
          <a:xfrm rot="-8032905">
            <a:off x="5997912" y="2748003"/>
            <a:ext cx="282614" cy="282614"/>
          </a:xfrm>
          <a:prstGeom prst="rtTriangle">
            <a:avLst/>
          </a:prstGeom>
          <a:solidFill>
            <a:srgbClr val="EDA29B"/>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056" name="Google Shape;7056;p279"/>
          <p:cNvSpPr/>
          <p:nvPr/>
        </p:nvSpPr>
        <p:spPr>
          <a:xfrm flipH="1" rot="-8942004">
            <a:off x="5103834" y="2800843"/>
            <a:ext cx="2073315" cy="2114237"/>
          </a:xfrm>
          <a:prstGeom prst="blockArc">
            <a:avLst>
              <a:gd fmla="val 14316164" name="adj1"/>
              <a:gd fmla="val 21502663" name="adj2"/>
              <a:gd fmla="val 9415" name="adj3"/>
            </a:avLst>
          </a:prstGeom>
          <a:solidFill>
            <a:srgbClr val="D83829"/>
          </a:solidFill>
          <a:ln>
            <a:noFill/>
          </a:ln>
          <a:effectLst>
            <a:outerShdw blurRad="71438" rotWithShape="0" algn="bl" dir="5400000" dist="9525">
              <a:srgbClr val="000000">
                <a:alpha val="400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057" name="Google Shape;7057;p279"/>
          <p:cNvSpPr/>
          <p:nvPr/>
        </p:nvSpPr>
        <p:spPr>
          <a:xfrm rot="-1063860">
            <a:off x="6841987" y="4191572"/>
            <a:ext cx="239371" cy="247178"/>
          </a:xfrm>
          <a:prstGeom prst="rtTriangle">
            <a:avLst/>
          </a:prstGeom>
          <a:solidFill>
            <a:srgbClr val="802017"/>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058" name="Google Shape;7058;p279"/>
          <p:cNvSpPr/>
          <p:nvPr/>
        </p:nvSpPr>
        <p:spPr>
          <a:xfrm rot="6322229">
            <a:off x="5181653" y="4194465"/>
            <a:ext cx="287483" cy="278297"/>
          </a:xfrm>
          <a:prstGeom prst="rtTriangle">
            <a:avLst/>
          </a:prstGeom>
          <a:solidFill>
            <a:srgbClr val="D83829"/>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059" name="Google Shape;7059;p279"/>
          <p:cNvSpPr/>
          <p:nvPr/>
        </p:nvSpPr>
        <p:spPr>
          <a:xfrm>
            <a:off x="8427575" y="4896150"/>
            <a:ext cx="934800" cy="475500"/>
          </a:xfrm>
          <a:prstGeom prst="rect">
            <a:avLst/>
          </a:prstGeom>
          <a:noFill/>
          <a:ln cap="flat" cmpd="sng" w="9525">
            <a:solidFill>
              <a:srgbClr val="595959"/>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060" name="Google Shape;7060;p279"/>
          <p:cNvPicPr preferRelativeResize="0"/>
          <p:nvPr/>
        </p:nvPicPr>
        <p:blipFill>
          <a:blip r:embed="rId6">
            <a:alphaModFix/>
          </a:blip>
          <a:stretch>
            <a:fillRect/>
          </a:stretch>
        </p:blipFill>
        <p:spPr>
          <a:xfrm>
            <a:off x="8477056" y="4931173"/>
            <a:ext cx="442320" cy="166723"/>
          </a:xfrm>
          <a:prstGeom prst="rect">
            <a:avLst/>
          </a:prstGeom>
          <a:noFill/>
          <a:ln>
            <a:noFill/>
          </a:ln>
        </p:spPr>
      </p:pic>
      <p:pic>
        <p:nvPicPr>
          <p:cNvPr id="7061" name="Google Shape;7061;p279"/>
          <p:cNvPicPr preferRelativeResize="0"/>
          <p:nvPr/>
        </p:nvPicPr>
        <p:blipFill>
          <a:blip r:embed="rId7">
            <a:alphaModFix/>
          </a:blip>
          <a:stretch>
            <a:fillRect/>
          </a:stretch>
        </p:blipFill>
        <p:spPr>
          <a:xfrm>
            <a:off x="8859578" y="4919110"/>
            <a:ext cx="478902" cy="180514"/>
          </a:xfrm>
          <a:prstGeom prst="rect">
            <a:avLst/>
          </a:prstGeom>
          <a:noFill/>
          <a:ln>
            <a:noFill/>
          </a:ln>
        </p:spPr>
      </p:pic>
      <p:pic>
        <p:nvPicPr>
          <p:cNvPr id="7062" name="Google Shape;7062;p279"/>
          <p:cNvPicPr preferRelativeResize="0"/>
          <p:nvPr/>
        </p:nvPicPr>
        <p:blipFill>
          <a:blip r:embed="rId8">
            <a:alphaModFix/>
          </a:blip>
          <a:stretch>
            <a:fillRect/>
          </a:stretch>
        </p:blipFill>
        <p:spPr>
          <a:xfrm>
            <a:off x="8499581" y="5143688"/>
            <a:ext cx="397282" cy="180514"/>
          </a:xfrm>
          <a:prstGeom prst="rect">
            <a:avLst/>
          </a:prstGeom>
          <a:noFill/>
          <a:ln>
            <a:noFill/>
          </a:ln>
        </p:spPr>
      </p:pic>
      <p:pic>
        <p:nvPicPr>
          <p:cNvPr id="7063" name="Google Shape;7063;p279"/>
          <p:cNvPicPr preferRelativeResize="0"/>
          <p:nvPr/>
        </p:nvPicPr>
        <p:blipFill>
          <a:blip r:embed="rId9">
            <a:alphaModFix/>
          </a:blip>
          <a:stretch>
            <a:fillRect/>
          </a:stretch>
        </p:blipFill>
        <p:spPr>
          <a:xfrm>
            <a:off x="8912643" y="5133114"/>
            <a:ext cx="372763" cy="191085"/>
          </a:xfrm>
          <a:prstGeom prst="rect">
            <a:avLst/>
          </a:prstGeom>
          <a:noFill/>
          <a:ln>
            <a:noFill/>
          </a:ln>
        </p:spPr>
      </p:pic>
      <p:sp>
        <p:nvSpPr>
          <p:cNvPr id="7064" name="Google Shape;7064;p279"/>
          <p:cNvSpPr/>
          <p:nvPr/>
        </p:nvSpPr>
        <p:spPr>
          <a:xfrm>
            <a:off x="9490027" y="4896150"/>
            <a:ext cx="934800" cy="475500"/>
          </a:xfrm>
          <a:prstGeom prst="rect">
            <a:avLst/>
          </a:prstGeom>
          <a:noFill/>
          <a:ln cap="flat" cmpd="sng" w="9525">
            <a:solidFill>
              <a:srgbClr val="595959"/>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5" name="Google Shape;7065;p279"/>
          <p:cNvSpPr/>
          <p:nvPr/>
        </p:nvSpPr>
        <p:spPr>
          <a:xfrm>
            <a:off x="10542641" y="4896150"/>
            <a:ext cx="934800" cy="475500"/>
          </a:xfrm>
          <a:prstGeom prst="rect">
            <a:avLst/>
          </a:prstGeom>
          <a:noFill/>
          <a:ln cap="flat" cmpd="sng" w="9525">
            <a:solidFill>
              <a:srgbClr val="595959"/>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066" name="Google Shape;7066;p279"/>
          <p:cNvPicPr preferRelativeResize="0"/>
          <p:nvPr/>
        </p:nvPicPr>
        <p:blipFill>
          <a:blip r:embed="rId10">
            <a:alphaModFix/>
          </a:blip>
          <a:stretch>
            <a:fillRect/>
          </a:stretch>
        </p:blipFill>
        <p:spPr>
          <a:xfrm>
            <a:off x="9596800" y="4976525"/>
            <a:ext cx="752594" cy="327600"/>
          </a:xfrm>
          <a:prstGeom prst="rect">
            <a:avLst/>
          </a:prstGeom>
          <a:noFill/>
          <a:ln>
            <a:noFill/>
          </a:ln>
        </p:spPr>
      </p:pic>
      <p:pic>
        <p:nvPicPr>
          <p:cNvPr id="7067" name="Google Shape;7067;p279"/>
          <p:cNvPicPr preferRelativeResize="0"/>
          <p:nvPr/>
        </p:nvPicPr>
        <p:blipFill>
          <a:blip r:embed="rId11">
            <a:alphaModFix/>
          </a:blip>
          <a:stretch>
            <a:fillRect/>
          </a:stretch>
        </p:blipFill>
        <p:spPr>
          <a:xfrm>
            <a:off x="8426500" y="5425430"/>
            <a:ext cx="346757" cy="272365"/>
          </a:xfrm>
          <a:prstGeom prst="rect">
            <a:avLst/>
          </a:prstGeom>
          <a:noFill/>
          <a:ln>
            <a:noFill/>
          </a:ln>
        </p:spPr>
      </p:pic>
      <p:sp>
        <p:nvSpPr>
          <p:cNvPr id="7068" name="Google Shape;7068;p279"/>
          <p:cNvSpPr txBox="1"/>
          <p:nvPr/>
        </p:nvSpPr>
        <p:spPr>
          <a:xfrm>
            <a:off x="8744023" y="5498902"/>
            <a:ext cx="609900" cy="125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200">
                <a:solidFill>
                  <a:srgbClr val="595959"/>
                </a:solidFill>
                <a:latin typeface="Red Hat Text"/>
                <a:ea typeface="Red Hat Text"/>
                <a:cs typeface="Red Hat Text"/>
                <a:sym typeface="Red Hat Text"/>
              </a:rPr>
              <a:t>Public Clouds</a:t>
            </a:r>
            <a:endParaRPr sz="1200">
              <a:solidFill>
                <a:srgbClr val="595959"/>
              </a:solidFill>
              <a:latin typeface="Red Hat Text"/>
              <a:ea typeface="Red Hat Text"/>
              <a:cs typeface="Red Hat Text"/>
              <a:sym typeface="Red Hat Text"/>
            </a:endParaRPr>
          </a:p>
        </p:txBody>
      </p:sp>
      <p:sp>
        <p:nvSpPr>
          <p:cNvPr id="7069" name="Google Shape;7069;p279"/>
          <p:cNvSpPr txBox="1"/>
          <p:nvPr/>
        </p:nvSpPr>
        <p:spPr>
          <a:xfrm>
            <a:off x="9828349" y="5498902"/>
            <a:ext cx="609900" cy="125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200">
                <a:solidFill>
                  <a:srgbClr val="595959"/>
                </a:solidFill>
                <a:latin typeface="Red Hat Text"/>
                <a:ea typeface="Red Hat Text"/>
                <a:cs typeface="Red Hat Text"/>
                <a:sym typeface="Red Hat Text"/>
              </a:rPr>
              <a:t>Private</a:t>
            </a:r>
            <a:endParaRPr sz="1200">
              <a:solidFill>
                <a:srgbClr val="595959"/>
              </a:solidFill>
              <a:latin typeface="Red Hat Text"/>
              <a:ea typeface="Red Hat Text"/>
              <a:cs typeface="Red Hat Text"/>
              <a:sym typeface="Red Hat Text"/>
            </a:endParaRPr>
          </a:p>
        </p:txBody>
      </p:sp>
      <p:sp>
        <p:nvSpPr>
          <p:cNvPr id="7070" name="Google Shape;7070;p279"/>
          <p:cNvSpPr txBox="1"/>
          <p:nvPr/>
        </p:nvSpPr>
        <p:spPr>
          <a:xfrm>
            <a:off x="10822898" y="5498898"/>
            <a:ext cx="786900" cy="27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200">
                <a:solidFill>
                  <a:srgbClr val="595959"/>
                </a:solidFill>
                <a:latin typeface="Red Hat Text"/>
                <a:ea typeface="Red Hat Text"/>
                <a:cs typeface="Red Hat Text"/>
                <a:sym typeface="Red Hat Text"/>
              </a:rPr>
              <a:t>Bare metal &amp; Virtual</a:t>
            </a:r>
            <a:endParaRPr sz="1200">
              <a:solidFill>
                <a:srgbClr val="595959"/>
              </a:solidFill>
              <a:latin typeface="Red Hat Text"/>
              <a:ea typeface="Red Hat Text"/>
              <a:cs typeface="Red Hat Text"/>
              <a:sym typeface="Red Hat Text"/>
            </a:endParaRPr>
          </a:p>
        </p:txBody>
      </p:sp>
      <p:pic>
        <p:nvPicPr>
          <p:cNvPr id="7071" name="Google Shape;7071;p279"/>
          <p:cNvPicPr preferRelativeResize="0"/>
          <p:nvPr/>
        </p:nvPicPr>
        <p:blipFill>
          <a:blip r:embed="rId4">
            <a:alphaModFix/>
          </a:blip>
          <a:stretch>
            <a:fillRect/>
          </a:stretch>
        </p:blipFill>
        <p:spPr>
          <a:xfrm>
            <a:off x="9521518" y="5425426"/>
            <a:ext cx="346757" cy="272375"/>
          </a:xfrm>
          <a:prstGeom prst="rect">
            <a:avLst/>
          </a:prstGeom>
          <a:noFill/>
          <a:ln>
            <a:noFill/>
          </a:ln>
        </p:spPr>
      </p:pic>
      <p:pic>
        <p:nvPicPr>
          <p:cNvPr id="7072" name="Google Shape;7072;p279"/>
          <p:cNvPicPr preferRelativeResize="0"/>
          <p:nvPr/>
        </p:nvPicPr>
        <p:blipFill rotWithShape="1">
          <a:blip r:embed="rId5">
            <a:alphaModFix/>
          </a:blip>
          <a:srcRect b="0" l="0" r="0" t="0"/>
          <a:stretch/>
        </p:blipFill>
        <p:spPr>
          <a:xfrm rot="-60000">
            <a:off x="10428158" y="5462232"/>
            <a:ext cx="436423" cy="227287"/>
          </a:xfrm>
          <a:prstGeom prst="rect">
            <a:avLst/>
          </a:prstGeom>
          <a:noFill/>
          <a:ln>
            <a:noFill/>
          </a:ln>
        </p:spPr>
      </p:pic>
      <p:sp>
        <p:nvSpPr>
          <p:cNvPr id="7073" name="Google Shape;7073;p279"/>
          <p:cNvSpPr/>
          <p:nvPr/>
        </p:nvSpPr>
        <p:spPr>
          <a:xfrm>
            <a:off x="8426500" y="4371075"/>
            <a:ext cx="3051000" cy="471300"/>
          </a:xfrm>
          <a:prstGeom prst="rect">
            <a:avLst/>
          </a:prstGeom>
          <a:solidFill>
            <a:srgbClr val="FFFFFF"/>
          </a:solidFill>
          <a:ln cap="flat" cmpd="sng" w="9525">
            <a:solidFill>
              <a:srgbClr val="434343"/>
            </a:solidFill>
            <a:prstDash val="dash"/>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074" name="Google Shape;7074;p279"/>
          <p:cNvPicPr preferRelativeResize="0"/>
          <p:nvPr/>
        </p:nvPicPr>
        <p:blipFill>
          <a:blip r:embed="rId12">
            <a:alphaModFix/>
          </a:blip>
          <a:stretch>
            <a:fillRect/>
          </a:stretch>
        </p:blipFill>
        <p:spPr>
          <a:xfrm>
            <a:off x="9509016" y="4423960"/>
            <a:ext cx="786799" cy="364750"/>
          </a:xfrm>
          <a:prstGeom prst="rect">
            <a:avLst/>
          </a:prstGeom>
          <a:noFill/>
          <a:ln>
            <a:noFill/>
          </a:ln>
        </p:spPr>
      </p:pic>
      <p:pic>
        <p:nvPicPr>
          <p:cNvPr id="7075" name="Google Shape;7075;p279"/>
          <p:cNvPicPr preferRelativeResize="0"/>
          <p:nvPr/>
        </p:nvPicPr>
        <p:blipFill>
          <a:blip r:embed="rId13">
            <a:alphaModFix/>
          </a:blip>
          <a:stretch>
            <a:fillRect/>
          </a:stretch>
        </p:blipFill>
        <p:spPr>
          <a:xfrm>
            <a:off x="2183523" y="4511975"/>
            <a:ext cx="516000" cy="368429"/>
          </a:xfrm>
          <a:prstGeom prst="rect">
            <a:avLst/>
          </a:prstGeom>
          <a:noFill/>
          <a:ln>
            <a:noFill/>
          </a:ln>
          <a:effectLst>
            <a:outerShdw blurRad="57150" rotWithShape="0" algn="bl" dir="5400000" dist="19050">
              <a:srgbClr val="000000">
                <a:alpha val="50000"/>
              </a:srgbClr>
            </a:outerShdw>
          </a:effectLst>
        </p:spPr>
      </p:pic>
      <p:pic>
        <p:nvPicPr>
          <p:cNvPr id="7076" name="Google Shape;7076;p279"/>
          <p:cNvPicPr preferRelativeResize="0"/>
          <p:nvPr/>
        </p:nvPicPr>
        <p:blipFill>
          <a:blip r:embed="rId14">
            <a:alphaModFix/>
          </a:blip>
          <a:stretch>
            <a:fillRect/>
          </a:stretch>
        </p:blipFill>
        <p:spPr>
          <a:xfrm>
            <a:off x="1645300" y="4511975"/>
            <a:ext cx="516000" cy="368440"/>
          </a:xfrm>
          <a:prstGeom prst="rect">
            <a:avLst/>
          </a:prstGeom>
          <a:noFill/>
          <a:ln>
            <a:noFill/>
          </a:ln>
          <a:effectLst>
            <a:outerShdw blurRad="57150" rotWithShape="0" algn="bl" dir="5400000" dist="19050">
              <a:srgbClr val="000000">
                <a:alpha val="50000"/>
              </a:srgbClr>
            </a:outerShdw>
          </a:effectLst>
        </p:spPr>
      </p:pic>
      <p:pic>
        <p:nvPicPr>
          <p:cNvPr id="7077" name="Google Shape;7077;p279"/>
          <p:cNvPicPr preferRelativeResize="0"/>
          <p:nvPr/>
        </p:nvPicPr>
        <p:blipFill>
          <a:blip r:embed="rId14">
            <a:alphaModFix/>
          </a:blip>
          <a:stretch>
            <a:fillRect/>
          </a:stretch>
        </p:blipFill>
        <p:spPr>
          <a:xfrm>
            <a:off x="2721750" y="4511804"/>
            <a:ext cx="516000" cy="368440"/>
          </a:xfrm>
          <a:prstGeom prst="rect">
            <a:avLst/>
          </a:prstGeom>
          <a:noFill/>
          <a:ln>
            <a:noFill/>
          </a:ln>
          <a:effectLst>
            <a:outerShdw blurRad="57150" rotWithShape="0" algn="bl" dir="5400000" dist="19050">
              <a:srgbClr val="000000">
                <a:alpha val="50000"/>
              </a:srgbClr>
            </a:outerShdw>
          </a:effectLst>
        </p:spPr>
      </p:pic>
      <p:pic>
        <p:nvPicPr>
          <p:cNvPr id="7078" name="Google Shape;7078;p279"/>
          <p:cNvPicPr preferRelativeResize="0"/>
          <p:nvPr/>
        </p:nvPicPr>
        <p:blipFill>
          <a:blip r:embed="rId13">
            <a:alphaModFix/>
          </a:blip>
          <a:stretch>
            <a:fillRect/>
          </a:stretch>
        </p:blipFill>
        <p:spPr>
          <a:xfrm>
            <a:off x="9375311" y="3913825"/>
            <a:ext cx="516000" cy="368429"/>
          </a:xfrm>
          <a:prstGeom prst="rect">
            <a:avLst/>
          </a:prstGeom>
          <a:noFill/>
          <a:ln>
            <a:noFill/>
          </a:ln>
          <a:effectLst>
            <a:outerShdw blurRad="57150" rotWithShape="0" algn="bl" dir="5400000" dist="19050">
              <a:srgbClr val="000000">
                <a:alpha val="50000"/>
              </a:srgbClr>
            </a:outerShdw>
          </a:effectLst>
        </p:spPr>
      </p:pic>
      <p:pic>
        <p:nvPicPr>
          <p:cNvPr id="7079" name="Google Shape;7079;p279"/>
          <p:cNvPicPr preferRelativeResize="0"/>
          <p:nvPr/>
        </p:nvPicPr>
        <p:blipFill>
          <a:blip r:embed="rId14">
            <a:alphaModFix/>
          </a:blip>
          <a:stretch>
            <a:fillRect/>
          </a:stretch>
        </p:blipFill>
        <p:spPr>
          <a:xfrm>
            <a:off x="8837087" y="3913825"/>
            <a:ext cx="516000" cy="368440"/>
          </a:xfrm>
          <a:prstGeom prst="rect">
            <a:avLst/>
          </a:prstGeom>
          <a:noFill/>
          <a:ln>
            <a:noFill/>
          </a:ln>
          <a:effectLst>
            <a:outerShdw blurRad="57150" rotWithShape="0" algn="bl" dir="5400000" dist="19050">
              <a:srgbClr val="000000">
                <a:alpha val="50000"/>
              </a:srgbClr>
            </a:outerShdw>
          </a:effectLst>
        </p:spPr>
      </p:pic>
      <p:pic>
        <p:nvPicPr>
          <p:cNvPr id="7080" name="Google Shape;7080;p279"/>
          <p:cNvPicPr preferRelativeResize="0"/>
          <p:nvPr/>
        </p:nvPicPr>
        <p:blipFill>
          <a:blip r:embed="rId13">
            <a:alphaModFix/>
          </a:blip>
          <a:stretch>
            <a:fillRect/>
          </a:stretch>
        </p:blipFill>
        <p:spPr>
          <a:xfrm>
            <a:off x="10451761" y="3913654"/>
            <a:ext cx="516000" cy="368429"/>
          </a:xfrm>
          <a:prstGeom prst="rect">
            <a:avLst/>
          </a:prstGeom>
          <a:noFill/>
          <a:ln>
            <a:noFill/>
          </a:ln>
          <a:effectLst>
            <a:outerShdw blurRad="57150" rotWithShape="0" algn="bl" dir="5400000" dist="19050">
              <a:srgbClr val="000000">
                <a:alpha val="50000"/>
              </a:srgbClr>
            </a:outerShdw>
          </a:effectLst>
        </p:spPr>
      </p:pic>
      <p:pic>
        <p:nvPicPr>
          <p:cNvPr id="7081" name="Google Shape;7081;p279"/>
          <p:cNvPicPr preferRelativeResize="0"/>
          <p:nvPr/>
        </p:nvPicPr>
        <p:blipFill>
          <a:blip r:embed="rId14">
            <a:alphaModFix/>
          </a:blip>
          <a:stretch>
            <a:fillRect/>
          </a:stretch>
        </p:blipFill>
        <p:spPr>
          <a:xfrm>
            <a:off x="9913537" y="3913654"/>
            <a:ext cx="516000" cy="368440"/>
          </a:xfrm>
          <a:prstGeom prst="rect">
            <a:avLst/>
          </a:prstGeom>
          <a:noFill/>
          <a:ln>
            <a:noFill/>
          </a:ln>
          <a:effectLst>
            <a:outerShdw blurRad="57150" rotWithShape="0" algn="bl" dir="5400000" dist="19050">
              <a:srgbClr val="000000">
                <a:alpha val="50000"/>
              </a:srgbClr>
            </a:outerShdw>
          </a:effectLst>
        </p:spPr>
      </p:pic>
      <p:grpSp>
        <p:nvGrpSpPr>
          <p:cNvPr id="7082" name="Google Shape;7082;p279"/>
          <p:cNvGrpSpPr/>
          <p:nvPr/>
        </p:nvGrpSpPr>
        <p:grpSpPr>
          <a:xfrm>
            <a:off x="264126" y="2065795"/>
            <a:ext cx="2920009" cy="3352680"/>
            <a:chOff x="264126" y="2094370"/>
            <a:chExt cx="2920009" cy="3352680"/>
          </a:xfrm>
        </p:grpSpPr>
        <p:grpSp>
          <p:nvGrpSpPr>
            <p:cNvPr id="7083" name="Google Shape;7083;p279"/>
            <p:cNvGrpSpPr/>
            <p:nvPr/>
          </p:nvGrpSpPr>
          <p:grpSpPr>
            <a:xfrm>
              <a:off x="2420605" y="2992401"/>
              <a:ext cx="763529" cy="592645"/>
              <a:chOff x="2420605" y="2959063"/>
              <a:chExt cx="763529" cy="592645"/>
            </a:xfrm>
          </p:grpSpPr>
          <p:sp>
            <p:nvSpPr>
              <p:cNvPr id="7084" name="Google Shape;7084;p279"/>
              <p:cNvSpPr/>
              <p:nvPr/>
            </p:nvSpPr>
            <p:spPr>
              <a:xfrm rot="4800395">
                <a:off x="2404222" y="3099667"/>
                <a:ext cx="478866" cy="368581"/>
              </a:xfrm>
              <a:prstGeom prst="corner">
                <a:avLst>
                  <a:gd fmla="val 24559" name="adj1"/>
                  <a:gd fmla="val 25801" name="adj2"/>
                </a:avLst>
              </a:prstGeom>
              <a:solidFill>
                <a:schemeClr val="lt2"/>
              </a:solidFill>
              <a:ln cap="flat" cmpd="sng" w="9525">
                <a:solidFill>
                  <a:schemeClr val="dk2"/>
                </a:solidFill>
                <a:prstDash val="solid"/>
                <a:round/>
                <a:headEnd len="sm" w="sm" type="none"/>
                <a:tailEnd len="sm" w="sm" type="none"/>
              </a:ln>
              <a:effectLst>
                <a:outerShdw blurRad="85725" rotWithShape="0" algn="bl" dir="5400000" dist="66675">
                  <a:schemeClr val="dk1">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7085" name="Google Shape;7085;p279"/>
              <p:cNvSpPr/>
              <p:nvPr/>
            </p:nvSpPr>
            <p:spPr>
              <a:xfrm flipH="1" rot="-5999605">
                <a:off x="2721651" y="3042523"/>
                <a:ext cx="478866" cy="368581"/>
              </a:xfrm>
              <a:prstGeom prst="corner">
                <a:avLst>
                  <a:gd fmla="val 24559" name="adj1"/>
                  <a:gd fmla="val 25801" name="adj2"/>
                </a:avLst>
              </a:prstGeom>
              <a:solidFill>
                <a:schemeClr val="lt2"/>
              </a:solidFill>
              <a:ln cap="flat" cmpd="sng" w="9525">
                <a:solidFill>
                  <a:schemeClr val="dk2"/>
                </a:solidFill>
                <a:prstDash val="solid"/>
                <a:round/>
                <a:headEnd len="sm" w="sm" type="none"/>
                <a:tailEnd len="sm" w="sm" type="none"/>
              </a:ln>
              <a:effectLst>
                <a:outerShdw blurRad="85725" rotWithShape="0" algn="bl" dir="5400000" dist="66675">
                  <a:schemeClr val="dk1">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grpSp>
        <p:sp>
          <p:nvSpPr>
            <p:cNvPr id="7086" name="Google Shape;7086;p279"/>
            <p:cNvSpPr/>
            <p:nvPr/>
          </p:nvSpPr>
          <p:spPr>
            <a:xfrm rot="10199348">
              <a:off x="2540314" y="2394718"/>
              <a:ext cx="345155" cy="772876"/>
            </a:xfrm>
            <a:prstGeom prst="trapezoid">
              <a:avLst>
                <a:gd fmla="val 23037" name="adj"/>
              </a:avLst>
            </a:prstGeom>
            <a:solidFill>
              <a:schemeClr val="lt2"/>
            </a:solidFill>
            <a:ln cap="flat" cmpd="sng" w="9525">
              <a:solidFill>
                <a:schemeClr val="dk2"/>
              </a:solidFill>
              <a:prstDash val="solid"/>
              <a:round/>
              <a:headEnd len="sm" w="sm" type="none"/>
              <a:tailEnd len="sm" w="sm" type="none"/>
            </a:ln>
            <a:effectLst>
              <a:outerShdw blurRad="85725" rotWithShape="0" algn="bl" dir="5400000" dist="66675">
                <a:schemeClr val="dk1">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7087" name="Google Shape;7087;p279"/>
            <p:cNvSpPr/>
            <p:nvPr/>
          </p:nvSpPr>
          <p:spPr>
            <a:xfrm rot="3713146">
              <a:off x="1718484" y="1985196"/>
              <a:ext cx="605435" cy="1422247"/>
            </a:xfrm>
            <a:prstGeom prst="trapezoid">
              <a:avLst>
                <a:gd fmla="val 25000" name="adj"/>
              </a:avLst>
            </a:prstGeom>
            <a:solidFill>
              <a:schemeClr val="lt2"/>
            </a:solidFill>
            <a:ln cap="flat" cmpd="sng" w="9525">
              <a:solidFill>
                <a:schemeClr val="dk2"/>
              </a:solidFill>
              <a:prstDash val="solid"/>
              <a:round/>
              <a:headEnd len="sm" w="sm" type="none"/>
              <a:tailEnd len="sm" w="sm" type="none"/>
            </a:ln>
            <a:effectLst>
              <a:outerShdw blurRad="85725" rotWithShape="0" algn="bl" dir="5400000" dist="66675">
                <a:schemeClr val="dk1">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7088" name="Google Shape;7088;p279"/>
            <p:cNvSpPr/>
            <p:nvPr/>
          </p:nvSpPr>
          <p:spPr>
            <a:xfrm rot="1148713">
              <a:off x="601769" y="2973618"/>
              <a:ext cx="1002551" cy="1715642"/>
            </a:xfrm>
            <a:prstGeom prst="trapezoid">
              <a:avLst>
                <a:gd fmla="val 13986" name="adj"/>
              </a:avLst>
            </a:prstGeom>
            <a:solidFill>
              <a:schemeClr val="lt2"/>
            </a:solidFill>
            <a:ln cap="flat" cmpd="sng" w="9525">
              <a:solidFill>
                <a:schemeClr val="dk2"/>
              </a:solidFill>
              <a:prstDash val="solid"/>
              <a:round/>
              <a:headEnd len="sm" w="sm" type="none"/>
              <a:tailEnd len="sm" w="sm" type="none"/>
            </a:ln>
            <a:effectLst>
              <a:outerShdw blurRad="85725" rotWithShape="0" algn="bl" dir="5400000" dist="66675">
                <a:schemeClr val="dk1">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7089" name="Google Shape;7089;p279"/>
            <p:cNvSpPr/>
            <p:nvPr/>
          </p:nvSpPr>
          <p:spPr>
            <a:xfrm>
              <a:off x="305375" y="4539550"/>
              <a:ext cx="1048200" cy="907500"/>
            </a:xfrm>
            <a:prstGeom prst="round2SameRect">
              <a:avLst>
                <a:gd fmla="val 23457" name="adj1"/>
                <a:gd fmla="val 0" name="adj2"/>
              </a:avLst>
            </a:prstGeom>
            <a:solidFill>
              <a:schemeClr val="dk2"/>
            </a:solidFill>
            <a:ln cap="flat" cmpd="sng" w="9525">
              <a:solidFill>
                <a:schemeClr val="dk2"/>
              </a:solidFill>
              <a:prstDash val="solid"/>
              <a:round/>
              <a:headEnd len="sm" w="sm" type="none"/>
              <a:tailEnd len="sm" w="sm" type="none"/>
            </a:ln>
            <a:effectLst>
              <a:outerShdw blurRad="85725" rotWithShape="0" algn="bl" dir="5400000" dist="66675">
                <a:schemeClr val="dk1">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grpSp>
          <p:nvGrpSpPr>
            <p:cNvPr id="7090" name="Google Shape;7090;p279"/>
            <p:cNvGrpSpPr/>
            <p:nvPr/>
          </p:nvGrpSpPr>
          <p:grpSpPr>
            <a:xfrm>
              <a:off x="264126" y="4097029"/>
              <a:ext cx="1110000" cy="1074000"/>
              <a:chOff x="340326" y="2573029"/>
              <a:chExt cx="1110000" cy="1074000"/>
            </a:xfrm>
          </p:grpSpPr>
          <p:sp>
            <p:nvSpPr>
              <p:cNvPr id="7091" name="Google Shape;7091;p279"/>
              <p:cNvSpPr/>
              <p:nvPr/>
            </p:nvSpPr>
            <p:spPr>
              <a:xfrm>
                <a:off x="340326" y="2573029"/>
                <a:ext cx="1110000" cy="1074000"/>
              </a:xfrm>
              <a:prstGeom prst="ellipse">
                <a:avLst/>
              </a:prstGeom>
              <a:solidFill>
                <a:schemeClr val="lt2"/>
              </a:solidFill>
              <a:ln cap="flat" cmpd="sng" w="9525">
                <a:solidFill>
                  <a:schemeClr val="dk2"/>
                </a:solidFill>
                <a:prstDash val="solid"/>
                <a:round/>
                <a:headEnd len="sm" w="sm" type="none"/>
                <a:tailEnd len="sm" w="sm" type="none"/>
              </a:ln>
              <a:effectLst>
                <a:outerShdw blurRad="85725" rotWithShape="0" algn="bl" dir="5400000" dist="66675">
                  <a:schemeClr val="dk1">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7092" name="Google Shape;7092;p279"/>
              <p:cNvSpPr/>
              <p:nvPr/>
            </p:nvSpPr>
            <p:spPr>
              <a:xfrm>
                <a:off x="464676" y="2701879"/>
                <a:ext cx="861300" cy="816300"/>
              </a:xfrm>
              <a:prstGeom prst="ellipse">
                <a:avLst/>
              </a:prstGeom>
              <a:solidFill>
                <a:schemeClr val="accent5"/>
              </a:solidFill>
              <a:ln cap="flat" cmpd="sng" w="9525">
                <a:solidFill>
                  <a:schemeClr val="dk2"/>
                </a:solidFill>
                <a:prstDash val="solid"/>
                <a:round/>
                <a:headEnd len="sm" w="sm" type="none"/>
                <a:tailEnd len="sm" w="sm" type="none"/>
              </a:ln>
              <a:effectLst>
                <a:outerShdw blurRad="85725" rotWithShape="0" algn="bl" dir="5400000" dist="66675">
                  <a:schemeClr val="dk1">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7093" name="Google Shape;7093;p279"/>
              <p:cNvSpPr/>
              <p:nvPr/>
            </p:nvSpPr>
            <p:spPr>
              <a:xfrm>
                <a:off x="772176" y="2995729"/>
                <a:ext cx="246300" cy="228600"/>
              </a:xfrm>
              <a:prstGeom prst="ellipse">
                <a:avLst/>
              </a:prstGeom>
              <a:solidFill>
                <a:schemeClr val="accent6"/>
              </a:solidFill>
              <a:ln cap="flat" cmpd="sng" w="9525">
                <a:solidFill>
                  <a:schemeClr val="dk2"/>
                </a:solidFill>
                <a:prstDash val="solid"/>
                <a:round/>
                <a:headEnd len="sm" w="sm" type="none"/>
                <a:tailEnd len="sm" w="sm" type="none"/>
              </a:ln>
              <a:effectLst>
                <a:outerShdw blurRad="85725" rotWithShape="0" algn="bl" dir="5400000" dist="66675">
                  <a:schemeClr val="dk1">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grpSp>
        <p:grpSp>
          <p:nvGrpSpPr>
            <p:cNvPr id="7094" name="Google Shape;7094;p279"/>
            <p:cNvGrpSpPr/>
            <p:nvPr/>
          </p:nvGrpSpPr>
          <p:grpSpPr>
            <a:xfrm>
              <a:off x="987762" y="2674948"/>
              <a:ext cx="786900" cy="721200"/>
              <a:chOff x="1043337" y="1223137"/>
              <a:chExt cx="786900" cy="721200"/>
            </a:xfrm>
          </p:grpSpPr>
          <p:sp>
            <p:nvSpPr>
              <p:cNvPr id="7095" name="Google Shape;7095;p279"/>
              <p:cNvSpPr/>
              <p:nvPr/>
            </p:nvSpPr>
            <p:spPr>
              <a:xfrm>
                <a:off x="1043337" y="1223137"/>
                <a:ext cx="786900" cy="721200"/>
              </a:xfrm>
              <a:prstGeom prst="ellipse">
                <a:avLst/>
              </a:prstGeom>
              <a:solidFill>
                <a:schemeClr val="accent5"/>
              </a:solidFill>
              <a:ln cap="flat" cmpd="sng" w="9525">
                <a:solidFill>
                  <a:schemeClr val="dk2"/>
                </a:solidFill>
                <a:prstDash val="solid"/>
                <a:round/>
                <a:headEnd len="sm" w="sm" type="none"/>
                <a:tailEnd len="sm" w="sm" type="none"/>
              </a:ln>
              <a:effectLst>
                <a:outerShdw blurRad="85725" rotWithShape="0" algn="bl" dir="5400000" dist="66675">
                  <a:schemeClr val="dk1">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7096" name="Google Shape;7096;p279"/>
              <p:cNvSpPr/>
              <p:nvPr/>
            </p:nvSpPr>
            <p:spPr>
              <a:xfrm>
                <a:off x="1313637" y="1469437"/>
                <a:ext cx="246300" cy="228600"/>
              </a:xfrm>
              <a:prstGeom prst="ellipse">
                <a:avLst/>
              </a:prstGeom>
              <a:solidFill>
                <a:schemeClr val="accent6"/>
              </a:solidFill>
              <a:ln cap="flat" cmpd="sng" w="9525">
                <a:solidFill>
                  <a:schemeClr val="dk2"/>
                </a:solidFill>
                <a:prstDash val="solid"/>
                <a:round/>
                <a:headEnd len="sm" w="sm" type="none"/>
                <a:tailEnd len="sm" w="sm" type="none"/>
              </a:ln>
              <a:effectLst>
                <a:outerShdw blurRad="85725" rotWithShape="0" algn="bl" dir="5400000" dist="66675">
                  <a:schemeClr val="dk1">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grpSp>
        <p:grpSp>
          <p:nvGrpSpPr>
            <p:cNvPr id="7097" name="Google Shape;7097;p279"/>
            <p:cNvGrpSpPr/>
            <p:nvPr/>
          </p:nvGrpSpPr>
          <p:grpSpPr>
            <a:xfrm>
              <a:off x="2385690" y="2152977"/>
              <a:ext cx="515970" cy="475487"/>
              <a:chOff x="1043337" y="1223137"/>
              <a:chExt cx="786900" cy="721200"/>
            </a:xfrm>
          </p:grpSpPr>
          <p:sp>
            <p:nvSpPr>
              <p:cNvPr id="7098" name="Google Shape;7098;p279"/>
              <p:cNvSpPr/>
              <p:nvPr/>
            </p:nvSpPr>
            <p:spPr>
              <a:xfrm>
                <a:off x="1043337" y="1223137"/>
                <a:ext cx="786900" cy="721200"/>
              </a:xfrm>
              <a:prstGeom prst="ellipse">
                <a:avLst/>
              </a:prstGeom>
              <a:solidFill>
                <a:schemeClr val="accent5"/>
              </a:solidFill>
              <a:ln cap="flat" cmpd="sng" w="9525">
                <a:solidFill>
                  <a:schemeClr val="dk2"/>
                </a:solidFill>
                <a:prstDash val="solid"/>
                <a:round/>
                <a:headEnd len="sm" w="sm" type="none"/>
                <a:tailEnd len="sm" w="sm" type="none"/>
              </a:ln>
              <a:effectLst>
                <a:outerShdw blurRad="85725" rotWithShape="0" algn="bl" dir="5400000" dist="66675">
                  <a:schemeClr val="dk1">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7099" name="Google Shape;7099;p279"/>
              <p:cNvSpPr/>
              <p:nvPr/>
            </p:nvSpPr>
            <p:spPr>
              <a:xfrm>
                <a:off x="1313637" y="1469437"/>
                <a:ext cx="246300" cy="228600"/>
              </a:xfrm>
              <a:prstGeom prst="ellipse">
                <a:avLst/>
              </a:prstGeom>
              <a:solidFill>
                <a:schemeClr val="accent6"/>
              </a:solidFill>
              <a:ln cap="flat" cmpd="sng" w="9525">
                <a:solidFill>
                  <a:schemeClr val="dk2"/>
                </a:solidFill>
                <a:prstDash val="solid"/>
                <a:round/>
                <a:headEnd len="sm" w="sm" type="none"/>
                <a:tailEnd len="sm" w="sm" type="none"/>
              </a:ln>
              <a:effectLst>
                <a:outerShdw blurRad="85725" rotWithShape="0" algn="bl" dir="5400000" dist="66675">
                  <a:schemeClr val="dk1">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grpSp>
      </p:grpSp>
      <p:pic>
        <p:nvPicPr>
          <p:cNvPr id="7100" name="Google Shape;7100;p279"/>
          <p:cNvPicPr preferRelativeResize="0"/>
          <p:nvPr/>
        </p:nvPicPr>
        <p:blipFill>
          <a:blip r:embed="rId13">
            <a:alphaModFix/>
          </a:blip>
          <a:stretch>
            <a:fillRect/>
          </a:stretch>
        </p:blipFill>
        <p:spPr>
          <a:xfrm rot="-600003">
            <a:off x="2555124" y="3130678"/>
            <a:ext cx="516000" cy="368430"/>
          </a:xfrm>
          <a:prstGeom prst="rect">
            <a:avLst/>
          </a:prstGeom>
          <a:noFill/>
          <a:ln cap="flat" cmpd="sng" w="9525">
            <a:solidFill>
              <a:srgbClr val="666666"/>
            </a:solidFill>
            <a:prstDash val="solid"/>
            <a:round/>
            <a:headEnd len="sm" w="sm" type="none"/>
            <a:tailEnd len="sm" w="sm" type="none"/>
          </a:ln>
          <a:effectLst>
            <a:outerShdw blurRad="57150" rotWithShape="0" algn="bl" dir="1920000" dist="76200">
              <a:srgbClr val="000000">
                <a:alpha val="50000"/>
              </a:srgbClr>
            </a:outerShdw>
          </a:effectLst>
        </p:spPr>
      </p:pic>
      <p:pic>
        <p:nvPicPr>
          <p:cNvPr id="7101" name="Google Shape;7101;p279"/>
          <p:cNvPicPr preferRelativeResize="0"/>
          <p:nvPr/>
        </p:nvPicPr>
        <p:blipFill>
          <a:blip r:embed="rId15">
            <a:alphaModFix/>
          </a:blip>
          <a:stretch>
            <a:fillRect/>
          </a:stretch>
        </p:blipFill>
        <p:spPr>
          <a:xfrm>
            <a:off x="10582673" y="4953000"/>
            <a:ext cx="454650" cy="143213"/>
          </a:xfrm>
          <a:prstGeom prst="rect">
            <a:avLst/>
          </a:prstGeom>
          <a:noFill/>
          <a:ln>
            <a:noFill/>
          </a:ln>
        </p:spPr>
      </p:pic>
      <p:pic>
        <p:nvPicPr>
          <p:cNvPr id="7102" name="Google Shape;7102;p279"/>
          <p:cNvPicPr preferRelativeResize="0"/>
          <p:nvPr/>
        </p:nvPicPr>
        <p:blipFill>
          <a:blip r:embed="rId16">
            <a:alphaModFix/>
          </a:blip>
          <a:stretch>
            <a:fillRect/>
          </a:stretch>
        </p:blipFill>
        <p:spPr>
          <a:xfrm>
            <a:off x="11067423" y="4988139"/>
            <a:ext cx="342902" cy="317285"/>
          </a:xfrm>
          <a:prstGeom prst="rect">
            <a:avLst/>
          </a:prstGeom>
          <a:noFill/>
          <a:ln>
            <a:noFill/>
          </a:ln>
        </p:spPr>
      </p:pic>
      <p:pic>
        <p:nvPicPr>
          <p:cNvPr id="7103" name="Google Shape;7103;p279"/>
          <p:cNvPicPr preferRelativeResize="0"/>
          <p:nvPr/>
        </p:nvPicPr>
        <p:blipFill>
          <a:blip r:embed="rId17">
            <a:alphaModFix/>
          </a:blip>
          <a:stretch>
            <a:fillRect/>
          </a:stretch>
        </p:blipFill>
        <p:spPr>
          <a:xfrm>
            <a:off x="10739447" y="5098425"/>
            <a:ext cx="246200" cy="245100"/>
          </a:xfrm>
          <a:prstGeom prst="rect">
            <a:avLst/>
          </a:prstGeom>
          <a:noFill/>
          <a:ln>
            <a:noFill/>
          </a:ln>
        </p:spPr>
      </p:pic>
      <p:grpSp>
        <p:nvGrpSpPr>
          <p:cNvPr id="7104" name="Google Shape;7104;p279"/>
          <p:cNvGrpSpPr/>
          <p:nvPr/>
        </p:nvGrpSpPr>
        <p:grpSpPr>
          <a:xfrm>
            <a:off x="323931" y="5890034"/>
            <a:ext cx="11487837" cy="141175"/>
            <a:chOff x="190581" y="6023384"/>
            <a:chExt cx="11487837" cy="141175"/>
          </a:xfrm>
        </p:grpSpPr>
        <p:sp>
          <p:nvSpPr>
            <p:cNvPr id="7105" name="Google Shape;7105;p279"/>
            <p:cNvSpPr/>
            <p:nvPr/>
          </p:nvSpPr>
          <p:spPr>
            <a:xfrm>
              <a:off x="4784778" y="6023384"/>
              <a:ext cx="3413398" cy="141175"/>
            </a:xfrm>
            <a:prstGeom prst="rect">
              <a:avLst/>
            </a:prstGeom>
            <a:solidFill>
              <a:srgbClr val="CC0000"/>
            </a:solidFill>
            <a:ln cap="flat" cmpd="sng" w="19050">
              <a:solidFill>
                <a:srgbClr val="66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06" name="Google Shape;7106;p279"/>
            <p:cNvSpPr/>
            <p:nvPr/>
          </p:nvSpPr>
          <p:spPr>
            <a:xfrm>
              <a:off x="4724481" y="6023384"/>
              <a:ext cx="161519" cy="141175"/>
            </a:xfrm>
            <a:prstGeom prst="ellipse">
              <a:avLst/>
            </a:prstGeom>
            <a:solidFill>
              <a:srgbClr val="CC0000"/>
            </a:solidFill>
            <a:ln cap="flat" cmpd="sng" w="19050">
              <a:solidFill>
                <a:srgbClr val="66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07" name="Google Shape;7107;p279"/>
            <p:cNvSpPr/>
            <p:nvPr/>
          </p:nvSpPr>
          <p:spPr>
            <a:xfrm>
              <a:off x="5289813" y="6023384"/>
              <a:ext cx="161519" cy="141175"/>
            </a:xfrm>
            <a:prstGeom prst="ellipse">
              <a:avLst/>
            </a:prstGeom>
            <a:solidFill>
              <a:srgbClr val="CC0000"/>
            </a:solidFill>
            <a:ln cap="flat" cmpd="sng" w="19050">
              <a:solidFill>
                <a:srgbClr val="66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08" name="Google Shape;7108;p279"/>
            <p:cNvSpPr/>
            <p:nvPr/>
          </p:nvSpPr>
          <p:spPr>
            <a:xfrm>
              <a:off x="5855145" y="6023384"/>
              <a:ext cx="161519" cy="141175"/>
            </a:xfrm>
            <a:prstGeom prst="ellipse">
              <a:avLst/>
            </a:prstGeom>
            <a:solidFill>
              <a:srgbClr val="CC0000"/>
            </a:solidFill>
            <a:ln cap="flat" cmpd="sng" w="19050">
              <a:solidFill>
                <a:srgbClr val="66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09" name="Google Shape;7109;p279"/>
            <p:cNvSpPr/>
            <p:nvPr/>
          </p:nvSpPr>
          <p:spPr>
            <a:xfrm>
              <a:off x="6420477" y="6023384"/>
              <a:ext cx="161519" cy="141175"/>
            </a:xfrm>
            <a:prstGeom prst="ellipse">
              <a:avLst/>
            </a:prstGeom>
            <a:solidFill>
              <a:srgbClr val="CC0000"/>
            </a:solidFill>
            <a:ln cap="flat" cmpd="sng" w="19050">
              <a:solidFill>
                <a:srgbClr val="66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10" name="Google Shape;7110;p279"/>
            <p:cNvSpPr/>
            <p:nvPr/>
          </p:nvSpPr>
          <p:spPr>
            <a:xfrm>
              <a:off x="6985809" y="6023384"/>
              <a:ext cx="161519" cy="141175"/>
            </a:xfrm>
            <a:prstGeom prst="ellipse">
              <a:avLst/>
            </a:prstGeom>
            <a:solidFill>
              <a:srgbClr val="CC0000"/>
            </a:solidFill>
            <a:ln cap="flat" cmpd="sng" w="19050">
              <a:solidFill>
                <a:srgbClr val="66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11" name="Google Shape;7111;p279"/>
            <p:cNvSpPr/>
            <p:nvPr/>
          </p:nvSpPr>
          <p:spPr>
            <a:xfrm>
              <a:off x="7551141" y="6023384"/>
              <a:ext cx="161519" cy="141175"/>
            </a:xfrm>
            <a:prstGeom prst="ellipse">
              <a:avLst/>
            </a:prstGeom>
            <a:solidFill>
              <a:srgbClr val="CC0000"/>
            </a:solidFill>
            <a:ln cap="flat" cmpd="sng" w="19050">
              <a:solidFill>
                <a:srgbClr val="66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12" name="Google Shape;7112;p279"/>
            <p:cNvSpPr/>
            <p:nvPr/>
          </p:nvSpPr>
          <p:spPr>
            <a:xfrm>
              <a:off x="8116473" y="6023384"/>
              <a:ext cx="161519" cy="141175"/>
            </a:xfrm>
            <a:prstGeom prst="ellipse">
              <a:avLst/>
            </a:prstGeom>
            <a:solidFill>
              <a:srgbClr val="CC0000"/>
            </a:solidFill>
            <a:ln cap="flat" cmpd="sng" w="19050">
              <a:solidFill>
                <a:srgbClr val="66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13" name="Google Shape;7113;p279"/>
            <p:cNvSpPr/>
            <p:nvPr/>
          </p:nvSpPr>
          <p:spPr>
            <a:xfrm>
              <a:off x="250878" y="6023384"/>
              <a:ext cx="3413398" cy="141175"/>
            </a:xfrm>
            <a:prstGeom prst="rect">
              <a:avLst/>
            </a:prstGeom>
            <a:solidFill>
              <a:srgbClr val="CC0000"/>
            </a:solidFill>
            <a:ln cap="flat" cmpd="sng" w="19050">
              <a:solidFill>
                <a:srgbClr val="66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14" name="Google Shape;7114;p279"/>
            <p:cNvSpPr/>
            <p:nvPr/>
          </p:nvSpPr>
          <p:spPr>
            <a:xfrm>
              <a:off x="190581" y="6023384"/>
              <a:ext cx="161519" cy="141175"/>
            </a:xfrm>
            <a:prstGeom prst="ellipse">
              <a:avLst/>
            </a:prstGeom>
            <a:solidFill>
              <a:srgbClr val="CC0000"/>
            </a:solidFill>
            <a:ln cap="flat" cmpd="sng" w="19050">
              <a:solidFill>
                <a:srgbClr val="66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15" name="Google Shape;7115;p279"/>
            <p:cNvSpPr/>
            <p:nvPr/>
          </p:nvSpPr>
          <p:spPr>
            <a:xfrm>
              <a:off x="755913" y="6023384"/>
              <a:ext cx="161519" cy="141175"/>
            </a:xfrm>
            <a:prstGeom prst="ellipse">
              <a:avLst/>
            </a:prstGeom>
            <a:solidFill>
              <a:srgbClr val="CC0000"/>
            </a:solidFill>
            <a:ln cap="flat" cmpd="sng" w="19050">
              <a:solidFill>
                <a:srgbClr val="66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16" name="Google Shape;7116;p279"/>
            <p:cNvSpPr/>
            <p:nvPr/>
          </p:nvSpPr>
          <p:spPr>
            <a:xfrm>
              <a:off x="1321245" y="6023384"/>
              <a:ext cx="161519" cy="141175"/>
            </a:xfrm>
            <a:prstGeom prst="ellipse">
              <a:avLst/>
            </a:prstGeom>
            <a:solidFill>
              <a:srgbClr val="CC0000"/>
            </a:solidFill>
            <a:ln cap="flat" cmpd="sng" w="19050">
              <a:solidFill>
                <a:srgbClr val="66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17" name="Google Shape;7117;p279"/>
            <p:cNvSpPr/>
            <p:nvPr/>
          </p:nvSpPr>
          <p:spPr>
            <a:xfrm>
              <a:off x="1886577" y="6023384"/>
              <a:ext cx="161519" cy="141175"/>
            </a:xfrm>
            <a:prstGeom prst="ellipse">
              <a:avLst/>
            </a:prstGeom>
            <a:solidFill>
              <a:srgbClr val="CC0000"/>
            </a:solidFill>
            <a:ln cap="flat" cmpd="sng" w="19050">
              <a:solidFill>
                <a:srgbClr val="66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18" name="Google Shape;7118;p279"/>
            <p:cNvSpPr/>
            <p:nvPr/>
          </p:nvSpPr>
          <p:spPr>
            <a:xfrm>
              <a:off x="2451909" y="6023384"/>
              <a:ext cx="161519" cy="141175"/>
            </a:xfrm>
            <a:prstGeom prst="ellipse">
              <a:avLst/>
            </a:prstGeom>
            <a:solidFill>
              <a:srgbClr val="CC0000"/>
            </a:solidFill>
            <a:ln cap="flat" cmpd="sng" w="19050">
              <a:solidFill>
                <a:srgbClr val="66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19" name="Google Shape;7119;p279"/>
            <p:cNvSpPr/>
            <p:nvPr/>
          </p:nvSpPr>
          <p:spPr>
            <a:xfrm>
              <a:off x="3017241" y="6023384"/>
              <a:ext cx="161519" cy="141175"/>
            </a:xfrm>
            <a:prstGeom prst="ellipse">
              <a:avLst/>
            </a:prstGeom>
            <a:solidFill>
              <a:srgbClr val="CC0000"/>
            </a:solidFill>
            <a:ln cap="flat" cmpd="sng" w="19050">
              <a:solidFill>
                <a:srgbClr val="66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20" name="Google Shape;7120;p279"/>
            <p:cNvSpPr/>
            <p:nvPr/>
          </p:nvSpPr>
          <p:spPr>
            <a:xfrm>
              <a:off x="3582573" y="6023384"/>
              <a:ext cx="161519" cy="141175"/>
            </a:xfrm>
            <a:prstGeom prst="ellipse">
              <a:avLst/>
            </a:prstGeom>
            <a:solidFill>
              <a:srgbClr val="CC0000"/>
            </a:solidFill>
            <a:ln cap="flat" cmpd="sng" w="19050">
              <a:solidFill>
                <a:srgbClr val="66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21" name="Google Shape;7121;p279"/>
            <p:cNvSpPr/>
            <p:nvPr/>
          </p:nvSpPr>
          <p:spPr>
            <a:xfrm>
              <a:off x="3651303" y="6023384"/>
              <a:ext cx="3413398" cy="141175"/>
            </a:xfrm>
            <a:prstGeom prst="rect">
              <a:avLst/>
            </a:prstGeom>
            <a:solidFill>
              <a:srgbClr val="CC0000"/>
            </a:solidFill>
            <a:ln cap="flat" cmpd="sng" w="19050">
              <a:solidFill>
                <a:srgbClr val="66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22" name="Google Shape;7122;p279"/>
            <p:cNvSpPr/>
            <p:nvPr/>
          </p:nvSpPr>
          <p:spPr>
            <a:xfrm>
              <a:off x="3591006" y="6023384"/>
              <a:ext cx="161519" cy="141175"/>
            </a:xfrm>
            <a:prstGeom prst="ellipse">
              <a:avLst/>
            </a:prstGeom>
            <a:solidFill>
              <a:srgbClr val="CC0000"/>
            </a:solidFill>
            <a:ln cap="flat" cmpd="sng" w="19050">
              <a:solidFill>
                <a:srgbClr val="66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23" name="Google Shape;7123;p279"/>
            <p:cNvSpPr/>
            <p:nvPr/>
          </p:nvSpPr>
          <p:spPr>
            <a:xfrm>
              <a:off x="4156338" y="6023384"/>
              <a:ext cx="161519" cy="141175"/>
            </a:xfrm>
            <a:prstGeom prst="ellipse">
              <a:avLst/>
            </a:prstGeom>
            <a:solidFill>
              <a:srgbClr val="CC0000"/>
            </a:solidFill>
            <a:ln cap="flat" cmpd="sng" w="19050">
              <a:solidFill>
                <a:srgbClr val="66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24" name="Google Shape;7124;p279"/>
            <p:cNvSpPr/>
            <p:nvPr/>
          </p:nvSpPr>
          <p:spPr>
            <a:xfrm>
              <a:off x="4721670" y="6023384"/>
              <a:ext cx="161519" cy="141175"/>
            </a:xfrm>
            <a:prstGeom prst="ellipse">
              <a:avLst/>
            </a:prstGeom>
            <a:solidFill>
              <a:srgbClr val="CC0000"/>
            </a:solidFill>
            <a:ln cap="flat" cmpd="sng" w="19050">
              <a:solidFill>
                <a:srgbClr val="66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25" name="Google Shape;7125;p279"/>
            <p:cNvSpPr/>
            <p:nvPr/>
          </p:nvSpPr>
          <p:spPr>
            <a:xfrm>
              <a:off x="5287002" y="6023384"/>
              <a:ext cx="161519" cy="141175"/>
            </a:xfrm>
            <a:prstGeom prst="ellipse">
              <a:avLst/>
            </a:prstGeom>
            <a:solidFill>
              <a:srgbClr val="CC0000"/>
            </a:solidFill>
            <a:ln cap="flat" cmpd="sng" w="19050">
              <a:solidFill>
                <a:srgbClr val="66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26" name="Google Shape;7126;p279"/>
            <p:cNvSpPr/>
            <p:nvPr/>
          </p:nvSpPr>
          <p:spPr>
            <a:xfrm>
              <a:off x="5852334" y="6023384"/>
              <a:ext cx="161519" cy="141175"/>
            </a:xfrm>
            <a:prstGeom prst="ellipse">
              <a:avLst/>
            </a:prstGeom>
            <a:solidFill>
              <a:srgbClr val="CC0000"/>
            </a:solidFill>
            <a:ln cap="flat" cmpd="sng" w="19050">
              <a:solidFill>
                <a:srgbClr val="66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27" name="Google Shape;7127;p279"/>
            <p:cNvSpPr/>
            <p:nvPr/>
          </p:nvSpPr>
          <p:spPr>
            <a:xfrm>
              <a:off x="6417666" y="6023384"/>
              <a:ext cx="161519" cy="141175"/>
            </a:xfrm>
            <a:prstGeom prst="ellipse">
              <a:avLst/>
            </a:prstGeom>
            <a:solidFill>
              <a:srgbClr val="CC0000"/>
            </a:solidFill>
            <a:ln cap="flat" cmpd="sng" w="19050">
              <a:solidFill>
                <a:srgbClr val="66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28" name="Google Shape;7128;p279"/>
            <p:cNvSpPr/>
            <p:nvPr/>
          </p:nvSpPr>
          <p:spPr>
            <a:xfrm>
              <a:off x="6982998" y="6023384"/>
              <a:ext cx="161519" cy="141175"/>
            </a:xfrm>
            <a:prstGeom prst="ellipse">
              <a:avLst/>
            </a:prstGeom>
            <a:solidFill>
              <a:srgbClr val="CC0000"/>
            </a:solidFill>
            <a:ln cap="flat" cmpd="sng" w="19050">
              <a:solidFill>
                <a:srgbClr val="66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29" name="Google Shape;7129;p279"/>
            <p:cNvSpPr/>
            <p:nvPr/>
          </p:nvSpPr>
          <p:spPr>
            <a:xfrm>
              <a:off x="8185203" y="6023384"/>
              <a:ext cx="3413398" cy="141175"/>
            </a:xfrm>
            <a:prstGeom prst="rect">
              <a:avLst/>
            </a:prstGeom>
            <a:solidFill>
              <a:srgbClr val="CC0000"/>
            </a:solidFill>
            <a:ln cap="flat" cmpd="sng" w="19050">
              <a:solidFill>
                <a:srgbClr val="66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30" name="Google Shape;7130;p279"/>
            <p:cNvSpPr/>
            <p:nvPr/>
          </p:nvSpPr>
          <p:spPr>
            <a:xfrm>
              <a:off x="8124906" y="6023384"/>
              <a:ext cx="161519" cy="141175"/>
            </a:xfrm>
            <a:prstGeom prst="ellipse">
              <a:avLst/>
            </a:prstGeom>
            <a:solidFill>
              <a:srgbClr val="CC0000"/>
            </a:solidFill>
            <a:ln cap="flat" cmpd="sng" w="19050">
              <a:solidFill>
                <a:srgbClr val="66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31" name="Google Shape;7131;p279"/>
            <p:cNvSpPr/>
            <p:nvPr/>
          </p:nvSpPr>
          <p:spPr>
            <a:xfrm>
              <a:off x="8690238" y="6023384"/>
              <a:ext cx="161519" cy="141175"/>
            </a:xfrm>
            <a:prstGeom prst="ellipse">
              <a:avLst/>
            </a:prstGeom>
            <a:solidFill>
              <a:srgbClr val="CC0000"/>
            </a:solidFill>
            <a:ln cap="flat" cmpd="sng" w="19050">
              <a:solidFill>
                <a:srgbClr val="66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32" name="Google Shape;7132;p279"/>
            <p:cNvSpPr/>
            <p:nvPr/>
          </p:nvSpPr>
          <p:spPr>
            <a:xfrm>
              <a:off x="9255570" y="6023384"/>
              <a:ext cx="161519" cy="141175"/>
            </a:xfrm>
            <a:prstGeom prst="ellipse">
              <a:avLst/>
            </a:prstGeom>
            <a:solidFill>
              <a:srgbClr val="CC0000"/>
            </a:solidFill>
            <a:ln cap="flat" cmpd="sng" w="19050">
              <a:solidFill>
                <a:srgbClr val="66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33" name="Google Shape;7133;p279"/>
            <p:cNvSpPr/>
            <p:nvPr/>
          </p:nvSpPr>
          <p:spPr>
            <a:xfrm>
              <a:off x="9820902" y="6023384"/>
              <a:ext cx="161519" cy="141175"/>
            </a:xfrm>
            <a:prstGeom prst="ellipse">
              <a:avLst/>
            </a:prstGeom>
            <a:solidFill>
              <a:srgbClr val="CC0000"/>
            </a:solidFill>
            <a:ln cap="flat" cmpd="sng" w="19050">
              <a:solidFill>
                <a:srgbClr val="66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34" name="Google Shape;7134;p279"/>
            <p:cNvSpPr/>
            <p:nvPr/>
          </p:nvSpPr>
          <p:spPr>
            <a:xfrm>
              <a:off x="10386234" y="6023384"/>
              <a:ext cx="161519" cy="141175"/>
            </a:xfrm>
            <a:prstGeom prst="ellipse">
              <a:avLst/>
            </a:prstGeom>
            <a:solidFill>
              <a:srgbClr val="CC0000"/>
            </a:solidFill>
            <a:ln cap="flat" cmpd="sng" w="19050">
              <a:solidFill>
                <a:srgbClr val="66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35" name="Google Shape;7135;p279"/>
            <p:cNvSpPr/>
            <p:nvPr/>
          </p:nvSpPr>
          <p:spPr>
            <a:xfrm>
              <a:off x="10951566" y="6023384"/>
              <a:ext cx="161519" cy="141175"/>
            </a:xfrm>
            <a:prstGeom prst="ellipse">
              <a:avLst/>
            </a:prstGeom>
            <a:solidFill>
              <a:srgbClr val="CC0000"/>
            </a:solidFill>
            <a:ln cap="flat" cmpd="sng" w="19050">
              <a:solidFill>
                <a:srgbClr val="66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36" name="Google Shape;7136;p279"/>
            <p:cNvSpPr/>
            <p:nvPr/>
          </p:nvSpPr>
          <p:spPr>
            <a:xfrm>
              <a:off x="11516898" y="6023384"/>
              <a:ext cx="161519" cy="141175"/>
            </a:xfrm>
            <a:prstGeom prst="ellipse">
              <a:avLst/>
            </a:prstGeom>
            <a:solidFill>
              <a:srgbClr val="CC0000"/>
            </a:solidFill>
            <a:ln cap="flat" cmpd="sng" w="19050">
              <a:solidFill>
                <a:srgbClr val="6600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0" name="Shape 7140"/>
        <p:cNvGrpSpPr/>
        <p:nvPr/>
      </p:nvGrpSpPr>
      <p:grpSpPr>
        <a:xfrm>
          <a:off x="0" y="0"/>
          <a:ext cx="0" cy="0"/>
          <a:chOff x="0" y="0"/>
          <a:chExt cx="0" cy="0"/>
        </a:xfrm>
      </p:grpSpPr>
      <p:sp>
        <p:nvSpPr>
          <p:cNvPr id="7141" name="Google Shape;7141;p28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t/>
            </a:r>
            <a:endParaRPr/>
          </a:p>
        </p:txBody>
      </p:sp>
      <p:sp>
        <p:nvSpPr>
          <p:cNvPr id="7142" name="Google Shape;7142;p28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7143" name="Google Shape;7143;p280"/>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147" name="Shape 7147"/>
        <p:cNvGrpSpPr/>
        <p:nvPr/>
      </p:nvGrpSpPr>
      <p:grpSpPr>
        <a:xfrm>
          <a:off x="0" y="0"/>
          <a:ext cx="0" cy="0"/>
          <a:chOff x="0" y="0"/>
          <a:chExt cx="0" cy="0"/>
        </a:xfrm>
      </p:grpSpPr>
      <p:sp>
        <p:nvSpPr>
          <p:cNvPr id="7148" name="Google Shape;7148;p281"/>
          <p:cNvSpPr txBox="1"/>
          <p:nvPr>
            <p:ph type="title"/>
          </p:nvPr>
        </p:nvSpPr>
        <p:spPr>
          <a:xfrm>
            <a:off x="2125133" y="2135100"/>
            <a:ext cx="9461700" cy="2316900"/>
          </a:xfrm>
          <a:prstGeom prst="rect">
            <a:avLst/>
          </a:prstGeom>
          <a:effectLst>
            <a:outerShdw blurRad="57150" rotWithShape="0" algn="bl" dir="5400000" dist="19050">
              <a:srgbClr val="000000">
                <a:alpha val="50000"/>
              </a:srgbClr>
            </a:outerShdw>
          </a:effectLst>
        </p:spPr>
        <p:txBody>
          <a:bodyPr anchorCtr="0" anchor="b" bIns="0" lIns="0" spcFirstLastPara="1" rIns="0" wrap="square" tIns="0">
            <a:noAutofit/>
          </a:bodyPr>
          <a:lstStyle/>
          <a:p>
            <a:pPr indent="0" lvl="0" marL="0" rtl="0" algn="l">
              <a:spcBef>
                <a:spcPts val="0"/>
              </a:spcBef>
              <a:spcAft>
                <a:spcPts val="0"/>
              </a:spcAft>
              <a:buClr>
                <a:schemeClr val="dk1"/>
              </a:buClr>
              <a:buSzPts val="1500"/>
              <a:buFont typeface="Arial"/>
              <a:buNone/>
            </a:pPr>
            <a:r>
              <a:rPr b="1" lang="en" sz="5500">
                <a:latin typeface="Red Hat Display"/>
                <a:ea typeface="Red Hat Display"/>
                <a:cs typeface="Red Hat Display"/>
                <a:sym typeface="Red Hat Display"/>
              </a:rPr>
              <a:t>Appendix</a:t>
            </a:r>
            <a:endParaRPr b="1" sz="5500">
              <a:latin typeface="Red Hat Display"/>
              <a:ea typeface="Red Hat Display"/>
              <a:cs typeface="Red Hat Display"/>
              <a:sym typeface="Red Hat Display"/>
            </a:endParaRPr>
          </a:p>
          <a:p>
            <a:pPr indent="0" lvl="0" marL="0" rtl="0" algn="l">
              <a:lnSpc>
                <a:spcPct val="100000"/>
              </a:lnSpc>
              <a:spcBef>
                <a:spcPts val="0"/>
              </a:spcBef>
              <a:spcAft>
                <a:spcPts val="0"/>
              </a:spcAft>
              <a:buNone/>
            </a:pPr>
            <a:r>
              <a:t/>
            </a:r>
            <a:endParaRPr/>
          </a:p>
          <a:p>
            <a:pPr indent="0" lvl="0" marL="0" rtl="0" algn="l">
              <a:spcBef>
                <a:spcPts val="0"/>
              </a:spcBef>
              <a:spcAft>
                <a:spcPts val="0"/>
              </a:spcAft>
              <a:buNone/>
            </a:pPr>
            <a:r>
              <a:t/>
            </a:r>
            <a:endParaRPr b="1" i="1">
              <a:latin typeface="Red Hat Display"/>
              <a:ea typeface="Red Hat Display"/>
              <a:cs typeface="Red Hat Display"/>
              <a:sym typeface="Red Hat Display"/>
            </a:endParaRPr>
          </a:p>
        </p:txBody>
      </p:sp>
      <p:sp>
        <p:nvSpPr>
          <p:cNvPr id="7149" name="Google Shape;7149;p28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153" name="Shape 7153"/>
        <p:cNvGrpSpPr/>
        <p:nvPr/>
      </p:nvGrpSpPr>
      <p:grpSpPr>
        <a:xfrm>
          <a:off x="0" y="0"/>
          <a:ext cx="0" cy="0"/>
          <a:chOff x="0" y="0"/>
          <a:chExt cx="0" cy="0"/>
        </a:xfrm>
      </p:grpSpPr>
      <p:sp>
        <p:nvSpPr>
          <p:cNvPr id="7154" name="Google Shape;7154;p282"/>
          <p:cNvSpPr txBox="1"/>
          <p:nvPr>
            <p:ph idx="1" type="subTitle"/>
          </p:nvPr>
        </p:nvSpPr>
        <p:spPr>
          <a:xfrm>
            <a:off x="1169325" y="2074025"/>
            <a:ext cx="10726500" cy="423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Editing</a:t>
            </a:r>
            <a:r>
              <a:rPr lang="en"/>
              <a:t> - Please add your edits/comments to the main deck located here: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3"/>
              </a:rPr>
              <a:t>https://docs.google.com/presentation/d/1HGPE-Wod7XO9WRCCnnga3Qy3mcoifyusVlRaRAu_Pak</a:t>
            </a:r>
            <a:endParaRPr/>
          </a:p>
          <a:p>
            <a:pPr indent="0" lvl="0" marL="0" rtl="0" algn="l">
              <a:spcBef>
                <a:spcPts val="0"/>
              </a:spcBef>
              <a:spcAft>
                <a:spcPts val="0"/>
              </a:spcAft>
              <a:buNone/>
            </a:pPr>
            <a:r>
              <a:t/>
            </a:r>
            <a:endParaRPr b="1"/>
          </a:p>
          <a:p>
            <a:pPr indent="0" lvl="0" marL="0" rtl="0" algn="l">
              <a:spcBef>
                <a:spcPts val="0"/>
              </a:spcBef>
              <a:spcAft>
                <a:spcPts val="0"/>
              </a:spcAft>
              <a:buNone/>
            </a:pPr>
            <a:r>
              <a:rPr lang="en"/>
              <a:t>This is a shortened version of the main deck for customer overview presentations. It will be periodically updated.</a:t>
            </a:r>
            <a:endParaRPr/>
          </a:p>
        </p:txBody>
      </p:sp>
      <p:sp>
        <p:nvSpPr>
          <p:cNvPr id="7155" name="Google Shape;7155;p282"/>
          <p:cNvSpPr txBox="1"/>
          <p:nvPr>
            <p:ph type="title"/>
          </p:nvPr>
        </p:nvSpPr>
        <p:spPr>
          <a:xfrm>
            <a:off x="1169475" y="1419750"/>
            <a:ext cx="9872100" cy="552900"/>
          </a:xfrm>
          <a:prstGeom prst="rect">
            <a:avLst/>
          </a:prstGeom>
        </p:spPr>
        <p:txBody>
          <a:bodyPr anchorCtr="0" anchor="b" bIns="0" lIns="0" spcFirstLastPara="1" rIns="0" wrap="square" tIns="0">
            <a:noAutofit/>
          </a:bodyPr>
          <a:lstStyle/>
          <a:p>
            <a:pPr indent="0" lvl="0" marL="0" rtl="0" algn="l">
              <a:lnSpc>
                <a:spcPct val="105000"/>
              </a:lnSpc>
              <a:spcBef>
                <a:spcPts val="0"/>
              </a:spcBef>
              <a:spcAft>
                <a:spcPts val="0"/>
              </a:spcAft>
              <a:buClr>
                <a:schemeClr val="dk1"/>
              </a:buClr>
              <a:buSzPts val="1100"/>
              <a:buFont typeface="Arial"/>
              <a:buNone/>
            </a:pPr>
            <a:r>
              <a:rPr lang="en" sz="3500"/>
              <a:t>Contributing:</a:t>
            </a:r>
            <a:endParaRPr sz="3500"/>
          </a:p>
        </p:txBody>
      </p:sp>
      <p:sp>
        <p:nvSpPr>
          <p:cNvPr id="7156" name="Google Shape;7156;p282"/>
          <p:cNvSpPr txBox="1"/>
          <p:nvPr>
            <p:ph idx="12" type="sldNum"/>
          </p:nvPr>
        </p:nvSpPr>
        <p:spPr>
          <a:xfrm>
            <a:off x="61481" y="4627167"/>
            <a:ext cx="548700" cy="107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160" name="Shape 7160"/>
        <p:cNvGrpSpPr/>
        <p:nvPr/>
      </p:nvGrpSpPr>
      <p:grpSpPr>
        <a:xfrm>
          <a:off x="0" y="0"/>
          <a:ext cx="0" cy="0"/>
          <a:chOff x="0" y="0"/>
          <a:chExt cx="0" cy="0"/>
        </a:xfrm>
      </p:grpSpPr>
      <p:sp>
        <p:nvSpPr>
          <p:cNvPr id="7161" name="Google Shape;7161;p283"/>
          <p:cNvSpPr txBox="1"/>
          <p:nvPr>
            <p:ph idx="1" type="subTitle"/>
          </p:nvPr>
        </p:nvSpPr>
        <p:spPr>
          <a:xfrm>
            <a:off x="1169325" y="2074025"/>
            <a:ext cx="10726500" cy="423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Editing</a:t>
            </a:r>
            <a:r>
              <a:rPr lang="en"/>
              <a:t> - please add slides that you would like to see to the deck. If they need a section, add the section separator slide. Tag your slide in the content notes section with:</a:t>
            </a:r>
            <a:endParaRPr/>
          </a:p>
          <a:p>
            <a:pPr indent="0" lvl="0" marL="0" rtl="0" algn="l">
              <a:spcBef>
                <a:spcPts val="0"/>
              </a:spcBef>
              <a:spcAft>
                <a:spcPts val="0"/>
              </a:spcAft>
              <a:buNone/>
            </a:pPr>
            <a:r>
              <a:rPr lang="en"/>
              <a:t>[Content Owner]: &lt;Your Name&gt;</a:t>
            </a:r>
            <a:endParaRPr/>
          </a:p>
          <a:p>
            <a:pPr indent="0" lvl="0" marL="0" rtl="0" algn="l">
              <a:spcBef>
                <a:spcPts val="0"/>
              </a:spcBef>
              <a:spcAft>
                <a:spcPts val="0"/>
              </a:spcAft>
              <a:buNone/>
            </a:pPr>
            <a:r>
              <a:rPr lang="en"/>
              <a:t>This helps in collaborating with others. There are lots of editors :-)</a:t>
            </a:r>
            <a:endParaRPr/>
          </a:p>
          <a:p>
            <a:pPr indent="0" lvl="0" marL="0" rtl="0" algn="l">
              <a:spcBef>
                <a:spcPts val="0"/>
              </a:spcBef>
              <a:spcAft>
                <a:spcPts val="0"/>
              </a:spcAft>
              <a:buNone/>
            </a:pPr>
            <a:r>
              <a:rPr lang="en"/>
              <a:t>You are responsible for maintaining your content in this deck. </a:t>
            </a:r>
            <a:r>
              <a:rPr b="1" lang="en"/>
              <a:t>Please only edit your own content.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 need to make changes for a customer presentation, please make a copy to your own drive. </a:t>
            </a:r>
            <a:endParaRPr/>
          </a:p>
          <a:p>
            <a:pPr indent="0" lvl="0" marL="0" rtl="0" algn="l">
              <a:spcBef>
                <a:spcPts val="0"/>
              </a:spcBef>
              <a:spcAft>
                <a:spcPts val="0"/>
              </a:spcAft>
              <a:buNone/>
            </a:pPr>
            <a:r>
              <a:t/>
            </a:r>
            <a:endParaRPr b="1" sz="1200"/>
          </a:p>
          <a:p>
            <a:pPr indent="0" lvl="0" marL="0" rtl="0" algn="l">
              <a:spcBef>
                <a:spcPts val="0"/>
              </a:spcBef>
              <a:spcAft>
                <a:spcPts val="0"/>
              </a:spcAft>
              <a:buNone/>
            </a:pPr>
            <a:r>
              <a:t/>
            </a:r>
            <a:endParaRPr b="1"/>
          </a:p>
          <a:p>
            <a:pPr indent="0" lvl="0" marL="0" rtl="0" algn="l">
              <a:spcBef>
                <a:spcPts val="0"/>
              </a:spcBef>
              <a:spcAft>
                <a:spcPts val="0"/>
              </a:spcAft>
              <a:buNone/>
            </a:pPr>
            <a:r>
              <a:t/>
            </a:r>
            <a:endParaRPr/>
          </a:p>
        </p:txBody>
      </p:sp>
      <p:sp>
        <p:nvSpPr>
          <p:cNvPr id="7162" name="Google Shape;7162;p283"/>
          <p:cNvSpPr txBox="1"/>
          <p:nvPr>
            <p:ph type="title"/>
          </p:nvPr>
        </p:nvSpPr>
        <p:spPr>
          <a:xfrm>
            <a:off x="1169475" y="1419750"/>
            <a:ext cx="9872100" cy="552900"/>
          </a:xfrm>
          <a:prstGeom prst="rect">
            <a:avLst/>
          </a:prstGeom>
        </p:spPr>
        <p:txBody>
          <a:bodyPr anchorCtr="0" anchor="b" bIns="0" lIns="0" spcFirstLastPara="1" rIns="0" wrap="square" tIns="0">
            <a:noAutofit/>
          </a:bodyPr>
          <a:lstStyle/>
          <a:p>
            <a:pPr indent="0" lvl="0" marL="0" rtl="0" algn="l">
              <a:lnSpc>
                <a:spcPct val="105000"/>
              </a:lnSpc>
              <a:spcBef>
                <a:spcPts val="0"/>
              </a:spcBef>
              <a:spcAft>
                <a:spcPts val="0"/>
              </a:spcAft>
              <a:buClr>
                <a:schemeClr val="dk1"/>
              </a:buClr>
              <a:buSzPts val="1100"/>
              <a:buFont typeface="Arial"/>
              <a:buNone/>
            </a:pPr>
            <a:r>
              <a:rPr lang="en" sz="3500"/>
              <a:t>Contributing:</a:t>
            </a:r>
            <a:endParaRPr sz="3500"/>
          </a:p>
        </p:txBody>
      </p:sp>
      <p:sp>
        <p:nvSpPr>
          <p:cNvPr id="7163" name="Google Shape;7163;p283"/>
          <p:cNvSpPr txBox="1"/>
          <p:nvPr>
            <p:ph idx="12" type="sldNum"/>
          </p:nvPr>
        </p:nvSpPr>
        <p:spPr>
          <a:xfrm>
            <a:off x="61481" y="4627167"/>
            <a:ext cx="548700" cy="107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167" name="Shape 7167"/>
        <p:cNvGrpSpPr/>
        <p:nvPr/>
      </p:nvGrpSpPr>
      <p:grpSpPr>
        <a:xfrm>
          <a:off x="0" y="0"/>
          <a:ext cx="0" cy="0"/>
          <a:chOff x="0" y="0"/>
          <a:chExt cx="0" cy="0"/>
        </a:xfrm>
      </p:grpSpPr>
      <p:sp>
        <p:nvSpPr>
          <p:cNvPr id="7168" name="Google Shape;7168;p28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7169" name="Google Shape;7169;p284"/>
          <p:cNvSpPr txBox="1"/>
          <p:nvPr>
            <p:ph idx="4294967295" type="body"/>
          </p:nvPr>
        </p:nvSpPr>
        <p:spPr>
          <a:xfrm>
            <a:off x="2512567" y="2286000"/>
            <a:ext cx="7967700" cy="3657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b="1" lang="en" sz="1600">
                <a:solidFill>
                  <a:schemeClr val="dk1"/>
                </a:solidFill>
              </a:rPr>
              <a:t>Contributors</a:t>
            </a:r>
            <a:endParaRPr b="1" sz="1600">
              <a:solidFill>
                <a:schemeClr val="dk1"/>
              </a:solidFill>
            </a:endParaRPr>
          </a:p>
          <a:p>
            <a:pPr indent="0" lvl="0" marL="342900" rtl="0" algn="l">
              <a:lnSpc>
                <a:spcPct val="100000"/>
              </a:lnSpc>
              <a:spcBef>
                <a:spcPts val="500"/>
              </a:spcBef>
              <a:spcAft>
                <a:spcPts val="0"/>
              </a:spcAft>
              <a:buNone/>
            </a:pPr>
            <a:r>
              <a:t/>
            </a:r>
            <a:endParaRPr b="1" sz="1100">
              <a:solidFill>
                <a:schemeClr val="dk1"/>
              </a:solidFill>
            </a:endParaRPr>
          </a:p>
          <a:p>
            <a:pPr indent="-304800" lvl="0" marL="342900" rtl="0" algn="l">
              <a:lnSpc>
                <a:spcPct val="100000"/>
              </a:lnSpc>
              <a:spcBef>
                <a:spcPts val="500"/>
              </a:spcBef>
              <a:spcAft>
                <a:spcPts val="0"/>
              </a:spcAft>
              <a:buSzPts val="1200"/>
              <a:buChar char="▸"/>
            </a:pPr>
            <a:r>
              <a:rPr lang="en" sz="1200">
                <a:solidFill>
                  <a:schemeClr val="dk1"/>
                </a:solidFill>
              </a:rPr>
              <a:t>Paul Armstrong &lt;</a:t>
            </a:r>
            <a:r>
              <a:rPr lang="en" sz="1200" u="sng">
                <a:solidFill>
                  <a:schemeClr val="hlink"/>
                </a:solidFill>
                <a:hlinkClick r:id="rId3"/>
              </a:rPr>
              <a:t>parmstro@redhat.com</a:t>
            </a:r>
            <a:r>
              <a:rPr lang="en" sz="1200">
                <a:solidFill>
                  <a:schemeClr val="dk1"/>
                </a:solidFill>
              </a:rPr>
              <a:t>&gt; - Principal Technical Specialist - RoOT Canada - Oct 2023</a:t>
            </a:r>
            <a:endParaRPr sz="1200">
              <a:solidFill>
                <a:schemeClr val="dk1"/>
              </a:solidFill>
            </a:endParaRPr>
          </a:p>
          <a:p>
            <a:pPr indent="-304800" lvl="0" marL="342900" rtl="0" algn="l">
              <a:lnSpc>
                <a:spcPct val="100000"/>
              </a:lnSpc>
              <a:spcBef>
                <a:spcPts val="500"/>
              </a:spcBef>
              <a:spcAft>
                <a:spcPts val="0"/>
              </a:spcAft>
              <a:buSzPts val="1200"/>
              <a:buChar char="▸"/>
            </a:pPr>
            <a:r>
              <a:rPr lang="en" sz="1200">
                <a:solidFill>
                  <a:schemeClr val="dk1"/>
                </a:solidFill>
              </a:rPr>
              <a:t>Kristin Hendricks &lt;</a:t>
            </a:r>
            <a:r>
              <a:rPr lang="en" sz="1200" u="sng">
                <a:solidFill>
                  <a:schemeClr val="hlink"/>
                </a:solidFill>
                <a:hlinkClick r:id="rId4"/>
              </a:rPr>
              <a:t>krhendri@redhat.com</a:t>
            </a:r>
            <a:r>
              <a:rPr lang="en" sz="1200">
                <a:solidFill>
                  <a:schemeClr val="dk1"/>
                </a:solidFill>
              </a:rPr>
              <a:t>&gt; - Senior Program Manager - Global Services - Oct 2023</a:t>
            </a:r>
            <a:endParaRPr sz="1200">
              <a:solidFill>
                <a:schemeClr val="dk1"/>
              </a:solidFill>
            </a:endParaRPr>
          </a:p>
          <a:p>
            <a:pPr indent="-304800" lvl="0" marL="342900" rtl="0" algn="l">
              <a:lnSpc>
                <a:spcPct val="100000"/>
              </a:lnSpc>
              <a:spcBef>
                <a:spcPts val="500"/>
              </a:spcBef>
              <a:spcAft>
                <a:spcPts val="0"/>
              </a:spcAft>
              <a:buSzPts val="1200"/>
              <a:buChar char="▸"/>
            </a:pPr>
            <a:r>
              <a:rPr lang="en" sz="1200">
                <a:solidFill>
                  <a:schemeClr val="dk1"/>
                </a:solidFill>
              </a:rPr>
              <a:t>Mike Savage &lt;</a:t>
            </a:r>
            <a:r>
              <a:rPr lang="en" sz="1200" u="sng">
                <a:solidFill>
                  <a:schemeClr val="accent1"/>
                </a:solidFill>
                <a:hlinkClick r:id="rId5">
                  <a:extLst>
                    <a:ext uri="{A12FA001-AC4F-418D-AE19-62706E023703}">
                      <ahyp:hlinkClr val="tx"/>
                    </a:ext>
                  </a:extLst>
                </a:hlinkClick>
              </a:rPr>
              <a:t>msavage@redhat.com</a:t>
            </a:r>
            <a:r>
              <a:rPr lang="en" sz="1200">
                <a:solidFill>
                  <a:schemeClr val="dk1"/>
                </a:solidFill>
              </a:rPr>
              <a:t>&gt; - Chief Architect - CTO Org: Customer-led Open Innovation - Nov 2023</a:t>
            </a:r>
            <a:endParaRPr sz="1200">
              <a:solidFill>
                <a:schemeClr val="dk1"/>
              </a:solidFill>
            </a:endParaRPr>
          </a:p>
          <a:p>
            <a:pPr indent="-304800" lvl="0" marL="342900" rtl="0" algn="l">
              <a:lnSpc>
                <a:spcPct val="100000"/>
              </a:lnSpc>
              <a:spcBef>
                <a:spcPts val="500"/>
              </a:spcBef>
              <a:spcAft>
                <a:spcPts val="0"/>
              </a:spcAft>
              <a:buSzPts val="1200"/>
              <a:buChar char="▸"/>
            </a:pPr>
            <a:r>
              <a:rPr lang="en" sz="1200">
                <a:solidFill>
                  <a:schemeClr val="dk1"/>
                </a:solidFill>
              </a:rPr>
              <a:t>Jerone Young  &lt;</a:t>
            </a:r>
            <a:r>
              <a:rPr lang="en" sz="1200" u="sng">
                <a:solidFill>
                  <a:schemeClr val="hlink"/>
                </a:solidFill>
                <a:hlinkClick r:id="rId6"/>
              </a:rPr>
              <a:t>jyoung@redhat.com</a:t>
            </a:r>
            <a:r>
              <a:rPr lang="en" sz="1200">
                <a:solidFill>
                  <a:schemeClr val="dk1"/>
                </a:solidFill>
              </a:rPr>
              <a:t>&gt; - Senior Architect - Consulting Services - Nov 2023</a:t>
            </a:r>
            <a:endParaRPr sz="1200">
              <a:solidFill>
                <a:schemeClr val="dk1"/>
              </a:solidFill>
            </a:endParaRPr>
          </a:p>
          <a:p>
            <a:pPr indent="0" lvl="0" marL="0" rtl="0" algn="l">
              <a:lnSpc>
                <a:spcPct val="100000"/>
              </a:lnSpc>
              <a:spcBef>
                <a:spcPts val="500"/>
              </a:spcBef>
              <a:spcAft>
                <a:spcPts val="0"/>
              </a:spcAft>
              <a:buNone/>
            </a:pPr>
            <a:r>
              <a:t/>
            </a:r>
            <a:endParaRPr sz="1200">
              <a:solidFill>
                <a:schemeClr val="dk1"/>
              </a:solidFill>
            </a:endParaRPr>
          </a:p>
          <a:p>
            <a:pPr indent="0" lvl="0" marL="0" rtl="0" algn="l">
              <a:lnSpc>
                <a:spcPct val="100000"/>
              </a:lnSpc>
              <a:spcBef>
                <a:spcPts val="500"/>
              </a:spcBef>
              <a:spcAft>
                <a:spcPts val="0"/>
              </a:spcAft>
              <a:buNone/>
            </a:pPr>
            <a:r>
              <a:rPr b="1" lang="en" sz="1600">
                <a:solidFill>
                  <a:schemeClr val="dk1"/>
                </a:solidFill>
              </a:rPr>
              <a:t>Reviewers</a:t>
            </a:r>
            <a:endParaRPr b="1" sz="1600">
              <a:solidFill>
                <a:schemeClr val="dk1"/>
              </a:solidFill>
            </a:endParaRPr>
          </a:p>
          <a:p>
            <a:pPr indent="0" lvl="0" marL="0" rtl="0" algn="l">
              <a:lnSpc>
                <a:spcPct val="100000"/>
              </a:lnSpc>
              <a:spcBef>
                <a:spcPts val="500"/>
              </a:spcBef>
              <a:spcAft>
                <a:spcPts val="0"/>
              </a:spcAft>
              <a:buNone/>
            </a:pPr>
            <a:r>
              <a:t/>
            </a:r>
            <a:endParaRPr b="1" sz="1100">
              <a:solidFill>
                <a:schemeClr val="dk1"/>
              </a:solidFill>
            </a:endParaRPr>
          </a:p>
          <a:p>
            <a:pPr indent="-304800" lvl="0" marL="342900" rtl="0" algn="l">
              <a:lnSpc>
                <a:spcPct val="100000"/>
              </a:lnSpc>
              <a:spcBef>
                <a:spcPts val="500"/>
              </a:spcBef>
              <a:spcAft>
                <a:spcPts val="0"/>
              </a:spcAft>
              <a:buSzPts val="1200"/>
              <a:buChar char="▸"/>
            </a:pPr>
            <a:r>
              <a:t/>
            </a:r>
            <a:endParaRPr sz="1200">
              <a:solidFill>
                <a:schemeClr val="dk1"/>
              </a:solidFill>
            </a:endParaRPr>
          </a:p>
          <a:p>
            <a:pPr indent="-304800" lvl="0" marL="342900" rtl="0" algn="l">
              <a:lnSpc>
                <a:spcPct val="100000"/>
              </a:lnSpc>
              <a:spcBef>
                <a:spcPts val="500"/>
              </a:spcBef>
              <a:spcAft>
                <a:spcPts val="500"/>
              </a:spcAft>
              <a:buSzPts val="1200"/>
              <a:buChar char="▸"/>
            </a:pPr>
            <a:r>
              <a:t/>
            </a:r>
            <a:endParaRPr sz="1100"/>
          </a:p>
        </p:txBody>
      </p:sp>
      <p:sp>
        <p:nvSpPr>
          <p:cNvPr id="7170" name="Google Shape;7170;p284"/>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Contributors &amp; Reviewers</a:t>
            </a:r>
            <a:endParaRPr sz="2800"/>
          </a:p>
        </p:txBody>
      </p:sp>
      <p:sp>
        <p:nvSpPr>
          <p:cNvPr id="7171" name="Google Shape;7171;p284"/>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These folks had a hand in Contributors and/or reviewing this content.</a:t>
            </a:r>
            <a:endParaRPr/>
          </a:p>
        </p:txBody>
      </p:sp>
      <p:sp>
        <p:nvSpPr>
          <p:cNvPr id="7172" name="Google Shape;7172;p284"/>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7173" name="Google Shape;7173;p284"/>
          <p:cNvSpPr txBox="1"/>
          <p:nvPr>
            <p:ph idx="2" type="body"/>
          </p:nvPr>
        </p:nvSpPr>
        <p:spPr>
          <a:xfrm>
            <a:off x="6369425" y="2291175"/>
            <a:ext cx="4937700" cy="3727200"/>
          </a:xfrm>
          <a:prstGeom prst="rect">
            <a:avLst/>
          </a:prstGeom>
        </p:spPr>
        <p:txBody>
          <a:bodyPr anchorCtr="0" anchor="t" bIns="0" lIns="0" spcFirstLastPara="1" rIns="0" wrap="square" tIns="0">
            <a:noAutofit/>
          </a:bodyPr>
          <a:lstStyle/>
          <a:p>
            <a:pPr indent="0" lvl="0" marL="0" rtl="0" algn="l">
              <a:spcBef>
                <a:spcPts val="1000"/>
              </a:spcBef>
              <a:spcAft>
                <a:spcPts val="1000"/>
              </a:spcAft>
              <a:buNone/>
            </a:pPr>
            <a:r>
              <a:t/>
            </a:r>
            <a:endParaRPr/>
          </a:p>
        </p:txBody>
      </p:sp>
      <p:sp>
        <p:nvSpPr>
          <p:cNvPr id="7174" name="Google Shape;7174;p284"/>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d Hat - Light">
  <a:themeElements>
    <a:clrScheme name="Simple Light">
      <a:dk1>
        <a:srgbClr val="000000"/>
      </a:dk1>
      <a:lt1>
        <a:srgbClr val="FFFFFF"/>
      </a:lt1>
      <a:dk2>
        <a:srgbClr val="595959"/>
      </a:dk2>
      <a:lt2>
        <a:srgbClr val="EEEEEE"/>
      </a:lt2>
      <a:accent1>
        <a:srgbClr val="EE0000"/>
      </a:accent1>
      <a:accent2>
        <a:srgbClr val="CC0000"/>
      </a:accent2>
      <a:accent3>
        <a:srgbClr val="A30000"/>
      </a:accent3>
      <a:accent4>
        <a:srgbClr val="820000"/>
      </a:accent4>
      <a:accent5>
        <a:srgbClr val="BFBFBF"/>
      </a:accent5>
      <a:accent6>
        <a:srgbClr val="808080"/>
      </a:accent6>
      <a:hlink>
        <a:srgbClr val="EE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Red Hat - Light">
  <a:themeElements>
    <a:clrScheme name="Simple Light">
      <a:dk1>
        <a:srgbClr val="000000"/>
      </a:dk1>
      <a:lt1>
        <a:srgbClr val="FFFFFF"/>
      </a:lt1>
      <a:dk2>
        <a:srgbClr val="595959"/>
      </a:dk2>
      <a:lt2>
        <a:srgbClr val="EEEEEE"/>
      </a:lt2>
      <a:accent1>
        <a:srgbClr val="EE0000"/>
      </a:accent1>
      <a:accent2>
        <a:srgbClr val="CC0000"/>
      </a:accent2>
      <a:accent3>
        <a:srgbClr val="A30000"/>
      </a:accent3>
      <a:accent4>
        <a:srgbClr val="820000"/>
      </a:accent4>
      <a:accent5>
        <a:srgbClr val="BFBFBF"/>
      </a:accent5>
      <a:accent6>
        <a:srgbClr val="808080"/>
      </a:accent6>
      <a:hlink>
        <a:srgbClr val="EE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