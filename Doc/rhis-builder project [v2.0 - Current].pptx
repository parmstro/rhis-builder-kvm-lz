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60" r:id="rId5"/>
    <p:sldMasterId id="21474837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y="6858000" cx="12192000"/>
  <p:notesSz cx="6858000" cy="9144000"/>
  <p:embeddedFontLst>
    <p:embeddedFont>
      <p:font typeface="Red Hat Display SemiBold"/>
      <p:regular r:id="rId63"/>
      <p:bold r:id="rId64"/>
      <p:italic r:id="rId65"/>
      <p:boldItalic r:id="rId66"/>
    </p:embeddedFont>
    <p:embeddedFont>
      <p:font typeface="Red Hat Text Medium"/>
      <p:regular r:id="rId67"/>
      <p:bold r:id="rId68"/>
      <p:italic r:id="rId69"/>
      <p:boldItalic r:id="rId70"/>
    </p:embeddedFont>
    <p:embeddedFont>
      <p:font typeface="Red Hat Display Black"/>
      <p:bold r:id="rId71"/>
      <p:boldItalic r:id="rId72"/>
    </p:embeddedFont>
    <p:embeddedFont>
      <p:font typeface="Red Hat Display Medium"/>
      <p:regular r:id="rId73"/>
      <p:bold r:id="rId74"/>
      <p:italic r:id="rId75"/>
      <p:boldItalic r:id="rId76"/>
    </p:embeddedFont>
    <p:embeddedFont>
      <p:font typeface="Overpass"/>
      <p:regular r:id="rId77"/>
      <p:bold r:id="rId78"/>
      <p:italic r:id="rId79"/>
      <p:boldItalic r:id="rId80"/>
    </p:embeddedFont>
    <p:embeddedFont>
      <p:font typeface="Red Hat Display"/>
      <p:regular r:id="rId81"/>
      <p:bold r:id="rId82"/>
      <p:italic r:id="rId83"/>
      <p:boldItalic r:id="rId84"/>
    </p:embeddedFont>
    <p:embeddedFont>
      <p:font typeface="Overpass SemiBold"/>
      <p:regular r:id="rId85"/>
      <p:bold r:id="rId86"/>
      <p:italic r:id="rId87"/>
      <p:boldItalic r:id="rId88"/>
    </p:embeddedFont>
    <p:embeddedFont>
      <p:font typeface="Red Hat Text"/>
      <p:regular r:id="rId89"/>
      <p:bold r:id="rId90"/>
      <p:italic r:id="rId91"/>
      <p:boldItalic r:id="rId92"/>
    </p:embeddedFont>
    <p:embeddedFont>
      <p:font typeface="Roboto Mono"/>
      <p:regular r:id="rId93"/>
      <p:bold r:id="rId94"/>
      <p:italic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771196-E630-4DE3-AAF9-2413F8488AD1}">
  <a:tblStyle styleId="{BC771196-E630-4DE3-AAF9-2413F8488A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88523E0-665B-4150-9BD1-270098F106C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RedHatDisplay-boldItalic.fntdata"/><Relationship Id="rId83" Type="http://schemas.openxmlformats.org/officeDocument/2006/relationships/font" Target="fonts/RedHatDisplay-italic.fntdata"/><Relationship Id="rId42" Type="http://schemas.openxmlformats.org/officeDocument/2006/relationships/slide" Target="slides/slide35.xml"/><Relationship Id="rId86" Type="http://schemas.openxmlformats.org/officeDocument/2006/relationships/font" Target="fonts/OverpassSemiBold-bold.fntdata"/><Relationship Id="rId41" Type="http://schemas.openxmlformats.org/officeDocument/2006/relationships/slide" Target="slides/slide34.xml"/><Relationship Id="rId85" Type="http://schemas.openxmlformats.org/officeDocument/2006/relationships/font" Target="fonts/OverpassSemiBold-regular.fntdata"/><Relationship Id="rId44" Type="http://schemas.openxmlformats.org/officeDocument/2006/relationships/slide" Target="slides/slide37.xml"/><Relationship Id="rId88" Type="http://schemas.openxmlformats.org/officeDocument/2006/relationships/font" Target="fonts/OverpassSemiBold-boldItalic.fntdata"/><Relationship Id="rId43" Type="http://schemas.openxmlformats.org/officeDocument/2006/relationships/slide" Target="slides/slide36.xml"/><Relationship Id="rId87" Type="http://schemas.openxmlformats.org/officeDocument/2006/relationships/font" Target="fonts/OverpassSemiBold-italic.fntdata"/><Relationship Id="rId46" Type="http://schemas.openxmlformats.org/officeDocument/2006/relationships/slide" Target="slides/slide39.xml"/><Relationship Id="rId45" Type="http://schemas.openxmlformats.org/officeDocument/2006/relationships/slide" Target="slides/slide38.xml"/><Relationship Id="rId89" Type="http://schemas.openxmlformats.org/officeDocument/2006/relationships/font" Target="fonts/RedHatText-regular.fntdata"/><Relationship Id="rId80" Type="http://schemas.openxmlformats.org/officeDocument/2006/relationships/font" Target="fonts/Overpass-boldItalic.fntdata"/><Relationship Id="rId82" Type="http://schemas.openxmlformats.org/officeDocument/2006/relationships/font" Target="fonts/RedHatDisplay-bold.fntdata"/><Relationship Id="rId81" Type="http://schemas.openxmlformats.org/officeDocument/2006/relationships/font" Target="fonts/RedHatDispl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edHatDisplayMedium-regular.fntdata"/><Relationship Id="rId72" Type="http://schemas.openxmlformats.org/officeDocument/2006/relationships/font" Target="fonts/RedHatDisplayBlack-boldItalic.fntdata"/><Relationship Id="rId31" Type="http://schemas.openxmlformats.org/officeDocument/2006/relationships/slide" Target="slides/slide24.xml"/><Relationship Id="rId75" Type="http://schemas.openxmlformats.org/officeDocument/2006/relationships/font" Target="fonts/RedHatDisplayMedium-italic.fntdata"/><Relationship Id="rId30" Type="http://schemas.openxmlformats.org/officeDocument/2006/relationships/slide" Target="slides/slide23.xml"/><Relationship Id="rId74" Type="http://schemas.openxmlformats.org/officeDocument/2006/relationships/font" Target="fonts/RedHatDisplayMedium-bold.fntdata"/><Relationship Id="rId33" Type="http://schemas.openxmlformats.org/officeDocument/2006/relationships/slide" Target="slides/slide26.xml"/><Relationship Id="rId77" Type="http://schemas.openxmlformats.org/officeDocument/2006/relationships/font" Target="fonts/Overpass-regular.fntdata"/><Relationship Id="rId32" Type="http://schemas.openxmlformats.org/officeDocument/2006/relationships/slide" Target="slides/slide25.xml"/><Relationship Id="rId76" Type="http://schemas.openxmlformats.org/officeDocument/2006/relationships/font" Target="fonts/RedHatDisplayMedium-boldItalic.fntdata"/><Relationship Id="rId35" Type="http://schemas.openxmlformats.org/officeDocument/2006/relationships/slide" Target="slides/slide28.xml"/><Relationship Id="rId79" Type="http://schemas.openxmlformats.org/officeDocument/2006/relationships/font" Target="fonts/Overpass-italic.fntdata"/><Relationship Id="rId34" Type="http://schemas.openxmlformats.org/officeDocument/2006/relationships/slide" Target="slides/slide27.xml"/><Relationship Id="rId78" Type="http://schemas.openxmlformats.org/officeDocument/2006/relationships/font" Target="fonts/Overpass-bold.fntdata"/><Relationship Id="rId71" Type="http://schemas.openxmlformats.org/officeDocument/2006/relationships/font" Target="fonts/RedHatDisplayBlack-bold.fntdata"/><Relationship Id="rId70" Type="http://schemas.openxmlformats.org/officeDocument/2006/relationships/font" Target="fonts/RedHatTextMedium-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font" Target="fonts/RedHatDisplaySemiBold-bold.fntdata"/><Relationship Id="rId63" Type="http://schemas.openxmlformats.org/officeDocument/2006/relationships/font" Target="fonts/RedHatDisplaySemiBold-regular.fntdata"/><Relationship Id="rId22" Type="http://schemas.openxmlformats.org/officeDocument/2006/relationships/slide" Target="slides/slide15.xml"/><Relationship Id="rId66" Type="http://schemas.openxmlformats.org/officeDocument/2006/relationships/font" Target="fonts/RedHatDisplaySemiBold-boldItalic.fntdata"/><Relationship Id="rId21" Type="http://schemas.openxmlformats.org/officeDocument/2006/relationships/slide" Target="slides/slide14.xml"/><Relationship Id="rId65" Type="http://schemas.openxmlformats.org/officeDocument/2006/relationships/font" Target="fonts/RedHatDisplaySemiBold-italic.fntdata"/><Relationship Id="rId24" Type="http://schemas.openxmlformats.org/officeDocument/2006/relationships/slide" Target="slides/slide17.xml"/><Relationship Id="rId68" Type="http://schemas.openxmlformats.org/officeDocument/2006/relationships/font" Target="fonts/RedHatTextMedium-bold.fntdata"/><Relationship Id="rId23" Type="http://schemas.openxmlformats.org/officeDocument/2006/relationships/slide" Target="slides/slide16.xml"/><Relationship Id="rId67" Type="http://schemas.openxmlformats.org/officeDocument/2006/relationships/font" Target="fonts/RedHatTextMedium-regular.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RedHatTextMedium-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95" Type="http://schemas.openxmlformats.org/officeDocument/2006/relationships/font" Target="fonts/RobotoMono-italic.fntdata"/><Relationship Id="rId50" Type="http://schemas.openxmlformats.org/officeDocument/2006/relationships/slide" Target="slides/slide43.xml"/><Relationship Id="rId94" Type="http://schemas.openxmlformats.org/officeDocument/2006/relationships/font" Target="fonts/RobotoMono-bold.fntdata"/><Relationship Id="rId53" Type="http://schemas.openxmlformats.org/officeDocument/2006/relationships/slide" Target="slides/slide46.xml"/><Relationship Id="rId52" Type="http://schemas.openxmlformats.org/officeDocument/2006/relationships/slide" Target="slides/slide45.xml"/><Relationship Id="rId96" Type="http://schemas.openxmlformats.org/officeDocument/2006/relationships/font" Target="fonts/RobotoMono-boldItalic.fntdata"/><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91" Type="http://schemas.openxmlformats.org/officeDocument/2006/relationships/font" Target="fonts/RedHatText-italic.fntdata"/><Relationship Id="rId90" Type="http://schemas.openxmlformats.org/officeDocument/2006/relationships/font" Target="fonts/RedHatText-bold.fntdata"/><Relationship Id="rId93" Type="http://schemas.openxmlformats.org/officeDocument/2006/relationships/font" Target="fonts/RobotoMono-regular.fntdata"/><Relationship Id="rId92" Type="http://schemas.openxmlformats.org/officeDocument/2006/relationships/font" Target="fonts/RedHatText-boldItalic.fntdata"/><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g29e7edb5e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0" name="Google Shape;1660;g29e7edb5e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22a970679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22a970679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22dcb2d3d9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4" name="Google Shape;1674;g22dcb2d3d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2fc1e6f0f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2fc1e6f0f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g3431f9ba7b4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9" name="Google Shape;1689;g3431f9ba7b4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2" name="Shape 1762"/>
        <p:cNvGrpSpPr/>
        <p:nvPr/>
      </p:nvGrpSpPr>
      <p:grpSpPr>
        <a:xfrm>
          <a:off x="0" y="0"/>
          <a:ext cx="0" cy="0"/>
          <a:chOff x="0" y="0"/>
          <a:chExt cx="0" cy="0"/>
        </a:xfrm>
      </p:grpSpPr>
      <p:sp>
        <p:nvSpPr>
          <p:cNvPr id="1763" name="Google Shape;1763;g36037359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4" name="Google Shape;1764;g36037359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9" name="Shape 1769"/>
        <p:cNvGrpSpPr/>
        <p:nvPr/>
      </p:nvGrpSpPr>
      <p:grpSpPr>
        <a:xfrm>
          <a:off x="0" y="0"/>
          <a:ext cx="0" cy="0"/>
          <a:chOff x="0" y="0"/>
          <a:chExt cx="0" cy="0"/>
        </a:xfrm>
      </p:grpSpPr>
      <p:sp>
        <p:nvSpPr>
          <p:cNvPr id="1770" name="Google Shape;1770;g36037359e77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1" name="Google Shape;1771;g36037359e77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g36037359e7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2" name="Google Shape;1782;g36037359e7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36037359e7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2" name="Google Shape;1842;g36037359e7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g22a97067941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2" name="Google Shape;1872;g22a97067941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5" name="Shape 1915"/>
        <p:cNvGrpSpPr/>
        <p:nvPr/>
      </p:nvGrpSpPr>
      <p:grpSpPr>
        <a:xfrm>
          <a:off x="0" y="0"/>
          <a:ext cx="0" cy="0"/>
          <a:chOff x="0" y="0"/>
          <a:chExt cx="0" cy="0"/>
        </a:xfrm>
      </p:grpSpPr>
      <p:sp>
        <p:nvSpPr>
          <p:cNvPr id="1916" name="Google Shape;1916;g22a9706794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7" name="Google Shape;1917;g22a9706794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5" name="Shape 1985"/>
        <p:cNvGrpSpPr/>
        <p:nvPr/>
      </p:nvGrpSpPr>
      <p:grpSpPr>
        <a:xfrm>
          <a:off x="0" y="0"/>
          <a:ext cx="0" cy="0"/>
          <a:chOff x="0" y="0"/>
          <a:chExt cx="0" cy="0"/>
        </a:xfrm>
      </p:grpSpPr>
      <p:sp>
        <p:nvSpPr>
          <p:cNvPr id="1986" name="Google Shape;1986;g27fcd5cef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7" name="Google Shape;1987;g27fcd5cef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g339373d3fb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0" name="Google Shape;2070;g339373d3fb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5" name="Shape 2075"/>
        <p:cNvGrpSpPr/>
        <p:nvPr/>
      </p:nvGrpSpPr>
      <p:grpSpPr>
        <a:xfrm>
          <a:off x="0" y="0"/>
          <a:ext cx="0" cy="0"/>
          <a:chOff x="0" y="0"/>
          <a:chExt cx="0" cy="0"/>
        </a:xfrm>
      </p:grpSpPr>
      <p:sp>
        <p:nvSpPr>
          <p:cNvPr id="2076" name="Google Shape;2076;g22a9706794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7" name="Google Shape;2077;g22a9706794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4" name="Shape 2094"/>
        <p:cNvGrpSpPr/>
        <p:nvPr/>
      </p:nvGrpSpPr>
      <p:grpSpPr>
        <a:xfrm>
          <a:off x="0" y="0"/>
          <a:ext cx="0" cy="0"/>
          <a:chOff x="0" y="0"/>
          <a:chExt cx="0" cy="0"/>
        </a:xfrm>
      </p:grpSpPr>
      <p:sp>
        <p:nvSpPr>
          <p:cNvPr id="2095" name="Google Shape;2095;g22a97067941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6" name="Google Shape;2096;g22a97067941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22a97067941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9" name="Google Shape;2129;g22a97067941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g22a9706794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8" name="Google Shape;2158;g22a9706794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8" name="Shape 2188"/>
        <p:cNvGrpSpPr/>
        <p:nvPr/>
      </p:nvGrpSpPr>
      <p:grpSpPr>
        <a:xfrm>
          <a:off x="0" y="0"/>
          <a:ext cx="0" cy="0"/>
          <a:chOff x="0" y="0"/>
          <a:chExt cx="0" cy="0"/>
        </a:xfrm>
      </p:grpSpPr>
      <p:sp>
        <p:nvSpPr>
          <p:cNvPr id="2189" name="Google Shape;2189;g22a97067941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0" name="Google Shape;2190;g22a97067941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0" name="Shape 2220"/>
        <p:cNvGrpSpPr/>
        <p:nvPr/>
      </p:nvGrpSpPr>
      <p:grpSpPr>
        <a:xfrm>
          <a:off x="0" y="0"/>
          <a:ext cx="0" cy="0"/>
          <a:chOff x="0" y="0"/>
          <a:chExt cx="0" cy="0"/>
        </a:xfrm>
      </p:grpSpPr>
      <p:sp>
        <p:nvSpPr>
          <p:cNvPr id="2221" name="Google Shape;2221;g22a97067941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2" name="Google Shape;2222;g22a97067941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g22a97067941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5" name="Google Shape;2255;g22a97067941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22a97067941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1" name="Google Shape;2301;g22a97067941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9" name="Shape 2309"/>
        <p:cNvGrpSpPr/>
        <p:nvPr/>
      </p:nvGrpSpPr>
      <p:grpSpPr>
        <a:xfrm>
          <a:off x="0" y="0"/>
          <a:ext cx="0" cy="0"/>
          <a:chOff x="0" y="0"/>
          <a:chExt cx="0" cy="0"/>
        </a:xfrm>
      </p:grpSpPr>
      <p:sp>
        <p:nvSpPr>
          <p:cNvPr id="2310" name="Google Shape;2310;g339373d3f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1" name="Google Shape;2311;g339373d3f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6" name="Shape 2316"/>
        <p:cNvGrpSpPr/>
        <p:nvPr/>
      </p:nvGrpSpPr>
      <p:grpSpPr>
        <a:xfrm>
          <a:off x="0" y="0"/>
          <a:ext cx="0" cy="0"/>
          <a:chOff x="0" y="0"/>
          <a:chExt cx="0" cy="0"/>
        </a:xfrm>
      </p:grpSpPr>
      <p:sp>
        <p:nvSpPr>
          <p:cNvPr id="2317" name="Google Shape;2317;g339373d3fb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8" name="Google Shape;2318;g339373d3fb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1" name="Shape 2381"/>
        <p:cNvGrpSpPr/>
        <p:nvPr/>
      </p:nvGrpSpPr>
      <p:grpSpPr>
        <a:xfrm>
          <a:off x="0" y="0"/>
          <a:ext cx="0" cy="0"/>
          <a:chOff x="0" y="0"/>
          <a:chExt cx="0" cy="0"/>
        </a:xfrm>
      </p:grpSpPr>
      <p:sp>
        <p:nvSpPr>
          <p:cNvPr id="2382" name="Google Shape;2382;g339373d3fb0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3" name="Google Shape;2383;g339373d3fb0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g339373d3fb0_0_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8" name="Google Shape;2448;g339373d3fb0_0_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7" name="Shape 2477"/>
        <p:cNvGrpSpPr/>
        <p:nvPr/>
      </p:nvGrpSpPr>
      <p:grpSpPr>
        <a:xfrm>
          <a:off x="0" y="0"/>
          <a:ext cx="0" cy="0"/>
          <a:chOff x="0" y="0"/>
          <a:chExt cx="0" cy="0"/>
        </a:xfrm>
      </p:grpSpPr>
      <p:sp>
        <p:nvSpPr>
          <p:cNvPr id="2478" name="Google Shape;2478;g339373d3fb0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9" name="Google Shape;2479;g339373d3fb0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3" name="Shape 2513"/>
        <p:cNvGrpSpPr/>
        <p:nvPr/>
      </p:nvGrpSpPr>
      <p:grpSpPr>
        <a:xfrm>
          <a:off x="0" y="0"/>
          <a:ext cx="0" cy="0"/>
          <a:chOff x="0" y="0"/>
          <a:chExt cx="0" cy="0"/>
        </a:xfrm>
      </p:grpSpPr>
      <p:sp>
        <p:nvSpPr>
          <p:cNvPr id="2514" name="Google Shape;2514;g35ec57c52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5" name="Google Shape;2515;g35ec57c52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1" name="Shape 2581"/>
        <p:cNvGrpSpPr/>
        <p:nvPr/>
      </p:nvGrpSpPr>
      <p:grpSpPr>
        <a:xfrm>
          <a:off x="0" y="0"/>
          <a:ext cx="0" cy="0"/>
          <a:chOff x="0" y="0"/>
          <a:chExt cx="0" cy="0"/>
        </a:xfrm>
      </p:grpSpPr>
      <p:sp>
        <p:nvSpPr>
          <p:cNvPr id="2582" name="Google Shape;2582;g339373d3fb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3" name="Google Shape;2583;g339373d3fb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g339373d3fb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8" name="Google Shape;2628;g339373d3fb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6" name="Shape 2696"/>
        <p:cNvGrpSpPr/>
        <p:nvPr/>
      </p:nvGrpSpPr>
      <p:grpSpPr>
        <a:xfrm>
          <a:off x="0" y="0"/>
          <a:ext cx="0" cy="0"/>
          <a:chOff x="0" y="0"/>
          <a:chExt cx="0" cy="0"/>
        </a:xfrm>
      </p:grpSpPr>
      <p:sp>
        <p:nvSpPr>
          <p:cNvPr id="2697" name="Google Shape;2697;g339373d3fb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8" name="Google Shape;2698;g339373d3fb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8" name="Shape 2778"/>
        <p:cNvGrpSpPr/>
        <p:nvPr/>
      </p:nvGrpSpPr>
      <p:grpSpPr>
        <a:xfrm>
          <a:off x="0" y="0"/>
          <a:ext cx="0" cy="0"/>
          <a:chOff x="0" y="0"/>
          <a:chExt cx="0" cy="0"/>
        </a:xfrm>
      </p:grpSpPr>
      <p:sp>
        <p:nvSpPr>
          <p:cNvPr id="2779" name="Google Shape;2779;g339373d3fb0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0" name="Google Shape;2780;g339373d3fb0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1" name="Shape 2811"/>
        <p:cNvGrpSpPr/>
        <p:nvPr/>
      </p:nvGrpSpPr>
      <p:grpSpPr>
        <a:xfrm>
          <a:off x="0" y="0"/>
          <a:ext cx="0" cy="0"/>
          <a:chOff x="0" y="0"/>
          <a:chExt cx="0" cy="0"/>
        </a:xfrm>
      </p:grpSpPr>
      <p:sp>
        <p:nvSpPr>
          <p:cNvPr id="2812" name="Google Shape;2812;g339373d3fb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3" name="Google Shape;2813;g339373d3fb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0" name="Shape 2840"/>
        <p:cNvGrpSpPr/>
        <p:nvPr/>
      </p:nvGrpSpPr>
      <p:grpSpPr>
        <a:xfrm>
          <a:off x="0" y="0"/>
          <a:ext cx="0" cy="0"/>
          <a:chOff x="0" y="0"/>
          <a:chExt cx="0" cy="0"/>
        </a:xfrm>
      </p:grpSpPr>
      <p:sp>
        <p:nvSpPr>
          <p:cNvPr id="2841" name="Google Shape;2841;g339373d3fb0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2" name="Google Shape;2842;g339373d3fb0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2" name="Shape 2872"/>
        <p:cNvGrpSpPr/>
        <p:nvPr/>
      </p:nvGrpSpPr>
      <p:grpSpPr>
        <a:xfrm>
          <a:off x="0" y="0"/>
          <a:ext cx="0" cy="0"/>
          <a:chOff x="0" y="0"/>
          <a:chExt cx="0" cy="0"/>
        </a:xfrm>
      </p:grpSpPr>
      <p:sp>
        <p:nvSpPr>
          <p:cNvPr id="2873" name="Google Shape;2873;g339373d3fb0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4" name="Google Shape;2874;g339373d3fb0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4" name="Shape 2904"/>
        <p:cNvGrpSpPr/>
        <p:nvPr/>
      </p:nvGrpSpPr>
      <p:grpSpPr>
        <a:xfrm>
          <a:off x="0" y="0"/>
          <a:ext cx="0" cy="0"/>
          <a:chOff x="0" y="0"/>
          <a:chExt cx="0" cy="0"/>
        </a:xfrm>
      </p:grpSpPr>
      <p:sp>
        <p:nvSpPr>
          <p:cNvPr id="2905" name="Google Shape;2905;g339373d3fb0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6" name="Google Shape;2906;g339373d3fb0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7" name="Shape 2937"/>
        <p:cNvGrpSpPr/>
        <p:nvPr/>
      </p:nvGrpSpPr>
      <p:grpSpPr>
        <a:xfrm>
          <a:off x="0" y="0"/>
          <a:ext cx="0" cy="0"/>
          <a:chOff x="0" y="0"/>
          <a:chExt cx="0" cy="0"/>
        </a:xfrm>
      </p:grpSpPr>
      <p:sp>
        <p:nvSpPr>
          <p:cNvPr id="2938" name="Google Shape;2938;g339373d3fb0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9" name="Google Shape;2939;g339373d3fb0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3" name="Shape 2983"/>
        <p:cNvGrpSpPr/>
        <p:nvPr/>
      </p:nvGrpSpPr>
      <p:grpSpPr>
        <a:xfrm>
          <a:off x="0" y="0"/>
          <a:ext cx="0" cy="0"/>
          <a:chOff x="0" y="0"/>
          <a:chExt cx="0" cy="0"/>
        </a:xfrm>
      </p:grpSpPr>
      <p:sp>
        <p:nvSpPr>
          <p:cNvPr id="2984" name="Google Shape;2984;g339373d3fb0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5" name="Google Shape;2985;g339373d3fb0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3" name="Shape 2993"/>
        <p:cNvGrpSpPr/>
        <p:nvPr/>
      </p:nvGrpSpPr>
      <p:grpSpPr>
        <a:xfrm>
          <a:off x="0" y="0"/>
          <a:ext cx="0" cy="0"/>
          <a:chOff x="0" y="0"/>
          <a:chExt cx="0" cy="0"/>
        </a:xfrm>
      </p:grpSpPr>
      <p:sp>
        <p:nvSpPr>
          <p:cNvPr id="2994" name="Google Shape;2994;g232a87fbcd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5" name="Google Shape;2995;g232a87fbcd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One of the concepts that we will discuss in that of the Standard Operating Environment. In a nutshell, it encompasses the content that we allow on our Linux systems, but it also helps us define how and when it gets there. One of the challenges that we at Red Hat see in many customers is that the way in which systems are spec’d out and built is so customized, that it is essentially a monolith. Once it is built, maintenance, revision and reuse are next to impossible. Also, different parts of the organization may have implemented different standards, or generated exceptions to meet deadlines, etc.. If we take the time to redefine the systems in terms of the functional layers of the software stack we can drive out the necessary components The refactoring will revive the flexibility in our environment, allowing more easy recombination and streamlining maintenance.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As we refactor the components of the Operating Environment, we can drive standardization by codifying content delivery, configuration, lifecycle and compliance through tooling. The standards drive efficiencies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need to show both the process and the architecture… the process is our consulting methodology and agile process and our architectures are tested in the field with some of our largest and most valued customers.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People -&gt; Innovation Lab will train them…</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7" name="Shape 3017"/>
        <p:cNvGrpSpPr/>
        <p:nvPr/>
      </p:nvGrpSpPr>
      <p:grpSpPr>
        <a:xfrm>
          <a:off x="0" y="0"/>
          <a:ext cx="0" cy="0"/>
          <a:chOff x="0" y="0"/>
          <a:chExt cx="0" cy="0"/>
        </a:xfrm>
      </p:grpSpPr>
      <p:sp>
        <p:nvSpPr>
          <p:cNvPr id="3018" name="Google Shape;3018;g29e7edb5ece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9" name="Google Shape;3019;g29e7edb5ece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4" name="Shape 3024"/>
        <p:cNvGrpSpPr/>
        <p:nvPr/>
      </p:nvGrpSpPr>
      <p:grpSpPr>
        <a:xfrm>
          <a:off x="0" y="0"/>
          <a:ext cx="0" cy="0"/>
          <a:chOff x="0" y="0"/>
          <a:chExt cx="0" cy="0"/>
        </a:xfrm>
      </p:grpSpPr>
      <p:sp>
        <p:nvSpPr>
          <p:cNvPr id="3025" name="Google Shape;3025;g29e7edb5ece_0_1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6" name="Google Shape;3026;g29e7edb5ece_0_1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4" name="Shape 3034"/>
        <p:cNvGrpSpPr/>
        <p:nvPr/>
      </p:nvGrpSpPr>
      <p:grpSpPr>
        <a:xfrm>
          <a:off x="0" y="0"/>
          <a:ext cx="0" cy="0"/>
          <a:chOff x="0" y="0"/>
          <a:chExt cx="0" cy="0"/>
        </a:xfrm>
      </p:grpSpPr>
      <p:sp>
        <p:nvSpPr>
          <p:cNvPr id="3035" name="Google Shape;3035;g29e7edb5ece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6" name="Google Shape;3036;g29e7edb5ece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4" name="Shape 3044"/>
        <p:cNvGrpSpPr/>
        <p:nvPr/>
      </p:nvGrpSpPr>
      <p:grpSpPr>
        <a:xfrm>
          <a:off x="0" y="0"/>
          <a:ext cx="0" cy="0"/>
          <a:chOff x="0" y="0"/>
          <a:chExt cx="0" cy="0"/>
        </a:xfrm>
      </p:grpSpPr>
      <p:sp>
        <p:nvSpPr>
          <p:cNvPr id="3045" name="Google Shape;3045;g32a1642ba3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6" name="Google Shape;3046;g32a1642ba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1" name="Shape 3051"/>
        <p:cNvGrpSpPr/>
        <p:nvPr/>
      </p:nvGrpSpPr>
      <p:grpSpPr>
        <a:xfrm>
          <a:off x="0" y="0"/>
          <a:ext cx="0" cy="0"/>
          <a:chOff x="0" y="0"/>
          <a:chExt cx="0" cy="0"/>
        </a:xfrm>
      </p:grpSpPr>
      <p:sp>
        <p:nvSpPr>
          <p:cNvPr id="3052" name="Google Shape;3052;g32ab324c3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3" name="Google Shape;3053;g32ab324c3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8" name="Shape 3058"/>
        <p:cNvGrpSpPr/>
        <p:nvPr/>
      </p:nvGrpSpPr>
      <p:grpSpPr>
        <a:xfrm>
          <a:off x="0" y="0"/>
          <a:ext cx="0" cy="0"/>
          <a:chOff x="0" y="0"/>
          <a:chExt cx="0" cy="0"/>
        </a:xfrm>
      </p:grpSpPr>
      <p:sp>
        <p:nvSpPr>
          <p:cNvPr id="3059" name="Google Shape;3059;g32ab324c3f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0" name="Google Shape;3060;g32ab324c3f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rhis-builder-yubi is PIV complete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1" name="Shape 3071"/>
        <p:cNvGrpSpPr/>
        <p:nvPr/>
      </p:nvGrpSpPr>
      <p:grpSpPr>
        <a:xfrm>
          <a:off x="0" y="0"/>
          <a:ext cx="0" cy="0"/>
          <a:chOff x="0" y="0"/>
          <a:chExt cx="0" cy="0"/>
        </a:xfrm>
      </p:grpSpPr>
      <p:sp>
        <p:nvSpPr>
          <p:cNvPr id="3072" name="Google Shape;3072;g32ab324c3f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3" name="Google Shape;3073;g32ab324c3f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0" name="Shape 3080"/>
        <p:cNvGrpSpPr/>
        <p:nvPr/>
      </p:nvGrpSpPr>
      <p:grpSpPr>
        <a:xfrm>
          <a:off x="0" y="0"/>
          <a:ext cx="0" cy="0"/>
          <a:chOff x="0" y="0"/>
          <a:chExt cx="0" cy="0"/>
        </a:xfrm>
      </p:grpSpPr>
      <p:sp>
        <p:nvSpPr>
          <p:cNvPr id="3081" name="Google Shape;3081;g32a1642ba3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2" name="Google Shape;3082;g32a1642ba3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7" name="Shape 3117"/>
        <p:cNvGrpSpPr/>
        <p:nvPr/>
      </p:nvGrpSpPr>
      <p:grpSpPr>
        <a:xfrm>
          <a:off x="0" y="0"/>
          <a:ext cx="0" cy="0"/>
          <a:chOff x="0" y="0"/>
          <a:chExt cx="0" cy="0"/>
        </a:xfrm>
      </p:grpSpPr>
      <p:sp>
        <p:nvSpPr>
          <p:cNvPr id="3118" name="Google Shape;3118;g32a1642ba3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9" name="Google Shape;3119;g32a1642ba3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8" name="Shape 3148"/>
        <p:cNvGrpSpPr/>
        <p:nvPr/>
      </p:nvGrpSpPr>
      <p:grpSpPr>
        <a:xfrm>
          <a:off x="0" y="0"/>
          <a:ext cx="0" cy="0"/>
          <a:chOff x="0" y="0"/>
          <a:chExt cx="0" cy="0"/>
        </a:xfrm>
      </p:grpSpPr>
      <p:sp>
        <p:nvSpPr>
          <p:cNvPr id="3149" name="Google Shape;3149;g32a1642ba35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0" name="Google Shape;3150;g32a1642ba35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3" name="Shape 3163"/>
        <p:cNvGrpSpPr/>
        <p:nvPr/>
      </p:nvGrpSpPr>
      <p:grpSpPr>
        <a:xfrm>
          <a:off x="0" y="0"/>
          <a:ext cx="0" cy="0"/>
          <a:chOff x="0" y="0"/>
          <a:chExt cx="0" cy="0"/>
        </a:xfrm>
      </p:grpSpPr>
      <p:sp>
        <p:nvSpPr>
          <p:cNvPr id="3164" name="Google Shape;3164;g32a1642ba3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5" name="Google Shape;3165;g32a1642ba3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9" name="Shape 3189"/>
        <p:cNvGrpSpPr/>
        <p:nvPr/>
      </p:nvGrpSpPr>
      <p:grpSpPr>
        <a:xfrm>
          <a:off x="0" y="0"/>
          <a:ext cx="0" cy="0"/>
          <a:chOff x="0" y="0"/>
          <a:chExt cx="0" cy="0"/>
        </a:xfrm>
      </p:grpSpPr>
      <p:sp>
        <p:nvSpPr>
          <p:cNvPr id="3190" name="Google Shape;3190;g32a1642ba3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1" name="Google Shape;3191;g32a1642ba3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8" name="Shape 3198"/>
        <p:cNvGrpSpPr/>
        <p:nvPr/>
      </p:nvGrpSpPr>
      <p:grpSpPr>
        <a:xfrm>
          <a:off x="0" y="0"/>
          <a:ext cx="0" cy="0"/>
          <a:chOff x="0" y="0"/>
          <a:chExt cx="0" cy="0"/>
        </a:xfrm>
      </p:grpSpPr>
      <p:sp>
        <p:nvSpPr>
          <p:cNvPr id="3199" name="Google Shape;3199;g32a1642ba3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0" name="Google Shape;3200;g32a1642ba3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8" name="Shape 3208"/>
        <p:cNvGrpSpPr/>
        <p:nvPr/>
      </p:nvGrpSpPr>
      <p:grpSpPr>
        <a:xfrm>
          <a:off x="0" y="0"/>
          <a:ext cx="0" cy="0"/>
          <a:chOff x="0" y="0"/>
          <a:chExt cx="0" cy="0"/>
        </a:xfrm>
      </p:grpSpPr>
      <p:sp>
        <p:nvSpPr>
          <p:cNvPr id="3209" name="Google Shape;3209;g3431f9ba7b4_0_1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0" name="Google Shape;3210;g3431f9ba7b4_0_1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g29e7edb5ece_0_1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5" name="Google Shape;3215;g29e7edb5ece_0_1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9" name="Shape 3219"/>
        <p:cNvGrpSpPr/>
        <p:nvPr/>
      </p:nvGrpSpPr>
      <p:grpSpPr>
        <a:xfrm>
          <a:off x="0" y="0"/>
          <a:ext cx="0" cy="0"/>
          <a:chOff x="0" y="0"/>
          <a:chExt cx="0" cy="0"/>
        </a:xfrm>
      </p:grpSpPr>
      <p:sp>
        <p:nvSpPr>
          <p:cNvPr id="3220" name="Google Shape;3220;g2a69aecc2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1" name="Google Shape;3221;g2a69aecc2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Owner]: Paul Armstrong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6" name="Shape 3226"/>
        <p:cNvGrpSpPr/>
        <p:nvPr/>
      </p:nvGrpSpPr>
      <p:grpSpPr>
        <a:xfrm>
          <a:off x="0" y="0"/>
          <a:ext cx="0" cy="0"/>
          <a:chOff x="0" y="0"/>
          <a:chExt cx="0" cy="0"/>
        </a:xfrm>
      </p:grpSpPr>
      <p:sp>
        <p:nvSpPr>
          <p:cNvPr id="3227" name="Google Shape;3227;g2a69aecc29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8" name="Google Shape;3228;g2a69aecc29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[Content Owner]: Paul Armstrong</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3.png"/><Relationship Id="rId7"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 Id="rId3"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4.png"/><Relationship Id="rId3"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 Id="rId3"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png"/><Relationship Id="rId4" Type="http://schemas.openxmlformats.org/officeDocument/2006/relationships/image" Target="../media/image4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4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4.png"/><Relationship Id="rId4" Type="http://schemas.openxmlformats.org/officeDocument/2006/relationships/image" Target="../media/image1.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44.png"/><Relationship Id="rId7" Type="http://schemas.openxmlformats.org/officeDocument/2006/relationships/image" Target="../media/image5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8.png"/><Relationship Id="rId3" Type="http://schemas.openxmlformats.org/officeDocument/2006/relationships/image" Target="../media/image1.png"/><Relationship Id="rId4" Type="http://schemas.openxmlformats.org/officeDocument/2006/relationships/image" Target="../media/image49.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5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0.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1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1.png"/><Relationship Id="rId3"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1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4.png"/><Relationship Id="rId3" Type="http://schemas.openxmlformats.org/officeDocument/2006/relationships/image" Target="../media/image10.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0.png"/><Relationship Id="rId4" Type="http://schemas.openxmlformats.org/officeDocument/2006/relationships/image" Target="../media/image59.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3.png"/><Relationship Id="rId3"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10.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63.png"/><Relationship Id="rId4" Type="http://schemas.openxmlformats.org/officeDocument/2006/relationships/image" Target="../media/image11.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76.png"/><Relationship Id="rId4" Type="http://schemas.openxmlformats.org/officeDocument/2006/relationships/image" Target="../media/image1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1" name="Google Shape;11;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12" name="Google Shape;12;p2"/>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13" name="Google Shape;13;p2"/>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14" name="Google Shape;14;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5" name="Google Shape;15;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 name="Google Shape;16;p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20" name="Google Shape;20;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21" name="Google Shape;21;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 name="Google Shape;22;p3"/>
          <p:cNvPicPr preferRelativeResize="0"/>
          <p:nvPr/>
        </p:nvPicPr>
        <p:blipFill rotWithShape="1">
          <a:blip r:embed="rId4">
            <a:alphaModFix/>
          </a:blip>
          <a:srcRect b="0" l="0" r="0" t="0"/>
          <a:stretch/>
        </p:blipFill>
        <p:spPr>
          <a:xfrm>
            <a:off x="7542672" y="3470249"/>
            <a:ext cx="282625" cy="282625"/>
          </a:xfrm>
          <a:prstGeom prst="rect">
            <a:avLst/>
          </a:prstGeom>
          <a:noFill/>
          <a:ln>
            <a:noFill/>
          </a:ln>
        </p:spPr>
      </p:pic>
      <p:pic>
        <p:nvPicPr>
          <p:cNvPr id="23" name="Google Shape;23;p3"/>
          <p:cNvPicPr preferRelativeResize="0"/>
          <p:nvPr/>
        </p:nvPicPr>
        <p:blipFill rotWithShape="1">
          <a:blip r:embed="rId5">
            <a:alphaModFix/>
          </a:blip>
          <a:srcRect b="0" l="0" r="0" t="0"/>
          <a:stretch/>
        </p:blipFill>
        <p:spPr>
          <a:xfrm>
            <a:off x="7542672" y="2778374"/>
            <a:ext cx="282625" cy="282625"/>
          </a:xfrm>
          <a:prstGeom prst="rect">
            <a:avLst/>
          </a:prstGeom>
          <a:noFill/>
          <a:ln>
            <a:noFill/>
          </a:ln>
        </p:spPr>
      </p:pic>
      <p:pic>
        <p:nvPicPr>
          <p:cNvPr id="24" name="Google Shape;24;p3"/>
          <p:cNvPicPr preferRelativeResize="0"/>
          <p:nvPr/>
        </p:nvPicPr>
        <p:blipFill rotWithShape="1">
          <a:blip r:embed="rId6">
            <a:alphaModFix/>
          </a:blip>
          <a:srcRect b="0" l="0" r="0" t="0"/>
          <a:stretch/>
        </p:blipFill>
        <p:spPr>
          <a:xfrm>
            <a:off x="7542674" y="2086500"/>
            <a:ext cx="282625" cy="282625"/>
          </a:xfrm>
          <a:prstGeom prst="rect">
            <a:avLst/>
          </a:prstGeom>
          <a:noFill/>
          <a:ln>
            <a:noFill/>
          </a:ln>
        </p:spPr>
      </p:pic>
      <p:pic>
        <p:nvPicPr>
          <p:cNvPr id="25" name="Google Shape;25;p3"/>
          <p:cNvPicPr preferRelativeResize="0"/>
          <p:nvPr/>
        </p:nvPicPr>
        <p:blipFill rotWithShape="1">
          <a:blip r:embed="rId7">
            <a:alphaModFix/>
          </a:blip>
          <a:srcRect b="0" l="0" r="0" t="0"/>
          <a:stretch/>
        </p:blipFill>
        <p:spPr>
          <a:xfrm>
            <a:off x="7542672" y="4162124"/>
            <a:ext cx="282625" cy="282625"/>
          </a:xfrm>
          <a:prstGeom prst="rect">
            <a:avLst/>
          </a:prstGeom>
          <a:noFill/>
          <a:ln>
            <a:noFill/>
          </a:ln>
        </p:spPr>
      </p:pic>
      <p:sp>
        <p:nvSpPr>
          <p:cNvPr id="26" name="Google Shape;26;p3"/>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linkedin.com/company/red-hat</a:t>
            </a:r>
            <a:endParaRPr>
              <a:solidFill>
                <a:schemeClr val="lt1"/>
              </a:solidFill>
              <a:latin typeface="Red Hat Display"/>
              <a:ea typeface="Red Hat Display"/>
              <a:cs typeface="Red Hat Display"/>
              <a:sym typeface="Red Hat Display"/>
            </a:endParaRPr>
          </a:p>
        </p:txBody>
      </p:sp>
      <p:sp>
        <p:nvSpPr>
          <p:cNvPr id="27" name="Google Shape;27;p3"/>
          <p:cNvSpPr txBox="1"/>
          <p:nvPr/>
        </p:nvSpPr>
        <p:spPr>
          <a:xfrm>
            <a:off x="7960472" y="26916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youtube.com/user/RedHatVideos</a:t>
            </a:r>
            <a:endParaRPr>
              <a:solidFill>
                <a:schemeClr val="lt1"/>
              </a:solidFill>
              <a:latin typeface="Red Hat Display"/>
              <a:ea typeface="Red Hat Display"/>
              <a:cs typeface="Red Hat Display"/>
              <a:sym typeface="Red Hat Display"/>
            </a:endParaRPr>
          </a:p>
        </p:txBody>
      </p:sp>
      <p:sp>
        <p:nvSpPr>
          <p:cNvPr id="28" name="Google Shape;28;p3"/>
          <p:cNvSpPr txBox="1"/>
          <p:nvPr/>
        </p:nvSpPr>
        <p:spPr>
          <a:xfrm>
            <a:off x="7960472" y="33835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facebook.com/redhatinc</a:t>
            </a:r>
            <a:endParaRPr>
              <a:solidFill>
                <a:schemeClr val="lt1"/>
              </a:solidFill>
              <a:latin typeface="Red Hat Display"/>
              <a:ea typeface="Red Hat Display"/>
              <a:cs typeface="Red Hat Display"/>
              <a:sym typeface="Red Hat Display"/>
            </a:endParaRPr>
          </a:p>
        </p:txBody>
      </p:sp>
      <p:sp>
        <p:nvSpPr>
          <p:cNvPr id="29" name="Google Shape;29;p3"/>
          <p:cNvSpPr txBox="1"/>
          <p:nvPr/>
        </p:nvSpPr>
        <p:spPr>
          <a:xfrm>
            <a:off x="7960472" y="40753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twitter.com/RedHat</a:t>
            </a:r>
            <a:endParaRPr>
              <a:solidFill>
                <a:schemeClr val="lt1"/>
              </a:solidFill>
              <a:latin typeface="Red Hat Display"/>
              <a:ea typeface="Red Hat Display"/>
              <a:cs typeface="Red Hat Display"/>
              <a:sym typeface="Red Hat Display"/>
            </a:endParaRPr>
          </a:p>
        </p:txBody>
      </p:sp>
      <p:cxnSp>
        <p:nvCxnSpPr>
          <p:cNvPr id="30" name="Google Shape;30;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31" name="Google Shape;31;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32" name="Google Shape;32;p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36" name="Google Shape;36;p4"/>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800">
                <a:solidFill>
                  <a:schemeClr val="lt1"/>
                </a:solidFill>
              </a:defRPr>
            </a:lvl2pPr>
            <a:lvl3pPr lvl="2" rtl="0">
              <a:lnSpc>
                <a:spcPct val="100000"/>
              </a:lnSpc>
              <a:spcBef>
                <a:spcPts val="0"/>
              </a:spcBef>
              <a:spcAft>
                <a:spcPts val="0"/>
              </a:spcAft>
              <a:buNone/>
              <a:defRPr sz="4800">
                <a:solidFill>
                  <a:schemeClr val="lt1"/>
                </a:solidFill>
              </a:defRPr>
            </a:lvl3pPr>
            <a:lvl4pPr lvl="3" rtl="0">
              <a:lnSpc>
                <a:spcPct val="100000"/>
              </a:lnSpc>
              <a:spcBef>
                <a:spcPts val="0"/>
              </a:spcBef>
              <a:spcAft>
                <a:spcPts val="0"/>
              </a:spcAft>
              <a:buNone/>
              <a:defRPr sz="4800">
                <a:solidFill>
                  <a:schemeClr val="lt1"/>
                </a:solidFill>
              </a:defRPr>
            </a:lvl4pPr>
            <a:lvl5pPr lvl="4" rtl="0">
              <a:lnSpc>
                <a:spcPct val="100000"/>
              </a:lnSpc>
              <a:spcBef>
                <a:spcPts val="0"/>
              </a:spcBef>
              <a:spcAft>
                <a:spcPts val="0"/>
              </a:spcAft>
              <a:buNone/>
              <a:defRPr sz="4800">
                <a:solidFill>
                  <a:schemeClr val="lt1"/>
                </a:solidFill>
              </a:defRPr>
            </a:lvl5pPr>
            <a:lvl6pPr lvl="5" rtl="0">
              <a:lnSpc>
                <a:spcPct val="100000"/>
              </a:lnSpc>
              <a:spcBef>
                <a:spcPts val="0"/>
              </a:spcBef>
              <a:spcAft>
                <a:spcPts val="0"/>
              </a:spcAft>
              <a:buNone/>
              <a:defRPr sz="4800">
                <a:solidFill>
                  <a:schemeClr val="lt1"/>
                </a:solidFill>
              </a:defRPr>
            </a:lvl6pPr>
            <a:lvl7pPr lvl="6" rtl="0">
              <a:lnSpc>
                <a:spcPct val="100000"/>
              </a:lnSpc>
              <a:spcBef>
                <a:spcPts val="0"/>
              </a:spcBef>
              <a:spcAft>
                <a:spcPts val="0"/>
              </a:spcAft>
              <a:buNone/>
              <a:defRPr sz="4800">
                <a:solidFill>
                  <a:schemeClr val="lt1"/>
                </a:solidFill>
              </a:defRPr>
            </a:lvl7pPr>
            <a:lvl8pPr lvl="7" rtl="0">
              <a:lnSpc>
                <a:spcPct val="100000"/>
              </a:lnSpc>
              <a:spcBef>
                <a:spcPts val="0"/>
              </a:spcBef>
              <a:spcAft>
                <a:spcPts val="0"/>
              </a:spcAft>
              <a:buNone/>
              <a:defRPr sz="4800">
                <a:solidFill>
                  <a:schemeClr val="lt1"/>
                </a:solidFill>
              </a:defRPr>
            </a:lvl8pPr>
            <a:lvl9pPr lvl="8" rtl="0">
              <a:lnSpc>
                <a:spcPct val="100000"/>
              </a:lnSpc>
              <a:spcBef>
                <a:spcPts val="0"/>
              </a:spcBef>
              <a:spcAft>
                <a:spcPts val="0"/>
              </a:spcAft>
              <a:buNone/>
              <a:defRPr sz="4800">
                <a:solidFill>
                  <a:schemeClr val="lt1"/>
                </a:solidFill>
              </a:defRPr>
            </a:lvl9pPr>
          </a:lstStyle>
          <a:p/>
        </p:txBody>
      </p:sp>
      <p:sp>
        <p:nvSpPr>
          <p:cNvPr id="37" name="Google Shape;37;p4"/>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38" name="Google Shape;38;p4"/>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rtl="0">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39" name="Google Shape;39;p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40" name="Google Shape;40;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1" name="Google Shape;41;p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2" name="Shape 42"/>
        <p:cNvGrpSpPr/>
        <p:nvPr/>
      </p:nvGrpSpPr>
      <p:grpSpPr>
        <a:xfrm>
          <a:off x="0" y="0"/>
          <a:ext cx="0" cy="0"/>
          <a:chOff x="0" y="0"/>
          <a:chExt cx="0" cy="0"/>
        </a:xfrm>
      </p:grpSpPr>
      <p:sp>
        <p:nvSpPr>
          <p:cNvPr id="43" name="Google Shape;43;p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rtl="0">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45" name="Google Shape;45;p5"/>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46" name="Google Shape;46;p5"/>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47" name="Google Shape;47;p5"/>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linkedin.com/company/red-hat</a:t>
            </a:r>
            <a:endParaRPr>
              <a:solidFill>
                <a:schemeClr val="lt1"/>
              </a:solidFill>
              <a:latin typeface="Red Hat Display"/>
              <a:ea typeface="Red Hat Display"/>
              <a:cs typeface="Red Hat Display"/>
              <a:sym typeface="Red Hat Display"/>
            </a:endParaRPr>
          </a:p>
        </p:txBody>
      </p:sp>
      <p:sp>
        <p:nvSpPr>
          <p:cNvPr id="48" name="Google Shape;48;p5"/>
          <p:cNvSpPr txBox="1"/>
          <p:nvPr/>
        </p:nvSpPr>
        <p:spPr>
          <a:xfrm>
            <a:off x="7960472" y="26916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youtube.com/user/RedHatVideos</a:t>
            </a:r>
            <a:endParaRPr>
              <a:solidFill>
                <a:schemeClr val="lt1"/>
              </a:solidFill>
              <a:latin typeface="Red Hat Display"/>
              <a:ea typeface="Red Hat Display"/>
              <a:cs typeface="Red Hat Display"/>
              <a:sym typeface="Red Hat Display"/>
            </a:endParaRPr>
          </a:p>
        </p:txBody>
      </p:sp>
      <p:sp>
        <p:nvSpPr>
          <p:cNvPr id="49" name="Google Shape;49;p5"/>
          <p:cNvSpPr txBox="1"/>
          <p:nvPr/>
        </p:nvSpPr>
        <p:spPr>
          <a:xfrm>
            <a:off x="7960472" y="33835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facebook.com/redhatinc</a:t>
            </a:r>
            <a:endParaRPr>
              <a:solidFill>
                <a:schemeClr val="lt1"/>
              </a:solidFill>
              <a:latin typeface="Red Hat Display"/>
              <a:ea typeface="Red Hat Display"/>
              <a:cs typeface="Red Hat Display"/>
              <a:sym typeface="Red Hat Display"/>
            </a:endParaRPr>
          </a:p>
        </p:txBody>
      </p:sp>
      <p:sp>
        <p:nvSpPr>
          <p:cNvPr id="50" name="Google Shape;50;p5"/>
          <p:cNvSpPr txBox="1"/>
          <p:nvPr/>
        </p:nvSpPr>
        <p:spPr>
          <a:xfrm>
            <a:off x="7960472" y="40753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twitter.com/RedHat</a:t>
            </a:r>
            <a:endParaRPr>
              <a:solidFill>
                <a:schemeClr val="lt1"/>
              </a:solidFill>
              <a:latin typeface="Red Hat Display"/>
              <a:ea typeface="Red Hat Display"/>
              <a:cs typeface="Red Hat Display"/>
              <a:sym typeface="Red Hat Display"/>
            </a:endParaRPr>
          </a:p>
        </p:txBody>
      </p:sp>
      <p:cxnSp>
        <p:nvCxnSpPr>
          <p:cNvPr id="51" name="Google Shape;51;p5"/>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52" name="Google Shape;52;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53" name="Google Shape;53;p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4" name="Google Shape;54;p5"/>
          <p:cNvPicPr preferRelativeResize="0"/>
          <p:nvPr/>
        </p:nvPicPr>
        <p:blipFill rotWithShape="1">
          <a:blip r:embed="rId4">
            <a:alphaModFix/>
          </a:blip>
          <a:srcRect b="0" l="0" r="0" t="0"/>
          <a:stretch/>
        </p:blipFill>
        <p:spPr>
          <a:xfrm>
            <a:off x="7542672" y="3470249"/>
            <a:ext cx="282625" cy="282625"/>
          </a:xfrm>
          <a:prstGeom prst="rect">
            <a:avLst/>
          </a:prstGeom>
          <a:noFill/>
          <a:ln>
            <a:noFill/>
          </a:ln>
        </p:spPr>
      </p:pic>
      <p:pic>
        <p:nvPicPr>
          <p:cNvPr id="55" name="Google Shape;55;p5"/>
          <p:cNvPicPr preferRelativeResize="0"/>
          <p:nvPr/>
        </p:nvPicPr>
        <p:blipFill rotWithShape="1">
          <a:blip r:embed="rId5">
            <a:alphaModFix/>
          </a:blip>
          <a:srcRect b="0" l="0" r="0" t="0"/>
          <a:stretch/>
        </p:blipFill>
        <p:spPr>
          <a:xfrm>
            <a:off x="7542672" y="2778374"/>
            <a:ext cx="282625" cy="282625"/>
          </a:xfrm>
          <a:prstGeom prst="rect">
            <a:avLst/>
          </a:prstGeom>
          <a:noFill/>
          <a:ln>
            <a:noFill/>
          </a:ln>
        </p:spPr>
      </p:pic>
      <p:pic>
        <p:nvPicPr>
          <p:cNvPr id="56" name="Google Shape;56;p5"/>
          <p:cNvPicPr preferRelativeResize="0"/>
          <p:nvPr/>
        </p:nvPicPr>
        <p:blipFill rotWithShape="1">
          <a:blip r:embed="rId6">
            <a:alphaModFix/>
          </a:blip>
          <a:srcRect b="0" l="0" r="0" t="0"/>
          <a:stretch/>
        </p:blipFill>
        <p:spPr>
          <a:xfrm>
            <a:off x="7542674" y="2086500"/>
            <a:ext cx="282625" cy="282625"/>
          </a:xfrm>
          <a:prstGeom prst="rect">
            <a:avLst/>
          </a:prstGeom>
          <a:noFill/>
          <a:ln>
            <a:noFill/>
          </a:ln>
        </p:spPr>
      </p:pic>
      <p:pic>
        <p:nvPicPr>
          <p:cNvPr id="57" name="Google Shape;57;p5"/>
          <p:cNvPicPr preferRelativeResize="0"/>
          <p:nvPr/>
        </p:nvPicPr>
        <p:blipFill rotWithShape="1">
          <a:blip r:embed="rId7">
            <a:alphaModFix/>
          </a:blip>
          <a:srcRect b="0" l="0" r="0" t="0"/>
          <a:stretch/>
        </p:blipFill>
        <p:spPr>
          <a:xfrm>
            <a:off x="7542672" y="4162124"/>
            <a:ext cx="282625" cy="2826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8" name="Shape 58"/>
        <p:cNvGrpSpPr/>
        <p:nvPr/>
      </p:nvGrpSpPr>
      <p:grpSpPr>
        <a:xfrm>
          <a:off x="0" y="0"/>
          <a:ext cx="0" cy="0"/>
          <a:chOff x="0" y="0"/>
          <a:chExt cx="0" cy="0"/>
        </a:xfrm>
      </p:grpSpPr>
      <p:sp>
        <p:nvSpPr>
          <p:cNvPr id="59" name="Google Shape;59;p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0" name="Google Shape;60;p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61" name="Google Shape;61;p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2" name="Google Shape;62;p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63" name="Google Shape;63;p6"/>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64" name="Google Shape;64;p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65" name="Google Shape;65;p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66" name="Google Shape;66;p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0" name="Google Shape;70;p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1" name="Google Shape;71;p7"/>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72" name="Google Shape;72;p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73" name="Google Shape;73;p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74" name="Google Shape;74;p7"/>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linkedin.com/company/red-hat</a:t>
            </a:r>
            <a:endParaRPr sz="1200">
              <a:solidFill>
                <a:schemeClr val="dk1"/>
              </a:solidFill>
              <a:latin typeface="Red Hat Display"/>
              <a:ea typeface="Red Hat Display"/>
              <a:cs typeface="Red Hat Display"/>
              <a:sym typeface="Red Hat Display"/>
            </a:endParaRPr>
          </a:p>
        </p:txBody>
      </p:sp>
      <p:sp>
        <p:nvSpPr>
          <p:cNvPr id="75" name="Google Shape;75;p7"/>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youtube.com/user/RedHatVideos</a:t>
            </a:r>
            <a:endParaRPr sz="1200">
              <a:solidFill>
                <a:schemeClr val="dk1"/>
              </a:solidFill>
              <a:latin typeface="Red Hat Display"/>
              <a:ea typeface="Red Hat Display"/>
              <a:cs typeface="Red Hat Display"/>
              <a:sym typeface="Red Hat Display"/>
            </a:endParaRPr>
          </a:p>
        </p:txBody>
      </p:sp>
      <p:sp>
        <p:nvSpPr>
          <p:cNvPr id="76" name="Google Shape;76;p7"/>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77" name="Google Shape;77;p7"/>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twitter.com/RedHat</a:t>
            </a:r>
            <a:endParaRPr sz="1200">
              <a:solidFill>
                <a:schemeClr val="dk1"/>
              </a:solidFill>
              <a:latin typeface="Red Hat Display"/>
              <a:ea typeface="Red Hat Display"/>
              <a:cs typeface="Red Hat Display"/>
              <a:sym typeface="Red Hat Display"/>
            </a:endParaRPr>
          </a:p>
        </p:txBody>
      </p:sp>
      <p:pic>
        <p:nvPicPr>
          <p:cNvPr id="78" name="Google Shape;78;p7"/>
          <p:cNvPicPr preferRelativeResize="0"/>
          <p:nvPr/>
        </p:nvPicPr>
        <p:blipFill rotWithShape="1">
          <a:blip r:embed="rId4">
            <a:alphaModFix/>
          </a:blip>
          <a:srcRect b="0" l="2507" r="2498" t="0"/>
          <a:stretch/>
        </p:blipFill>
        <p:spPr>
          <a:xfrm>
            <a:off x="8586459" y="5174306"/>
            <a:ext cx="229074" cy="241150"/>
          </a:xfrm>
          <a:prstGeom prst="rect">
            <a:avLst/>
          </a:prstGeom>
          <a:noFill/>
          <a:ln>
            <a:noFill/>
          </a:ln>
        </p:spPr>
      </p:pic>
      <p:pic>
        <p:nvPicPr>
          <p:cNvPr id="79" name="Google Shape;79;p7"/>
          <p:cNvPicPr preferRelativeResize="0"/>
          <p:nvPr/>
        </p:nvPicPr>
        <p:blipFill rotWithShape="1">
          <a:blip r:embed="rId5">
            <a:alphaModFix/>
          </a:blip>
          <a:srcRect b="0" l="2507" r="2498" t="0"/>
          <a:stretch/>
        </p:blipFill>
        <p:spPr>
          <a:xfrm>
            <a:off x="8586459" y="4669206"/>
            <a:ext cx="229074" cy="241150"/>
          </a:xfrm>
          <a:prstGeom prst="rect">
            <a:avLst/>
          </a:prstGeom>
          <a:noFill/>
          <a:ln>
            <a:noFill/>
          </a:ln>
        </p:spPr>
      </p:pic>
      <p:pic>
        <p:nvPicPr>
          <p:cNvPr id="80" name="Google Shape;80;p7"/>
          <p:cNvPicPr preferRelativeResize="0"/>
          <p:nvPr/>
        </p:nvPicPr>
        <p:blipFill rotWithShape="1">
          <a:blip r:embed="rId6">
            <a:alphaModFix/>
          </a:blip>
          <a:srcRect b="0" l="2507" r="2498" t="0"/>
          <a:stretch/>
        </p:blipFill>
        <p:spPr>
          <a:xfrm>
            <a:off x="5660534" y="5174306"/>
            <a:ext cx="229075" cy="241150"/>
          </a:xfrm>
          <a:prstGeom prst="rect">
            <a:avLst/>
          </a:prstGeom>
          <a:noFill/>
          <a:ln>
            <a:noFill/>
          </a:ln>
        </p:spPr>
      </p:pic>
      <p:pic>
        <p:nvPicPr>
          <p:cNvPr id="81" name="Google Shape;81;p7"/>
          <p:cNvPicPr preferRelativeResize="0"/>
          <p:nvPr/>
        </p:nvPicPr>
        <p:blipFill rotWithShape="1">
          <a:blip r:embed="rId7">
            <a:alphaModFix/>
          </a:blip>
          <a:srcRect b="0" l="2507" r="2498" t="0"/>
          <a:stretch/>
        </p:blipFill>
        <p:spPr>
          <a:xfrm>
            <a:off x="5660534" y="4669206"/>
            <a:ext cx="229075" cy="241150"/>
          </a:xfrm>
          <a:prstGeom prst="rect">
            <a:avLst/>
          </a:prstGeom>
          <a:noFill/>
          <a:ln>
            <a:noFill/>
          </a:ln>
        </p:spPr>
      </p:pic>
      <p:sp>
        <p:nvSpPr>
          <p:cNvPr id="82" name="Google Shape;82;p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83" name="Shape 83"/>
        <p:cNvGrpSpPr/>
        <p:nvPr/>
      </p:nvGrpSpPr>
      <p:grpSpPr>
        <a:xfrm>
          <a:off x="0" y="0"/>
          <a:ext cx="0" cy="0"/>
          <a:chOff x="0" y="0"/>
          <a:chExt cx="0" cy="0"/>
        </a:xfrm>
      </p:grpSpPr>
      <p:pic>
        <p:nvPicPr>
          <p:cNvPr id="84" name="Google Shape;84;p8"/>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85" name="Google Shape;85;p8"/>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86" name="Google Shape;86;p8"/>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rt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b="1" sz="8000">
                <a:solidFill>
                  <a:schemeClr val="lt1"/>
                </a:solidFill>
              </a:defRPr>
            </a:lvl2pPr>
            <a:lvl3pPr lvl="2" rtl="0">
              <a:lnSpc>
                <a:spcPct val="105000"/>
              </a:lnSpc>
              <a:spcBef>
                <a:spcPts val="0"/>
              </a:spcBef>
              <a:spcAft>
                <a:spcPts val="0"/>
              </a:spcAft>
              <a:buNone/>
              <a:defRPr b="1" sz="8000">
                <a:solidFill>
                  <a:schemeClr val="lt1"/>
                </a:solidFill>
              </a:defRPr>
            </a:lvl3pPr>
            <a:lvl4pPr lvl="3" rtl="0">
              <a:lnSpc>
                <a:spcPct val="105000"/>
              </a:lnSpc>
              <a:spcBef>
                <a:spcPts val="0"/>
              </a:spcBef>
              <a:spcAft>
                <a:spcPts val="0"/>
              </a:spcAft>
              <a:buNone/>
              <a:defRPr b="1" sz="8000">
                <a:solidFill>
                  <a:schemeClr val="lt1"/>
                </a:solidFill>
              </a:defRPr>
            </a:lvl4pPr>
            <a:lvl5pPr lvl="4" rtl="0">
              <a:lnSpc>
                <a:spcPct val="105000"/>
              </a:lnSpc>
              <a:spcBef>
                <a:spcPts val="0"/>
              </a:spcBef>
              <a:spcAft>
                <a:spcPts val="0"/>
              </a:spcAft>
              <a:buNone/>
              <a:defRPr b="1" sz="8000">
                <a:solidFill>
                  <a:schemeClr val="lt1"/>
                </a:solidFill>
              </a:defRPr>
            </a:lvl5pPr>
            <a:lvl6pPr lvl="5" rtl="0">
              <a:lnSpc>
                <a:spcPct val="105000"/>
              </a:lnSpc>
              <a:spcBef>
                <a:spcPts val="0"/>
              </a:spcBef>
              <a:spcAft>
                <a:spcPts val="0"/>
              </a:spcAft>
              <a:buNone/>
              <a:defRPr b="1" sz="8000">
                <a:solidFill>
                  <a:schemeClr val="lt1"/>
                </a:solidFill>
              </a:defRPr>
            </a:lvl6pPr>
            <a:lvl7pPr lvl="6" rtl="0">
              <a:lnSpc>
                <a:spcPct val="105000"/>
              </a:lnSpc>
              <a:spcBef>
                <a:spcPts val="0"/>
              </a:spcBef>
              <a:spcAft>
                <a:spcPts val="0"/>
              </a:spcAft>
              <a:buNone/>
              <a:defRPr b="1" sz="8000">
                <a:solidFill>
                  <a:schemeClr val="lt1"/>
                </a:solidFill>
              </a:defRPr>
            </a:lvl7pPr>
            <a:lvl8pPr lvl="7" rtl="0">
              <a:lnSpc>
                <a:spcPct val="105000"/>
              </a:lnSpc>
              <a:spcBef>
                <a:spcPts val="0"/>
              </a:spcBef>
              <a:spcAft>
                <a:spcPts val="0"/>
              </a:spcAft>
              <a:buNone/>
              <a:defRPr b="1" sz="8000">
                <a:solidFill>
                  <a:schemeClr val="lt1"/>
                </a:solidFill>
              </a:defRPr>
            </a:lvl8pPr>
            <a:lvl9pPr lvl="8" rtl="0">
              <a:lnSpc>
                <a:spcPct val="105000"/>
              </a:lnSpc>
              <a:spcBef>
                <a:spcPts val="0"/>
              </a:spcBef>
              <a:spcAft>
                <a:spcPts val="0"/>
              </a:spcAft>
              <a:buNone/>
              <a:defRPr b="1" sz="8000">
                <a:solidFill>
                  <a:schemeClr val="lt1"/>
                </a:solidFill>
              </a:defRPr>
            </a:lvl9pPr>
          </a:lstStyle>
          <a:p/>
        </p:txBody>
      </p:sp>
      <p:sp>
        <p:nvSpPr>
          <p:cNvPr id="87" name="Google Shape;87;p8"/>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88" name="Google Shape;88;p8"/>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rtl="0">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89" name="Google Shape;89;p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0" name="Google Shape;90;p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93" name="Google Shape;93;p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4" name="Google Shape;94;p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5" name="Google Shape;95;p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6" name="Google Shape;96;p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rgbClr val="141414"/>
                </a:solidFill>
              </a:defRPr>
            </a:lvl2pPr>
            <a:lvl3pPr lvl="2" rtl="0">
              <a:lnSpc>
                <a:spcPct val="174000"/>
              </a:lnSpc>
              <a:spcBef>
                <a:spcPts val="0"/>
              </a:spcBef>
              <a:spcAft>
                <a:spcPts val="0"/>
              </a:spcAft>
              <a:buNone/>
              <a:defRPr sz="1400">
                <a:solidFill>
                  <a:srgbClr val="141414"/>
                </a:solidFill>
              </a:defRPr>
            </a:lvl3pPr>
            <a:lvl4pPr lvl="3" rtl="0">
              <a:lnSpc>
                <a:spcPct val="174000"/>
              </a:lnSpc>
              <a:spcBef>
                <a:spcPts val="0"/>
              </a:spcBef>
              <a:spcAft>
                <a:spcPts val="0"/>
              </a:spcAft>
              <a:buNone/>
              <a:defRPr sz="1400">
                <a:solidFill>
                  <a:srgbClr val="141414"/>
                </a:solidFill>
              </a:defRPr>
            </a:lvl4pPr>
            <a:lvl5pPr lvl="4" rtl="0">
              <a:lnSpc>
                <a:spcPct val="174000"/>
              </a:lnSpc>
              <a:spcBef>
                <a:spcPts val="0"/>
              </a:spcBef>
              <a:spcAft>
                <a:spcPts val="0"/>
              </a:spcAft>
              <a:buNone/>
              <a:defRPr sz="1400">
                <a:solidFill>
                  <a:srgbClr val="141414"/>
                </a:solidFill>
              </a:defRPr>
            </a:lvl5pPr>
            <a:lvl6pPr lvl="5" rtl="0">
              <a:lnSpc>
                <a:spcPct val="174000"/>
              </a:lnSpc>
              <a:spcBef>
                <a:spcPts val="0"/>
              </a:spcBef>
              <a:spcAft>
                <a:spcPts val="0"/>
              </a:spcAft>
              <a:buNone/>
              <a:defRPr sz="1400">
                <a:solidFill>
                  <a:srgbClr val="141414"/>
                </a:solidFill>
              </a:defRPr>
            </a:lvl6pPr>
            <a:lvl7pPr lvl="6" rtl="0">
              <a:lnSpc>
                <a:spcPct val="174000"/>
              </a:lnSpc>
              <a:spcBef>
                <a:spcPts val="0"/>
              </a:spcBef>
              <a:spcAft>
                <a:spcPts val="0"/>
              </a:spcAft>
              <a:buNone/>
              <a:defRPr sz="1400">
                <a:solidFill>
                  <a:srgbClr val="141414"/>
                </a:solidFill>
              </a:defRPr>
            </a:lvl7pPr>
            <a:lvl8pPr lvl="7" rtl="0">
              <a:lnSpc>
                <a:spcPct val="174000"/>
              </a:lnSpc>
              <a:spcBef>
                <a:spcPts val="0"/>
              </a:spcBef>
              <a:spcAft>
                <a:spcPts val="0"/>
              </a:spcAft>
              <a:buNone/>
              <a:defRPr sz="1400">
                <a:solidFill>
                  <a:srgbClr val="141414"/>
                </a:solidFill>
              </a:defRPr>
            </a:lvl8pPr>
            <a:lvl9pPr lvl="8" rtl="0">
              <a:lnSpc>
                <a:spcPct val="174000"/>
              </a:lnSpc>
              <a:spcBef>
                <a:spcPts val="0"/>
              </a:spcBef>
              <a:spcAft>
                <a:spcPts val="0"/>
              </a:spcAft>
              <a:buNone/>
              <a:defRPr sz="1400">
                <a:solidFill>
                  <a:srgbClr val="141414"/>
                </a:solidFill>
              </a:defRPr>
            </a:lvl9pPr>
          </a:lstStyle>
          <a:p/>
        </p:txBody>
      </p:sp>
      <p:pic>
        <p:nvPicPr>
          <p:cNvPr id="97" name="Google Shape;97;p9"/>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98" name="Google Shape;98;p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0"/>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01" name="Google Shape;101;p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2" name="Google Shape;102;p1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3" name="Google Shape;103;p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04" name="Google Shape;104;p10"/>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105" name="Google Shape;105;p10"/>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06" name="Google Shape;106;p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07" name="Shape 107"/>
        <p:cNvGrpSpPr/>
        <p:nvPr/>
      </p:nvGrpSpPr>
      <p:grpSpPr>
        <a:xfrm>
          <a:off x="0" y="0"/>
          <a:ext cx="0" cy="0"/>
          <a:chOff x="0" y="0"/>
          <a:chExt cx="0" cy="0"/>
        </a:xfrm>
      </p:grpSpPr>
      <p:cxnSp>
        <p:nvCxnSpPr>
          <p:cNvPr id="108" name="Google Shape;108;p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9" name="Google Shape;109;p1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0" name="Google Shape;110;p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11" name="Google Shape;111;p11"/>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12" name="Google Shape;112;p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13" name="Google Shape;113;p11"/>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rgbClr val="FFFFFF"/>
                </a:solidFill>
              </a:defRPr>
            </a:lvl2pPr>
            <a:lvl3pPr lvl="2" rtl="0">
              <a:lnSpc>
                <a:spcPct val="174000"/>
              </a:lnSpc>
              <a:spcBef>
                <a:spcPts val="0"/>
              </a:spcBef>
              <a:spcAft>
                <a:spcPts val="0"/>
              </a:spcAft>
              <a:buNone/>
              <a:defRPr sz="1400">
                <a:solidFill>
                  <a:srgbClr val="FFFFFF"/>
                </a:solidFill>
              </a:defRPr>
            </a:lvl3pPr>
            <a:lvl4pPr lvl="3" rtl="0">
              <a:lnSpc>
                <a:spcPct val="174000"/>
              </a:lnSpc>
              <a:spcBef>
                <a:spcPts val="0"/>
              </a:spcBef>
              <a:spcAft>
                <a:spcPts val="0"/>
              </a:spcAft>
              <a:buNone/>
              <a:defRPr sz="1400">
                <a:solidFill>
                  <a:srgbClr val="FFFFFF"/>
                </a:solidFill>
              </a:defRPr>
            </a:lvl4pPr>
            <a:lvl5pPr lvl="4" rtl="0">
              <a:lnSpc>
                <a:spcPct val="174000"/>
              </a:lnSpc>
              <a:spcBef>
                <a:spcPts val="0"/>
              </a:spcBef>
              <a:spcAft>
                <a:spcPts val="0"/>
              </a:spcAft>
              <a:buNone/>
              <a:defRPr sz="1400">
                <a:solidFill>
                  <a:srgbClr val="FFFFFF"/>
                </a:solidFill>
              </a:defRPr>
            </a:lvl5pPr>
            <a:lvl6pPr lvl="5" rtl="0">
              <a:lnSpc>
                <a:spcPct val="174000"/>
              </a:lnSpc>
              <a:spcBef>
                <a:spcPts val="0"/>
              </a:spcBef>
              <a:spcAft>
                <a:spcPts val="0"/>
              </a:spcAft>
              <a:buNone/>
              <a:defRPr sz="1400">
                <a:solidFill>
                  <a:srgbClr val="FFFFFF"/>
                </a:solidFill>
              </a:defRPr>
            </a:lvl6pPr>
            <a:lvl7pPr lvl="6" rtl="0">
              <a:lnSpc>
                <a:spcPct val="174000"/>
              </a:lnSpc>
              <a:spcBef>
                <a:spcPts val="0"/>
              </a:spcBef>
              <a:spcAft>
                <a:spcPts val="0"/>
              </a:spcAft>
              <a:buNone/>
              <a:defRPr sz="1400">
                <a:solidFill>
                  <a:srgbClr val="FFFFFF"/>
                </a:solidFill>
              </a:defRPr>
            </a:lvl7pPr>
            <a:lvl8pPr lvl="7" rtl="0">
              <a:lnSpc>
                <a:spcPct val="174000"/>
              </a:lnSpc>
              <a:spcBef>
                <a:spcPts val="0"/>
              </a:spcBef>
              <a:spcAft>
                <a:spcPts val="0"/>
              </a:spcAft>
              <a:buNone/>
              <a:defRPr sz="1400">
                <a:solidFill>
                  <a:srgbClr val="FFFFFF"/>
                </a:solidFill>
              </a:defRPr>
            </a:lvl8pPr>
            <a:lvl9pPr lvl="8" rtl="0">
              <a:lnSpc>
                <a:spcPct val="174000"/>
              </a:lnSpc>
              <a:spcBef>
                <a:spcPts val="0"/>
              </a:spcBef>
              <a:spcAft>
                <a:spcPts val="0"/>
              </a:spcAft>
              <a:buNone/>
              <a:defRPr sz="1400">
                <a:solidFill>
                  <a:srgbClr val="FFFFFF"/>
                </a:solidFill>
              </a:defRPr>
            </a:lvl9pPr>
          </a:lstStyle>
          <a:p/>
        </p:txBody>
      </p:sp>
      <p:sp>
        <p:nvSpPr>
          <p:cNvPr id="114" name="Google Shape;114;p11"/>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rt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rtl="0">
              <a:spcBef>
                <a:spcPts val="0"/>
              </a:spcBef>
              <a:spcAft>
                <a:spcPts val="0"/>
              </a:spcAft>
              <a:buClr>
                <a:srgbClr val="FFFFFF"/>
              </a:buClr>
              <a:buSzPts val="1800"/>
              <a:buNone/>
              <a:defRPr>
                <a:solidFill>
                  <a:srgbClr val="FFFFFF"/>
                </a:solidFill>
              </a:defRPr>
            </a:lvl2pPr>
            <a:lvl3pPr lvl="2" rtl="0">
              <a:spcBef>
                <a:spcPts val="500"/>
              </a:spcBef>
              <a:spcAft>
                <a:spcPts val="0"/>
              </a:spcAft>
              <a:buClr>
                <a:srgbClr val="FFFFFF"/>
              </a:buClr>
              <a:buSzPts val="1800"/>
              <a:buNone/>
              <a:defRPr>
                <a:solidFill>
                  <a:srgbClr val="FFFFFF"/>
                </a:solidFill>
              </a:defRPr>
            </a:lvl3pPr>
            <a:lvl4pPr lvl="3" rtl="0">
              <a:spcBef>
                <a:spcPts val="500"/>
              </a:spcBef>
              <a:spcAft>
                <a:spcPts val="0"/>
              </a:spcAft>
              <a:buClr>
                <a:srgbClr val="FFFFFF"/>
              </a:buClr>
              <a:buSzPts val="1800"/>
              <a:buNone/>
              <a:defRPr>
                <a:solidFill>
                  <a:srgbClr val="FFFFFF"/>
                </a:solidFill>
              </a:defRPr>
            </a:lvl4pPr>
            <a:lvl5pPr lvl="4" rtl="0">
              <a:spcBef>
                <a:spcPts val="500"/>
              </a:spcBef>
              <a:spcAft>
                <a:spcPts val="0"/>
              </a:spcAft>
              <a:buClr>
                <a:srgbClr val="FFFFFF"/>
              </a:buClr>
              <a:buSzPts val="1800"/>
              <a:buNone/>
              <a:defRPr>
                <a:solidFill>
                  <a:srgbClr val="FFFFFF"/>
                </a:solidFill>
              </a:defRPr>
            </a:lvl5pPr>
            <a:lvl6pPr lvl="5" rtl="0">
              <a:spcBef>
                <a:spcPts val="500"/>
              </a:spcBef>
              <a:spcAft>
                <a:spcPts val="0"/>
              </a:spcAft>
              <a:buClr>
                <a:srgbClr val="FFFFFF"/>
              </a:buClr>
              <a:buSzPts val="1800"/>
              <a:buNone/>
              <a:defRPr>
                <a:solidFill>
                  <a:srgbClr val="FFFFFF"/>
                </a:solidFill>
              </a:defRPr>
            </a:lvl6pPr>
            <a:lvl7pPr lvl="6" rtl="0">
              <a:spcBef>
                <a:spcPts val="500"/>
              </a:spcBef>
              <a:spcAft>
                <a:spcPts val="0"/>
              </a:spcAft>
              <a:buClr>
                <a:srgbClr val="FFFFFF"/>
              </a:buClr>
              <a:buSzPts val="1800"/>
              <a:buNone/>
              <a:defRPr>
                <a:solidFill>
                  <a:srgbClr val="FFFFFF"/>
                </a:solidFill>
              </a:defRPr>
            </a:lvl7pPr>
            <a:lvl8pPr lvl="7" rtl="0">
              <a:spcBef>
                <a:spcPts val="500"/>
              </a:spcBef>
              <a:spcAft>
                <a:spcPts val="0"/>
              </a:spcAft>
              <a:buClr>
                <a:srgbClr val="FFFFFF"/>
              </a:buClr>
              <a:buSzPts val="1800"/>
              <a:buNone/>
              <a:defRPr>
                <a:solidFill>
                  <a:srgbClr val="FFFFFF"/>
                </a:solidFill>
              </a:defRPr>
            </a:lvl8pPr>
            <a:lvl9pPr lvl="8" rtl="0">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15" name="Shape 115"/>
        <p:cNvGrpSpPr/>
        <p:nvPr/>
      </p:nvGrpSpPr>
      <p:grpSpPr>
        <a:xfrm>
          <a:off x="0" y="0"/>
          <a:ext cx="0" cy="0"/>
          <a:chOff x="0" y="0"/>
          <a:chExt cx="0" cy="0"/>
        </a:xfrm>
      </p:grpSpPr>
      <p:sp>
        <p:nvSpPr>
          <p:cNvPr id="116" name="Google Shape;116;p1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17" name="Google Shape;117;p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18" name="Google Shape;118;p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9" name="Google Shape;119;p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20" name="Google Shape;120;p1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EBEBEB"/>
                </a:solidFill>
              </a:defRPr>
            </a:lvl1pPr>
            <a:lvl2pPr lvl="1" rtl="0">
              <a:lnSpc>
                <a:spcPct val="174000"/>
              </a:lnSpc>
              <a:spcBef>
                <a:spcPts val="0"/>
              </a:spcBef>
              <a:spcAft>
                <a:spcPts val="0"/>
              </a:spcAft>
              <a:buNone/>
              <a:defRPr sz="1400">
                <a:solidFill>
                  <a:srgbClr val="EBEBEB"/>
                </a:solidFill>
              </a:defRPr>
            </a:lvl2pPr>
            <a:lvl3pPr lvl="2" rtl="0">
              <a:lnSpc>
                <a:spcPct val="174000"/>
              </a:lnSpc>
              <a:spcBef>
                <a:spcPts val="0"/>
              </a:spcBef>
              <a:spcAft>
                <a:spcPts val="0"/>
              </a:spcAft>
              <a:buNone/>
              <a:defRPr sz="1400">
                <a:solidFill>
                  <a:srgbClr val="EBEBEB"/>
                </a:solidFill>
              </a:defRPr>
            </a:lvl3pPr>
            <a:lvl4pPr lvl="3" rtl="0">
              <a:lnSpc>
                <a:spcPct val="174000"/>
              </a:lnSpc>
              <a:spcBef>
                <a:spcPts val="0"/>
              </a:spcBef>
              <a:spcAft>
                <a:spcPts val="0"/>
              </a:spcAft>
              <a:buNone/>
              <a:defRPr sz="1400">
                <a:solidFill>
                  <a:srgbClr val="EBEBEB"/>
                </a:solidFill>
              </a:defRPr>
            </a:lvl4pPr>
            <a:lvl5pPr lvl="4" rtl="0">
              <a:lnSpc>
                <a:spcPct val="174000"/>
              </a:lnSpc>
              <a:spcBef>
                <a:spcPts val="0"/>
              </a:spcBef>
              <a:spcAft>
                <a:spcPts val="0"/>
              </a:spcAft>
              <a:buNone/>
              <a:defRPr sz="1400">
                <a:solidFill>
                  <a:srgbClr val="EBEBEB"/>
                </a:solidFill>
              </a:defRPr>
            </a:lvl5pPr>
            <a:lvl6pPr lvl="5" rtl="0">
              <a:lnSpc>
                <a:spcPct val="174000"/>
              </a:lnSpc>
              <a:spcBef>
                <a:spcPts val="0"/>
              </a:spcBef>
              <a:spcAft>
                <a:spcPts val="0"/>
              </a:spcAft>
              <a:buNone/>
              <a:defRPr sz="1400">
                <a:solidFill>
                  <a:srgbClr val="EBEBEB"/>
                </a:solidFill>
              </a:defRPr>
            </a:lvl6pPr>
            <a:lvl7pPr lvl="6" rtl="0">
              <a:lnSpc>
                <a:spcPct val="174000"/>
              </a:lnSpc>
              <a:spcBef>
                <a:spcPts val="0"/>
              </a:spcBef>
              <a:spcAft>
                <a:spcPts val="0"/>
              </a:spcAft>
              <a:buNone/>
              <a:defRPr sz="1400">
                <a:solidFill>
                  <a:srgbClr val="EBEBEB"/>
                </a:solidFill>
              </a:defRPr>
            </a:lvl7pPr>
            <a:lvl8pPr lvl="7" rtl="0">
              <a:lnSpc>
                <a:spcPct val="174000"/>
              </a:lnSpc>
              <a:spcBef>
                <a:spcPts val="0"/>
              </a:spcBef>
              <a:spcAft>
                <a:spcPts val="0"/>
              </a:spcAft>
              <a:buNone/>
              <a:defRPr sz="1400">
                <a:solidFill>
                  <a:srgbClr val="EBEBEB"/>
                </a:solidFill>
              </a:defRPr>
            </a:lvl8pPr>
            <a:lvl9pPr lvl="8" rtl="0">
              <a:lnSpc>
                <a:spcPct val="174000"/>
              </a:lnSpc>
              <a:spcBef>
                <a:spcPts val="0"/>
              </a:spcBef>
              <a:spcAft>
                <a:spcPts val="0"/>
              </a:spcAft>
              <a:buNone/>
              <a:defRPr sz="1400">
                <a:solidFill>
                  <a:srgbClr val="EBEBEB"/>
                </a:solidFill>
              </a:defRPr>
            </a:lvl9pPr>
          </a:lstStyle>
          <a:p/>
        </p:txBody>
      </p:sp>
      <p:pic>
        <p:nvPicPr>
          <p:cNvPr id="121" name="Google Shape;121;p12"/>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22" name="Google Shape;122;p12"/>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123" name="Google Shape;123;p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24" name="Shape 124"/>
        <p:cNvGrpSpPr/>
        <p:nvPr/>
      </p:nvGrpSpPr>
      <p:grpSpPr>
        <a:xfrm>
          <a:off x="0" y="0"/>
          <a:ext cx="0" cy="0"/>
          <a:chOff x="0" y="0"/>
          <a:chExt cx="0" cy="0"/>
        </a:xfrm>
      </p:grpSpPr>
      <p:sp>
        <p:nvSpPr>
          <p:cNvPr id="125" name="Google Shape;125;p13"/>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126" name="Google Shape;126;p13"/>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rt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rtl="0">
              <a:spcBef>
                <a:spcPts val="0"/>
              </a:spcBef>
              <a:spcAft>
                <a:spcPts val="0"/>
              </a:spcAft>
              <a:buSzPts val="1800"/>
              <a:buNone/>
              <a:defRPr/>
            </a:lvl2pPr>
            <a:lvl3pPr lvl="2" rtl="0">
              <a:spcBef>
                <a:spcPts val="500"/>
              </a:spcBef>
              <a:spcAft>
                <a:spcPts val="0"/>
              </a:spcAft>
              <a:buSzPts val="1800"/>
              <a:buNone/>
              <a:defRPr/>
            </a:lvl3pPr>
            <a:lvl4pPr lvl="3" rtl="0">
              <a:spcBef>
                <a:spcPts val="500"/>
              </a:spcBef>
              <a:spcAft>
                <a:spcPts val="0"/>
              </a:spcAft>
              <a:buSzPts val="1800"/>
              <a:buNone/>
              <a:defRPr/>
            </a:lvl4pPr>
            <a:lvl5pPr lvl="4" rtl="0">
              <a:spcBef>
                <a:spcPts val="500"/>
              </a:spcBef>
              <a:spcAft>
                <a:spcPts val="0"/>
              </a:spcAft>
              <a:buSzPts val="1800"/>
              <a:buNone/>
              <a:defRPr/>
            </a:lvl5pPr>
            <a:lvl6pPr lvl="5" rtl="0">
              <a:spcBef>
                <a:spcPts val="500"/>
              </a:spcBef>
              <a:spcAft>
                <a:spcPts val="0"/>
              </a:spcAft>
              <a:buSzPts val="1800"/>
              <a:buNone/>
              <a:defRPr/>
            </a:lvl6pPr>
            <a:lvl7pPr lvl="6" rtl="0">
              <a:spcBef>
                <a:spcPts val="500"/>
              </a:spcBef>
              <a:spcAft>
                <a:spcPts val="0"/>
              </a:spcAft>
              <a:buSzPts val="1800"/>
              <a:buNone/>
              <a:defRPr/>
            </a:lvl7pPr>
            <a:lvl8pPr lvl="7" rtl="0">
              <a:spcBef>
                <a:spcPts val="500"/>
              </a:spcBef>
              <a:spcAft>
                <a:spcPts val="0"/>
              </a:spcAft>
              <a:buSzPts val="1800"/>
              <a:buNone/>
              <a:defRPr/>
            </a:lvl8pPr>
            <a:lvl9pPr lvl="8" rtl="0">
              <a:spcBef>
                <a:spcPts val="500"/>
              </a:spcBef>
              <a:spcAft>
                <a:spcPts val="500"/>
              </a:spcAft>
              <a:buSzPts val="1800"/>
              <a:buNone/>
              <a:defRPr/>
            </a:lvl9pPr>
          </a:lstStyle>
          <a:p/>
        </p:txBody>
      </p:sp>
      <p:cxnSp>
        <p:nvCxnSpPr>
          <p:cNvPr id="127" name="Google Shape;127;p1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28" name="Google Shape;128;p1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9" name="Google Shape;129;p13"/>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30" name="Google Shape;130;p13"/>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31" name="Google Shape;131;p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32" name="Shape 132"/>
        <p:cNvGrpSpPr/>
        <p:nvPr/>
      </p:nvGrpSpPr>
      <p:grpSpPr>
        <a:xfrm>
          <a:off x="0" y="0"/>
          <a:ext cx="0" cy="0"/>
          <a:chOff x="0" y="0"/>
          <a:chExt cx="0" cy="0"/>
        </a:xfrm>
      </p:grpSpPr>
      <p:sp>
        <p:nvSpPr>
          <p:cNvPr id="133" name="Google Shape;133;p14"/>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cxnSp>
        <p:nvCxnSpPr>
          <p:cNvPr id="134" name="Google Shape;134;p1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35" name="Google Shape;135;p14"/>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36" name="Google Shape;136;p14"/>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37" name="Google Shape;137;p14"/>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38" name="Google Shape;138;p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15"/>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41" name="Google Shape;141;p15"/>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42" name="Google Shape;142;p15"/>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43" name="Google Shape;143;p15"/>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44" name="Google Shape;144;p15"/>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45" name="Google Shape;145;p1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46" name="Google Shape;146;p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47" name="Shape 147"/>
        <p:cNvGrpSpPr/>
        <p:nvPr/>
      </p:nvGrpSpPr>
      <p:grpSpPr>
        <a:xfrm>
          <a:off x="0" y="0"/>
          <a:ext cx="0" cy="0"/>
          <a:chOff x="0" y="0"/>
          <a:chExt cx="0" cy="0"/>
        </a:xfrm>
      </p:grpSpPr>
      <p:sp>
        <p:nvSpPr>
          <p:cNvPr id="148" name="Google Shape;148;p16"/>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49" name="Google Shape;149;p1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50" name="Google Shape;150;p16"/>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51" name="Google Shape;151;p16"/>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52" name="Google Shape;152;p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53" name="Shape 153"/>
        <p:cNvGrpSpPr/>
        <p:nvPr/>
      </p:nvGrpSpPr>
      <p:grpSpPr>
        <a:xfrm>
          <a:off x="0" y="0"/>
          <a:ext cx="0" cy="0"/>
          <a:chOff x="0" y="0"/>
          <a:chExt cx="0" cy="0"/>
        </a:xfrm>
      </p:grpSpPr>
      <p:sp>
        <p:nvSpPr>
          <p:cNvPr id="154" name="Google Shape;154;p1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5" name="Google Shape;155;p1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6" name="Google Shape;156;p1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7" name="Google Shape;157;p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8" name="Google Shape;158;p1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9" name="Google Shape;159;p1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0" name="Google Shape;160;p1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61" name="Google Shape;161;p17"/>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162" name="Shape 162"/>
        <p:cNvGrpSpPr/>
        <p:nvPr/>
      </p:nvGrpSpPr>
      <p:grpSpPr>
        <a:xfrm>
          <a:off x="0" y="0"/>
          <a:ext cx="0" cy="0"/>
          <a:chOff x="0" y="0"/>
          <a:chExt cx="0" cy="0"/>
        </a:xfrm>
      </p:grpSpPr>
      <p:sp>
        <p:nvSpPr>
          <p:cNvPr id="163" name="Google Shape;163;p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64" name="Google Shape;164;p1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5" name="Google Shape;165;p1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6" name="Google Shape;166;p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7" name="Google Shape;167;p1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8" name="Google Shape;168;p1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9" name="Google Shape;169;p18"/>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8"/>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8"/>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75" name="Google Shape;175;p18"/>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76" name="Google Shape;176;p18"/>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77" name="Google Shape;177;p1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78" name="Google Shape;178;p18"/>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179" name="Shape 179"/>
        <p:cNvGrpSpPr/>
        <p:nvPr/>
      </p:nvGrpSpPr>
      <p:grpSpPr>
        <a:xfrm>
          <a:off x="0" y="0"/>
          <a:ext cx="0" cy="0"/>
          <a:chOff x="0" y="0"/>
          <a:chExt cx="0" cy="0"/>
        </a:xfrm>
      </p:grpSpPr>
      <p:cxnSp>
        <p:nvCxnSpPr>
          <p:cNvPr id="180" name="Google Shape;180;p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81" name="Google Shape;181;p1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82" name="Google Shape;182;p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83" name="Google Shape;183;p1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84" name="Google Shape;184;p1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85" name="Google Shape;185;p19"/>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90" name="Google Shape;190;p1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91" name="Google Shape;191;p1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92" name="Google Shape;192;p1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3" name="Google Shape;193;p19"/>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194" name="Shape 194"/>
        <p:cNvGrpSpPr/>
        <p:nvPr/>
      </p:nvGrpSpPr>
      <p:grpSpPr>
        <a:xfrm>
          <a:off x="0" y="0"/>
          <a:ext cx="0" cy="0"/>
          <a:chOff x="0" y="0"/>
          <a:chExt cx="0" cy="0"/>
        </a:xfrm>
      </p:grpSpPr>
      <p:cxnSp>
        <p:nvCxnSpPr>
          <p:cNvPr id="195" name="Google Shape;195;p2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6" name="Google Shape;196;p2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7" name="Google Shape;197;p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8" name="Google Shape;198;p2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99" name="Google Shape;199;p2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200" name="Google Shape;200;p20"/>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201" name="Google Shape;201;p20"/>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202" name="Google Shape;202;p20"/>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203" name="Google Shape;203;p20"/>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204" name="Google Shape;204;p20"/>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05" name="Google Shape;205;p2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06" name="Google Shape;206;p20"/>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07" name="Shape 207"/>
        <p:cNvGrpSpPr/>
        <p:nvPr/>
      </p:nvGrpSpPr>
      <p:grpSpPr>
        <a:xfrm>
          <a:off x="0" y="0"/>
          <a:ext cx="0" cy="0"/>
          <a:chOff x="0" y="0"/>
          <a:chExt cx="0" cy="0"/>
        </a:xfrm>
      </p:grpSpPr>
      <p:sp>
        <p:nvSpPr>
          <p:cNvPr id="208" name="Google Shape;208;p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209" name="Google Shape;209;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10" name="Google Shape;210;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11" name="Google Shape;211;p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12" name="Google Shape;212;p2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13" name="Google Shape;213;p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14" name="Shape 214"/>
        <p:cNvGrpSpPr/>
        <p:nvPr/>
      </p:nvGrpSpPr>
      <p:grpSpPr>
        <a:xfrm>
          <a:off x="0" y="0"/>
          <a:ext cx="0" cy="0"/>
          <a:chOff x="0" y="0"/>
          <a:chExt cx="0" cy="0"/>
        </a:xfrm>
      </p:grpSpPr>
      <p:sp>
        <p:nvSpPr>
          <p:cNvPr id="215" name="Google Shape;215;p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16" name="Google Shape;216;p2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17" name="Google Shape;217;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18" name="Google Shape;218;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19" name="Google Shape;219;p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0" name="Google Shape;220;p2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1" name="Google Shape;221;p22"/>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22" name="Google Shape;222;p2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23" name="Google Shape;223;p22"/>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24" name="Shape 224"/>
        <p:cNvGrpSpPr/>
        <p:nvPr/>
      </p:nvGrpSpPr>
      <p:grpSpPr>
        <a:xfrm>
          <a:off x="0" y="0"/>
          <a:ext cx="0" cy="0"/>
          <a:chOff x="0" y="0"/>
          <a:chExt cx="0" cy="0"/>
        </a:xfrm>
      </p:grpSpPr>
      <p:cxnSp>
        <p:nvCxnSpPr>
          <p:cNvPr id="225" name="Google Shape;225;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6" name="Google Shape;226;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7" name="Google Shape;227;p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8" name="Google Shape;228;p2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29" name="Google Shape;229;p2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30" name="Google Shape;230;p2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31" name="Google Shape;231;p2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32" name="Google Shape;232;p23"/>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33" name="Shape 233"/>
        <p:cNvGrpSpPr/>
        <p:nvPr/>
      </p:nvGrpSpPr>
      <p:grpSpPr>
        <a:xfrm>
          <a:off x="0" y="0"/>
          <a:ext cx="0" cy="0"/>
          <a:chOff x="0" y="0"/>
          <a:chExt cx="0" cy="0"/>
        </a:xfrm>
      </p:grpSpPr>
      <p:sp>
        <p:nvSpPr>
          <p:cNvPr id="234" name="Google Shape;234;p2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35" name="Google Shape;235;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6" name="Google Shape;236;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7" name="Google Shape;237;p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 name="Google Shape;238;p2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39" name="Google Shape;239;p2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0" name="Google Shape;240;p24"/>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41" name="Shape 241"/>
        <p:cNvGrpSpPr/>
        <p:nvPr/>
      </p:nvGrpSpPr>
      <p:grpSpPr>
        <a:xfrm>
          <a:off x="0" y="0"/>
          <a:ext cx="0" cy="0"/>
          <a:chOff x="0" y="0"/>
          <a:chExt cx="0" cy="0"/>
        </a:xfrm>
      </p:grpSpPr>
      <p:cxnSp>
        <p:nvCxnSpPr>
          <p:cNvPr id="242" name="Google Shape;242;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3" name="Google Shape;243;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44" name="Google Shape;244;p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5" name="Google Shape;245;p2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46" name="Google Shape;246;p2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7" name="Google Shape;247;p25"/>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248" name="Google Shape;248;p25"/>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249" name="Google Shape;249;p25"/>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50" name="Google Shape;250;p2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51" name="Google Shape;251;p25"/>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252" name="Shape 252"/>
        <p:cNvGrpSpPr/>
        <p:nvPr/>
      </p:nvGrpSpPr>
      <p:grpSpPr>
        <a:xfrm>
          <a:off x="0" y="0"/>
          <a:ext cx="0" cy="0"/>
          <a:chOff x="0" y="0"/>
          <a:chExt cx="0" cy="0"/>
        </a:xfrm>
      </p:grpSpPr>
      <p:cxnSp>
        <p:nvCxnSpPr>
          <p:cNvPr id="253" name="Google Shape;253;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4" name="Google Shape;254;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55" name="Google Shape;255;p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6" name="Google Shape;256;p2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57" name="Google Shape;257;p2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58" name="Google Shape;258;p26"/>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rtl="0">
              <a:lnSpc>
                <a:spcPct val="135000"/>
              </a:lnSpc>
              <a:spcBef>
                <a:spcPts val="1000"/>
              </a:spcBef>
              <a:spcAft>
                <a:spcPts val="0"/>
              </a:spcAft>
              <a:buSzPts val="1800"/>
              <a:buChar char="▸"/>
              <a:defRPr/>
            </a:lvl1pPr>
            <a:lvl2pPr indent="-342900" lvl="1" marL="914400" rtl="0">
              <a:lnSpc>
                <a:spcPct val="135000"/>
              </a:lnSpc>
              <a:spcBef>
                <a:spcPts val="1000"/>
              </a:spcBef>
              <a:spcAft>
                <a:spcPts val="0"/>
              </a:spcAft>
              <a:buSzPts val="1800"/>
              <a:buChar char="･"/>
              <a:defRPr/>
            </a:lvl2pPr>
            <a:lvl3pPr indent="-342900" lvl="2" marL="1371600" rtl="0">
              <a:lnSpc>
                <a:spcPct val="135000"/>
              </a:lnSpc>
              <a:spcBef>
                <a:spcPts val="1000"/>
              </a:spcBef>
              <a:spcAft>
                <a:spcPts val="0"/>
              </a:spcAft>
              <a:buSzPts val="1800"/>
              <a:buChar char="･"/>
              <a:defRPr/>
            </a:lvl3pPr>
            <a:lvl4pPr indent="-342900" lvl="3" marL="1828800" rtl="0">
              <a:lnSpc>
                <a:spcPct val="135000"/>
              </a:lnSpc>
              <a:spcBef>
                <a:spcPts val="1000"/>
              </a:spcBef>
              <a:spcAft>
                <a:spcPts val="0"/>
              </a:spcAft>
              <a:buSzPts val="1800"/>
              <a:buChar char="･"/>
              <a:defRPr/>
            </a:lvl4pPr>
            <a:lvl5pPr indent="-342900" lvl="4" marL="2286000" rtl="0">
              <a:lnSpc>
                <a:spcPct val="135000"/>
              </a:lnSpc>
              <a:spcBef>
                <a:spcPts val="1000"/>
              </a:spcBef>
              <a:spcAft>
                <a:spcPts val="0"/>
              </a:spcAft>
              <a:buSzPts val="1800"/>
              <a:buChar char="･"/>
              <a:defRPr/>
            </a:lvl5pPr>
            <a:lvl6pPr indent="-342900" lvl="5" marL="2743200" rtl="0">
              <a:lnSpc>
                <a:spcPct val="135000"/>
              </a:lnSpc>
              <a:spcBef>
                <a:spcPts val="1000"/>
              </a:spcBef>
              <a:spcAft>
                <a:spcPts val="0"/>
              </a:spcAft>
              <a:buSzPts val="1800"/>
              <a:buChar char="･"/>
              <a:defRPr/>
            </a:lvl6pPr>
            <a:lvl7pPr indent="-342900" lvl="6" marL="3200400" rtl="0">
              <a:lnSpc>
                <a:spcPct val="135000"/>
              </a:lnSpc>
              <a:spcBef>
                <a:spcPts val="1000"/>
              </a:spcBef>
              <a:spcAft>
                <a:spcPts val="0"/>
              </a:spcAft>
              <a:buSzPts val="1800"/>
              <a:buChar char="･"/>
              <a:defRPr/>
            </a:lvl7pPr>
            <a:lvl8pPr indent="-342900" lvl="7" marL="3657600" rtl="0">
              <a:lnSpc>
                <a:spcPct val="135000"/>
              </a:lnSpc>
              <a:spcBef>
                <a:spcPts val="1000"/>
              </a:spcBef>
              <a:spcAft>
                <a:spcPts val="0"/>
              </a:spcAft>
              <a:buSzPts val="1800"/>
              <a:buChar char="･"/>
              <a:defRPr/>
            </a:lvl8pPr>
            <a:lvl9pPr indent="-342900" lvl="8" marL="4114800" rtl="0">
              <a:lnSpc>
                <a:spcPct val="135000"/>
              </a:lnSpc>
              <a:spcBef>
                <a:spcPts val="1000"/>
              </a:spcBef>
              <a:spcAft>
                <a:spcPts val="1000"/>
              </a:spcAft>
              <a:buSzPts val="1800"/>
              <a:buChar char="･"/>
              <a:defRPr/>
            </a:lvl9pPr>
          </a:lstStyle>
          <a:p/>
        </p:txBody>
      </p:sp>
      <p:sp>
        <p:nvSpPr>
          <p:cNvPr id="259" name="Google Shape;259;p2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60" name="Google Shape;260;p2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61" name="Google Shape;261;p2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262" name="Shape 262"/>
        <p:cNvGrpSpPr/>
        <p:nvPr/>
      </p:nvGrpSpPr>
      <p:grpSpPr>
        <a:xfrm>
          <a:off x="0" y="0"/>
          <a:ext cx="0" cy="0"/>
          <a:chOff x="0" y="0"/>
          <a:chExt cx="0" cy="0"/>
        </a:xfrm>
      </p:grpSpPr>
      <p:sp>
        <p:nvSpPr>
          <p:cNvPr id="263" name="Google Shape;263;p2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64" name="Google Shape;264;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65" name="Google Shape;265;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66" name="Google Shape;266;p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7" name="Google Shape;267;p2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68" name="Google Shape;268;p2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69" name="Google Shape;269;p27"/>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270" name="Google Shape;270;p27"/>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271" name="Google Shape;271;p27"/>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272" name="Google Shape;272;p27"/>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273" name="Shape 273"/>
        <p:cNvGrpSpPr/>
        <p:nvPr/>
      </p:nvGrpSpPr>
      <p:grpSpPr>
        <a:xfrm>
          <a:off x="0" y="0"/>
          <a:ext cx="0" cy="0"/>
          <a:chOff x="0" y="0"/>
          <a:chExt cx="0" cy="0"/>
        </a:xfrm>
      </p:grpSpPr>
      <p:cxnSp>
        <p:nvCxnSpPr>
          <p:cNvPr id="274" name="Google Shape;274;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75" name="Google Shape;275;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76" name="Google Shape;276;p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7" name="Google Shape;277;p2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78" name="Google Shape;278;p2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79" name="Google Shape;279;p28"/>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280" name="Google Shape;280;p28"/>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81" name="Google Shape;281;p28"/>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282" name="Google Shape;282;p28"/>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283" name="Google Shape;283;p28"/>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rtl="0"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284" name="Google Shape;284;p28"/>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
        <p:nvSpPr>
          <p:cNvPr id="285" name="Google Shape;285;p28"/>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86" name="Google Shape;286;p2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87" name="Google Shape;287;p28"/>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288" name="Shape 288"/>
        <p:cNvGrpSpPr/>
        <p:nvPr/>
      </p:nvGrpSpPr>
      <p:grpSpPr>
        <a:xfrm>
          <a:off x="0" y="0"/>
          <a:ext cx="0" cy="0"/>
          <a:chOff x="0" y="0"/>
          <a:chExt cx="0" cy="0"/>
        </a:xfrm>
      </p:grpSpPr>
      <p:sp>
        <p:nvSpPr>
          <p:cNvPr id="289" name="Google Shape;289;p29"/>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90" name="Google Shape;290;p29"/>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91" name="Google Shape;291;p29"/>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cxnSp>
        <p:nvCxnSpPr>
          <p:cNvPr id="292" name="Google Shape;292;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3" name="Google Shape;293;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94" name="Google Shape;294;p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5" name="Google Shape;295;p2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296" name="Google Shape;296;p29"/>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97" name="Google Shape;297;p29"/>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298" name="Google Shape;298;p29"/>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299" name="Google Shape;299;p29"/>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00" name="Google Shape;300;p29"/>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301" name="Google Shape;301;p29"/>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02" name="Google Shape;302;p29"/>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303" name="Google Shape;303;p29"/>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04" name="Google Shape;304;p29"/>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305" name="Google Shape;305;p29"/>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06" name="Google Shape;306;p2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307" name="Google Shape;307;p29"/>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08" name="Shape 308"/>
        <p:cNvGrpSpPr/>
        <p:nvPr/>
      </p:nvGrpSpPr>
      <p:grpSpPr>
        <a:xfrm>
          <a:off x="0" y="0"/>
          <a:ext cx="0" cy="0"/>
          <a:chOff x="0" y="0"/>
          <a:chExt cx="0" cy="0"/>
        </a:xfrm>
      </p:grpSpPr>
      <p:sp>
        <p:nvSpPr>
          <p:cNvPr id="309" name="Google Shape;309;p30"/>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310" name="Google Shape;310;p30"/>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cxnSp>
        <p:nvCxnSpPr>
          <p:cNvPr id="311" name="Google Shape;311;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12" name="Google Shape;312;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13" name="Google Shape;313;p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4" name="Google Shape;314;p3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15" name="Google Shape;315;p3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16" name="Google Shape;316;p30"/>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17" name="Google Shape;317;p30"/>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318" name="Google Shape;318;p30"/>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19" name="Google Shape;319;p30"/>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20" name="Google Shape;320;p30"/>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21" name="Google Shape;321;p30"/>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22" name="Google Shape;322;p30"/>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23" name="Google Shape;323;p3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324" name="Google Shape;324;p30"/>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25" name="Shape 325"/>
        <p:cNvGrpSpPr/>
        <p:nvPr/>
      </p:nvGrpSpPr>
      <p:grpSpPr>
        <a:xfrm>
          <a:off x="0" y="0"/>
          <a:ext cx="0" cy="0"/>
          <a:chOff x="0" y="0"/>
          <a:chExt cx="0" cy="0"/>
        </a:xfrm>
      </p:grpSpPr>
      <p:cxnSp>
        <p:nvCxnSpPr>
          <p:cNvPr id="326" name="Google Shape;326;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7" name="Google Shape;327;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28" name="Google Shape;328;p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9" name="Google Shape;329;p3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30" name="Google Shape;330;p3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31" name="Google Shape;331;p31"/>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32" name="Google Shape;332;p31"/>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33" name="Google Shape;333;p31"/>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34" name="Google Shape;334;p31"/>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35" name="Google Shape;335;p31"/>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336" name="Google Shape;336;p31"/>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37" name="Google Shape;337;p31"/>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38" name="Google Shape;338;p3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339" name="Google Shape;339;p31"/>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40" name="Shape 340"/>
        <p:cNvGrpSpPr/>
        <p:nvPr/>
      </p:nvGrpSpPr>
      <p:grpSpPr>
        <a:xfrm>
          <a:off x="0" y="0"/>
          <a:ext cx="0" cy="0"/>
          <a:chOff x="0" y="0"/>
          <a:chExt cx="0" cy="0"/>
        </a:xfrm>
      </p:grpSpPr>
      <p:cxnSp>
        <p:nvCxnSpPr>
          <p:cNvPr id="341" name="Google Shape;341;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42" name="Google Shape;342;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43" name="Google Shape;343;p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4" name="Google Shape;344;p3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45" name="Google Shape;345;p3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46" name="Google Shape;346;p32"/>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47" name="Google Shape;347;p32"/>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48" name="Google Shape;348;p32"/>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49" name="Google Shape;349;p32"/>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50" name="Google Shape;350;p32"/>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51" name="Google Shape;351;p32"/>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52" name="Google Shape;352;p32"/>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53" name="Google Shape;353;p32"/>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354" name="Google Shape;354;p3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355" name="Google Shape;355;p32"/>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56" name="Shape 356"/>
        <p:cNvGrpSpPr/>
        <p:nvPr/>
      </p:nvGrpSpPr>
      <p:grpSpPr>
        <a:xfrm>
          <a:off x="0" y="0"/>
          <a:ext cx="0" cy="0"/>
          <a:chOff x="0" y="0"/>
          <a:chExt cx="0" cy="0"/>
        </a:xfrm>
      </p:grpSpPr>
      <p:cxnSp>
        <p:nvCxnSpPr>
          <p:cNvPr id="357" name="Google Shape;357;p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58" name="Google Shape;358;p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59" name="Google Shape;359;p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0" name="Google Shape;360;p3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361" name="Google Shape;361;p3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62" name="Google Shape;362;p33"/>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63" name="Google Shape;363;p33"/>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364" name="Google Shape;364;p33"/>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65" name="Google Shape;365;p33"/>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366" name="Google Shape;366;p33"/>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3"/>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3"/>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3"/>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3"/>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3"/>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3"/>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3"/>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3"/>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3"/>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3"/>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3"/>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3"/>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3"/>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3"/>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3"/>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3"/>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3"/>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3"/>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3"/>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3"/>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3"/>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3"/>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3"/>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3"/>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3"/>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3"/>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3"/>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3"/>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3"/>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3"/>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3"/>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3"/>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3"/>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3"/>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3"/>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3"/>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3"/>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3"/>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3"/>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3"/>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3"/>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3"/>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3"/>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3"/>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3"/>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3"/>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3"/>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3"/>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3"/>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3"/>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3"/>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3"/>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3"/>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3"/>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3"/>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3"/>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3"/>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3"/>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3"/>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3"/>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3"/>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3"/>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3"/>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3"/>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3"/>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3"/>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3"/>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3"/>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3"/>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3"/>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3"/>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3"/>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3"/>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3"/>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3"/>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3"/>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3"/>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3"/>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3"/>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3"/>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3"/>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3"/>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3"/>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3"/>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3"/>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3"/>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3"/>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3"/>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3"/>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3"/>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3"/>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3"/>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3"/>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3"/>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3"/>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3"/>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3"/>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3"/>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3"/>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3"/>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3"/>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3"/>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3"/>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3"/>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3"/>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3"/>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3"/>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3"/>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3"/>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3"/>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3"/>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3"/>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3"/>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3"/>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3"/>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3"/>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3"/>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3"/>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3"/>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3"/>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3"/>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3"/>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3"/>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3"/>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3"/>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3"/>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3"/>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3"/>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3"/>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3"/>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3"/>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3"/>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3"/>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3"/>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3"/>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3"/>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3"/>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3"/>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3"/>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3"/>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3"/>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3"/>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3"/>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3"/>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3"/>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3"/>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3"/>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3"/>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3"/>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3"/>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3"/>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3"/>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3"/>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3"/>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3"/>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3"/>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3"/>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3"/>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3"/>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3"/>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3"/>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3"/>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3"/>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3"/>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3"/>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3"/>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3"/>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3"/>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3"/>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3"/>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3"/>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3"/>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3"/>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3"/>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3"/>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3"/>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3"/>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3"/>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3"/>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67" name="Google Shape;567;p3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68" name="Google Shape;568;p33"/>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569" name="Shape 569"/>
        <p:cNvGrpSpPr/>
        <p:nvPr/>
      </p:nvGrpSpPr>
      <p:grpSpPr>
        <a:xfrm>
          <a:off x="0" y="0"/>
          <a:ext cx="0" cy="0"/>
          <a:chOff x="0" y="0"/>
          <a:chExt cx="0" cy="0"/>
        </a:xfrm>
      </p:grpSpPr>
      <p:cxnSp>
        <p:nvCxnSpPr>
          <p:cNvPr id="570" name="Google Shape;570;p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71" name="Google Shape;571;p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72" name="Google Shape;572;p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73" name="Google Shape;573;p3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74" name="Google Shape;574;p3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75" name="Google Shape;575;p34"/>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576" name="Google Shape;576;p34"/>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577" name="Google Shape;577;p34"/>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78" name="Google Shape;578;p34"/>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79" name="Google Shape;579;p34"/>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80" name="Google Shape;580;p34"/>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81" name="Google Shape;581;p34"/>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82" name="Google Shape;582;p34"/>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583" name="Google Shape;583;p34"/>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584" name="Google Shape;584;p34"/>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585" name="Google Shape;585;p34"/>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586" name="Google Shape;586;p34"/>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587" name="Google Shape;587;p3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588" name="Google Shape;588;p34"/>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589" name="Shape 589"/>
        <p:cNvGrpSpPr/>
        <p:nvPr/>
      </p:nvGrpSpPr>
      <p:grpSpPr>
        <a:xfrm>
          <a:off x="0" y="0"/>
          <a:ext cx="0" cy="0"/>
          <a:chOff x="0" y="0"/>
          <a:chExt cx="0" cy="0"/>
        </a:xfrm>
      </p:grpSpPr>
      <p:cxnSp>
        <p:nvCxnSpPr>
          <p:cNvPr id="590" name="Google Shape;590;p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91" name="Google Shape;591;p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92" name="Google Shape;592;p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93" name="Google Shape;593;p3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594" name="Google Shape;594;p3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95" name="Google Shape;595;p35"/>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596" name="Google Shape;596;p35"/>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97" name="Google Shape;597;p35"/>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598" name="Google Shape;598;p35"/>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99" name="Google Shape;599;p35"/>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600" name="Google Shape;600;p35"/>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601" name="Google Shape;601;p35"/>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602" name="Google Shape;602;p35"/>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03" name="Google Shape;603;p3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04" name="Google Shape;604;p35"/>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605" name="Shape 605"/>
        <p:cNvGrpSpPr/>
        <p:nvPr/>
      </p:nvGrpSpPr>
      <p:grpSpPr>
        <a:xfrm>
          <a:off x="0" y="0"/>
          <a:ext cx="0" cy="0"/>
          <a:chOff x="0" y="0"/>
          <a:chExt cx="0" cy="0"/>
        </a:xfrm>
      </p:grpSpPr>
      <p:sp>
        <p:nvSpPr>
          <p:cNvPr id="606" name="Google Shape;606;p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07" name="Google Shape;607;p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08" name="Google Shape;608;p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09" name="Google Shape;609;p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0" name="Google Shape;610;p3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11" name="Google Shape;611;p3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12" name="Google Shape;612;p36"/>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613" name="Google Shape;613;p36"/>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614" name="Google Shape;614;p36"/>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615" name="Shape 615"/>
        <p:cNvGrpSpPr/>
        <p:nvPr/>
      </p:nvGrpSpPr>
      <p:grpSpPr>
        <a:xfrm>
          <a:off x="0" y="0"/>
          <a:ext cx="0" cy="0"/>
          <a:chOff x="0" y="0"/>
          <a:chExt cx="0" cy="0"/>
        </a:xfrm>
      </p:grpSpPr>
      <p:cxnSp>
        <p:nvCxnSpPr>
          <p:cNvPr id="616" name="Google Shape;616;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17" name="Google Shape;617;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18" name="Google Shape;618;p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19" name="Google Shape;619;p3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20" name="Google Shape;620;p3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21" name="Google Shape;621;p37"/>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22" name="Google Shape;622;p37"/>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23" name="Google Shape;623;p37"/>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24" name="Google Shape;624;p37"/>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25" name="Google Shape;625;p37"/>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26" name="Google Shape;626;p37"/>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27" name="Google Shape;627;p37"/>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28" name="Google Shape;628;p37"/>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29" name="Google Shape;629;p37"/>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30" name="Google Shape;630;p3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31" name="Google Shape;631;p37"/>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632" name="Shape 632"/>
        <p:cNvGrpSpPr/>
        <p:nvPr/>
      </p:nvGrpSpPr>
      <p:grpSpPr>
        <a:xfrm>
          <a:off x="0" y="0"/>
          <a:ext cx="0" cy="0"/>
          <a:chOff x="0" y="0"/>
          <a:chExt cx="0" cy="0"/>
        </a:xfrm>
      </p:grpSpPr>
      <p:cxnSp>
        <p:nvCxnSpPr>
          <p:cNvPr id="633" name="Google Shape;633;p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34" name="Google Shape;634;p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35" name="Google Shape;635;p3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36" name="Google Shape;636;p3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37" name="Google Shape;637;p3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638" name="Google Shape;638;p38"/>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39" name="Google Shape;639;p38"/>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40" name="Google Shape;640;p38"/>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641" name="Google Shape;641;p38"/>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2" name="Google Shape;642;p38"/>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43" name="Google Shape;643;p38"/>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4" name="Google Shape;644;p38"/>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45" name="Google Shape;645;p38"/>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6" name="Google Shape;646;p38"/>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47" name="Google Shape;647;p38"/>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8" name="Google Shape;648;p38"/>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49" name="Google Shape;649;p38"/>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50" name="Google Shape;650;p3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51" name="Google Shape;651;p38"/>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52" name="Shape 652"/>
        <p:cNvGrpSpPr/>
        <p:nvPr/>
      </p:nvGrpSpPr>
      <p:grpSpPr>
        <a:xfrm>
          <a:off x="0" y="0"/>
          <a:ext cx="0" cy="0"/>
          <a:chOff x="0" y="0"/>
          <a:chExt cx="0" cy="0"/>
        </a:xfrm>
      </p:grpSpPr>
      <p:sp>
        <p:nvSpPr>
          <p:cNvPr id="653" name="Google Shape;653;p39"/>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654" name="Google Shape;654;p39"/>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655" name="Google Shape;655;p39"/>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656" name="Google Shape;656;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57" name="Google Shape;657;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8" name="Google Shape;658;p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9" name="Google Shape;659;p3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60" name="Google Shape;660;p3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61" name="Google Shape;661;p39"/>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62" name="Google Shape;662;p39"/>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3" name="Google Shape;663;p39"/>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64" name="Google Shape;664;p39"/>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65" name="Google Shape;665;p39"/>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66" name="Google Shape;666;p39"/>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667" name="Shape 667"/>
        <p:cNvGrpSpPr/>
        <p:nvPr/>
      </p:nvGrpSpPr>
      <p:grpSpPr>
        <a:xfrm>
          <a:off x="0" y="0"/>
          <a:ext cx="0" cy="0"/>
          <a:chOff x="0" y="0"/>
          <a:chExt cx="0" cy="0"/>
        </a:xfrm>
      </p:grpSpPr>
      <p:cxnSp>
        <p:nvCxnSpPr>
          <p:cNvPr id="668" name="Google Shape;668;p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69" name="Google Shape;669;p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0" name="Google Shape;670;p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71" name="Google Shape;671;p4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72" name="Google Shape;672;p4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673" name="Google Shape;673;p40"/>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674" name="Google Shape;674;p40"/>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675" name="Google Shape;675;p40"/>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76" name="Google Shape;676;p40"/>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77" name="Google Shape;677;p40"/>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78" name="Google Shape;678;p40"/>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79" name="Google Shape;679;p40"/>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680" name="Google Shape;680;p40"/>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81" name="Google Shape;681;p40"/>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82" name="Google Shape;682;p4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83" name="Google Shape;683;p40"/>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684" name="Shape 684"/>
        <p:cNvGrpSpPr/>
        <p:nvPr/>
      </p:nvGrpSpPr>
      <p:grpSpPr>
        <a:xfrm>
          <a:off x="0" y="0"/>
          <a:ext cx="0" cy="0"/>
          <a:chOff x="0" y="0"/>
          <a:chExt cx="0" cy="0"/>
        </a:xfrm>
      </p:grpSpPr>
      <p:cxnSp>
        <p:nvCxnSpPr>
          <p:cNvPr id="685" name="Google Shape;685;p4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86" name="Google Shape;686;p4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87" name="Google Shape;687;p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88" name="Google Shape;688;p4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89" name="Google Shape;689;p4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90" name="Google Shape;690;p41"/>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
        <p:nvSpPr>
          <p:cNvPr id="691" name="Google Shape;691;p4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692" name="Google Shape;692;p4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693" name="Google Shape;693;p41"/>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694" name="Shape 694"/>
        <p:cNvGrpSpPr/>
        <p:nvPr/>
      </p:nvGrpSpPr>
      <p:grpSpPr>
        <a:xfrm>
          <a:off x="0" y="0"/>
          <a:ext cx="0" cy="0"/>
          <a:chOff x="0" y="0"/>
          <a:chExt cx="0" cy="0"/>
        </a:xfrm>
      </p:grpSpPr>
      <p:cxnSp>
        <p:nvCxnSpPr>
          <p:cNvPr id="695" name="Google Shape;695;p4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96" name="Google Shape;696;p4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97" name="Google Shape;697;p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98" name="Google Shape;698;p4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699" name="Google Shape;699;p4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700" name="Google Shape;700;p42"/>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
        <p:nvSpPr>
          <p:cNvPr id="701" name="Google Shape;701;p4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702" name="Google Shape;702;p4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703" name="Google Shape;703;p42"/>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704" name="Shape 704"/>
        <p:cNvGrpSpPr/>
        <p:nvPr/>
      </p:nvGrpSpPr>
      <p:grpSpPr>
        <a:xfrm>
          <a:off x="0" y="0"/>
          <a:ext cx="0" cy="0"/>
          <a:chOff x="0" y="0"/>
          <a:chExt cx="0" cy="0"/>
        </a:xfrm>
      </p:grpSpPr>
      <p:sp>
        <p:nvSpPr>
          <p:cNvPr id="705" name="Google Shape;705;p43"/>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800">
                <a:solidFill>
                  <a:schemeClr val="accent1"/>
                </a:solidFill>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706" name="Google Shape;706;p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707" name="Google Shape;707;p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08" name="Google Shape;708;p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09" name="Google Shape;709;p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10" name="Google Shape;710;p4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11" name="Google Shape;711;p4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712" name="Shape 712"/>
        <p:cNvGrpSpPr/>
        <p:nvPr/>
      </p:nvGrpSpPr>
      <p:grpSpPr>
        <a:xfrm>
          <a:off x="0" y="0"/>
          <a:ext cx="0" cy="0"/>
          <a:chOff x="0" y="0"/>
          <a:chExt cx="0" cy="0"/>
        </a:xfrm>
      </p:grpSpPr>
      <p:sp>
        <p:nvSpPr>
          <p:cNvPr id="713" name="Google Shape;713;p44"/>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Clr>
                <a:srgbClr val="FFFFFF"/>
              </a:buClr>
              <a:buSzPts val="1800"/>
              <a:buChar char="▸"/>
              <a:defRPr>
                <a:solidFill>
                  <a:srgbClr val="FFFFFF"/>
                </a:solidFill>
              </a:defRPr>
            </a:lvl1pPr>
            <a:lvl2pPr indent="-342900" lvl="1" marL="914400" rtl="0">
              <a:lnSpc>
                <a:spcPct val="115000"/>
              </a:lnSpc>
              <a:spcBef>
                <a:spcPts val="2000"/>
              </a:spcBef>
              <a:spcAft>
                <a:spcPts val="0"/>
              </a:spcAft>
              <a:buClr>
                <a:srgbClr val="FFFFFF"/>
              </a:buClr>
              <a:buSzPts val="1800"/>
              <a:buChar char="･"/>
              <a:defRPr>
                <a:solidFill>
                  <a:srgbClr val="FFFFFF"/>
                </a:solidFill>
              </a:defRPr>
            </a:lvl2pPr>
            <a:lvl3pPr indent="-342900" lvl="2" marL="1371600" rtl="0">
              <a:lnSpc>
                <a:spcPct val="115000"/>
              </a:lnSpc>
              <a:spcBef>
                <a:spcPts val="2000"/>
              </a:spcBef>
              <a:spcAft>
                <a:spcPts val="0"/>
              </a:spcAft>
              <a:buClr>
                <a:srgbClr val="FFFFFF"/>
              </a:buClr>
              <a:buSzPts val="1800"/>
              <a:buChar char="･"/>
              <a:defRPr>
                <a:solidFill>
                  <a:srgbClr val="FFFFFF"/>
                </a:solidFill>
              </a:defRPr>
            </a:lvl3pPr>
            <a:lvl4pPr indent="-342900" lvl="3" marL="1828800" rtl="0">
              <a:lnSpc>
                <a:spcPct val="115000"/>
              </a:lnSpc>
              <a:spcBef>
                <a:spcPts val="2000"/>
              </a:spcBef>
              <a:spcAft>
                <a:spcPts val="0"/>
              </a:spcAft>
              <a:buClr>
                <a:srgbClr val="FFFFFF"/>
              </a:buClr>
              <a:buSzPts val="1800"/>
              <a:buChar char="･"/>
              <a:defRPr>
                <a:solidFill>
                  <a:srgbClr val="FFFFFF"/>
                </a:solidFill>
              </a:defRPr>
            </a:lvl4pPr>
            <a:lvl5pPr indent="-342900" lvl="4" marL="2286000" rtl="0">
              <a:lnSpc>
                <a:spcPct val="115000"/>
              </a:lnSpc>
              <a:spcBef>
                <a:spcPts val="2000"/>
              </a:spcBef>
              <a:spcAft>
                <a:spcPts val="0"/>
              </a:spcAft>
              <a:buClr>
                <a:srgbClr val="FFFFFF"/>
              </a:buClr>
              <a:buSzPts val="1800"/>
              <a:buChar char="･"/>
              <a:defRPr>
                <a:solidFill>
                  <a:srgbClr val="FFFFFF"/>
                </a:solidFill>
              </a:defRPr>
            </a:lvl5pPr>
            <a:lvl6pPr indent="-342900" lvl="5" marL="2743200" rtl="0">
              <a:lnSpc>
                <a:spcPct val="115000"/>
              </a:lnSpc>
              <a:spcBef>
                <a:spcPts val="2000"/>
              </a:spcBef>
              <a:spcAft>
                <a:spcPts val="0"/>
              </a:spcAft>
              <a:buClr>
                <a:srgbClr val="FFFFFF"/>
              </a:buClr>
              <a:buSzPts val="1800"/>
              <a:buChar char="･"/>
              <a:defRPr>
                <a:solidFill>
                  <a:srgbClr val="FFFFFF"/>
                </a:solidFill>
              </a:defRPr>
            </a:lvl6pPr>
            <a:lvl7pPr indent="-342900" lvl="6" marL="3200400" rtl="0">
              <a:lnSpc>
                <a:spcPct val="115000"/>
              </a:lnSpc>
              <a:spcBef>
                <a:spcPts val="2000"/>
              </a:spcBef>
              <a:spcAft>
                <a:spcPts val="0"/>
              </a:spcAft>
              <a:buClr>
                <a:srgbClr val="FFFFFF"/>
              </a:buClr>
              <a:buSzPts val="1800"/>
              <a:buChar char="･"/>
              <a:defRPr>
                <a:solidFill>
                  <a:srgbClr val="FFFFFF"/>
                </a:solidFill>
              </a:defRPr>
            </a:lvl7pPr>
            <a:lvl8pPr indent="-342900" lvl="7" marL="3657600" rtl="0">
              <a:lnSpc>
                <a:spcPct val="115000"/>
              </a:lnSpc>
              <a:spcBef>
                <a:spcPts val="2000"/>
              </a:spcBef>
              <a:spcAft>
                <a:spcPts val="0"/>
              </a:spcAft>
              <a:buClr>
                <a:srgbClr val="FFFFFF"/>
              </a:buClr>
              <a:buSzPts val="1800"/>
              <a:buChar char="･"/>
              <a:defRPr>
                <a:solidFill>
                  <a:srgbClr val="FFFFFF"/>
                </a:solidFill>
              </a:defRPr>
            </a:lvl8pPr>
            <a:lvl9pPr indent="-342900" lvl="8" marL="4114800" rtl="0">
              <a:lnSpc>
                <a:spcPct val="115000"/>
              </a:lnSpc>
              <a:spcBef>
                <a:spcPts val="2000"/>
              </a:spcBef>
              <a:spcAft>
                <a:spcPts val="2000"/>
              </a:spcAft>
              <a:buClr>
                <a:srgbClr val="FFFFFF"/>
              </a:buClr>
              <a:buSzPts val="1800"/>
              <a:buChar char="･"/>
              <a:defRPr>
                <a:solidFill>
                  <a:srgbClr val="FFFFFF"/>
                </a:solidFill>
              </a:defRPr>
            </a:lvl9pPr>
          </a:lstStyle>
          <a:p/>
        </p:txBody>
      </p:sp>
      <p:sp>
        <p:nvSpPr>
          <p:cNvPr id="714" name="Google Shape;714;p44"/>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Clr>
                <a:srgbClr val="FFFFFF"/>
              </a:buClr>
              <a:buSzPts val="1800"/>
              <a:buChar char="▸"/>
              <a:defRPr>
                <a:solidFill>
                  <a:srgbClr val="FFFFFF"/>
                </a:solidFill>
              </a:defRPr>
            </a:lvl1pPr>
            <a:lvl2pPr indent="-342900" lvl="1" marL="914400" rtl="0">
              <a:lnSpc>
                <a:spcPct val="115000"/>
              </a:lnSpc>
              <a:spcBef>
                <a:spcPts val="2000"/>
              </a:spcBef>
              <a:spcAft>
                <a:spcPts val="0"/>
              </a:spcAft>
              <a:buClr>
                <a:srgbClr val="FFFFFF"/>
              </a:buClr>
              <a:buSzPts val="1800"/>
              <a:buChar char="･"/>
              <a:defRPr>
                <a:solidFill>
                  <a:srgbClr val="FFFFFF"/>
                </a:solidFill>
              </a:defRPr>
            </a:lvl2pPr>
            <a:lvl3pPr indent="-342900" lvl="2" marL="1371600" rtl="0">
              <a:lnSpc>
                <a:spcPct val="115000"/>
              </a:lnSpc>
              <a:spcBef>
                <a:spcPts val="2000"/>
              </a:spcBef>
              <a:spcAft>
                <a:spcPts val="0"/>
              </a:spcAft>
              <a:buClr>
                <a:srgbClr val="FFFFFF"/>
              </a:buClr>
              <a:buSzPts val="1800"/>
              <a:buChar char="･"/>
              <a:defRPr>
                <a:solidFill>
                  <a:srgbClr val="FFFFFF"/>
                </a:solidFill>
              </a:defRPr>
            </a:lvl3pPr>
            <a:lvl4pPr indent="-342900" lvl="3" marL="1828800" rtl="0">
              <a:lnSpc>
                <a:spcPct val="115000"/>
              </a:lnSpc>
              <a:spcBef>
                <a:spcPts val="2000"/>
              </a:spcBef>
              <a:spcAft>
                <a:spcPts val="0"/>
              </a:spcAft>
              <a:buClr>
                <a:srgbClr val="FFFFFF"/>
              </a:buClr>
              <a:buSzPts val="1800"/>
              <a:buChar char="･"/>
              <a:defRPr>
                <a:solidFill>
                  <a:srgbClr val="FFFFFF"/>
                </a:solidFill>
              </a:defRPr>
            </a:lvl4pPr>
            <a:lvl5pPr indent="-342900" lvl="4" marL="2286000" rtl="0">
              <a:lnSpc>
                <a:spcPct val="115000"/>
              </a:lnSpc>
              <a:spcBef>
                <a:spcPts val="2000"/>
              </a:spcBef>
              <a:spcAft>
                <a:spcPts val="0"/>
              </a:spcAft>
              <a:buClr>
                <a:srgbClr val="FFFFFF"/>
              </a:buClr>
              <a:buSzPts val="1800"/>
              <a:buChar char="･"/>
              <a:defRPr>
                <a:solidFill>
                  <a:srgbClr val="FFFFFF"/>
                </a:solidFill>
              </a:defRPr>
            </a:lvl5pPr>
            <a:lvl6pPr indent="-342900" lvl="5" marL="2743200" rtl="0">
              <a:lnSpc>
                <a:spcPct val="115000"/>
              </a:lnSpc>
              <a:spcBef>
                <a:spcPts val="2000"/>
              </a:spcBef>
              <a:spcAft>
                <a:spcPts val="0"/>
              </a:spcAft>
              <a:buClr>
                <a:srgbClr val="FFFFFF"/>
              </a:buClr>
              <a:buSzPts val="1800"/>
              <a:buChar char="･"/>
              <a:defRPr>
                <a:solidFill>
                  <a:srgbClr val="FFFFFF"/>
                </a:solidFill>
              </a:defRPr>
            </a:lvl6pPr>
            <a:lvl7pPr indent="-342900" lvl="6" marL="3200400" rtl="0">
              <a:lnSpc>
                <a:spcPct val="115000"/>
              </a:lnSpc>
              <a:spcBef>
                <a:spcPts val="2000"/>
              </a:spcBef>
              <a:spcAft>
                <a:spcPts val="0"/>
              </a:spcAft>
              <a:buClr>
                <a:srgbClr val="FFFFFF"/>
              </a:buClr>
              <a:buSzPts val="1800"/>
              <a:buChar char="･"/>
              <a:defRPr>
                <a:solidFill>
                  <a:srgbClr val="FFFFFF"/>
                </a:solidFill>
              </a:defRPr>
            </a:lvl7pPr>
            <a:lvl8pPr indent="-342900" lvl="7" marL="3657600" rtl="0">
              <a:lnSpc>
                <a:spcPct val="115000"/>
              </a:lnSpc>
              <a:spcBef>
                <a:spcPts val="2000"/>
              </a:spcBef>
              <a:spcAft>
                <a:spcPts val="0"/>
              </a:spcAft>
              <a:buClr>
                <a:srgbClr val="FFFFFF"/>
              </a:buClr>
              <a:buSzPts val="1800"/>
              <a:buChar char="･"/>
              <a:defRPr>
                <a:solidFill>
                  <a:srgbClr val="FFFFFF"/>
                </a:solidFill>
              </a:defRPr>
            </a:lvl8pPr>
            <a:lvl9pPr indent="-342900" lvl="8" marL="4114800" rtl="0">
              <a:lnSpc>
                <a:spcPct val="115000"/>
              </a:lnSpc>
              <a:spcBef>
                <a:spcPts val="2000"/>
              </a:spcBef>
              <a:spcAft>
                <a:spcPts val="2000"/>
              </a:spcAft>
              <a:buClr>
                <a:srgbClr val="FFFFFF"/>
              </a:buClr>
              <a:buSzPts val="1800"/>
              <a:buChar char="･"/>
              <a:defRPr>
                <a:solidFill>
                  <a:srgbClr val="FFFFFF"/>
                </a:solidFill>
              </a:defRPr>
            </a:lvl9pPr>
          </a:lstStyle>
          <a:p/>
        </p:txBody>
      </p:sp>
      <p:sp>
        <p:nvSpPr>
          <p:cNvPr id="715" name="Google Shape;715;p44"/>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cxnSp>
        <p:nvCxnSpPr>
          <p:cNvPr id="716" name="Google Shape;716;p4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17" name="Google Shape;717;p4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718" name="Google Shape;718;p4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719" name="Google Shape;719;p44"/>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720" name="Google Shape;720;p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721" name="Google Shape;721;p44"/>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722" name="Shape 722"/>
        <p:cNvGrpSpPr/>
        <p:nvPr/>
      </p:nvGrpSpPr>
      <p:grpSpPr>
        <a:xfrm>
          <a:off x="0" y="0"/>
          <a:ext cx="0" cy="0"/>
          <a:chOff x="0" y="0"/>
          <a:chExt cx="0" cy="0"/>
        </a:xfrm>
      </p:grpSpPr>
      <p:cxnSp>
        <p:nvCxnSpPr>
          <p:cNvPr id="723" name="Google Shape;723;p4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24" name="Google Shape;724;p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25" name="Google Shape;725;p4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26" name="Google Shape;726;p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27" name="Google Shape;727;p4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28" name="Google Shape;728;p4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729" name="Google Shape;729;p45"/>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730" name="Google Shape;730;p45"/>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731" name="Google Shape;731;p45"/>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732" name="Shape 732"/>
        <p:cNvGrpSpPr/>
        <p:nvPr/>
      </p:nvGrpSpPr>
      <p:grpSpPr>
        <a:xfrm>
          <a:off x="0" y="0"/>
          <a:ext cx="0" cy="0"/>
          <a:chOff x="0" y="0"/>
          <a:chExt cx="0" cy="0"/>
        </a:xfrm>
      </p:grpSpPr>
      <p:cxnSp>
        <p:nvCxnSpPr>
          <p:cNvPr id="733" name="Google Shape;733;p4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34" name="Google Shape;734;p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735" name="Google Shape;735;p4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36" name="Google Shape;736;p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37" name="Google Shape;737;p4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38" name="Google Shape;738;p4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739" name="Google Shape;739;p46"/>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rtl="0">
              <a:lnSpc>
                <a:spcPct val="115000"/>
              </a:lnSpc>
              <a:spcBef>
                <a:spcPts val="0"/>
              </a:spcBef>
              <a:spcAft>
                <a:spcPts val="0"/>
              </a:spcAft>
              <a:buSzPts val="1800"/>
              <a:buChar char="▸"/>
              <a:defRPr/>
            </a:lvl1pPr>
            <a:lvl2pPr indent="-342900" lvl="1" marL="914400" rtl="0">
              <a:lnSpc>
                <a:spcPct val="115000"/>
              </a:lnSpc>
              <a:spcBef>
                <a:spcPts val="2000"/>
              </a:spcBef>
              <a:spcAft>
                <a:spcPts val="0"/>
              </a:spcAft>
              <a:buSzPts val="1800"/>
              <a:buChar char="･"/>
              <a:defRPr/>
            </a:lvl2pPr>
            <a:lvl3pPr indent="-342900" lvl="2" marL="1371600" rtl="0">
              <a:lnSpc>
                <a:spcPct val="115000"/>
              </a:lnSpc>
              <a:spcBef>
                <a:spcPts val="2000"/>
              </a:spcBef>
              <a:spcAft>
                <a:spcPts val="0"/>
              </a:spcAft>
              <a:buSzPts val="1800"/>
              <a:buChar char="･"/>
              <a:defRPr/>
            </a:lvl3pPr>
            <a:lvl4pPr indent="-342900" lvl="3" marL="1828800" rtl="0">
              <a:lnSpc>
                <a:spcPct val="115000"/>
              </a:lnSpc>
              <a:spcBef>
                <a:spcPts val="2000"/>
              </a:spcBef>
              <a:spcAft>
                <a:spcPts val="0"/>
              </a:spcAft>
              <a:buSzPts val="1800"/>
              <a:buChar char="･"/>
              <a:defRPr/>
            </a:lvl4pPr>
            <a:lvl5pPr indent="-342900" lvl="4" marL="2286000" rtl="0">
              <a:lnSpc>
                <a:spcPct val="115000"/>
              </a:lnSpc>
              <a:spcBef>
                <a:spcPts val="2000"/>
              </a:spcBef>
              <a:spcAft>
                <a:spcPts val="0"/>
              </a:spcAft>
              <a:buSzPts val="1800"/>
              <a:buChar char="･"/>
              <a:defRPr/>
            </a:lvl5pPr>
            <a:lvl6pPr indent="-342900" lvl="5" marL="2743200" rtl="0">
              <a:lnSpc>
                <a:spcPct val="115000"/>
              </a:lnSpc>
              <a:spcBef>
                <a:spcPts val="2000"/>
              </a:spcBef>
              <a:spcAft>
                <a:spcPts val="0"/>
              </a:spcAft>
              <a:buSzPts val="1800"/>
              <a:buChar char="･"/>
              <a:defRPr/>
            </a:lvl6pPr>
            <a:lvl7pPr indent="-342900" lvl="6" marL="3200400" rtl="0">
              <a:lnSpc>
                <a:spcPct val="115000"/>
              </a:lnSpc>
              <a:spcBef>
                <a:spcPts val="2000"/>
              </a:spcBef>
              <a:spcAft>
                <a:spcPts val="0"/>
              </a:spcAft>
              <a:buSzPts val="1800"/>
              <a:buChar char="･"/>
              <a:defRPr/>
            </a:lvl7pPr>
            <a:lvl8pPr indent="-342900" lvl="7" marL="3657600" rtl="0">
              <a:lnSpc>
                <a:spcPct val="115000"/>
              </a:lnSpc>
              <a:spcBef>
                <a:spcPts val="2000"/>
              </a:spcBef>
              <a:spcAft>
                <a:spcPts val="0"/>
              </a:spcAft>
              <a:buSzPts val="1800"/>
              <a:buChar char="･"/>
              <a:defRPr/>
            </a:lvl8pPr>
            <a:lvl9pPr indent="-342900" lvl="8" marL="4114800" rtl="0">
              <a:lnSpc>
                <a:spcPct val="115000"/>
              </a:lnSpc>
              <a:spcBef>
                <a:spcPts val="2000"/>
              </a:spcBef>
              <a:spcAft>
                <a:spcPts val="2000"/>
              </a:spcAft>
              <a:buSzPts val="1800"/>
              <a:buChar char="･"/>
              <a:defRPr/>
            </a:lvl9pPr>
          </a:lstStyle>
          <a:p/>
        </p:txBody>
      </p:sp>
      <p:sp>
        <p:nvSpPr>
          <p:cNvPr id="740" name="Google Shape;740;p46"/>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33">
    <p:spTree>
      <p:nvGrpSpPr>
        <p:cNvPr id="741" name="Shape 741"/>
        <p:cNvGrpSpPr/>
        <p:nvPr/>
      </p:nvGrpSpPr>
      <p:grpSpPr>
        <a:xfrm>
          <a:off x="0" y="0"/>
          <a:ext cx="0" cy="0"/>
          <a:chOff x="0" y="0"/>
          <a:chExt cx="0" cy="0"/>
        </a:xfrm>
      </p:grpSpPr>
      <p:sp>
        <p:nvSpPr>
          <p:cNvPr id="742" name="Google Shape;742;p47"/>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43" name="Google Shape;743;p4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44" name="Google Shape;744;p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45" name="Google Shape;745;p47"/>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746" name="Google Shape;746;p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47" name="Google Shape;747;p4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48" name="Google Shape;748;p47"/>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p:cSld name="CUSTOM_4_2_3">
    <p:spTree>
      <p:nvGrpSpPr>
        <p:cNvPr id="749" name="Shape 749"/>
        <p:cNvGrpSpPr/>
        <p:nvPr/>
      </p:nvGrpSpPr>
      <p:grpSpPr>
        <a:xfrm>
          <a:off x="0" y="0"/>
          <a:ext cx="0" cy="0"/>
          <a:chOff x="0" y="0"/>
          <a:chExt cx="0" cy="0"/>
        </a:xfrm>
      </p:grpSpPr>
      <p:sp>
        <p:nvSpPr>
          <p:cNvPr id="750" name="Google Shape;750;p48"/>
          <p:cNvSpPr txBox="1"/>
          <p:nvPr>
            <p:ph type="title"/>
          </p:nvPr>
        </p:nvSpPr>
        <p:spPr>
          <a:xfrm>
            <a:off x="1752600" y="946000"/>
            <a:ext cx="8686800" cy="4566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751" name="Google Shape;751;p48"/>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2000">
                <a:solidFill>
                  <a:schemeClr val="dk2"/>
                </a:solidFill>
              </a:defRPr>
            </a:lvl1pPr>
            <a:lvl2pPr lvl="1" rtl="0" algn="ctr">
              <a:lnSpc>
                <a:spcPct val="100000"/>
              </a:lnSpc>
              <a:spcBef>
                <a:spcPts val="0"/>
              </a:spcBef>
              <a:spcAft>
                <a:spcPts val="0"/>
              </a:spcAft>
              <a:buNone/>
              <a:defRPr/>
            </a:lvl2pPr>
            <a:lvl3pPr lvl="2" rtl="0" algn="ctr">
              <a:lnSpc>
                <a:spcPct val="100000"/>
              </a:lnSpc>
              <a:spcBef>
                <a:spcPts val="0"/>
              </a:spcBef>
              <a:spcAft>
                <a:spcPts val="0"/>
              </a:spcAft>
              <a:buNone/>
              <a:defRPr/>
            </a:lvl3pPr>
            <a:lvl4pPr lvl="3" rtl="0" algn="ctr">
              <a:lnSpc>
                <a:spcPct val="100000"/>
              </a:lnSpc>
              <a:spcBef>
                <a:spcPts val="0"/>
              </a:spcBef>
              <a:spcAft>
                <a:spcPts val="0"/>
              </a:spcAft>
              <a:buNone/>
              <a:defRPr/>
            </a:lvl4pPr>
            <a:lvl5pPr lvl="4" rtl="0" algn="ctr">
              <a:lnSpc>
                <a:spcPct val="100000"/>
              </a:lnSpc>
              <a:spcBef>
                <a:spcPts val="0"/>
              </a:spcBef>
              <a:spcAft>
                <a:spcPts val="0"/>
              </a:spcAft>
              <a:buNone/>
              <a:defRPr/>
            </a:lvl5pPr>
            <a:lvl6pPr lvl="5" rtl="0" algn="ctr">
              <a:lnSpc>
                <a:spcPct val="100000"/>
              </a:lnSpc>
              <a:spcBef>
                <a:spcPts val="0"/>
              </a:spcBef>
              <a:spcAft>
                <a:spcPts val="0"/>
              </a:spcAft>
              <a:buNone/>
              <a:defRPr/>
            </a:lvl6pPr>
            <a:lvl7pPr lvl="6" rtl="0" algn="ctr">
              <a:lnSpc>
                <a:spcPct val="100000"/>
              </a:lnSpc>
              <a:spcBef>
                <a:spcPts val="0"/>
              </a:spcBef>
              <a:spcAft>
                <a:spcPts val="0"/>
              </a:spcAft>
              <a:buNone/>
              <a:defRPr/>
            </a:lvl7pPr>
            <a:lvl8pPr lvl="7" rtl="0" algn="ctr">
              <a:lnSpc>
                <a:spcPct val="100000"/>
              </a:lnSpc>
              <a:spcBef>
                <a:spcPts val="0"/>
              </a:spcBef>
              <a:spcAft>
                <a:spcPts val="0"/>
              </a:spcAft>
              <a:buNone/>
              <a:defRPr/>
            </a:lvl8pPr>
            <a:lvl9pPr lvl="8" rtl="0" algn="ctr">
              <a:lnSpc>
                <a:spcPct val="100000"/>
              </a:lnSpc>
              <a:spcBef>
                <a:spcPts val="0"/>
              </a:spcBef>
              <a:spcAft>
                <a:spcPts val="0"/>
              </a:spcAft>
              <a:buNone/>
              <a:defRPr/>
            </a:lvl9pPr>
          </a:lstStyle>
          <a:p/>
        </p:txBody>
      </p:sp>
      <p:cxnSp>
        <p:nvCxnSpPr>
          <p:cNvPr id="752" name="Google Shape;752;p4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53" name="Google Shape;753;p4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900"/>
              <a:buFont typeface="Red Hat Display SemiBold"/>
              <a:buNone/>
              <a:defRPr sz="900">
                <a:solidFill>
                  <a:schemeClr val="accent1"/>
                </a:solidFill>
                <a:latin typeface="Red Hat Display SemiBold"/>
                <a:ea typeface="Red Hat Display SemiBold"/>
                <a:cs typeface="Red Hat Display SemiBold"/>
                <a:sym typeface="Red Hat Display SemiBold"/>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54" name="Google Shape;754;p4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55" name="Google Shape;755;p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56" name="Google Shape;756;p4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57" name="Google Shape;757;p48"/>
          <p:cNvSpPr txBox="1"/>
          <p:nvPr>
            <p:ph idx="3" type="subTitle"/>
          </p:nvPr>
        </p:nvSpPr>
        <p:spPr>
          <a:xfrm>
            <a:off x="885050" y="6169550"/>
            <a:ext cx="9183000" cy="559800"/>
          </a:xfrm>
          <a:prstGeom prst="rect">
            <a:avLst/>
          </a:prstGeom>
          <a:noFill/>
        </p:spPr>
        <p:txBody>
          <a:bodyPr anchorCtr="0" anchor="b" bIns="0" lIns="0" spcFirstLastPara="1" rIns="0" wrap="square" tIns="0">
            <a:noAutofit/>
          </a:bodyPr>
          <a:lstStyle>
            <a:lvl1pPr lvl="0" rtl="0">
              <a:lnSpc>
                <a:spcPct val="142000"/>
              </a:lnSpc>
              <a:spcBef>
                <a:spcPts val="0"/>
              </a:spcBef>
              <a:spcAft>
                <a:spcPts val="0"/>
              </a:spcAft>
              <a:buNone/>
              <a:defRPr sz="600">
                <a:solidFill>
                  <a:schemeClr val="dk2"/>
                </a:solidFill>
              </a:defRPr>
            </a:lvl1pPr>
            <a:lvl2pPr lvl="1" rtl="0">
              <a:lnSpc>
                <a:spcPct val="142000"/>
              </a:lnSpc>
              <a:spcBef>
                <a:spcPts val="0"/>
              </a:spcBef>
              <a:spcAft>
                <a:spcPts val="0"/>
              </a:spcAft>
              <a:buNone/>
              <a:defRPr sz="600">
                <a:solidFill>
                  <a:schemeClr val="dk2"/>
                </a:solidFill>
              </a:defRPr>
            </a:lvl2pPr>
            <a:lvl3pPr lvl="2" rtl="0">
              <a:lnSpc>
                <a:spcPct val="142000"/>
              </a:lnSpc>
              <a:spcBef>
                <a:spcPts val="0"/>
              </a:spcBef>
              <a:spcAft>
                <a:spcPts val="0"/>
              </a:spcAft>
              <a:buNone/>
              <a:defRPr sz="600">
                <a:solidFill>
                  <a:schemeClr val="dk2"/>
                </a:solidFill>
              </a:defRPr>
            </a:lvl3pPr>
            <a:lvl4pPr lvl="3" rtl="0">
              <a:lnSpc>
                <a:spcPct val="142000"/>
              </a:lnSpc>
              <a:spcBef>
                <a:spcPts val="0"/>
              </a:spcBef>
              <a:spcAft>
                <a:spcPts val="0"/>
              </a:spcAft>
              <a:buNone/>
              <a:defRPr sz="600">
                <a:solidFill>
                  <a:schemeClr val="dk2"/>
                </a:solidFill>
              </a:defRPr>
            </a:lvl4pPr>
            <a:lvl5pPr lvl="4" rtl="0">
              <a:lnSpc>
                <a:spcPct val="142000"/>
              </a:lnSpc>
              <a:spcBef>
                <a:spcPts val="0"/>
              </a:spcBef>
              <a:spcAft>
                <a:spcPts val="0"/>
              </a:spcAft>
              <a:buNone/>
              <a:defRPr sz="600">
                <a:solidFill>
                  <a:schemeClr val="dk2"/>
                </a:solidFill>
              </a:defRPr>
            </a:lvl5pPr>
            <a:lvl6pPr lvl="5" rtl="0">
              <a:lnSpc>
                <a:spcPct val="142000"/>
              </a:lnSpc>
              <a:spcBef>
                <a:spcPts val="0"/>
              </a:spcBef>
              <a:spcAft>
                <a:spcPts val="0"/>
              </a:spcAft>
              <a:buNone/>
              <a:defRPr sz="600">
                <a:solidFill>
                  <a:schemeClr val="dk2"/>
                </a:solidFill>
              </a:defRPr>
            </a:lvl6pPr>
            <a:lvl7pPr lvl="6" rtl="0">
              <a:lnSpc>
                <a:spcPct val="142000"/>
              </a:lnSpc>
              <a:spcBef>
                <a:spcPts val="0"/>
              </a:spcBef>
              <a:spcAft>
                <a:spcPts val="0"/>
              </a:spcAft>
              <a:buNone/>
              <a:defRPr sz="600">
                <a:solidFill>
                  <a:schemeClr val="dk2"/>
                </a:solidFill>
              </a:defRPr>
            </a:lvl7pPr>
            <a:lvl8pPr lvl="7" rtl="0">
              <a:lnSpc>
                <a:spcPct val="142000"/>
              </a:lnSpc>
              <a:spcBef>
                <a:spcPts val="0"/>
              </a:spcBef>
              <a:spcAft>
                <a:spcPts val="0"/>
              </a:spcAft>
              <a:buNone/>
              <a:defRPr sz="600">
                <a:solidFill>
                  <a:schemeClr val="dk2"/>
                </a:solidFill>
              </a:defRPr>
            </a:lvl8pPr>
            <a:lvl9pPr lvl="8" rtl="0">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3">
  <p:cSld name="CUSTOM_11_1_1">
    <p:bg>
      <p:bgPr>
        <a:blipFill>
          <a:blip r:embed="rId2">
            <a:alphaModFix/>
          </a:blip>
          <a:stretch>
            <a:fillRect/>
          </a:stretch>
        </a:blipFill>
      </p:bgPr>
    </p:bg>
    <p:spTree>
      <p:nvGrpSpPr>
        <p:cNvPr id="758" name="Shape 758"/>
        <p:cNvGrpSpPr/>
        <p:nvPr/>
      </p:nvGrpSpPr>
      <p:grpSpPr>
        <a:xfrm>
          <a:off x="0" y="0"/>
          <a:ext cx="0" cy="0"/>
          <a:chOff x="0" y="0"/>
          <a:chExt cx="0" cy="0"/>
        </a:xfrm>
      </p:grpSpPr>
      <p:sp>
        <p:nvSpPr>
          <p:cNvPr id="759" name="Google Shape;759;p49"/>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900">
                <a:solidFill>
                  <a:schemeClr val="lt1"/>
                </a:solidFill>
                <a:latin typeface="Overpass SemiBold"/>
                <a:ea typeface="Overpass SemiBold"/>
                <a:cs typeface="Overpass SemiBold"/>
                <a:sym typeface="Overpass SemiBold"/>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760" name="Google Shape;760;p49"/>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761" name="Google Shape;761;p49"/>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762" name="Google Shape;762;p49"/>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763" name="Google Shape;763;p4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64" name="Google Shape;764;p4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65" name="Google Shape;765;p49"/>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5">
    <p:spTree>
      <p:nvGrpSpPr>
        <p:cNvPr id="766" name="Shape 766"/>
        <p:cNvGrpSpPr/>
        <p:nvPr/>
      </p:nvGrpSpPr>
      <p:grpSpPr>
        <a:xfrm>
          <a:off x="0" y="0"/>
          <a:ext cx="0" cy="0"/>
          <a:chOff x="0" y="0"/>
          <a:chExt cx="0" cy="0"/>
        </a:xfrm>
      </p:grpSpPr>
      <p:sp>
        <p:nvSpPr>
          <p:cNvPr id="767" name="Google Shape;767;p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768" name="Google Shape;768;p50"/>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769" name="Google Shape;769;p5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770" name="Google Shape;770;p5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71" name="Google Shape;771;p5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72" name="Google Shape;772;p50"/>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773" name="Google Shape;773;p5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774" name="Google Shape;774;p5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9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only">
  <p:cSld name="CUSTOM_4_34">
    <p:spTree>
      <p:nvGrpSpPr>
        <p:cNvPr id="775" name="Shape 775"/>
        <p:cNvGrpSpPr/>
        <p:nvPr/>
      </p:nvGrpSpPr>
      <p:grpSpPr>
        <a:xfrm>
          <a:off x="0" y="0"/>
          <a:ext cx="0" cy="0"/>
          <a:chOff x="0" y="0"/>
          <a:chExt cx="0" cy="0"/>
        </a:xfrm>
      </p:grpSpPr>
      <p:sp>
        <p:nvSpPr>
          <p:cNvPr id="776" name="Google Shape;776;p51"/>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777" name="Google Shape;777;p5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778" name="Google Shape;778;p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900"/>
              <a:buFont typeface="Red Hat Display SemiBold"/>
              <a:buNone/>
              <a:defRPr sz="900">
                <a:solidFill>
                  <a:schemeClr val="accent1"/>
                </a:solidFill>
                <a:latin typeface="Red Hat Display SemiBold"/>
                <a:ea typeface="Red Hat Display SemiBold"/>
                <a:cs typeface="Red Hat Display SemiBold"/>
                <a:sym typeface="Red Hat Display SemiBold"/>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779" name="Google Shape;779;p5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780" name="Google Shape;780;p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81" name="Google Shape;781;p5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782" name="Google Shape;782;p51"/>
          <p:cNvSpPr txBox="1"/>
          <p:nvPr>
            <p:ph idx="2" type="subTitle"/>
          </p:nvPr>
        </p:nvSpPr>
        <p:spPr>
          <a:xfrm>
            <a:off x="885050" y="6169550"/>
            <a:ext cx="9183000" cy="559800"/>
          </a:xfrm>
          <a:prstGeom prst="rect">
            <a:avLst/>
          </a:prstGeom>
          <a:noFill/>
        </p:spPr>
        <p:txBody>
          <a:bodyPr anchorCtr="0" anchor="b" bIns="0" lIns="0" spcFirstLastPara="1" rIns="0" wrap="square" tIns="0">
            <a:noAutofit/>
          </a:bodyPr>
          <a:lstStyle>
            <a:lvl1pPr lvl="0" rtl="0">
              <a:lnSpc>
                <a:spcPct val="142000"/>
              </a:lnSpc>
              <a:spcBef>
                <a:spcPts val="0"/>
              </a:spcBef>
              <a:spcAft>
                <a:spcPts val="0"/>
              </a:spcAft>
              <a:buNone/>
              <a:defRPr sz="600">
                <a:solidFill>
                  <a:schemeClr val="dk2"/>
                </a:solidFill>
              </a:defRPr>
            </a:lvl1pPr>
            <a:lvl2pPr lvl="1" rtl="0">
              <a:lnSpc>
                <a:spcPct val="142000"/>
              </a:lnSpc>
              <a:spcBef>
                <a:spcPts val="0"/>
              </a:spcBef>
              <a:spcAft>
                <a:spcPts val="0"/>
              </a:spcAft>
              <a:buNone/>
              <a:defRPr sz="600">
                <a:solidFill>
                  <a:schemeClr val="dk2"/>
                </a:solidFill>
              </a:defRPr>
            </a:lvl2pPr>
            <a:lvl3pPr lvl="2" rtl="0">
              <a:lnSpc>
                <a:spcPct val="142000"/>
              </a:lnSpc>
              <a:spcBef>
                <a:spcPts val="0"/>
              </a:spcBef>
              <a:spcAft>
                <a:spcPts val="0"/>
              </a:spcAft>
              <a:buNone/>
              <a:defRPr sz="600">
                <a:solidFill>
                  <a:schemeClr val="dk2"/>
                </a:solidFill>
              </a:defRPr>
            </a:lvl3pPr>
            <a:lvl4pPr lvl="3" rtl="0">
              <a:lnSpc>
                <a:spcPct val="142000"/>
              </a:lnSpc>
              <a:spcBef>
                <a:spcPts val="0"/>
              </a:spcBef>
              <a:spcAft>
                <a:spcPts val="0"/>
              </a:spcAft>
              <a:buNone/>
              <a:defRPr sz="600">
                <a:solidFill>
                  <a:schemeClr val="dk2"/>
                </a:solidFill>
              </a:defRPr>
            </a:lvl4pPr>
            <a:lvl5pPr lvl="4" rtl="0">
              <a:lnSpc>
                <a:spcPct val="142000"/>
              </a:lnSpc>
              <a:spcBef>
                <a:spcPts val="0"/>
              </a:spcBef>
              <a:spcAft>
                <a:spcPts val="0"/>
              </a:spcAft>
              <a:buNone/>
              <a:defRPr sz="600">
                <a:solidFill>
                  <a:schemeClr val="dk2"/>
                </a:solidFill>
              </a:defRPr>
            </a:lvl5pPr>
            <a:lvl6pPr lvl="5" rtl="0">
              <a:lnSpc>
                <a:spcPct val="142000"/>
              </a:lnSpc>
              <a:spcBef>
                <a:spcPts val="0"/>
              </a:spcBef>
              <a:spcAft>
                <a:spcPts val="0"/>
              </a:spcAft>
              <a:buNone/>
              <a:defRPr sz="600">
                <a:solidFill>
                  <a:schemeClr val="dk2"/>
                </a:solidFill>
              </a:defRPr>
            </a:lvl6pPr>
            <a:lvl7pPr lvl="6" rtl="0">
              <a:lnSpc>
                <a:spcPct val="142000"/>
              </a:lnSpc>
              <a:spcBef>
                <a:spcPts val="0"/>
              </a:spcBef>
              <a:spcAft>
                <a:spcPts val="0"/>
              </a:spcAft>
              <a:buNone/>
              <a:defRPr sz="600">
                <a:solidFill>
                  <a:schemeClr val="dk2"/>
                </a:solidFill>
              </a:defRPr>
            </a:lvl7pPr>
            <a:lvl8pPr lvl="7" rtl="0">
              <a:lnSpc>
                <a:spcPct val="142000"/>
              </a:lnSpc>
              <a:spcBef>
                <a:spcPts val="0"/>
              </a:spcBef>
              <a:spcAft>
                <a:spcPts val="0"/>
              </a:spcAft>
              <a:buNone/>
              <a:defRPr sz="600">
                <a:solidFill>
                  <a:schemeClr val="dk2"/>
                </a:solidFill>
              </a:defRPr>
            </a:lvl8pPr>
            <a:lvl9pPr lvl="8" rtl="0">
              <a:lnSpc>
                <a:spcPct val="142000"/>
              </a:lnSpc>
              <a:spcBef>
                <a:spcPts val="0"/>
              </a:spcBef>
              <a:spcAft>
                <a:spcPts val="0"/>
              </a:spcAft>
              <a:buNone/>
              <a:defRPr sz="600">
                <a:solidFill>
                  <a:schemeClr val="dk2"/>
                </a:solidFill>
              </a:defRPr>
            </a:lvl9pPr>
          </a:lstStyle>
          <a:p/>
        </p:txBody>
      </p:sp>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 title subtitle 6">
  <p:cSld name="Interior white - title subtitle 6">
    <p:spTree>
      <p:nvGrpSpPr>
        <p:cNvPr id="783" name="Shape 783"/>
        <p:cNvGrpSpPr/>
        <p:nvPr/>
      </p:nvGrpSpPr>
      <p:grpSpPr>
        <a:xfrm>
          <a:off x="0" y="0"/>
          <a:ext cx="0" cy="0"/>
          <a:chOff x="0" y="0"/>
          <a:chExt cx="0" cy="0"/>
        </a:xfrm>
      </p:grpSpPr>
      <p:sp>
        <p:nvSpPr>
          <p:cNvPr id="784" name="Google Shape;784;p52"/>
          <p:cNvSpPr txBox="1"/>
          <p:nvPr>
            <p:ph type="title"/>
          </p:nvPr>
        </p:nvSpPr>
        <p:spPr>
          <a:xfrm>
            <a:off x="1752600" y="946000"/>
            <a:ext cx="8686800" cy="456900"/>
          </a:xfrm>
          <a:prstGeom prst="rect">
            <a:avLst/>
          </a:prstGeom>
          <a:noFill/>
          <a:ln>
            <a:noFill/>
          </a:ln>
        </p:spPr>
        <p:txBody>
          <a:bodyPr anchorCtr="0" anchor="t" bIns="0" lIns="0" spcFirstLastPara="1" rIns="0" wrap="square" tIns="0">
            <a:noAutofit/>
          </a:bodyPr>
          <a:lstStyle>
            <a:lvl1pPr lvl="0" rtl="0" algn="ctr">
              <a:lnSpc>
                <a:spcPct val="130000"/>
              </a:lnSpc>
              <a:spcBef>
                <a:spcPts val="0"/>
              </a:spcBef>
              <a:spcAft>
                <a:spcPts val="0"/>
              </a:spcAft>
              <a:buSzPts val="3400"/>
              <a:buNone/>
              <a:defRPr sz="2700"/>
            </a:lvl1pPr>
            <a:lvl2pPr lvl="1" rtl="0" algn="ctr">
              <a:lnSpc>
                <a:spcPct val="130000"/>
              </a:lnSpc>
              <a:spcBef>
                <a:spcPts val="0"/>
              </a:spcBef>
              <a:spcAft>
                <a:spcPts val="0"/>
              </a:spcAft>
              <a:buSzPts val="3400"/>
              <a:buNone/>
              <a:defRPr sz="2700"/>
            </a:lvl2pPr>
            <a:lvl3pPr lvl="2" rtl="0" algn="ctr">
              <a:lnSpc>
                <a:spcPct val="130000"/>
              </a:lnSpc>
              <a:spcBef>
                <a:spcPts val="0"/>
              </a:spcBef>
              <a:spcAft>
                <a:spcPts val="0"/>
              </a:spcAft>
              <a:buSzPts val="3400"/>
              <a:buNone/>
              <a:defRPr sz="2700"/>
            </a:lvl3pPr>
            <a:lvl4pPr lvl="3" rtl="0" algn="ctr">
              <a:lnSpc>
                <a:spcPct val="130000"/>
              </a:lnSpc>
              <a:spcBef>
                <a:spcPts val="0"/>
              </a:spcBef>
              <a:spcAft>
                <a:spcPts val="0"/>
              </a:spcAft>
              <a:buSzPts val="3400"/>
              <a:buNone/>
              <a:defRPr sz="2700"/>
            </a:lvl4pPr>
            <a:lvl5pPr lvl="4" rtl="0" algn="ctr">
              <a:lnSpc>
                <a:spcPct val="130000"/>
              </a:lnSpc>
              <a:spcBef>
                <a:spcPts val="0"/>
              </a:spcBef>
              <a:spcAft>
                <a:spcPts val="0"/>
              </a:spcAft>
              <a:buSzPts val="3400"/>
              <a:buNone/>
              <a:defRPr sz="2700"/>
            </a:lvl5pPr>
            <a:lvl6pPr lvl="5" rtl="0" algn="ctr">
              <a:lnSpc>
                <a:spcPct val="130000"/>
              </a:lnSpc>
              <a:spcBef>
                <a:spcPts val="0"/>
              </a:spcBef>
              <a:spcAft>
                <a:spcPts val="0"/>
              </a:spcAft>
              <a:buSzPts val="3400"/>
              <a:buNone/>
              <a:defRPr sz="2700"/>
            </a:lvl6pPr>
            <a:lvl7pPr lvl="6" rtl="0" algn="ctr">
              <a:lnSpc>
                <a:spcPct val="130000"/>
              </a:lnSpc>
              <a:spcBef>
                <a:spcPts val="0"/>
              </a:spcBef>
              <a:spcAft>
                <a:spcPts val="0"/>
              </a:spcAft>
              <a:buSzPts val="3400"/>
              <a:buNone/>
              <a:defRPr sz="2700"/>
            </a:lvl7pPr>
            <a:lvl8pPr lvl="7" rtl="0" algn="ctr">
              <a:lnSpc>
                <a:spcPct val="130000"/>
              </a:lnSpc>
              <a:spcBef>
                <a:spcPts val="0"/>
              </a:spcBef>
              <a:spcAft>
                <a:spcPts val="0"/>
              </a:spcAft>
              <a:buSzPts val="3400"/>
              <a:buNone/>
              <a:defRPr sz="2700"/>
            </a:lvl8pPr>
            <a:lvl9pPr lvl="8" rtl="0" algn="ctr">
              <a:lnSpc>
                <a:spcPct val="130000"/>
              </a:lnSpc>
              <a:spcBef>
                <a:spcPts val="0"/>
              </a:spcBef>
              <a:spcAft>
                <a:spcPts val="0"/>
              </a:spcAft>
              <a:buSzPts val="3400"/>
              <a:buNone/>
              <a:defRPr sz="2700"/>
            </a:lvl9pPr>
          </a:lstStyle>
          <a:p/>
        </p:txBody>
      </p:sp>
      <p:sp>
        <p:nvSpPr>
          <p:cNvPr id="785" name="Google Shape;785;p52"/>
          <p:cNvSpPr txBox="1"/>
          <p:nvPr>
            <p:ph idx="1" type="subTitle"/>
          </p:nvPr>
        </p:nvSpPr>
        <p:spPr>
          <a:xfrm>
            <a:off x="1752600" y="1402600"/>
            <a:ext cx="8686800" cy="456900"/>
          </a:xfrm>
          <a:prstGeom prst="rect">
            <a:avLst/>
          </a:prstGeom>
          <a:noFill/>
          <a:ln>
            <a:noFill/>
          </a:ln>
        </p:spPr>
        <p:txBody>
          <a:bodyPr anchorCtr="0" anchor="t" bIns="0" lIns="0" spcFirstLastPara="1" rIns="0" wrap="square" tIns="0">
            <a:noAutofit/>
          </a:bodyPr>
          <a:lstStyle>
            <a:lvl1pPr lvl="0" rtl="0" algn="ctr">
              <a:lnSpc>
                <a:spcPct val="100000"/>
              </a:lnSpc>
              <a:spcBef>
                <a:spcPts val="0"/>
              </a:spcBef>
              <a:spcAft>
                <a:spcPts val="0"/>
              </a:spcAft>
              <a:buSzPts val="1600"/>
              <a:buNone/>
              <a:defRPr sz="2000">
                <a:solidFill>
                  <a:schemeClr val="dk2"/>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786" name="Google Shape;786;p52"/>
          <p:cNvCxnSpPr/>
          <p:nvPr/>
        </p:nvCxnSpPr>
        <p:spPr>
          <a:xfrm rot="10800000">
            <a:off x="447775" y="100"/>
            <a:ext cx="0" cy="886500"/>
          </a:xfrm>
          <a:prstGeom prst="straightConnector1">
            <a:avLst/>
          </a:prstGeom>
          <a:noFill/>
          <a:ln cap="flat" cmpd="sng" w="9525">
            <a:solidFill>
              <a:schemeClr val="accent1"/>
            </a:solidFill>
            <a:prstDash val="solid"/>
            <a:round/>
            <a:headEnd len="sm" w="sm" type="none"/>
            <a:tailEnd len="sm" w="sm" type="none"/>
          </a:ln>
        </p:spPr>
      </p:cxnSp>
      <p:sp>
        <p:nvSpPr>
          <p:cNvPr id="787" name="Google Shape;787;p52"/>
          <p:cNvSpPr txBox="1"/>
          <p:nvPr>
            <p:ph idx="2" type="subTitle"/>
          </p:nvPr>
        </p:nvSpPr>
        <p:spPr>
          <a:xfrm>
            <a:off x="447775" y="55441"/>
            <a:ext cx="5148900" cy="816300"/>
          </a:xfrm>
          <a:prstGeom prst="rect">
            <a:avLst/>
          </a:prstGeom>
          <a:noFill/>
          <a:ln>
            <a:noFill/>
          </a:ln>
        </p:spPr>
        <p:txBody>
          <a:bodyPr anchorCtr="0" anchor="ctr" bIns="91425" lIns="438900" spcFirstLastPara="1" rIns="91425" wrap="square" tIns="91425">
            <a:noAutofit/>
          </a:bodyPr>
          <a:lstStyle>
            <a:lvl1pPr lvl="0"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1pPr>
            <a:lvl2pPr lvl="1"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2pPr>
            <a:lvl3pPr lvl="2"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3pPr>
            <a:lvl4pPr lvl="3"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4pPr>
            <a:lvl5pPr lvl="4"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5pPr>
            <a:lvl6pPr lvl="5"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6pPr>
            <a:lvl7pPr lvl="6"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7pPr>
            <a:lvl8pPr lvl="7"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8pPr>
            <a:lvl9pPr lvl="8" rtl="0" algn="l">
              <a:lnSpc>
                <a:spcPct val="100000"/>
              </a:lnSpc>
              <a:spcBef>
                <a:spcPts val="0"/>
              </a:spcBef>
              <a:spcAft>
                <a:spcPts val="0"/>
              </a:spcAft>
              <a:buClr>
                <a:schemeClr val="accent1"/>
              </a:buClr>
              <a:buSzPts val="900"/>
              <a:buFont typeface="Arial"/>
              <a:buNone/>
              <a:defRPr sz="900">
                <a:solidFill>
                  <a:schemeClr val="accent1"/>
                </a:solidFill>
                <a:latin typeface="Arial"/>
                <a:ea typeface="Arial"/>
                <a:cs typeface="Arial"/>
                <a:sym typeface="Arial"/>
              </a:defRPr>
            </a:lvl9pPr>
          </a:lstStyle>
          <a:p/>
        </p:txBody>
      </p:sp>
      <p:cxnSp>
        <p:nvCxnSpPr>
          <p:cNvPr id="788" name="Google Shape;788;p52"/>
          <p:cNvCxnSpPr/>
          <p:nvPr/>
        </p:nvCxnSpPr>
        <p:spPr>
          <a:xfrm rot="10800000">
            <a:off x="447767" y="6401100"/>
            <a:ext cx="0" cy="456900"/>
          </a:xfrm>
          <a:prstGeom prst="straightConnector1">
            <a:avLst/>
          </a:prstGeom>
          <a:noFill/>
          <a:ln cap="flat" cmpd="sng" w="9525">
            <a:solidFill>
              <a:schemeClr val="accent1"/>
            </a:solidFill>
            <a:prstDash val="solid"/>
            <a:round/>
            <a:headEnd len="sm" w="sm" type="none"/>
            <a:tailEnd len="sm" w="sm" type="none"/>
          </a:ln>
        </p:spPr>
      </p:cxnSp>
      <p:sp>
        <p:nvSpPr>
          <p:cNvPr id="789" name="Google Shape;789;p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indent="0" lvl="0"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790" name="Google Shape;790;p52"/>
          <p:cNvPicPr preferRelativeResize="0"/>
          <p:nvPr/>
        </p:nvPicPr>
        <p:blipFill rotWithShape="1">
          <a:blip r:embed="rId2">
            <a:alphaModFix/>
          </a:blip>
          <a:srcRect b="-20" l="0" r="0" t="0"/>
          <a:stretch/>
        </p:blipFill>
        <p:spPr>
          <a:xfrm>
            <a:off x="10711225" y="6312519"/>
            <a:ext cx="975681" cy="229555"/>
          </a:xfrm>
          <a:prstGeom prst="rect">
            <a:avLst/>
          </a:prstGeom>
          <a:noFill/>
          <a:ln>
            <a:noFill/>
          </a:ln>
        </p:spPr>
      </p:pic>
    </p:spTree>
  </p:cSld>
  <p:clrMapOvr>
    <a:masterClrMapping/>
  </p:clrMapOvr>
  <p:extLst>
    <p:ext uri="{DCECCB84-F9BA-43D5-87BE-67443E8EF086}">
      <p15:sldGuideLst>
        <p15:guide id="1" orient="horz" pos="2592">
          <p15:clr>
            <a:srgbClr val="FF00FF"/>
          </p15:clr>
        </p15:guide>
        <p15:guide id="2" pos="3840">
          <p15:clr>
            <a:srgbClr val="FF00FF"/>
          </p15:clr>
        </p15:guide>
        <p15:guide id="3" orient="horz" pos="1206">
          <p15:clr>
            <a:srgbClr val="FF00FF"/>
          </p15:clr>
        </p15:guide>
        <p15:guide id="4" orient="horz" pos="3886">
          <p15:clr>
            <a:srgbClr val="FF00FF"/>
          </p15:clr>
        </p15:guide>
        <p15:guide id="5" pos="432">
          <p15:clr>
            <a:srgbClr val="FF00FF"/>
          </p15:clr>
        </p15:guide>
        <p15:guide id="6" pos="7247">
          <p15:clr>
            <a:srgbClr val="FF00FF"/>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4">
  <p:cSld name="CUSTOM_11_1_1_1">
    <p:bg>
      <p:bgPr>
        <a:blipFill>
          <a:blip r:embed="rId2">
            <a:alphaModFix/>
          </a:blip>
          <a:stretch>
            <a:fillRect/>
          </a:stretch>
        </a:blipFill>
      </p:bgPr>
    </p:bg>
    <p:spTree>
      <p:nvGrpSpPr>
        <p:cNvPr id="791" name="Shape 791"/>
        <p:cNvGrpSpPr/>
        <p:nvPr/>
      </p:nvGrpSpPr>
      <p:grpSpPr>
        <a:xfrm>
          <a:off x="0" y="0"/>
          <a:ext cx="0" cy="0"/>
          <a:chOff x="0" y="0"/>
          <a:chExt cx="0" cy="0"/>
        </a:xfrm>
      </p:grpSpPr>
      <p:sp>
        <p:nvSpPr>
          <p:cNvPr id="792" name="Google Shape;792;p53"/>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900">
                <a:solidFill>
                  <a:schemeClr val="lt1"/>
                </a:solidFill>
                <a:latin typeface="Overpass SemiBold"/>
                <a:ea typeface="Overpass SemiBold"/>
                <a:cs typeface="Overpass SemiBold"/>
                <a:sym typeface="Overpass SemiBold"/>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793" name="Google Shape;793;p53"/>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794" name="Google Shape;794;p53"/>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795" name="Google Shape;795;p53"/>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796" name="Google Shape;796;p53"/>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97" name="Google Shape;797;p53"/>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98" name="Google Shape;798;p53"/>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799" name="Shape 799"/>
        <p:cNvGrpSpPr/>
        <p:nvPr/>
      </p:nvGrpSpPr>
      <p:grpSpPr>
        <a:xfrm>
          <a:off x="0" y="0"/>
          <a:ext cx="0" cy="0"/>
          <a:chOff x="0" y="0"/>
          <a:chExt cx="0" cy="0"/>
        </a:xfrm>
      </p:grpSpPr>
      <p:sp>
        <p:nvSpPr>
          <p:cNvPr id="800" name="Google Shape;800;p54"/>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801" name="Google Shape;801;p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02" name="Google Shape;802;p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03" name="Google Shape;803;p54"/>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804" name="Google Shape;804;p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05" name="Google Shape;805;p54"/>
          <p:cNvPicPr preferRelativeResize="0"/>
          <p:nvPr/>
        </p:nvPicPr>
        <p:blipFill rotWithShape="1">
          <a:blip r:embed="rId2">
            <a:alphaModFix/>
          </a:blip>
          <a:srcRect b="317" l="0" r="0" t="327"/>
          <a:stretch/>
        </p:blipFill>
        <p:spPr>
          <a:xfrm>
            <a:off x="10711279" y="6313250"/>
            <a:ext cx="975362" cy="228007"/>
          </a:xfrm>
          <a:prstGeom prst="rect">
            <a:avLst/>
          </a:prstGeom>
          <a:noFill/>
          <a:ln>
            <a:noFill/>
          </a:ln>
        </p:spPr>
      </p:pic>
      <p:sp>
        <p:nvSpPr>
          <p:cNvPr id="806" name="Google Shape;806;p54"/>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1">
  <p:cSld name="CUSTOM_4_26">
    <p:spTree>
      <p:nvGrpSpPr>
        <p:cNvPr id="807" name="Shape 807"/>
        <p:cNvGrpSpPr/>
        <p:nvPr/>
      </p:nvGrpSpPr>
      <p:grpSpPr>
        <a:xfrm>
          <a:off x="0" y="0"/>
          <a:ext cx="0" cy="0"/>
          <a:chOff x="0" y="0"/>
          <a:chExt cx="0" cy="0"/>
        </a:xfrm>
      </p:grpSpPr>
      <p:sp>
        <p:nvSpPr>
          <p:cNvPr id="808" name="Google Shape;808;p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809" name="Google Shape;809;p55"/>
          <p:cNvSpPr txBox="1"/>
          <p:nvPr>
            <p:ph type="title"/>
          </p:nvPr>
        </p:nvSpPr>
        <p:spPr>
          <a:xfrm>
            <a:off x="885050" y="566950"/>
            <a:ext cx="10422000" cy="400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810" name="Google Shape;810;p5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11" name="Google Shape;811;p5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12" name="Google Shape;812;p5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13" name="Google Shape;813;p55"/>
          <p:cNvPicPr preferRelativeResize="0"/>
          <p:nvPr/>
        </p:nvPicPr>
        <p:blipFill rotWithShape="1">
          <a:blip r:embed="rId2">
            <a:alphaModFix/>
          </a:blip>
          <a:srcRect b="317" l="0" r="0" t="327"/>
          <a:stretch/>
        </p:blipFill>
        <p:spPr>
          <a:xfrm>
            <a:off x="10711279" y="6313250"/>
            <a:ext cx="975606" cy="228064"/>
          </a:xfrm>
          <a:prstGeom prst="rect">
            <a:avLst/>
          </a:prstGeom>
          <a:noFill/>
          <a:ln>
            <a:noFill/>
          </a:ln>
        </p:spPr>
      </p:pic>
      <p:sp>
        <p:nvSpPr>
          <p:cNvPr id="814" name="Google Shape;814;p5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815" name="Google Shape;815;p5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9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1_1">
    <p:spTree>
      <p:nvGrpSpPr>
        <p:cNvPr id="816" name="Shape 816"/>
        <p:cNvGrpSpPr/>
        <p:nvPr/>
      </p:nvGrpSpPr>
      <p:grpSpPr>
        <a:xfrm>
          <a:off x="0" y="0"/>
          <a:ext cx="0" cy="0"/>
          <a:chOff x="0" y="0"/>
          <a:chExt cx="0" cy="0"/>
        </a:xfrm>
      </p:grpSpPr>
      <p:sp>
        <p:nvSpPr>
          <p:cNvPr id="817" name="Google Shape;817;p56"/>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818" name="Google Shape;818;p56"/>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819" name="Google Shape;819;p56"/>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20" name="Google Shape;820;p5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821" name="Google Shape;821;p56"/>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822" name="Google Shape;822;p56"/>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3_1">
    <p:spTree>
      <p:nvGrpSpPr>
        <p:cNvPr id="823" name="Shape 823"/>
        <p:cNvGrpSpPr/>
        <p:nvPr/>
      </p:nvGrpSpPr>
      <p:grpSpPr>
        <a:xfrm>
          <a:off x="0" y="0"/>
          <a:ext cx="0" cy="0"/>
          <a:chOff x="0" y="0"/>
          <a:chExt cx="0" cy="0"/>
        </a:xfrm>
      </p:grpSpPr>
      <p:sp>
        <p:nvSpPr>
          <p:cNvPr id="824" name="Google Shape;824;p5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825" name="Google Shape;825;p5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26" name="Google Shape;826;p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27" name="Google Shape;827;p5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828" name="Google Shape;828;p5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29" name="Google Shape;829;p5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30" name="Google Shape;830;p5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hite">
  <p:cSld name="CUSTOM_2_1_1_1_3">
    <p:bg>
      <p:bgPr>
        <a:blipFill>
          <a:blip r:embed="rId2">
            <a:alphaModFix/>
          </a:blip>
          <a:stretch>
            <a:fillRect/>
          </a:stretch>
        </a:blipFill>
      </p:bgPr>
    </p:bg>
    <p:spTree>
      <p:nvGrpSpPr>
        <p:cNvPr id="831" name="Shape 831"/>
        <p:cNvGrpSpPr/>
        <p:nvPr/>
      </p:nvGrpSpPr>
      <p:grpSpPr>
        <a:xfrm>
          <a:off x="0" y="0"/>
          <a:ext cx="0" cy="0"/>
          <a:chOff x="0" y="0"/>
          <a:chExt cx="0" cy="0"/>
        </a:xfrm>
      </p:grpSpPr>
      <p:sp>
        <p:nvSpPr>
          <p:cNvPr id="832" name="Google Shape;832;p58"/>
          <p:cNvSpPr txBox="1"/>
          <p:nvPr>
            <p:ph idx="1" type="subTitle"/>
          </p:nvPr>
        </p:nvSpPr>
        <p:spPr>
          <a:xfrm>
            <a:off x="9251450" y="1743725"/>
            <a:ext cx="2124300" cy="3309000"/>
          </a:xfrm>
          <a:prstGeom prst="rect">
            <a:avLst/>
          </a:prstGeom>
          <a:ln>
            <a:noFill/>
          </a:ln>
        </p:spPr>
        <p:txBody>
          <a:bodyPr anchorCtr="0" anchor="t" bIns="0" lIns="0" spcFirstLastPara="1" rIns="0" wrap="square" tIns="0">
            <a:noAutofit/>
          </a:bodyPr>
          <a:lstStyle>
            <a:lvl1pPr indent="0" lvl="0" marL="0" marR="0" rtl="0" algn="l">
              <a:lnSpc>
                <a:spcPct val="174000"/>
              </a:lnSpc>
              <a:spcBef>
                <a:spcPts val="0"/>
              </a:spcBef>
              <a:spcAft>
                <a:spcPts val="0"/>
              </a:spcAft>
              <a:buNone/>
              <a:defRPr sz="1400">
                <a:solidFill>
                  <a:srgbClr val="000000"/>
                </a:solidFill>
              </a:defRPr>
            </a:lvl1pPr>
            <a:lvl2pPr lvl="1" rtl="0">
              <a:spcBef>
                <a:spcPts val="0"/>
              </a:spcBef>
              <a:spcAft>
                <a:spcPts val="0"/>
              </a:spcAft>
              <a:buNone/>
              <a:defRPr/>
            </a:lvl2pPr>
            <a:lvl3pPr lvl="2" rtl="0">
              <a:spcBef>
                <a:spcPts val="500"/>
              </a:spcBef>
              <a:spcAft>
                <a:spcPts val="0"/>
              </a:spcAft>
              <a:buNone/>
              <a:defRPr/>
            </a:lvl3pPr>
            <a:lvl4pPr lvl="3" rtl="0">
              <a:spcBef>
                <a:spcPts val="500"/>
              </a:spcBef>
              <a:spcAft>
                <a:spcPts val="0"/>
              </a:spcAft>
              <a:buNone/>
              <a:defRPr/>
            </a:lvl4pPr>
            <a:lvl5pPr lvl="4" rtl="0">
              <a:spcBef>
                <a:spcPts val="500"/>
              </a:spcBef>
              <a:spcAft>
                <a:spcPts val="0"/>
              </a:spcAft>
              <a:buNone/>
              <a:defRPr/>
            </a:lvl5pPr>
            <a:lvl6pPr lvl="5" rtl="0">
              <a:spcBef>
                <a:spcPts val="500"/>
              </a:spcBef>
              <a:spcAft>
                <a:spcPts val="0"/>
              </a:spcAft>
              <a:buNone/>
              <a:defRPr/>
            </a:lvl6pPr>
            <a:lvl7pPr lvl="6" rtl="0">
              <a:spcBef>
                <a:spcPts val="500"/>
              </a:spcBef>
              <a:spcAft>
                <a:spcPts val="0"/>
              </a:spcAft>
              <a:buNone/>
              <a:defRPr/>
            </a:lvl7pPr>
            <a:lvl8pPr lvl="7" rtl="0">
              <a:spcBef>
                <a:spcPts val="500"/>
              </a:spcBef>
              <a:spcAft>
                <a:spcPts val="0"/>
              </a:spcAft>
              <a:buNone/>
              <a:defRPr/>
            </a:lvl8pPr>
            <a:lvl9pPr lvl="8" rtl="0">
              <a:spcBef>
                <a:spcPts val="500"/>
              </a:spcBef>
              <a:spcAft>
                <a:spcPts val="500"/>
              </a:spcAft>
              <a:buNone/>
              <a:defRPr/>
            </a:lvl9pPr>
          </a:lstStyle>
          <a:p/>
        </p:txBody>
      </p:sp>
      <p:sp>
        <p:nvSpPr>
          <p:cNvPr id="833" name="Google Shape;833;p58"/>
          <p:cNvSpPr txBox="1"/>
          <p:nvPr>
            <p:ph type="title"/>
          </p:nvPr>
        </p:nvSpPr>
        <p:spPr>
          <a:xfrm>
            <a:off x="447775" y="1084575"/>
            <a:ext cx="6825000" cy="2105100"/>
          </a:xfrm>
          <a:prstGeom prst="rect">
            <a:avLst/>
          </a:prstGeom>
        </p:spPr>
        <p:txBody>
          <a:bodyPr anchorCtr="0" anchor="t" bIns="91425" lIns="457200" spcFirstLastPara="1" rIns="91425" wrap="square" tIns="91425">
            <a:noAutofit/>
          </a:bodyPr>
          <a:lstStyle>
            <a:lvl1pPr lvl="0" rtl="0">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b="1" sz="4800">
                <a:solidFill>
                  <a:schemeClr val="dk2"/>
                </a:solidFill>
                <a:latin typeface="Overpass"/>
                <a:ea typeface="Overpass"/>
                <a:cs typeface="Overpass"/>
                <a:sym typeface="Overpass"/>
              </a:defRPr>
            </a:lvl2pPr>
            <a:lvl3pPr lvl="2" rtl="0">
              <a:spcBef>
                <a:spcPts val="0"/>
              </a:spcBef>
              <a:spcAft>
                <a:spcPts val="0"/>
              </a:spcAft>
              <a:buNone/>
              <a:defRPr b="1" sz="4800">
                <a:solidFill>
                  <a:schemeClr val="dk2"/>
                </a:solidFill>
                <a:latin typeface="Overpass"/>
                <a:ea typeface="Overpass"/>
                <a:cs typeface="Overpass"/>
                <a:sym typeface="Overpass"/>
              </a:defRPr>
            </a:lvl3pPr>
            <a:lvl4pPr lvl="3" rtl="0">
              <a:spcBef>
                <a:spcPts val="0"/>
              </a:spcBef>
              <a:spcAft>
                <a:spcPts val="0"/>
              </a:spcAft>
              <a:buNone/>
              <a:defRPr b="1" sz="4800">
                <a:solidFill>
                  <a:schemeClr val="dk2"/>
                </a:solidFill>
                <a:latin typeface="Overpass"/>
                <a:ea typeface="Overpass"/>
                <a:cs typeface="Overpass"/>
                <a:sym typeface="Overpass"/>
              </a:defRPr>
            </a:lvl4pPr>
            <a:lvl5pPr lvl="4" rtl="0">
              <a:spcBef>
                <a:spcPts val="0"/>
              </a:spcBef>
              <a:spcAft>
                <a:spcPts val="0"/>
              </a:spcAft>
              <a:buNone/>
              <a:defRPr b="1" sz="4800">
                <a:solidFill>
                  <a:schemeClr val="dk2"/>
                </a:solidFill>
                <a:latin typeface="Overpass"/>
                <a:ea typeface="Overpass"/>
                <a:cs typeface="Overpass"/>
                <a:sym typeface="Overpass"/>
              </a:defRPr>
            </a:lvl5pPr>
            <a:lvl6pPr lvl="5" rtl="0">
              <a:spcBef>
                <a:spcPts val="0"/>
              </a:spcBef>
              <a:spcAft>
                <a:spcPts val="0"/>
              </a:spcAft>
              <a:buNone/>
              <a:defRPr b="1" sz="4800">
                <a:solidFill>
                  <a:schemeClr val="dk2"/>
                </a:solidFill>
                <a:latin typeface="Overpass"/>
                <a:ea typeface="Overpass"/>
                <a:cs typeface="Overpass"/>
                <a:sym typeface="Overpass"/>
              </a:defRPr>
            </a:lvl6pPr>
            <a:lvl7pPr lvl="6" rtl="0">
              <a:spcBef>
                <a:spcPts val="0"/>
              </a:spcBef>
              <a:spcAft>
                <a:spcPts val="0"/>
              </a:spcAft>
              <a:buNone/>
              <a:defRPr b="1" sz="4800">
                <a:solidFill>
                  <a:schemeClr val="dk2"/>
                </a:solidFill>
                <a:latin typeface="Overpass"/>
                <a:ea typeface="Overpass"/>
                <a:cs typeface="Overpass"/>
                <a:sym typeface="Overpass"/>
              </a:defRPr>
            </a:lvl7pPr>
            <a:lvl8pPr lvl="7" rtl="0">
              <a:spcBef>
                <a:spcPts val="0"/>
              </a:spcBef>
              <a:spcAft>
                <a:spcPts val="0"/>
              </a:spcAft>
              <a:buNone/>
              <a:defRPr b="1" sz="4800">
                <a:solidFill>
                  <a:schemeClr val="dk2"/>
                </a:solidFill>
                <a:latin typeface="Overpass"/>
                <a:ea typeface="Overpass"/>
                <a:cs typeface="Overpass"/>
                <a:sym typeface="Overpass"/>
              </a:defRPr>
            </a:lvl8pPr>
            <a:lvl9pPr lvl="8" rtl="0">
              <a:spcBef>
                <a:spcPts val="0"/>
              </a:spcBef>
              <a:spcAft>
                <a:spcPts val="0"/>
              </a:spcAft>
              <a:buNone/>
              <a:defRPr b="1" sz="4800">
                <a:solidFill>
                  <a:schemeClr val="dk2"/>
                </a:solidFill>
                <a:latin typeface="Overpass"/>
                <a:ea typeface="Overpass"/>
                <a:cs typeface="Overpass"/>
                <a:sym typeface="Overpass"/>
              </a:defRPr>
            </a:lvl9pPr>
          </a:lstStyle>
          <a:p/>
        </p:txBody>
      </p:sp>
      <p:cxnSp>
        <p:nvCxnSpPr>
          <p:cNvPr id="834" name="Google Shape;834;p5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sp>
        <p:nvSpPr>
          <p:cNvPr id="835" name="Google Shape;835;p5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1pPr>
            <a:lvl2pPr lvl="1"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2pPr>
            <a:lvl3pPr lvl="2"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3pPr>
            <a:lvl4pPr lvl="3"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4pPr>
            <a:lvl5pPr lvl="4"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5pPr>
            <a:lvl6pPr lvl="5"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6pPr>
            <a:lvl7pPr lvl="6"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7pPr>
            <a:lvl8pPr lvl="7"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8pPr>
            <a:lvl9pPr lvl="8" rtl="0">
              <a:lnSpc>
                <a:spcPct val="100000"/>
              </a:lnSpc>
              <a:spcBef>
                <a:spcPts val="0"/>
              </a:spcBef>
              <a:spcAft>
                <a:spcPts val="0"/>
              </a:spcAft>
              <a:buClr>
                <a:schemeClr val="accent1"/>
              </a:buClr>
              <a:buSzPts val="900"/>
              <a:buFont typeface="Overpass SemiBold"/>
              <a:buNone/>
              <a:defRPr sz="900">
                <a:solidFill>
                  <a:schemeClr val="accent1"/>
                </a:solidFill>
                <a:latin typeface="Overpass SemiBold"/>
                <a:ea typeface="Overpass SemiBold"/>
                <a:cs typeface="Overpass SemiBold"/>
                <a:sym typeface="Overpass SemiBold"/>
              </a:defRPr>
            </a:lvl9pPr>
          </a:lstStyle>
          <a:p/>
        </p:txBody>
      </p:sp>
      <p:cxnSp>
        <p:nvCxnSpPr>
          <p:cNvPr id="836" name="Google Shape;836;p5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37" name="Google Shape;837;p5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38" name="Google Shape;838;p5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Tree>
  </p:cSld>
  <p:clrMapOvr>
    <a:masterClrMapping/>
  </p:clrMapOvr>
  <p:extLst>
    <p:ext uri="{DCECCB84-F9BA-43D5-87BE-67443E8EF086}">
      <p15:sldGuideLst>
        <p15:guide id="1" orient="horz" pos="2160">
          <p15:clr>
            <a:srgbClr val="FF00FF"/>
          </p15:clr>
        </p15:guide>
        <p15:guide id="2" pos="3840">
          <p15:clr>
            <a:srgbClr val="FF00FF"/>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2">
  <p:cSld name="CUSTOM_11_1_2">
    <p:bg>
      <p:bgPr>
        <a:blipFill>
          <a:blip r:embed="rId2">
            <a:alphaModFix/>
          </a:blip>
          <a:stretch>
            <a:fillRect/>
          </a:stretch>
        </a:blipFill>
      </p:bgPr>
    </p:bg>
    <p:spTree>
      <p:nvGrpSpPr>
        <p:cNvPr id="839" name="Shape 839"/>
        <p:cNvGrpSpPr/>
        <p:nvPr/>
      </p:nvGrpSpPr>
      <p:grpSpPr>
        <a:xfrm>
          <a:off x="0" y="0"/>
          <a:ext cx="0" cy="0"/>
          <a:chOff x="0" y="0"/>
          <a:chExt cx="0" cy="0"/>
        </a:xfrm>
      </p:grpSpPr>
      <p:sp>
        <p:nvSpPr>
          <p:cNvPr id="840" name="Google Shape;840;p59"/>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900">
                <a:solidFill>
                  <a:schemeClr val="lt1"/>
                </a:solidFill>
                <a:latin typeface="Overpass SemiBold"/>
                <a:ea typeface="Overpass SemiBold"/>
                <a:cs typeface="Overpass SemiBold"/>
                <a:sym typeface="Overpass SemiBold"/>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841" name="Google Shape;841;p59"/>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842" name="Google Shape;842;p59"/>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843" name="Google Shape;843;p59"/>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844" name="Google Shape;844;p5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45" name="Google Shape;845;p5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46" name="Google Shape;846;p59"/>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p:cSld name="CUSTOM_4_21_2">
    <p:spTree>
      <p:nvGrpSpPr>
        <p:cNvPr id="847" name="Shape 847"/>
        <p:cNvGrpSpPr/>
        <p:nvPr/>
      </p:nvGrpSpPr>
      <p:grpSpPr>
        <a:xfrm>
          <a:off x="0" y="0"/>
          <a:ext cx="0" cy="0"/>
          <a:chOff x="0" y="0"/>
          <a:chExt cx="0" cy="0"/>
        </a:xfrm>
      </p:grpSpPr>
      <p:sp>
        <p:nvSpPr>
          <p:cNvPr id="848" name="Google Shape;848;p60"/>
          <p:cNvSpPr txBox="1"/>
          <p:nvPr>
            <p:ph type="title"/>
          </p:nvPr>
        </p:nvSpPr>
        <p:spPr>
          <a:xfrm>
            <a:off x="1752600" y="946000"/>
            <a:ext cx="8686800" cy="967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849" name="Google Shape;849;p60"/>
          <p:cNvCxnSpPr/>
          <p:nvPr/>
        </p:nvCxnSpPr>
        <p:spPr>
          <a:xfrm rot="10800000">
            <a:off x="447775" y="400"/>
            <a:ext cx="0" cy="886200"/>
          </a:xfrm>
          <a:prstGeom prst="straightConnector1">
            <a:avLst/>
          </a:prstGeom>
          <a:noFill/>
          <a:ln cap="flat" cmpd="sng" w="9525">
            <a:solidFill>
              <a:srgbClr val="EE0000"/>
            </a:solidFill>
            <a:prstDash val="solid"/>
            <a:round/>
            <a:headEnd len="med" w="med" type="none"/>
            <a:tailEnd len="med" w="med" type="none"/>
          </a:ln>
        </p:spPr>
      </p:cxnSp>
      <p:sp>
        <p:nvSpPr>
          <p:cNvPr id="850" name="Google Shape;850;p60"/>
          <p:cNvSpPr txBox="1"/>
          <p:nvPr>
            <p:ph idx="1" type="subTitle"/>
          </p:nvPr>
        </p:nvSpPr>
        <p:spPr>
          <a:xfrm>
            <a:off x="447775" y="55441"/>
            <a:ext cx="5148600" cy="816600"/>
          </a:xfrm>
          <a:prstGeom prst="rect">
            <a:avLst/>
          </a:prstGeom>
        </p:spPr>
        <p:txBody>
          <a:bodyPr anchorCtr="0" anchor="ctr" bIns="91650" lIns="439925" spcFirstLastPara="1" rIns="91650" wrap="square" tIns="91650">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51" name="Google Shape;851;p6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852" name="Google Shape;852;p60"/>
          <p:cNvPicPr preferRelativeResize="0"/>
          <p:nvPr/>
        </p:nvPicPr>
        <p:blipFill rotWithShape="1">
          <a:blip r:embed="rId2">
            <a:alphaModFix/>
          </a:blip>
          <a:srcRect b="317" l="0" r="0" t="327"/>
          <a:stretch/>
        </p:blipFill>
        <p:spPr>
          <a:xfrm>
            <a:off x="10711279" y="6313250"/>
            <a:ext cx="877826" cy="205206"/>
          </a:xfrm>
          <a:prstGeom prst="rect">
            <a:avLst/>
          </a:prstGeom>
          <a:noFill/>
          <a:ln>
            <a:noFill/>
          </a:ln>
        </p:spPr>
      </p:pic>
      <p:sp>
        <p:nvSpPr>
          <p:cNvPr id="853" name="Google Shape;853;p60"/>
          <p:cNvSpPr txBox="1"/>
          <p:nvPr>
            <p:ph idx="2" type="subTitle"/>
          </p:nvPr>
        </p:nvSpPr>
        <p:spPr>
          <a:xfrm>
            <a:off x="885050" y="6169550"/>
            <a:ext cx="91830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ourney - Title5">
  <p:cSld name="CUSTOM_11_1_1_1_1">
    <p:bg>
      <p:bgPr>
        <a:blipFill>
          <a:blip r:embed="rId2">
            <a:alphaModFix/>
          </a:blip>
          <a:stretch>
            <a:fillRect/>
          </a:stretch>
        </a:blipFill>
      </p:bgPr>
    </p:bg>
    <p:spTree>
      <p:nvGrpSpPr>
        <p:cNvPr id="854" name="Shape 854"/>
        <p:cNvGrpSpPr/>
        <p:nvPr/>
      </p:nvGrpSpPr>
      <p:grpSpPr>
        <a:xfrm>
          <a:off x="0" y="0"/>
          <a:ext cx="0" cy="0"/>
          <a:chOff x="0" y="0"/>
          <a:chExt cx="0" cy="0"/>
        </a:xfrm>
      </p:grpSpPr>
      <p:sp>
        <p:nvSpPr>
          <p:cNvPr id="855" name="Google Shape;855;p61"/>
          <p:cNvSpPr txBox="1"/>
          <p:nvPr>
            <p:ph idx="1" type="subTitle"/>
          </p:nvPr>
        </p:nvSpPr>
        <p:spPr>
          <a:xfrm rot="5400000">
            <a:off x="-2127425" y="2139150"/>
            <a:ext cx="5150400" cy="872100"/>
          </a:xfrm>
          <a:prstGeom prst="rect">
            <a:avLst/>
          </a:prstGeom>
          <a:noFill/>
        </p:spPr>
        <p:txBody>
          <a:bodyPr anchorCtr="0" anchor="ctr" bIns="91425" lIns="457200" spcFirstLastPara="1" rIns="91425" wrap="square" tIns="91425">
            <a:noAutofit/>
          </a:bodyPr>
          <a:lstStyle>
            <a:lvl1pPr indent="0" lvl="0" marL="0" marR="0" rtl="0" algn="l">
              <a:lnSpc>
                <a:spcPct val="100000"/>
              </a:lnSpc>
              <a:spcBef>
                <a:spcPts val="0"/>
              </a:spcBef>
              <a:spcAft>
                <a:spcPts val="0"/>
              </a:spcAft>
              <a:buNone/>
              <a:defRPr sz="900">
                <a:solidFill>
                  <a:schemeClr val="lt1"/>
                </a:solidFill>
                <a:latin typeface="Overpass SemiBold"/>
                <a:ea typeface="Overpass SemiBold"/>
                <a:cs typeface="Overpass SemiBold"/>
                <a:sym typeface="Overpass SemiBold"/>
              </a:defRPr>
            </a:lvl1pPr>
            <a:lvl2pPr lvl="1" rtl="0">
              <a:spcBef>
                <a:spcPts val="0"/>
              </a:spcBef>
              <a:spcAft>
                <a:spcPts val="0"/>
              </a:spcAft>
              <a:buNone/>
              <a:defRPr sz="1200">
                <a:solidFill>
                  <a:schemeClr val="lt1"/>
                </a:solidFill>
              </a:defRPr>
            </a:lvl2pPr>
            <a:lvl3pPr lvl="2" rtl="0">
              <a:spcBef>
                <a:spcPts val="500"/>
              </a:spcBef>
              <a:spcAft>
                <a:spcPts val="0"/>
              </a:spcAft>
              <a:buNone/>
              <a:defRPr sz="1200">
                <a:solidFill>
                  <a:schemeClr val="lt1"/>
                </a:solidFill>
              </a:defRPr>
            </a:lvl3pPr>
            <a:lvl4pPr lvl="3" rtl="0">
              <a:spcBef>
                <a:spcPts val="500"/>
              </a:spcBef>
              <a:spcAft>
                <a:spcPts val="0"/>
              </a:spcAft>
              <a:buNone/>
              <a:defRPr sz="1200">
                <a:solidFill>
                  <a:schemeClr val="lt1"/>
                </a:solidFill>
              </a:defRPr>
            </a:lvl4pPr>
            <a:lvl5pPr lvl="4" rtl="0">
              <a:spcBef>
                <a:spcPts val="500"/>
              </a:spcBef>
              <a:spcAft>
                <a:spcPts val="0"/>
              </a:spcAft>
              <a:buNone/>
              <a:defRPr sz="1200">
                <a:solidFill>
                  <a:schemeClr val="lt1"/>
                </a:solidFill>
              </a:defRPr>
            </a:lvl5pPr>
            <a:lvl6pPr lvl="5" rtl="0">
              <a:spcBef>
                <a:spcPts val="500"/>
              </a:spcBef>
              <a:spcAft>
                <a:spcPts val="0"/>
              </a:spcAft>
              <a:buNone/>
              <a:defRPr sz="1200">
                <a:solidFill>
                  <a:schemeClr val="lt1"/>
                </a:solidFill>
              </a:defRPr>
            </a:lvl6pPr>
            <a:lvl7pPr lvl="6" rtl="0">
              <a:spcBef>
                <a:spcPts val="500"/>
              </a:spcBef>
              <a:spcAft>
                <a:spcPts val="0"/>
              </a:spcAft>
              <a:buNone/>
              <a:defRPr sz="1200">
                <a:solidFill>
                  <a:schemeClr val="lt1"/>
                </a:solidFill>
              </a:defRPr>
            </a:lvl7pPr>
            <a:lvl8pPr lvl="7" rtl="0">
              <a:spcBef>
                <a:spcPts val="500"/>
              </a:spcBef>
              <a:spcAft>
                <a:spcPts val="0"/>
              </a:spcAft>
              <a:buNone/>
              <a:defRPr sz="1200">
                <a:solidFill>
                  <a:schemeClr val="lt1"/>
                </a:solidFill>
              </a:defRPr>
            </a:lvl8pPr>
            <a:lvl9pPr lvl="8" rtl="0">
              <a:spcBef>
                <a:spcPts val="500"/>
              </a:spcBef>
              <a:spcAft>
                <a:spcPts val="500"/>
              </a:spcAft>
              <a:buNone/>
              <a:defRPr sz="1200">
                <a:solidFill>
                  <a:schemeClr val="lt1"/>
                </a:solidFill>
              </a:defRPr>
            </a:lvl9pPr>
          </a:lstStyle>
          <a:p/>
        </p:txBody>
      </p:sp>
      <p:sp>
        <p:nvSpPr>
          <p:cNvPr id="856" name="Google Shape;856;p61"/>
          <p:cNvSpPr txBox="1"/>
          <p:nvPr>
            <p:ph idx="2" type="subTitle"/>
          </p:nvPr>
        </p:nvSpPr>
        <p:spPr>
          <a:xfrm>
            <a:off x="5660525" y="3971650"/>
            <a:ext cx="4446300" cy="914400"/>
          </a:xfrm>
          <a:prstGeom prst="rect">
            <a:avLst/>
          </a:prstGeom>
        </p:spPr>
        <p:txBody>
          <a:bodyPr anchorCtr="0" anchor="t" bIns="0" lIns="0" spcFirstLastPara="1" rIns="0" wrap="square" tIns="0">
            <a:noAutofit/>
          </a:bodyPr>
          <a:lstStyle>
            <a:lvl1pPr lvl="0" rtl="0">
              <a:spcBef>
                <a:spcPts val="0"/>
              </a:spcBef>
              <a:spcAft>
                <a:spcPts val="0"/>
              </a:spcAft>
              <a:buNone/>
              <a:defRPr sz="1800"/>
            </a:lvl1pPr>
            <a:lvl2pPr lvl="1" rtl="0">
              <a:spcBef>
                <a:spcPts val="500"/>
              </a:spcBef>
              <a:spcAft>
                <a:spcPts val="0"/>
              </a:spcAft>
              <a:buNone/>
              <a:defRPr sz="1800"/>
            </a:lvl2pPr>
            <a:lvl3pPr lvl="2" rtl="0">
              <a:spcBef>
                <a:spcPts val="500"/>
              </a:spcBef>
              <a:spcAft>
                <a:spcPts val="0"/>
              </a:spcAft>
              <a:buNone/>
              <a:defRPr sz="1800"/>
            </a:lvl3pPr>
            <a:lvl4pPr lvl="3" rtl="0">
              <a:spcBef>
                <a:spcPts val="500"/>
              </a:spcBef>
              <a:spcAft>
                <a:spcPts val="0"/>
              </a:spcAft>
              <a:buNone/>
              <a:defRPr sz="1800"/>
            </a:lvl4pPr>
            <a:lvl5pPr lvl="4" rtl="0">
              <a:spcBef>
                <a:spcPts val="500"/>
              </a:spcBef>
              <a:spcAft>
                <a:spcPts val="0"/>
              </a:spcAft>
              <a:buNone/>
              <a:defRPr sz="1800"/>
            </a:lvl5pPr>
            <a:lvl6pPr lvl="5" rtl="0">
              <a:spcBef>
                <a:spcPts val="500"/>
              </a:spcBef>
              <a:spcAft>
                <a:spcPts val="0"/>
              </a:spcAft>
              <a:buNone/>
              <a:defRPr sz="1800"/>
            </a:lvl6pPr>
            <a:lvl7pPr lvl="6" rtl="0">
              <a:spcBef>
                <a:spcPts val="500"/>
              </a:spcBef>
              <a:spcAft>
                <a:spcPts val="0"/>
              </a:spcAft>
              <a:buNone/>
              <a:defRPr sz="1800"/>
            </a:lvl7pPr>
            <a:lvl8pPr lvl="7" rtl="0">
              <a:spcBef>
                <a:spcPts val="500"/>
              </a:spcBef>
              <a:spcAft>
                <a:spcPts val="0"/>
              </a:spcAft>
              <a:buNone/>
              <a:defRPr sz="1800"/>
            </a:lvl8pPr>
            <a:lvl9pPr lvl="8" rtl="0">
              <a:spcBef>
                <a:spcPts val="500"/>
              </a:spcBef>
              <a:spcAft>
                <a:spcPts val="500"/>
              </a:spcAft>
              <a:buNone/>
              <a:defRPr sz="1800"/>
            </a:lvl9pPr>
          </a:lstStyle>
          <a:p/>
        </p:txBody>
      </p:sp>
      <p:sp>
        <p:nvSpPr>
          <p:cNvPr id="857" name="Google Shape;857;p61"/>
          <p:cNvSpPr txBox="1"/>
          <p:nvPr>
            <p:ph idx="3" type="subTitle"/>
          </p:nvPr>
        </p:nvSpPr>
        <p:spPr>
          <a:xfrm>
            <a:off x="5660525" y="5318275"/>
            <a:ext cx="2040300" cy="605700"/>
          </a:xfrm>
          <a:prstGeom prst="rect">
            <a:avLst/>
          </a:prstGeom>
        </p:spPr>
        <p:txBody>
          <a:bodyPr anchorCtr="0" anchor="t" bIns="0" lIns="0" spcFirstLastPara="1" rIns="0" wrap="square" tIns="0">
            <a:noAutofit/>
          </a:bodyPr>
          <a:lstStyle>
            <a:lvl1pPr lvl="0" rtl="0">
              <a:spcBef>
                <a:spcPts val="0"/>
              </a:spcBef>
              <a:spcAft>
                <a:spcPts val="0"/>
              </a:spcAft>
              <a:buNone/>
              <a:defRPr sz="1200"/>
            </a:lvl1pPr>
            <a:lvl2pPr lvl="1" rtl="0">
              <a:spcBef>
                <a:spcPts val="500"/>
              </a:spcBef>
              <a:spcAft>
                <a:spcPts val="0"/>
              </a:spcAft>
              <a:buNone/>
              <a:defRPr sz="1200"/>
            </a:lvl2pPr>
            <a:lvl3pPr lvl="2" rtl="0">
              <a:spcBef>
                <a:spcPts val="500"/>
              </a:spcBef>
              <a:spcAft>
                <a:spcPts val="0"/>
              </a:spcAft>
              <a:buNone/>
              <a:defRPr sz="1200"/>
            </a:lvl3pPr>
            <a:lvl4pPr lvl="3" rtl="0">
              <a:spcBef>
                <a:spcPts val="500"/>
              </a:spcBef>
              <a:spcAft>
                <a:spcPts val="0"/>
              </a:spcAft>
              <a:buNone/>
              <a:defRPr sz="1200"/>
            </a:lvl4pPr>
            <a:lvl5pPr lvl="4" rtl="0">
              <a:spcBef>
                <a:spcPts val="500"/>
              </a:spcBef>
              <a:spcAft>
                <a:spcPts val="0"/>
              </a:spcAft>
              <a:buNone/>
              <a:defRPr sz="1200"/>
            </a:lvl5pPr>
            <a:lvl6pPr lvl="5" rtl="0">
              <a:spcBef>
                <a:spcPts val="500"/>
              </a:spcBef>
              <a:spcAft>
                <a:spcPts val="0"/>
              </a:spcAft>
              <a:buNone/>
              <a:defRPr sz="1200"/>
            </a:lvl6pPr>
            <a:lvl7pPr lvl="6" rtl="0">
              <a:spcBef>
                <a:spcPts val="500"/>
              </a:spcBef>
              <a:spcAft>
                <a:spcPts val="0"/>
              </a:spcAft>
              <a:buNone/>
              <a:defRPr sz="1200"/>
            </a:lvl7pPr>
            <a:lvl8pPr lvl="7" rtl="0">
              <a:spcBef>
                <a:spcPts val="500"/>
              </a:spcBef>
              <a:spcAft>
                <a:spcPts val="0"/>
              </a:spcAft>
              <a:buNone/>
              <a:defRPr sz="1200"/>
            </a:lvl8pPr>
            <a:lvl9pPr lvl="8" rtl="0">
              <a:spcBef>
                <a:spcPts val="500"/>
              </a:spcBef>
              <a:spcAft>
                <a:spcPts val="500"/>
              </a:spcAft>
              <a:buNone/>
              <a:defRPr sz="1200"/>
            </a:lvl9pPr>
          </a:lstStyle>
          <a:p/>
        </p:txBody>
      </p:sp>
      <p:sp>
        <p:nvSpPr>
          <p:cNvPr id="858" name="Google Shape;858;p61"/>
          <p:cNvSpPr txBox="1"/>
          <p:nvPr>
            <p:ph type="title"/>
          </p:nvPr>
        </p:nvSpPr>
        <p:spPr>
          <a:xfrm>
            <a:off x="5660525" y="1708950"/>
            <a:ext cx="5736300" cy="2117400"/>
          </a:xfrm>
          <a:prstGeom prst="rect">
            <a:avLst/>
          </a:prstGeom>
        </p:spPr>
        <p:txBody>
          <a:bodyPr anchorCtr="0" anchor="b" bIns="0" lIns="0" spcFirstLastPara="1" rIns="0" wrap="square" tIns="0">
            <a:noAutofit/>
          </a:bodyPr>
          <a:lstStyle>
            <a:lvl1pPr indent="0" lvl="0" marL="0" marR="0" rtl="0" algn="l">
              <a:lnSpc>
                <a:spcPct val="100000"/>
              </a:lnSpc>
              <a:spcBef>
                <a:spcPts val="0"/>
              </a:spcBef>
              <a:spcAft>
                <a:spcPts val="0"/>
              </a:spcAft>
              <a:buNone/>
              <a:defRPr b="1" sz="4800">
                <a:solidFill>
                  <a:schemeClr val="dk2"/>
                </a:solidFill>
                <a:latin typeface="Overpass"/>
                <a:ea typeface="Overpass"/>
                <a:cs typeface="Overpass"/>
                <a:sym typeface="Overpass"/>
              </a:defRPr>
            </a:lvl1pPr>
            <a:lvl2pPr lvl="1" rtl="0">
              <a:spcBef>
                <a:spcPts val="0"/>
              </a:spcBef>
              <a:spcAft>
                <a:spcPts val="0"/>
              </a:spcAft>
              <a:buNone/>
              <a:defRPr sz="4800">
                <a:solidFill>
                  <a:schemeClr val="dk2"/>
                </a:solidFill>
              </a:defRPr>
            </a:lvl2pPr>
            <a:lvl3pPr lvl="2" rtl="0">
              <a:spcBef>
                <a:spcPts val="0"/>
              </a:spcBef>
              <a:spcAft>
                <a:spcPts val="0"/>
              </a:spcAft>
              <a:buNone/>
              <a:defRPr sz="4800">
                <a:solidFill>
                  <a:schemeClr val="dk2"/>
                </a:solidFill>
              </a:defRPr>
            </a:lvl3pPr>
            <a:lvl4pPr lvl="3" rtl="0">
              <a:spcBef>
                <a:spcPts val="0"/>
              </a:spcBef>
              <a:spcAft>
                <a:spcPts val="0"/>
              </a:spcAft>
              <a:buNone/>
              <a:defRPr sz="4800">
                <a:solidFill>
                  <a:schemeClr val="dk2"/>
                </a:solidFill>
              </a:defRPr>
            </a:lvl4pPr>
            <a:lvl5pPr lvl="4" rtl="0">
              <a:spcBef>
                <a:spcPts val="0"/>
              </a:spcBef>
              <a:spcAft>
                <a:spcPts val="0"/>
              </a:spcAft>
              <a:buNone/>
              <a:defRPr sz="4800">
                <a:solidFill>
                  <a:schemeClr val="dk2"/>
                </a:solidFill>
              </a:defRPr>
            </a:lvl5pPr>
            <a:lvl6pPr lvl="5" rtl="0">
              <a:spcBef>
                <a:spcPts val="0"/>
              </a:spcBef>
              <a:spcAft>
                <a:spcPts val="0"/>
              </a:spcAft>
              <a:buNone/>
              <a:defRPr sz="4800">
                <a:solidFill>
                  <a:schemeClr val="dk2"/>
                </a:solidFill>
              </a:defRPr>
            </a:lvl6pPr>
            <a:lvl7pPr lvl="6" rtl="0">
              <a:spcBef>
                <a:spcPts val="0"/>
              </a:spcBef>
              <a:spcAft>
                <a:spcPts val="0"/>
              </a:spcAft>
              <a:buNone/>
              <a:defRPr sz="4800">
                <a:solidFill>
                  <a:schemeClr val="dk2"/>
                </a:solidFill>
              </a:defRPr>
            </a:lvl7pPr>
            <a:lvl8pPr lvl="7" rtl="0">
              <a:spcBef>
                <a:spcPts val="0"/>
              </a:spcBef>
              <a:spcAft>
                <a:spcPts val="0"/>
              </a:spcAft>
              <a:buNone/>
              <a:defRPr sz="4800">
                <a:solidFill>
                  <a:schemeClr val="dk2"/>
                </a:solidFill>
              </a:defRPr>
            </a:lvl8pPr>
            <a:lvl9pPr lvl="8" rtl="0">
              <a:spcBef>
                <a:spcPts val="0"/>
              </a:spcBef>
              <a:spcAft>
                <a:spcPts val="0"/>
              </a:spcAft>
              <a:buNone/>
              <a:defRPr sz="4800">
                <a:solidFill>
                  <a:schemeClr val="dk2"/>
                </a:solidFill>
              </a:defRPr>
            </a:lvl9pPr>
          </a:lstStyle>
          <a:p/>
        </p:txBody>
      </p:sp>
      <p:pic>
        <p:nvPicPr>
          <p:cNvPr id="859" name="Google Shape;859;p6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60" name="Google Shape;860;p61"/>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861" name="Google Shape;861;p61"/>
          <p:cNvSpPr txBox="1"/>
          <p:nvPr/>
        </p:nvSpPr>
        <p:spPr>
          <a:xfrm>
            <a:off x="81975" y="6169556"/>
            <a:ext cx="731700" cy="1437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sz="800">
                <a:solidFill>
                  <a:schemeClr val="lt1"/>
                </a:solidFill>
                <a:latin typeface="Overpass SemiBold"/>
                <a:ea typeface="Overpass SemiBold"/>
                <a:cs typeface="Overpass SemiBold"/>
                <a:sym typeface="Overpass SemiBold"/>
              </a:rPr>
              <a:t>‹#›</a:t>
            </a:fld>
            <a:endParaRPr sz="800">
              <a:solidFill>
                <a:schemeClr val="lt1"/>
              </a:solidFill>
              <a:latin typeface="Overpass SemiBold"/>
              <a:ea typeface="Overpass SemiBold"/>
              <a:cs typeface="Overpass SemiBold"/>
              <a:sym typeface="Overpass SemiBo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telyBlankSlide">
  <p:cSld name="CUSTOM_9_1">
    <p:spTree>
      <p:nvGrpSpPr>
        <p:cNvPr id="862" name="Shape 862"/>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1">
  <p:cSld name="TITLE_1_2">
    <p:bg>
      <p:bgPr>
        <a:blipFill>
          <a:blip r:embed="rId2">
            <a:alphaModFix/>
          </a:blip>
          <a:stretch>
            <a:fillRect/>
          </a:stretch>
        </a:blipFill>
      </p:bgPr>
    </p:bg>
    <p:spTree>
      <p:nvGrpSpPr>
        <p:cNvPr id="863" name="Shape 863"/>
        <p:cNvGrpSpPr/>
        <p:nvPr/>
      </p:nvGrpSpPr>
      <p:grpSpPr>
        <a:xfrm>
          <a:off x="0" y="0"/>
          <a:ext cx="0" cy="0"/>
          <a:chOff x="0" y="0"/>
          <a:chExt cx="0" cy="0"/>
        </a:xfrm>
      </p:grpSpPr>
      <p:sp>
        <p:nvSpPr>
          <p:cNvPr id="864" name="Google Shape;864;p6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63"/>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866" name="Google Shape;866;p63"/>
          <p:cNvSpPr txBox="1"/>
          <p:nvPr>
            <p:ph type="title"/>
          </p:nvPr>
        </p:nvSpPr>
        <p:spPr>
          <a:xfrm>
            <a:off x="2083875" y="1743625"/>
            <a:ext cx="7533300" cy="16005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rtl="0">
              <a:lnSpc>
                <a:spcPct val="105000"/>
              </a:lnSpc>
              <a:spcBef>
                <a:spcPts val="0"/>
              </a:spcBef>
              <a:spcAft>
                <a:spcPts val="0"/>
              </a:spcAft>
              <a:buNone/>
              <a:defRPr sz="4700">
                <a:solidFill>
                  <a:schemeClr val="lt1"/>
                </a:solidFill>
              </a:defRPr>
            </a:lvl2pPr>
            <a:lvl3pPr lvl="2" rtl="0">
              <a:lnSpc>
                <a:spcPct val="105000"/>
              </a:lnSpc>
              <a:spcBef>
                <a:spcPts val="0"/>
              </a:spcBef>
              <a:spcAft>
                <a:spcPts val="0"/>
              </a:spcAft>
              <a:buNone/>
              <a:defRPr sz="4700">
                <a:solidFill>
                  <a:schemeClr val="lt1"/>
                </a:solidFill>
              </a:defRPr>
            </a:lvl3pPr>
            <a:lvl4pPr lvl="3" rtl="0">
              <a:lnSpc>
                <a:spcPct val="105000"/>
              </a:lnSpc>
              <a:spcBef>
                <a:spcPts val="0"/>
              </a:spcBef>
              <a:spcAft>
                <a:spcPts val="0"/>
              </a:spcAft>
              <a:buNone/>
              <a:defRPr sz="4700">
                <a:solidFill>
                  <a:schemeClr val="lt1"/>
                </a:solidFill>
              </a:defRPr>
            </a:lvl4pPr>
            <a:lvl5pPr lvl="4" rtl="0">
              <a:lnSpc>
                <a:spcPct val="105000"/>
              </a:lnSpc>
              <a:spcBef>
                <a:spcPts val="0"/>
              </a:spcBef>
              <a:spcAft>
                <a:spcPts val="0"/>
              </a:spcAft>
              <a:buNone/>
              <a:defRPr sz="4700">
                <a:solidFill>
                  <a:schemeClr val="lt1"/>
                </a:solidFill>
              </a:defRPr>
            </a:lvl5pPr>
            <a:lvl6pPr lvl="5" rtl="0">
              <a:lnSpc>
                <a:spcPct val="105000"/>
              </a:lnSpc>
              <a:spcBef>
                <a:spcPts val="0"/>
              </a:spcBef>
              <a:spcAft>
                <a:spcPts val="0"/>
              </a:spcAft>
              <a:buNone/>
              <a:defRPr sz="4700">
                <a:solidFill>
                  <a:schemeClr val="lt1"/>
                </a:solidFill>
              </a:defRPr>
            </a:lvl6pPr>
            <a:lvl7pPr lvl="6" rtl="0">
              <a:lnSpc>
                <a:spcPct val="105000"/>
              </a:lnSpc>
              <a:spcBef>
                <a:spcPts val="0"/>
              </a:spcBef>
              <a:spcAft>
                <a:spcPts val="0"/>
              </a:spcAft>
              <a:buNone/>
              <a:defRPr sz="4700">
                <a:solidFill>
                  <a:schemeClr val="lt1"/>
                </a:solidFill>
              </a:defRPr>
            </a:lvl7pPr>
            <a:lvl8pPr lvl="7" rtl="0">
              <a:lnSpc>
                <a:spcPct val="105000"/>
              </a:lnSpc>
              <a:spcBef>
                <a:spcPts val="0"/>
              </a:spcBef>
              <a:spcAft>
                <a:spcPts val="0"/>
              </a:spcAft>
              <a:buNone/>
              <a:defRPr sz="4700">
                <a:solidFill>
                  <a:schemeClr val="lt1"/>
                </a:solidFill>
              </a:defRPr>
            </a:lvl8pPr>
            <a:lvl9pPr lvl="8" rtl="0">
              <a:lnSpc>
                <a:spcPct val="105000"/>
              </a:lnSpc>
              <a:spcBef>
                <a:spcPts val="0"/>
              </a:spcBef>
              <a:spcAft>
                <a:spcPts val="0"/>
              </a:spcAft>
              <a:buNone/>
              <a:defRPr sz="4700">
                <a:solidFill>
                  <a:schemeClr val="lt1"/>
                </a:solidFill>
              </a:defRPr>
            </a:lvl9pPr>
          </a:lstStyle>
          <a:p/>
        </p:txBody>
      </p:sp>
      <p:sp>
        <p:nvSpPr>
          <p:cNvPr id="867" name="Google Shape;867;p63"/>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868" name="Google Shape;868;p63"/>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500"/>
              <a:buFont typeface="Red Hat Display Medium"/>
              <a:buNone/>
              <a:defRPr sz="1500">
                <a:solidFill>
                  <a:schemeClr val="lt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rtl="0">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869" name="Google Shape;869;p63"/>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70" name="Google Shape;870;p63"/>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871" name="Google Shape;871;p6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4">
    <p:spTree>
      <p:nvGrpSpPr>
        <p:cNvPr id="872" name="Shape 872"/>
        <p:cNvGrpSpPr/>
        <p:nvPr/>
      </p:nvGrpSpPr>
      <p:grpSpPr>
        <a:xfrm>
          <a:off x="0" y="0"/>
          <a:ext cx="0" cy="0"/>
          <a:chOff x="0" y="0"/>
          <a:chExt cx="0" cy="0"/>
        </a:xfrm>
      </p:grpSpPr>
      <p:cxnSp>
        <p:nvCxnSpPr>
          <p:cNvPr id="873" name="Google Shape;873;p6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874" name="Google Shape;874;p6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75" name="Google Shape;875;p6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76" name="Google Shape;876;p6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877" name="Google Shape;877;p6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878" name="Google Shape;878;p64"/>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
        <p:nvSpPr>
          <p:cNvPr id="879" name="Google Shape;879;p6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880" name="Google Shape;880;p6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881" name="Google Shape;881;p64"/>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885" name="Shape 885"/>
        <p:cNvGrpSpPr/>
        <p:nvPr/>
      </p:nvGrpSpPr>
      <p:grpSpPr>
        <a:xfrm>
          <a:off x="0" y="0"/>
          <a:ext cx="0" cy="0"/>
          <a:chOff x="0" y="0"/>
          <a:chExt cx="0" cy="0"/>
        </a:xfrm>
      </p:grpSpPr>
      <p:sp>
        <p:nvSpPr>
          <p:cNvPr id="886" name="Google Shape;886;p6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66"/>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888" name="Google Shape;888;p66"/>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4600">
                <a:solidFill>
                  <a:schemeClr val="lt1"/>
                </a:solidFill>
              </a:defRPr>
            </a:lvl2pPr>
            <a:lvl3pPr lvl="2">
              <a:lnSpc>
                <a:spcPct val="105000"/>
              </a:lnSpc>
              <a:spcBef>
                <a:spcPts val="0"/>
              </a:spcBef>
              <a:spcAft>
                <a:spcPts val="0"/>
              </a:spcAft>
              <a:buNone/>
              <a:defRPr sz="4600">
                <a:solidFill>
                  <a:schemeClr val="lt1"/>
                </a:solidFill>
              </a:defRPr>
            </a:lvl3pPr>
            <a:lvl4pPr lvl="3">
              <a:lnSpc>
                <a:spcPct val="105000"/>
              </a:lnSpc>
              <a:spcBef>
                <a:spcPts val="0"/>
              </a:spcBef>
              <a:spcAft>
                <a:spcPts val="0"/>
              </a:spcAft>
              <a:buNone/>
              <a:defRPr sz="4600">
                <a:solidFill>
                  <a:schemeClr val="lt1"/>
                </a:solidFill>
              </a:defRPr>
            </a:lvl4pPr>
            <a:lvl5pPr lvl="4">
              <a:lnSpc>
                <a:spcPct val="105000"/>
              </a:lnSpc>
              <a:spcBef>
                <a:spcPts val="0"/>
              </a:spcBef>
              <a:spcAft>
                <a:spcPts val="0"/>
              </a:spcAft>
              <a:buNone/>
              <a:defRPr sz="4600">
                <a:solidFill>
                  <a:schemeClr val="lt1"/>
                </a:solidFill>
              </a:defRPr>
            </a:lvl5pPr>
            <a:lvl6pPr lvl="5">
              <a:lnSpc>
                <a:spcPct val="105000"/>
              </a:lnSpc>
              <a:spcBef>
                <a:spcPts val="0"/>
              </a:spcBef>
              <a:spcAft>
                <a:spcPts val="0"/>
              </a:spcAft>
              <a:buNone/>
              <a:defRPr sz="4600">
                <a:solidFill>
                  <a:schemeClr val="lt1"/>
                </a:solidFill>
              </a:defRPr>
            </a:lvl6pPr>
            <a:lvl7pPr lvl="6">
              <a:lnSpc>
                <a:spcPct val="105000"/>
              </a:lnSpc>
              <a:spcBef>
                <a:spcPts val="0"/>
              </a:spcBef>
              <a:spcAft>
                <a:spcPts val="0"/>
              </a:spcAft>
              <a:buNone/>
              <a:defRPr sz="4600">
                <a:solidFill>
                  <a:schemeClr val="lt1"/>
                </a:solidFill>
              </a:defRPr>
            </a:lvl7pPr>
            <a:lvl8pPr lvl="7">
              <a:lnSpc>
                <a:spcPct val="105000"/>
              </a:lnSpc>
              <a:spcBef>
                <a:spcPts val="0"/>
              </a:spcBef>
              <a:spcAft>
                <a:spcPts val="0"/>
              </a:spcAft>
              <a:buNone/>
              <a:defRPr sz="4600">
                <a:solidFill>
                  <a:schemeClr val="lt1"/>
                </a:solidFill>
              </a:defRPr>
            </a:lvl8pPr>
            <a:lvl9pPr lvl="8">
              <a:lnSpc>
                <a:spcPct val="105000"/>
              </a:lnSpc>
              <a:spcBef>
                <a:spcPts val="0"/>
              </a:spcBef>
              <a:spcAft>
                <a:spcPts val="0"/>
              </a:spcAft>
              <a:buNone/>
              <a:defRPr sz="4600">
                <a:solidFill>
                  <a:schemeClr val="lt1"/>
                </a:solidFill>
              </a:defRPr>
            </a:lvl9pPr>
          </a:lstStyle>
          <a:p/>
        </p:txBody>
      </p:sp>
      <p:sp>
        <p:nvSpPr>
          <p:cNvPr id="889" name="Google Shape;889;p66"/>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sp>
        <p:nvSpPr>
          <p:cNvPr id="890" name="Google Shape;890;p66"/>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2pPr>
            <a:lvl3pPr lvl="2">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3pPr>
            <a:lvl4pPr lvl="3">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4pPr>
            <a:lvl5pPr lvl="4">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5pPr>
            <a:lvl6pPr lvl="5">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6pPr>
            <a:lvl7pPr lvl="6">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7pPr>
            <a:lvl8pPr lvl="7">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8pPr>
            <a:lvl9pPr lvl="8">
              <a:lnSpc>
                <a:spcPct val="135000"/>
              </a:lnSpc>
              <a:spcBef>
                <a:spcPts val="0"/>
              </a:spcBef>
              <a:spcAft>
                <a:spcPts val="0"/>
              </a:spcAft>
              <a:buClr>
                <a:schemeClr val="lt1"/>
              </a:buClr>
              <a:buSzPts val="1800"/>
              <a:buFont typeface="Red Hat Text Medium"/>
              <a:buNone/>
              <a:defRPr>
                <a:solidFill>
                  <a:schemeClr val="lt1"/>
                </a:solidFill>
                <a:latin typeface="Red Hat Text Medium"/>
                <a:ea typeface="Red Hat Text Medium"/>
                <a:cs typeface="Red Hat Text Medium"/>
                <a:sym typeface="Red Hat Text Medium"/>
              </a:defRPr>
            </a:lvl9pPr>
          </a:lstStyle>
          <a:p/>
        </p:txBody>
      </p:sp>
      <p:pic>
        <p:nvPicPr>
          <p:cNvPr id="891" name="Google Shape;891;p6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892" name="Google Shape;892;p6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93" name="Google Shape;893;p6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894" name="Shape 894"/>
        <p:cNvGrpSpPr/>
        <p:nvPr/>
      </p:nvGrpSpPr>
      <p:grpSpPr>
        <a:xfrm>
          <a:off x="0" y="0"/>
          <a:ext cx="0" cy="0"/>
          <a:chOff x="0" y="0"/>
          <a:chExt cx="0" cy="0"/>
        </a:xfrm>
      </p:grpSpPr>
      <p:sp>
        <p:nvSpPr>
          <p:cNvPr id="895" name="Google Shape;895;p6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7"/>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None/>
              <a:defRPr sz="1400">
                <a:solidFill>
                  <a:schemeClr val="lt1"/>
                </a:solidFill>
              </a:defRPr>
            </a:lvl2pPr>
            <a:lvl3pPr lvl="2">
              <a:lnSpc>
                <a:spcPct val="180000"/>
              </a:lnSpc>
              <a:spcBef>
                <a:spcPts val="0"/>
              </a:spcBef>
              <a:spcAft>
                <a:spcPts val="0"/>
              </a:spcAft>
              <a:buClr>
                <a:schemeClr val="lt1"/>
              </a:buClr>
              <a:buSzPts val="1400"/>
              <a:buNone/>
              <a:defRPr sz="1400">
                <a:solidFill>
                  <a:schemeClr val="lt1"/>
                </a:solidFill>
              </a:defRPr>
            </a:lvl3pPr>
            <a:lvl4pPr lvl="3">
              <a:lnSpc>
                <a:spcPct val="180000"/>
              </a:lnSpc>
              <a:spcBef>
                <a:spcPts val="0"/>
              </a:spcBef>
              <a:spcAft>
                <a:spcPts val="0"/>
              </a:spcAft>
              <a:buClr>
                <a:schemeClr val="lt1"/>
              </a:buClr>
              <a:buSzPts val="1400"/>
              <a:buNone/>
              <a:defRPr sz="1400">
                <a:solidFill>
                  <a:schemeClr val="lt1"/>
                </a:solidFill>
              </a:defRPr>
            </a:lvl4pPr>
            <a:lvl5pPr lvl="4">
              <a:lnSpc>
                <a:spcPct val="180000"/>
              </a:lnSpc>
              <a:spcBef>
                <a:spcPts val="0"/>
              </a:spcBef>
              <a:spcAft>
                <a:spcPts val="0"/>
              </a:spcAft>
              <a:buClr>
                <a:schemeClr val="lt1"/>
              </a:buClr>
              <a:buSzPts val="1400"/>
              <a:buNone/>
              <a:defRPr sz="1400">
                <a:solidFill>
                  <a:schemeClr val="lt1"/>
                </a:solidFill>
              </a:defRPr>
            </a:lvl5pPr>
            <a:lvl6pPr lvl="5">
              <a:lnSpc>
                <a:spcPct val="180000"/>
              </a:lnSpc>
              <a:spcBef>
                <a:spcPts val="0"/>
              </a:spcBef>
              <a:spcAft>
                <a:spcPts val="0"/>
              </a:spcAft>
              <a:buClr>
                <a:schemeClr val="lt1"/>
              </a:buClr>
              <a:buSzPts val="1400"/>
              <a:buNone/>
              <a:defRPr sz="1400">
                <a:solidFill>
                  <a:schemeClr val="lt1"/>
                </a:solidFill>
              </a:defRPr>
            </a:lvl6pPr>
            <a:lvl7pPr lvl="6">
              <a:lnSpc>
                <a:spcPct val="180000"/>
              </a:lnSpc>
              <a:spcBef>
                <a:spcPts val="0"/>
              </a:spcBef>
              <a:spcAft>
                <a:spcPts val="0"/>
              </a:spcAft>
              <a:buClr>
                <a:schemeClr val="lt1"/>
              </a:buClr>
              <a:buSzPts val="1400"/>
              <a:buNone/>
              <a:defRPr sz="1400">
                <a:solidFill>
                  <a:schemeClr val="lt1"/>
                </a:solidFill>
              </a:defRPr>
            </a:lvl7pPr>
            <a:lvl8pPr lvl="7">
              <a:lnSpc>
                <a:spcPct val="180000"/>
              </a:lnSpc>
              <a:spcBef>
                <a:spcPts val="0"/>
              </a:spcBef>
              <a:spcAft>
                <a:spcPts val="0"/>
              </a:spcAft>
              <a:buClr>
                <a:schemeClr val="lt1"/>
              </a:buClr>
              <a:buSzPts val="1400"/>
              <a:buNone/>
              <a:defRPr sz="1400">
                <a:solidFill>
                  <a:schemeClr val="lt1"/>
                </a:solidFill>
              </a:defRPr>
            </a:lvl8pPr>
            <a:lvl9pPr lvl="8">
              <a:lnSpc>
                <a:spcPct val="180000"/>
              </a:lnSpc>
              <a:spcBef>
                <a:spcPts val="0"/>
              </a:spcBef>
              <a:spcAft>
                <a:spcPts val="0"/>
              </a:spcAft>
              <a:buClr>
                <a:schemeClr val="lt1"/>
              </a:buClr>
              <a:buSzPts val="1400"/>
              <a:buNone/>
              <a:defRPr sz="1400">
                <a:solidFill>
                  <a:schemeClr val="lt1"/>
                </a:solidFill>
              </a:defRPr>
            </a:lvl9pPr>
          </a:lstStyle>
          <a:p/>
        </p:txBody>
      </p:sp>
      <p:sp>
        <p:nvSpPr>
          <p:cNvPr id="897" name="Google Shape;897;p67"/>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898" name="Google Shape;898;p67"/>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899" name="Google Shape;899;p67"/>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900" name="Google Shape;900;p67"/>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901" name="Google Shape;901;p67"/>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902" name="Google Shape;902;p67"/>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cxnSp>
        <p:nvCxnSpPr>
          <p:cNvPr id="903" name="Google Shape;903;p67"/>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904" name="Google Shape;904;p67"/>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905" name="Google Shape;905;p6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06" name="Google Shape;906;p67"/>
          <p:cNvPicPr preferRelativeResize="0"/>
          <p:nvPr/>
        </p:nvPicPr>
        <p:blipFill>
          <a:blip r:embed="rId6">
            <a:alphaModFix/>
          </a:blip>
          <a:stretch>
            <a:fillRect/>
          </a:stretch>
        </p:blipFill>
        <p:spPr>
          <a:xfrm>
            <a:off x="7542663" y="3871263"/>
            <a:ext cx="282625" cy="282625"/>
          </a:xfrm>
          <a:prstGeom prst="rect">
            <a:avLst/>
          </a:prstGeom>
          <a:noFill/>
          <a:ln>
            <a:noFill/>
          </a:ln>
        </p:spPr>
      </p:pic>
      <p:sp>
        <p:nvSpPr>
          <p:cNvPr id="907" name="Google Shape;907;p67"/>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908" name="Shape 908"/>
        <p:cNvGrpSpPr/>
        <p:nvPr/>
      </p:nvGrpSpPr>
      <p:grpSpPr>
        <a:xfrm>
          <a:off x="0" y="0"/>
          <a:ext cx="0" cy="0"/>
          <a:chOff x="0" y="0"/>
          <a:chExt cx="0" cy="0"/>
        </a:xfrm>
      </p:grpSpPr>
      <p:sp>
        <p:nvSpPr>
          <p:cNvPr id="909" name="Google Shape;909;p68"/>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6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8"/>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1"/>
              </a:buClr>
              <a:buSzPts val="2800"/>
              <a:buFont typeface="Red Hat Display"/>
              <a:buNone/>
              <a:defRPr sz="2800">
                <a:solidFill>
                  <a:schemeClr val="lt1"/>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912" name="Google Shape;912;p68"/>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800">
                <a:solidFill>
                  <a:schemeClr val="lt1"/>
                </a:solidFill>
              </a:defRPr>
            </a:lvl2pPr>
            <a:lvl3pPr lvl="2">
              <a:lnSpc>
                <a:spcPct val="100000"/>
              </a:lnSpc>
              <a:spcBef>
                <a:spcPts val="0"/>
              </a:spcBef>
              <a:spcAft>
                <a:spcPts val="0"/>
              </a:spcAft>
              <a:buNone/>
              <a:defRPr sz="4800">
                <a:solidFill>
                  <a:schemeClr val="lt1"/>
                </a:solidFill>
              </a:defRPr>
            </a:lvl3pPr>
            <a:lvl4pPr lvl="3">
              <a:lnSpc>
                <a:spcPct val="100000"/>
              </a:lnSpc>
              <a:spcBef>
                <a:spcPts val="0"/>
              </a:spcBef>
              <a:spcAft>
                <a:spcPts val="0"/>
              </a:spcAft>
              <a:buNone/>
              <a:defRPr sz="4800">
                <a:solidFill>
                  <a:schemeClr val="lt1"/>
                </a:solidFill>
              </a:defRPr>
            </a:lvl4pPr>
            <a:lvl5pPr lvl="4">
              <a:lnSpc>
                <a:spcPct val="100000"/>
              </a:lnSpc>
              <a:spcBef>
                <a:spcPts val="0"/>
              </a:spcBef>
              <a:spcAft>
                <a:spcPts val="0"/>
              </a:spcAft>
              <a:buNone/>
              <a:defRPr sz="4800">
                <a:solidFill>
                  <a:schemeClr val="lt1"/>
                </a:solidFill>
              </a:defRPr>
            </a:lvl5pPr>
            <a:lvl6pPr lvl="5">
              <a:lnSpc>
                <a:spcPct val="100000"/>
              </a:lnSpc>
              <a:spcBef>
                <a:spcPts val="0"/>
              </a:spcBef>
              <a:spcAft>
                <a:spcPts val="0"/>
              </a:spcAft>
              <a:buNone/>
              <a:defRPr sz="4800">
                <a:solidFill>
                  <a:schemeClr val="lt1"/>
                </a:solidFill>
              </a:defRPr>
            </a:lvl6pPr>
            <a:lvl7pPr lvl="6">
              <a:lnSpc>
                <a:spcPct val="100000"/>
              </a:lnSpc>
              <a:spcBef>
                <a:spcPts val="0"/>
              </a:spcBef>
              <a:spcAft>
                <a:spcPts val="0"/>
              </a:spcAft>
              <a:buNone/>
              <a:defRPr sz="4800">
                <a:solidFill>
                  <a:schemeClr val="lt1"/>
                </a:solidFill>
              </a:defRPr>
            </a:lvl7pPr>
            <a:lvl8pPr lvl="7">
              <a:lnSpc>
                <a:spcPct val="100000"/>
              </a:lnSpc>
              <a:spcBef>
                <a:spcPts val="0"/>
              </a:spcBef>
              <a:spcAft>
                <a:spcPts val="0"/>
              </a:spcAft>
              <a:buNone/>
              <a:defRPr sz="4800">
                <a:solidFill>
                  <a:schemeClr val="lt1"/>
                </a:solidFill>
              </a:defRPr>
            </a:lvl8pPr>
            <a:lvl9pPr lvl="8">
              <a:lnSpc>
                <a:spcPct val="100000"/>
              </a:lnSpc>
              <a:spcBef>
                <a:spcPts val="0"/>
              </a:spcBef>
              <a:spcAft>
                <a:spcPts val="0"/>
              </a:spcAft>
              <a:buNone/>
              <a:defRPr sz="4800">
                <a:solidFill>
                  <a:schemeClr val="lt1"/>
                </a:solidFill>
              </a:defRPr>
            </a:lvl9pPr>
          </a:lstStyle>
          <a:p/>
        </p:txBody>
      </p:sp>
      <p:sp>
        <p:nvSpPr>
          <p:cNvPr id="913" name="Google Shape;913;p68"/>
          <p:cNvSpPr txBox="1"/>
          <p:nvPr>
            <p:ph idx="2" type="subTitle"/>
          </p:nvPr>
        </p:nvSpPr>
        <p:spPr>
          <a:xfrm>
            <a:off x="2083725"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sp>
        <p:nvSpPr>
          <p:cNvPr id="914" name="Google Shape;914;p68"/>
          <p:cNvSpPr txBox="1"/>
          <p:nvPr>
            <p:ph idx="3" type="subTitle"/>
          </p:nvPr>
        </p:nvSpPr>
        <p:spPr>
          <a:xfrm>
            <a:off x="4471850" y="4605500"/>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Medium"/>
              <a:buNone/>
              <a:defRPr sz="1400">
                <a:solidFill>
                  <a:schemeClr val="lt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2pPr>
            <a:lvl3pPr lvl="2">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3pPr>
            <a:lvl4pPr lvl="3">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4pPr>
            <a:lvl5pPr lvl="4">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5pPr>
            <a:lvl6pPr lvl="5">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6pPr>
            <a:lvl7pPr lvl="6">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7pPr>
            <a:lvl8pPr lvl="7">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8pPr>
            <a:lvl9pPr lvl="8">
              <a:lnSpc>
                <a:spcPct val="135000"/>
              </a:lnSpc>
              <a:spcBef>
                <a:spcPts val="0"/>
              </a:spcBef>
              <a:spcAft>
                <a:spcPts val="0"/>
              </a:spcAft>
              <a:buClr>
                <a:schemeClr val="lt1"/>
              </a:buClr>
              <a:buSzPts val="1800"/>
              <a:buFont typeface="Red Hat Display Medium"/>
              <a:buNone/>
              <a:defRPr>
                <a:solidFill>
                  <a:schemeClr val="lt1"/>
                </a:solidFill>
                <a:latin typeface="Red Hat Display Medium"/>
                <a:ea typeface="Red Hat Display Medium"/>
                <a:cs typeface="Red Hat Display Medium"/>
                <a:sym typeface="Red Hat Display Medium"/>
              </a:defRPr>
            </a:lvl9pPr>
          </a:lstStyle>
          <a:p/>
        </p:txBody>
      </p:sp>
      <p:pic>
        <p:nvPicPr>
          <p:cNvPr id="915" name="Google Shape;915;p68"/>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16" name="Google Shape;916;p6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17" name="Google Shape;917;p6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18" name="Google Shape;918;p68"/>
          <p:cNvPicPr preferRelativeResize="0"/>
          <p:nvPr/>
        </p:nvPicPr>
        <p:blipFill rotWithShape="1">
          <a:blip r:embed="rId4">
            <a:alphaModFix/>
          </a:blip>
          <a:srcRect b="3840" l="55799" r="5222" t="3849"/>
          <a:stretch/>
        </p:blipFill>
        <p:spPr>
          <a:xfrm>
            <a:off x="8061900" y="188450"/>
            <a:ext cx="4130176" cy="55019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919" name="Shape 919"/>
        <p:cNvGrpSpPr/>
        <p:nvPr/>
      </p:nvGrpSpPr>
      <p:grpSpPr>
        <a:xfrm>
          <a:off x="0" y="0"/>
          <a:ext cx="0" cy="0"/>
          <a:chOff x="0" y="0"/>
          <a:chExt cx="0" cy="0"/>
        </a:xfrm>
      </p:grpSpPr>
      <p:sp>
        <p:nvSpPr>
          <p:cNvPr id="920" name="Google Shape;920;p69"/>
          <p:cNvSpPr/>
          <p:nvPr/>
        </p:nvSpPr>
        <p:spPr>
          <a:xfrm>
            <a:off x="0" y="0"/>
            <a:ext cx="12192000" cy="587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9"/>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1pPr>
            <a:lvl2pPr lvl="1">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2pPr>
            <a:lvl3pPr lvl="2">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3pPr>
            <a:lvl4pPr lvl="3">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4pPr>
            <a:lvl5pPr lvl="4">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5pPr>
            <a:lvl6pPr lvl="5">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6pPr>
            <a:lvl7pPr lvl="6">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7pPr>
            <a:lvl8pPr lvl="7">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8pPr>
            <a:lvl9pPr lvl="8">
              <a:lnSpc>
                <a:spcPct val="180000"/>
              </a:lnSpc>
              <a:spcBef>
                <a:spcPts val="0"/>
              </a:spcBef>
              <a:spcAft>
                <a:spcPts val="0"/>
              </a:spcAft>
              <a:buClr>
                <a:schemeClr val="lt1"/>
              </a:buClr>
              <a:buSzPts val="1400"/>
              <a:buFont typeface="Red Hat Display"/>
              <a:buNone/>
              <a:defRPr sz="1400">
                <a:solidFill>
                  <a:schemeClr val="lt1"/>
                </a:solidFill>
                <a:latin typeface="Red Hat Display"/>
                <a:ea typeface="Red Hat Display"/>
                <a:cs typeface="Red Hat Display"/>
                <a:sym typeface="Red Hat Display"/>
              </a:defRPr>
            </a:lvl9pPr>
          </a:lstStyle>
          <a:p/>
        </p:txBody>
      </p:sp>
      <p:sp>
        <p:nvSpPr>
          <p:cNvPr id="923" name="Google Shape;923;p69"/>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lt1"/>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sz="7000">
                <a:solidFill>
                  <a:schemeClr val="lt1"/>
                </a:solidFill>
              </a:defRPr>
            </a:lvl2pPr>
            <a:lvl3pPr lvl="2">
              <a:lnSpc>
                <a:spcPct val="105000"/>
              </a:lnSpc>
              <a:spcBef>
                <a:spcPts val="0"/>
              </a:spcBef>
              <a:spcAft>
                <a:spcPts val="0"/>
              </a:spcAft>
              <a:buNone/>
              <a:defRPr sz="7000">
                <a:solidFill>
                  <a:schemeClr val="lt1"/>
                </a:solidFill>
              </a:defRPr>
            </a:lvl3pPr>
            <a:lvl4pPr lvl="3">
              <a:lnSpc>
                <a:spcPct val="105000"/>
              </a:lnSpc>
              <a:spcBef>
                <a:spcPts val="0"/>
              </a:spcBef>
              <a:spcAft>
                <a:spcPts val="0"/>
              </a:spcAft>
              <a:buNone/>
              <a:defRPr sz="7000">
                <a:solidFill>
                  <a:schemeClr val="lt1"/>
                </a:solidFill>
              </a:defRPr>
            </a:lvl4pPr>
            <a:lvl5pPr lvl="4">
              <a:lnSpc>
                <a:spcPct val="105000"/>
              </a:lnSpc>
              <a:spcBef>
                <a:spcPts val="0"/>
              </a:spcBef>
              <a:spcAft>
                <a:spcPts val="0"/>
              </a:spcAft>
              <a:buNone/>
              <a:defRPr sz="7000">
                <a:solidFill>
                  <a:schemeClr val="lt1"/>
                </a:solidFill>
              </a:defRPr>
            </a:lvl5pPr>
            <a:lvl6pPr lvl="5">
              <a:lnSpc>
                <a:spcPct val="105000"/>
              </a:lnSpc>
              <a:spcBef>
                <a:spcPts val="0"/>
              </a:spcBef>
              <a:spcAft>
                <a:spcPts val="0"/>
              </a:spcAft>
              <a:buNone/>
              <a:defRPr sz="7000">
                <a:solidFill>
                  <a:schemeClr val="lt1"/>
                </a:solidFill>
              </a:defRPr>
            </a:lvl6pPr>
            <a:lvl7pPr lvl="6">
              <a:lnSpc>
                <a:spcPct val="105000"/>
              </a:lnSpc>
              <a:spcBef>
                <a:spcPts val="0"/>
              </a:spcBef>
              <a:spcAft>
                <a:spcPts val="0"/>
              </a:spcAft>
              <a:buNone/>
              <a:defRPr sz="7000">
                <a:solidFill>
                  <a:schemeClr val="lt1"/>
                </a:solidFill>
              </a:defRPr>
            </a:lvl7pPr>
            <a:lvl8pPr lvl="7">
              <a:lnSpc>
                <a:spcPct val="105000"/>
              </a:lnSpc>
              <a:spcBef>
                <a:spcPts val="0"/>
              </a:spcBef>
              <a:spcAft>
                <a:spcPts val="0"/>
              </a:spcAft>
              <a:buNone/>
              <a:defRPr sz="7000">
                <a:solidFill>
                  <a:schemeClr val="lt1"/>
                </a:solidFill>
              </a:defRPr>
            </a:lvl8pPr>
            <a:lvl9pPr lvl="8">
              <a:lnSpc>
                <a:spcPct val="105000"/>
              </a:lnSpc>
              <a:spcBef>
                <a:spcPts val="0"/>
              </a:spcBef>
              <a:spcAft>
                <a:spcPts val="0"/>
              </a:spcAft>
              <a:buNone/>
              <a:defRPr sz="7000">
                <a:solidFill>
                  <a:schemeClr val="lt1"/>
                </a:solidFill>
              </a:defRPr>
            </a:lvl9pPr>
          </a:lstStyle>
          <a:p/>
        </p:txBody>
      </p:sp>
      <p:pic>
        <p:nvPicPr>
          <p:cNvPr id="924" name="Google Shape;924;p6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25" name="Google Shape;925;p69"/>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926" name="Google Shape;926;p6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27" name="Google Shape;927;p6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28" name="Google Shape;928;p69"/>
          <p:cNvPicPr preferRelativeResize="0"/>
          <p:nvPr/>
        </p:nvPicPr>
        <p:blipFill rotWithShape="1">
          <a:blip r:embed="rId4">
            <a:alphaModFix/>
          </a:blip>
          <a:srcRect b="0" l="0" r="0" t="0"/>
          <a:stretch/>
        </p:blipFill>
        <p:spPr>
          <a:xfrm>
            <a:off x="7542672" y="2640724"/>
            <a:ext cx="282625" cy="282625"/>
          </a:xfrm>
          <a:prstGeom prst="rect">
            <a:avLst/>
          </a:prstGeom>
          <a:noFill/>
          <a:ln>
            <a:noFill/>
          </a:ln>
        </p:spPr>
      </p:pic>
      <p:pic>
        <p:nvPicPr>
          <p:cNvPr id="929" name="Google Shape;929;p69"/>
          <p:cNvPicPr preferRelativeResize="0"/>
          <p:nvPr/>
        </p:nvPicPr>
        <p:blipFill rotWithShape="1">
          <a:blip r:embed="rId5">
            <a:alphaModFix/>
          </a:blip>
          <a:srcRect b="0" l="0" r="0" t="0"/>
          <a:stretch/>
        </p:blipFill>
        <p:spPr>
          <a:xfrm>
            <a:off x="7542672" y="3255999"/>
            <a:ext cx="282625" cy="282625"/>
          </a:xfrm>
          <a:prstGeom prst="rect">
            <a:avLst/>
          </a:prstGeom>
          <a:noFill/>
          <a:ln>
            <a:noFill/>
          </a:ln>
        </p:spPr>
      </p:pic>
      <p:sp>
        <p:nvSpPr>
          <p:cNvPr id="930" name="Google Shape;930;p69"/>
          <p:cNvSpPr txBox="1"/>
          <p:nvPr/>
        </p:nvSpPr>
        <p:spPr>
          <a:xfrm>
            <a:off x="7960475" y="2554025"/>
            <a:ext cx="35322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youtube.com/c/RedHatEnterpriseLinux</a:t>
            </a:r>
            <a:endParaRPr>
              <a:solidFill>
                <a:schemeClr val="lt1"/>
              </a:solidFill>
              <a:latin typeface="Red Hat Display"/>
              <a:ea typeface="Red Hat Display"/>
              <a:cs typeface="Red Hat Display"/>
              <a:sym typeface="Red Hat Display"/>
            </a:endParaRPr>
          </a:p>
        </p:txBody>
      </p:sp>
      <p:sp>
        <p:nvSpPr>
          <p:cNvPr id="931" name="Google Shape;931;p69"/>
          <p:cNvSpPr txBox="1"/>
          <p:nvPr/>
        </p:nvSpPr>
        <p:spPr>
          <a:xfrm>
            <a:off x="7960472" y="3169250"/>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twitter.com/RHEL</a:t>
            </a:r>
            <a:endParaRPr>
              <a:solidFill>
                <a:schemeClr val="lt1"/>
              </a:solidFill>
              <a:latin typeface="Red Hat Display"/>
              <a:ea typeface="Red Hat Display"/>
              <a:cs typeface="Red Hat Display"/>
              <a:sym typeface="Red Hat Display"/>
            </a:endParaRPr>
          </a:p>
        </p:txBody>
      </p:sp>
      <p:sp>
        <p:nvSpPr>
          <p:cNvPr id="932" name="Google Shape;932;p69"/>
          <p:cNvSpPr txBox="1"/>
          <p:nvPr/>
        </p:nvSpPr>
        <p:spPr>
          <a:xfrm>
            <a:off x="7960472" y="37844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Display"/>
                <a:ea typeface="Red Hat Display"/>
                <a:cs typeface="Red Hat Display"/>
                <a:sym typeface="Red Hat Display"/>
              </a:rPr>
              <a:t>Reddit.com/r/redhat</a:t>
            </a:r>
            <a:endParaRPr>
              <a:solidFill>
                <a:schemeClr val="lt1"/>
              </a:solidFill>
              <a:latin typeface="Red Hat Display"/>
              <a:ea typeface="Red Hat Display"/>
              <a:cs typeface="Red Hat Display"/>
              <a:sym typeface="Red Hat Display"/>
            </a:endParaRPr>
          </a:p>
        </p:txBody>
      </p:sp>
      <p:pic>
        <p:nvPicPr>
          <p:cNvPr id="933" name="Google Shape;933;p69"/>
          <p:cNvPicPr preferRelativeResize="0"/>
          <p:nvPr/>
        </p:nvPicPr>
        <p:blipFill>
          <a:blip r:embed="rId6">
            <a:alphaModFix/>
          </a:blip>
          <a:stretch>
            <a:fillRect/>
          </a:stretch>
        </p:blipFill>
        <p:spPr>
          <a:xfrm>
            <a:off x="7542675" y="3871275"/>
            <a:ext cx="282625" cy="282625"/>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934" name="Shape 934"/>
        <p:cNvGrpSpPr/>
        <p:nvPr/>
      </p:nvGrpSpPr>
      <p:grpSpPr>
        <a:xfrm>
          <a:off x="0" y="0"/>
          <a:ext cx="0" cy="0"/>
          <a:chOff x="0" y="0"/>
          <a:chExt cx="0" cy="0"/>
        </a:xfrm>
      </p:grpSpPr>
      <p:pic>
        <p:nvPicPr>
          <p:cNvPr id="935" name="Google Shape;935;p70"/>
          <p:cNvPicPr preferRelativeResize="0"/>
          <p:nvPr/>
        </p:nvPicPr>
        <p:blipFill>
          <a:blip r:embed="rId3">
            <a:alphaModFix/>
          </a:blip>
          <a:stretch>
            <a:fillRect/>
          </a:stretch>
        </p:blipFill>
        <p:spPr>
          <a:xfrm>
            <a:off x="872058" y="1150"/>
            <a:ext cx="3653358" cy="6857999"/>
          </a:xfrm>
          <a:prstGeom prst="rect">
            <a:avLst/>
          </a:prstGeom>
          <a:noFill/>
          <a:ln>
            <a:noFill/>
          </a:ln>
        </p:spPr>
      </p:pic>
      <p:sp>
        <p:nvSpPr>
          <p:cNvPr id="936" name="Google Shape;936;p70"/>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7" name="Google Shape;937;p70"/>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938" name="Google Shape;938;p70"/>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39" name="Google Shape;939;p70"/>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940" name="Google Shape;940;p70"/>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941" name="Google Shape;941;p70"/>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942" name="Google Shape;942;p70"/>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43" name="Google Shape;943;p7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944" name="Shape 944"/>
        <p:cNvGrpSpPr/>
        <p:nvPr/>
      </p:nvGrpSpPr>
      <p:grpSpPr>
        <a:xfrm>
          <a:off x="0" y="0"/>
          <a:ext cx="0" cy="0"/>
          <a:chOff x="0" y="0"/>
          <a:chExt cx="0" cy="0"/>
        </a:xfrm>
      </p:grpSpPr>
      <p:sp>
        <p:nvSpPr>
          <p:cNvPr id="945" name="Google Shape;945;p71"/>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6" name="Google Shape;946;p7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47" name="Google Shape;947;p71"/>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48" name="Google Shape;948;p71"/>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49" name="Google Shape;949;p71"/>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50" name="Google Shape;950;p71"/>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951" name="Google Shape;951;p71"/>
          <p:cNvSpPr txBox="1"/>
          <p:nvPr/>
        </p:nvSpPr>
        <p:spPr>
          <a:xfrm>
            <a:off x="5903450" y="4733727"/>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952" name="Google Shape;952;p71"/>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953" name="Google Shape;953;p71"/>
          <p:cNvPicPr preferRelativeResize="0"/>
          <p:nvPr/>
        </p:nvPicPr>
        <p:blipFill rotWithShape="1">
          <a:blip r:embed="rId4">
            <a:alphaModFix/>
          </a:blip>
          <a:srcRect b="0" l="2507" r="2498" t="0"/>
          <a:stretch/>
        </p:blipFill>
        <p:spPr>
          <a:xfrm>
            <a:off x="5660534" y="5174306"/>
            <a:ext cx="229074" cy="241150"/>
          </a:xfrm>
          <a:prstGeom prst="rect">
            <a:avLst/>
          </a:prstGeom>
          <a:noFill/>
          <a:ln>
            <a:noFill/>
          </a:ln>
        </p:spPr>
      </p:pic>
      <p:pic>
        <p:nvPicPr>
          <p:cNvPr id="954" name="Google Shape;954;p71"/>
          <p:cNvPicPr preferRelativeResize="0"/>
          <p:nvPr/>
        </p:nvPicPr>
        <p:blipFill rotWithShape="1">
          <a:blip r:embed="rId5">
            <a:alphaModFix/>
          </a:blip>
          <a:srcRect b="0" l="2507" r="2498" t="0"/>
          <a:stretch/>
        </p:blipFill>
        <p:spPr>
          <a:xfrm>
            <a:off x="5660534" y="4669223"/>
            <a:ext cx="229075" cy="241150"/>
          </a:xfrm>
          <a:prstGeom prst="rect">
            <a:avLst/>
          </a:prstGeom>
          <a:noFill/>
          <a:ln>
            <a:noFill/>
          </a:ln>
        </p:spPr>
      </p:pic>
      <p:sp>
        <p:nvSpPr>
          <p:cNvPr id="955" name="Google Shape;955;p7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56" name="Google Shape;956;p71"/>
          <p:cNvPicPr preferRelativeResize="0"/>
          <p:nvPr/>
        </p:nvPicPr>
        <p:blipFill>
          <a:blip r:embed="rId6">
            <a:alphaModFix/>
          </a:blip>
          <a:stretch>
            <a:fillRect/>
          </a:stretch>
        </p:blipFill>
        <p:spPr>
          <a:xfrm>
            <a:off x="872058" y="1150"/>
            <a:ext cx="3653358" cy="6857999"/>
          </a:xfrm>
          <a:prstGeom prst="rect">
            <a:avLst/>
          </a:prstGeom>
          <a:noFill/>
          <a:ln>
            <a:noFill/>
          </a:ln>
        </p:spPr>
      </p:pic>
      <p:pic>
        <p:nvPicPr>
          <p:cNvPr id="957" name="Google Shape;957;p71"/>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958" name="Google Shape;958;p71"/>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
    <p:bg>
      <p:bgPr>
        <a:blipFill>
          <a:blip r:embed="rId2">
            <a:alphaModFix/>
          </a:blip>
          <a:stretch>
            <a:fillRect/>
          </a:stretch>
        </a:blipFill>
      </p:bgPr>
    </p:bg>
    <p:spTree>
      <p:nvGrpSpPr>
        <p:cNvPr id="959" name="Shape 959"/>
        <p:cNvGrpSpPr/>
        <p:nvPr/>
      </p:nvGrpSpPr>
      <p:grpSpPr>
        <a:xfrm>
          <a:off x="0" y="0"/>
          <a:ext cx="0" cy="0"/>
          <a:chOff x="0" y="0"/>
          <a:chExt cx="0" cy="0"/>
        </a:xfrm>
      </p:grpSpPr>
      <p:pic>
        <p:nvPicPr>
          <p:cNvPr id="960" name="Google Shape;960;p72"/>
          <p:cNvPicPr preferRelativeResize="0"/>
          <p:nvPr/>
        </p:nvPicPr>
        <p:blipFill>
          <a:blip r:embed="rId3">
            <a:alphaModFix/>
          </a:blip>
          <a:stretch>
            <a:fillRect/>
          </a:stretch>
        </p:blipFill>
        <p:spPr>
          <a:xfrm>
            <a:off x="872046" y="0"/>
            <a:ext cx="3653358" cy="6857999"/>
          </a:xfrm>
          <a:prstGeom prst="rect">
            <a:avLst/>
          </a:prstGeom>
          <a:noFill/>
          <a:ln>
            <a:noFill/>
          </a:ln>
        </p:spPr>
      </p:pic>
      <p:sp>
        <p:nvSpPr>
          <p:cNvPr id="961" name="Google Shape;961;p7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2" name="Google Shape;962;p72"/>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963" name="Google Shape;963;p72"/>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64" name="Google Shape;964;p72"/>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a:lnSpc>
                <a:spcPct val="140000"/>
              </a:lnSpc>
              <a:spcBef>
                <a:spcPts val="0"/>
              </a:spcBef>
              <a:spcAft>
                <a:spcPts val="0"/>
              </a:spcAft>
              <a:buClr>
                <a:schemeClr val="dk1"/>
              </a:buClr>
              <a:buSzPts val="1800"/>
              <a:buNone/>
              <a:defRPr sz="1800">
                <a:solidFill>
                  <a:schemeClr val="dk1"/>
                </a:solidFill>
              </a:defRPr>
            </a:lvl2pPr>
            <a:lvl3pPr lvl="2">
              <a:lnSpc>
                <a:spcPct val="140000"/>
              </a:lnSpc>
              <a:spcBef>
                <a:spcPts val="0"/>
              </a:spcBef>
              <a:spcAft>
                <a:spcPts val="0"/>
              </a:spcAft>
              <a:buClr>
                <a:schemeClr val="dk1"/>
              </a:buClr>
              <a:buSzPts val="1800"/>
              <a:buNone/>
              <a:defRPr sz="1800">
                <a:solidFill>
                  <a:schemeClr val="dk1"/>
                </a:solidFill>
              </a:defRPr>
            </a:lvl3pPr>
            <a:lvl4pPr lvl="3">
              <a:lnSpc>
                <a:spcPct val="140000"/>
              </a:lnSpc>
              <a:spcBef>
                <a:spcPts val="0"/>
              </a:spcBef>
              <a:spcAft>
                <a:spcPts val="0"/>
              </a:spcAft>
              <a:buClr>
                <a:schemeClr val="dk1"/>
              </a:buClr>
              <a:buSzPts val="1800"/>
              <a:buNone/>
              <a:defRPr sz="1800">
                <a:solidFill>
                  <a:schemeClr val="dk1"/>
                </a:solidFill>
              </a:defRPr>
            </a:lvl4pPr>
            <a:lvl5pPr lvl="4">
              <a:lnSpc>
                <a:spcPct val="140000"/>
              </a:lnSpc>
              <a:spcBef>
                <a:spcPts val="0"/>
              </a:spcBef>
              <a:spcAft>
                <a:spcPts val="0"/>
              </a:spcAft>
              <a:buClr>
                <a:schemeClr val="dk1"/>
              </a:buClr>
              <a:buSzPts val="1800"/>
              <a:buNone/>
              <a:defRPr sz="1800">
                <a:solidFill>
                  <a:schemeClr val="dk1"/>
                </a:solidFill>
              </a:defRPr>
            </a:lvl5pPr>
            <a:lvl6pPr lvl="5">
              <a:lnSpc>
                <a:spcPct val="140000"/>
              </a:lnSpc>
              <a:spcBef>
                <a:spcPts val="0"/>
              </a:spcBef>
              <a:spcAft>
                <a:spcPts val="0"/>
              </a:spcAft>
              <a:buClr>
                <a:schemeClr val="dk1"/>
              </a:buClr>
              <a:buSzPts val="1800"/>
              <a:buNone/>
              <a:defRPr sz="1800">
                <a:solidFill>
                  <a:schemeClr val="dk1"/>
                </a:solidFill>
              </a:defRPr>
            </a:lvl6pPr>
            <a:lvl7pPr lvl="6">
              <a:lnSpc>
                <a:spcPct val="140000"/>
              </a:lnSpc>
              <a:spcBef>
                <a:spcPts val="0"/>
              </a:spcBef>
              <a:spcAft>
                <a:spcPts val="0"/>
              </a:spcAft>
              <a:buClr>
                <a:schemeClr val="dk1"/>
              </a:buClr>
              <a:buSzPts val="1800"/>
              <a:buNone/>
              <a:defRPr sz="1800">
                <a:solidFill>
                  <a:schemeClr val="dk1"/>
                </a:solidFill>
              </a:defRPr>
            </a:lvl7pPr>
            <a:lvl8pPr lvl="7">
              <a:lnSpc>
                <a:spcPct val="140000"/>
              </a:lnSpc>
              <a:spcBef>
                <a:spcPts val="0"/>
              </a:spcBef>
              <a:spcAft>
                <a:spcPts val="0"/>
              </a:spcAft>
              <a:buClr>
                <a:schemeClr val="dk1"/>
              </a:buClr>
              <a:buSzPts val="1800"/>
              <a:buNone/>
              <a:defRPr sz="1800">
                <a:solidFill>
                  <a:schemeClr val="dk1"/>
                </a:solidFill>
              </a:defRPr>
            </a:lvl8pPr>
            <a:lvl9pPr lvl="8">
              <a:lnSpc>
                <a:spcPct val="140000"/>
              </a:lnSpc>
              <a:spcBef>
                <a:spcPts val="0"/>
              </a:spcBef>
              <a:spcAft>
                <a:spcPts val="0"/>
              </a:spcAft>
              <a:buClr>
                <a:schemeClr val="dk1"/>
              </a:buClr>
              <a:buSzPts val="1800"/>
              <a:buNone/>
              <a:defRPr sz="1800">
                <a:solidFill>
                  <a:schemeClr val="dk1"/>
                </a:solidFill>
              </a:defRPr>
            </a:lvl9pPr>
          </a:lstStyle>
          <a:p/>
        </p:txBody>
      </p:sp>
      <p:sp>
        <p:nvSpPr>
          <p:cNvPr id="965" name="Google Shape;965;p72"/>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966" name="Google Shape;966;p72"/>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a:lnSpc>
                <a:spcPct val="135000"/>
              </a:lnSpc>
              <a:spcBef>
                <a:spcPts val="0"/>
              </a:spcBef>
              <a:spcAft>
                <a:spcPts val="0"/>
              </a:spcAft>
              <a:buClr>
                <a:schemeClr val="dk1"/>
              </a:buClr>
              <a:buSzPts val="1200"/>
              <a:buNone/>
              <a:defRPr sz="1200">
                <a:solidFill>
                  <a:schemeClr val="dk1"/>
                </a:solidFill>
              </a:defRPr>
            </a:lvl2pPr>
            <a:lvl3pPr lvl="2">
              <a:lnSpc>
                <a:spcPct val="135000"/>
              </a:lnSpc>
              <a:spcBef>
                <a:spcPts val="0"/>
              </a:spcBef>
              <a:spcAft>
                <a:spcPts val="0"/>
              </a:spcAft>
              <a:buClr>
                <a:schemeClr val="dk1"/>
              </a:buClr>
              <a:buSzPts val="1200"/>
              <a:buNone/>
              <a:defRPr sz="1200">
                <a:solidFill>
                  <a:schemeClr val="dk1"/>
                </a:solidFill>
              </a:defRPr>
            </a:lvl3pPr>
            <a:lvl4pPr lvl="3">
              <a:lnSpc>
                <a:spcPct val="135000"/>
              </a:lnSpc>
              <a:spcBef>
                <a:spcPts val="0"/>
              </a:spcBef>
              <a:spcAft>
                <a:spcPts val="0"/>
              </a:spcAft>
              <a:buClr>
                <a:schemeClr val="dk1"/>
              </a:buClr>
              <a:buSzPts val="1200"/>
              <a:buNone/>
              <a:defRPr sz="1200">
                <a:solidFill>
                  <a:schemeClr val="dk1"/>
                </a:solidFill>
              </a:defRPr>
            </a:lvl4pPr>
            <a:lvl5pPr lvl="4">
              <a:lnSpc>
                <a:spcPct val="135000"/>
              </a:lnSpc>
              <a:spcBef>
                <a:spcPts val="0"/>
              </a:spcBef>
              <a:spcAft>
                <a:spcPts val="0"/>
              </a:spcAft>
              <a:buClr>
                <a:schemeClr val="dk1"/>
              </a:buClr>
              <a:buSzPts val="1200"/>
              <a:buNone/>
              <a:defRPr sz="1200">
                <a:solidFill>
                  <a:schemeClr val="dk1"/>
                </a:solidFill>
              </a:defRPr>
            </a:lvl5pPr>
            <a:lvl6pPr lvl="5">
              <a:lnSpc>
                <a:spcPct val="135000"/>
              </a:lnSpc>
              <a:spcBef>
                <a:spcPts val="0"/>
              </a:spcBef>
              <a:spcAft>
                <a:spcPts val="0"/>
              </a:spcAft>
              <a:buClr>
                <a:schemeClr val="dk1"/>
              </a:buClr>
              <a:buSzPts val="1200"/>
              <a:buNone/>
              <a:defRPr sz="1200">
                <a:solidFill>
                  <a:schemeClr val="dk1"/>
                </a:solidFill>
              </a:defRPr>
            </a:lvl6pPr>
            <a:lvl7pPr lvl="6">
              <a:lnSpc>
                <a:spcPct val="135000"/>
              </a:lnSpc>
              <a:spcBef>
                <a:spcPts val="0"/>
              </a:spcBef>
              <a:spcAft>
                <a:spcPts val="0"/>
              </a:spcAft>
              <a:buClr>
                <a:schemeClr val="dk1"/>
              </a:buClr>
              <a:buSzPts val="1200"/>
              <a:buNone/>
              <a:defRPr sz="1200">
                <a:solidFill>
                  <a:schemeClr val="dk1"/>
                </a:solidFill>
              </a:defRPr>
            </a:lvl7pPr>
            <a:lvl8pPr lvl="7">
              <a:lnSpc>
                <a:spcPct val="135000"/>
              </a:lnSpc>
              <a:spcBef>
                <a:spcPts val="0"/>
              </a:spcBef>
              <a:spcAft>
                <a:spcPts val="0"/>
              </a:spcAft>
              <a:buClr>
                <a:schemeClr val="dk1"/>
              </a:buClr>
              <a:buSzPts val="1200"/>
              <a:buNone/>
              <a:defRPr sz="1200">
                <a:solidFill>
                  <a:schemeClr val="dk1"/>
                </a:solidFill>
              </a:defRPr>
            </a:lvl8pPr>
            <a:lvl9pPr lvl="8">
              <a:lnSpc>
                <a:spcPct val="135000"/>
              </a:lnSpc>
              <a:spcBef>
                <a:spcPts val="0"/>
              </a:spcBef>
              <a:spcAft>
                <a:spcPts val="0"/>
              </a:spcAft>
              <a:buClr>
                <a:schemeClr val="dk1"/>
              </a:buClr>
              <a:buSzPts val="1200"/>
              <a:buNone/>
              <a:defRPr sz="1200">
                <a:solidFill>
                  <a:schemeClr val="dk1"/>
                </a:solidFill>
              </a:defRPr>
            </a:lvl9pPr>
          </a:lstStyle>
          <a:p/>
        </p:txBody>
      </p:sp>
      <p:sp>
        <p:nvSpPr>
          <p:cNvPr id="967" name="Google Shape;967;p72"/>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68" name="Google Shape;968;p7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1">
  <p:cSld name="CUSTOM_1_1">
    <p:bg>
      <p:bgPr>
        <a:blipFill>
          <a:blip r:embed="rId2">
            <a:alphaModFix/>
          </a:blip>
          <a:stretch>
            <a:fillRect/>
          </a:stretch>
        </a:blipFill>
      </p:bgPr>
    </p:bg>
    <p:spTree>
      <p:nvGrpSpPr>
        <p:cNvPr id="969" name="Shape 969"/>
        <p:cNvGrpSpPr/>
        <p:nvPr/>
      </p:nvGrpSpPr>
      <p:grpSpPr>
        <a:xfrm>
          <a:off x="0" y="0"/>
          <a:ext cx="0" cy="0"/>
          <a:chOff x="0" y="0"/>
          <a:chExt cx="0" cy="0"/>
        </a:xfrm>
      </p:grpSpPr>
      <p:sp>
        <p:nvSpPr>
          <p:cNvPr id="970" name="Google Shape;970;p7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71" name="Google Shape;971;p73"/>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972" name="Google Shape;972;p73"/>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973" name="Google Shape;973;p73"/>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54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974" name="Google Shape;974;p73"/>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75" name="Google Shape;975;p73"/>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chemeClr val="dk1"/>
              </a:buClr>
              <a:buSzPts val="1400"/>
              <a:buFont typeface="Red Hat Display"/>
              <a:buNone/>
              <a:defRPr sz="1400">
                <a:solidFill>
                  <a:schemeClr val="dk1"/>
                </a:solidFill>
                <a:latin typeface="Red Hat Display"/>
                <a:ea typeface="Red Hat Display"/>
                <a:cs typeface="Red Hat Display"/>
                <a:sym typeface="Red Hat Display"/>
              </a:defRPr>
            </a:lvl1pPr>
            <a:lvl2pPr lvl="1">
              <a:lnSpc>
                <a:spcPct val="180000"/>
              </a:lnSpc>
              <a:spcBef>
                <a:spcPts val="0"/>
              </a:spcBef>
              <a:spcAft>
                <a:spcPts val="0"/>
              </a:spcAft>
              <a:buClr>
                <a:schemeClr val="dk1"/>
              </a:buClr>
              <a:buSzPts val="1400"/>
              <a:buNone/>
              <a:defRPr sz="1400">
                <a:solidFill>
                  <a:schemeClr val="dk1"/>
                </a:solidFill>
              </a:defRPr>
            </a:lvl2pPr>
            <a:lvl3pPr lvl="2">
              <a:lnSpc>
                <a:spcPct val="180000"/>
              </a:lnSpc>
              <a:spcBef>
                <a:spcPts val="0"/>
              </a:spcBef>
              <a:spcAft>
                <a:spcPts val="0"/>
              </a:spcAft>
              <a:buClr>
                <a:schemeClr val="dk1"/>
              </a:buClr>
              <a:buSzPts val="1400"/>
              <a:buNone/>
              <a:defRPr sz="1400">
                <a:solidFill>
                  <a:schemeClr val="dk1"/>
                </a:solidFill>
              </a:defRPr>
            </a:lvl3pPr>
            <a:lvl4pPr lvl="3">
              <a:lnSpc>
                <a:spcPct val="180000"/>
              </a:lnSpc>
              <a:spcBef>
                <a:spcPts val="0"/>
              </a:spcBef>
              <a:spcAft>
                <a:spcPts val="0"/>
              </a:spcAft>
              <a:buClr>
                <a:schemeClr val="dk1"/>
              </a:buClr>
              <a:buSzPts val="1400"/>
              <a:buNone/>
              <a:defRPr sz="1400">
                <a:solidFill>
                  <a:schemeClr val="dk1"/>
                </a:solidFill>
              </a:defRPr>
            </a:lvl4pPr>
            <a:lvl5pPr lvl="4">
              <a:lnSpc>
                <a:spcPct val="180000"/>
              </a:lnSpc>
              <a:spcBef>
                <a:spcPts val="0"/>
              </a:spcBef>
              <a:spcAft>
                <a:spcPts val="0"/>
              </a:spcAft>
              <a:buClr>
                <a:schemeClr val="dk1"/>
              </a:buClr>
              <a:buSzPts val="1400"/>
              <a:buNone/>
              <a:defRPr sz="1400">
                <a:solidFill>
                  <a:schemeClr val="dk1"/>
                </a:solidFill>
              </a:defRPr>
            </a:lvl5pPr>
            <a:lvl6pPr lvl="5">
              <a:lnSpc>
                <a:spcPct val="180000"/>
              </a:lnSpc>
              <a:spcBef>
                <a:spcPts val="0"/>
              </a:spcBef>
              <a:spcAft>
                <a:spcPts val="0"/>
              </a:spcAft>
              <a:buClr>
                <a:schemeClr val="dk1"/>
              </a:buClr>
              <a:buSzPts val="1400"/>
              <a:buNone/>
              <a:defRPr sz="1400">
                <a:solidFill>
                  <a:schemeClr val="dk1"/>
                </a:solidFill>
              </a:defRPr>
            </a:lvl6pPr>
            <a:lvl7pPr lvl="6">
              <a:lnSpc>
                <a:spcPct val="180000"/>
              </a:lnSpc>
              <a:spcBef>
                <a:spcPts val="0"/>
              </a:spcBef>
              <a:spcAft>
                <a:spcPts val="0"/>
              </a:spcAft>
              <a:buClr>
                <a:schemeClr val="dk1"/>
              </a:buClr>
              <a:buSzPts val="1400"/>
              <a:buNone/>
              <a:defRPr sz="1400">
                <a:solidFill>
                  <a:schemeClr val="dk1"/>
                </a:solidFill>
              </a:defRPr>
            </a:lvl7pPr>
            <a:lvl8pPr lvl="7">
              <a:lnSpc>
                <a:spcPct val="180000"/>
              </a:lnSpc>
              <a:spcBef>
                <a:spcPts val="0"/>
              </a:spcBef>
              <a:spcAft>
                <a:spcPts val="0"/>
              </a:spcAft>
              <a:buClr>
                <a:schemeClr val="dk1"/>
              </a:buClr>
              <a:buSzPts val="1400"/>
              <a:buNone/>
              <a:defRPr sz="1400">
                <a:solidFill>
                  <a:schemeClr val="dk1"/>
                </a:solidFill>
              </a:defRPr>
            </a:lvl8pPr>
            <a:lvl9pPr lvl="8">
              <a:lnSpc>
                <a:spcPct val="180000"/>
              </a:lnSpc>
              <a:spcBef>
                <a:spcPts val="0"/>
              </a:spcBef>
              <a:spcAft>
                <a:spcPts val="0"/>
              </a:spcAft>
              <a:buClr>
                <a:schemeClr val="dk1"/>
              </a:buClr>
              <a:buSzPts val="1400"/>
              <a:buNone/>
              <a:defRPr sz="1400">
                <a:solidFill>
                  <a:schemeClr val="dk1"/>
                </a:solidFill>
              </a:defRPr>
            </a:lvl9pPr>
          </a:lstStyle>
          <a:p/>
        </p:txBody>
      </p:sp>
      <p:sp>
        <p:nvSpPr>
          <p:cNvPr id="976" name="Google Shape;976;p7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77" name="Google Shape;977;p73"/>
          <p:cNvPicPr preferRelativeResize="0"/>
          <p:nvPr/>
        </p:nvPicPr>
        <p:blipFill>
          <a:blip r:embed="rId4">
            <a:alphaModFix/>
          </a:blip>
          <a:stretch>
            <a:fillRect/>
          </a:stretch>
        </p:blipFill>
        <p:spPr>
          <a:xfrm>
            <a:off x="872046" y="0"/>
            <a:ext cx="3653358" cy="6857999"/>
          </a:xfrm>
          <a:prstGeom prst="rect">
            <a:avLst/>
          </a:prstGeom>
          <a:noFill/>
          <a:ln>
            <a:noFill/>
          </a:ln>
        </p:spPr>
      </p:pic>
      <p:sp>
        <p:nvSpPr>
          <p:cNvPr id="978" name="Google Shape;978;p73"/>
          <p:cNvSpPr txBox="1"/>
          <p:nvPr/>
        </p:nvSpPr>
        <p:spPr>
          <a:xfrm>
            <a:off x="5903450" y="4742945"/>
            <a:ext cx="29547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youtube.com/c/RedHatEnterpriseLinux</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p:txBody>
      </p:sp>
      <p:sp>
        <p:nvSpPr>
          <p:cNvPr id="979" name="Google Shape;979;p73"/>
          <p:cNvSpPr txBox="1"/>
          <p:nvPr/>
        </p:nvSpPr>
        <p:spPr>
          <a:xfrm>
            <a:off x="588960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twitter.com/RHEL</a:t>
            </a:r>
            <a:endParaRPr sz="1200">
              <a:solidFill>
                <a:schemeClr val="dk1"/>
              </a:solidFill>
              <a:latin typeface="Red Hat Display"/>
              <a:ea typeface="Red Hat Display"/>
              <a:cs typeface="Red Hat Display"/>
              <a:sym typeface="Red Hat Display"/>
            </a:endParaRPr>
          </a:p>
        </p:txBody>
      </p:sp>
      <p:pic>
        <p:nvPicPr>
          <p:cNvPr id="980" name="Google Shape;980;p73"/>
          <p:cNvPicPr preferRelativeResize="0"/>
          <p:nvPr/>
        </p:nvPicPr>
        <p:blipFill rotWithShape="1">
          <a:blip r:embed="rId5">
            <a:alphaModFix/>
          </a:blip>
          <a:srcRect b="0" l="2507" r="2498" t="0"/>
          <a:stretch/>
        </p:blipFill>
        <p:spPr>
          <a:xfrm>
            <a:off x="5660534" y="5174306"/>
            <a:ext cx="229074" cy="241150"/>
          </a:xfrm>
          <a:prstGeom prst="rect">
            <a:avLst/>
          </a:prstGeom>
          <a:noFill/>
          <a:ln>
            <a:noFill/>
          </a:ln>
        </p:spPr>
      </p:pic>
      <p:pic>
        <p:nvPicPr>
          <p:cNvPr id="981" name="Google Shape;981;p73"/>
          <p:cNvPicPr preferRelativeResize="0"/>
          <p:nvPr/>
        </p:nvPicPr>
        <p:blipFill rotWithShape="1">
          <a:blip r:embed="rId6">
            <a:alphaModFix/>
          </a:blip>
          <a:srcRect b="0" l="2507" r="2498" t="0"/>
          <a:stretch/>
        </p:blipFill>
        <p:spPr>
          <a:xfrm>
            <a:off x="5660534" y="4669223"/>
            <a:ext cx="229075" cy="241150"/>
          </a:xfrm>
          <a:prstGeom prst="rect">
            <a:avLst/>
          </a:prstGeom>
          <a:noFill/>
          <a:ln>
            <a:noFill/>
          </a:ln>
        </p:spPr>
      </p:pic>
      <p:pic>
        <p:nvPicPr>
          <p:cNvPr id="982" name="Google Shape;982;p73"/>
          <p:cNvPicPr preferRelativeResize="0"/>
          <p:nvPr/>
        </p:nvPicPr>
        <p:blipFill>
          <a:blip r:embed="rId7">
            <a:alphaModFix/>
          </a:blip>
          <a:stretch>
            <a:fillRect/>
          </a:stretch>
        </p:blipFill>
        <p:spPr>
          <a:xfrm>
            <a:off x="5660525" y="5649801"/>
            <a:ext cx="229075" cy="229075"/>
          </a:xfrm>
          <a:prstGeom prst="rect">
            <a:avLst/>
          </a:prstGeom>
          <a:noFill/>
          <a:ln>
            <a:noFill/>
          </a:ln>
        </p:spPr>
      </p:pic>
      <p:sp>
        <p:nvSpPr>
          <p:cNvPr id="983" name="Google Shape;983;p73"/>
          <p:cNvSpPr txBox="1"/>
          <p:nvPr/>
        </p:nvSpPr>
        <p:spPr>
          <a:xfrm>
            <a:off x="5889600" y="5643738"/>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reddit.com/r/redhat</a:t>
            </a:r>
            <a:endParaRPr sz="1200">
              <a:solidFill>
                <a:schemeClr val="dk1"/>
              </a:solidFill>
              <a:latin typeface="Red Hat Display"/>
              <a:ea typeface="Red Hat Display"/>
              <a:cs typeface="Red Hat Display"/>
              <a:sym typeface="Red Hat Display"/>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ebinar title">
  <p:cSld name="TITLE_3">
    <p:bg>
      <p:bgPr>
        <a:solidFill>
          <a:srgbClr val="EBEBEB">
            <a:alpha val="0"/>
          </a:srgbClr>
        </a:solidFill>
      </p:bgPr>
    </p:bg>
    <p:spTree>
      <p:nvGrpSpPr>
        <p:cNvPr id="984" name="Shape 984"/>
        <p:cNvGrpSpPr/>
        <p:nvPr/>
      </p:nvGrpSpPr>
      <p:grpSpPr>
        <a:xfrm>
          <a:off x="0" y="0"/>
          <a:ext cx="0" cy="0"/>
          <a:chOff x="0" y="0"/>
          <a:chExt cx="0" cy="0"/>
        </a:xfrm>
      </p:grpSpPr>
      <p:pic>
        <p:nvPicPr>
          <p:cNvPr id="985" name="Google Shape;985;p74"/>
          <p:cNvPicPr preferRelativeResize="0"/>
          <p:nvPr/>
        </p:nvPicPr>
        <p:blipFill>
          <a:blip r:embed="rId2">
            <a:alphaModFix/>
          </a:blip>
          <a:stretch>
            <a:fillRect/>
          </a:stretch>
        </p:blipFill>
        <p:spPr>
          <a:xfrm>
            <a:off x="1219200" y="762000"/>
            <a:ext cx="2145944" cy="507600"/>
          </a:xfrm>
          <a:prstGeom prst="rect">
            <a:avLst/>
          </a:prstGeom>
          <a:noFill/>
          <a:ln>
            <a:noFill/>
          </a:ln>
        </p:spPr>
      </p:pic>
      <p:sp>
        <p:nvSpPr>
          <p:cNvPr id="986" name="Google Shape;986;p74"/>
          <p:cNvSpPr txBox="1"/>
          <p:nvPr>
            <p:ph idx="1" type="subTitle"/>
          </p:nvPr>
        </p:nvSpPr>
        <p:spPr>
          <a:xfrm>
            <a:off x="1169325" y="4436225"/>
            <a:ext cx="7533300" cy="9144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rgbClr val="EE0000"/>
              </a:buClr>
              <a:buSzPts val="2800"/>
              <a:buFont typeface="Red Hat Display"/>
              <a:buNone/>
              <a:defRPr sz="2800">
                <a:solidFill>
                  <a:srgbClr val="EE0000"/>
                </a:solidFill>
                <a:latin typeface="Red Hat Display"/>
                <a:ea typeface="Red Hat Display"/>
                <a:cs typeface="Red Hat Display"/>
                <a:sym typeface="Red Hat Display"/>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987" name="Google Shape;987;p74"/>
          <p:cNvSpPr txBox="1"/>
          <p:nvPr>
            <p:ph type="title"/>
          </p:nvPr>
        </p:nvSpPr>
        <p:spPr>
          <a:xfrm>
            <a:off x="1169475" y="2658025"/>
            <a:ext cx="9871800" cy="16002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8000">
                <a:solidFill>
                  <a:srgbClr val="EE0000"/>
                </a:solidFill>
                <a:latin typeface="Red Hat Display Medium"/>
                <a:ea typeface="Red Hat Display Medium"/>
                <a:cs typeface="Red Hat Display Medium"/>
                <a:sym typeface="Red Hat Display Medium"/>
              </a:defRPr>
            </a:lvl1pPr>
            <a:lvl2pPr lvl="1">
              <a:lnSpc>
                <a:spcPct val="105000"/>
              </a:lnSpc>
              <a:spcBef>
                <a:spcPts val="0"/>
              </a:spcBef>
              <a:spcAft>
                <a:spcPts val="0"/>
              </a:spcAft>
              <a:buNone/>
              <a:defRPr b="1" sz="8000">
                <a:solidFill>
                  <a:schemeClr val="lt1"/>
                </a:solidFill>
              </a:defRPr>
            </a:lvl2pPr>
            <a:lvl3pPr lvl="2">
              <a:lnSpc>
                <a:spcPct val="105000"/>
              </a:lnSpc>
              <a:spcBef>
                <a:spcPts val="0"/>
              </a:spcBef>
              <a:spcAft>
                <a:spcPts val="0"/>
              </a:spcAft>
              <a:buNone/>
              <a:defRPr b="1" sz="8000">
                <a:solidFill>
                  <a:schemeClr val="lt1"/>
                </a:solidFill>
              </a:defRPr>
            </a:lvl3pPr>
            <a:lvl4pPr lvl="3">
              <a:lnSpc>
                <a:spcPct val="105000"/>
              </a:lnSpc>
              <a:spcBef>
                <a:spcPts val="0"/>
              </a:spcBef>
              <a:spcAft>
                <a:spcPts val="0"/>
              </a:spcAft>
              <a:buNone/>
              <a:defRPr b="1" sz="8000">
                <a:solidFill>
                  <a:schemeClr val="lt1"/>
                </a:solidFill>
              </a:defRPr>
            </a:lvl4pPr>
            <a:lvl5pPr lvl="4">
              <a:lnSpc>
                <a:spcPct val="105000"/>
              </a:lnSpc>
              <a:spcBef>
                <a:spcPts val="0"/>
              </a:spcBef>
              <a:spcAft>
                <a:spcPts val="0"/>
              </a:spcAft>
              <a:buNone/>
              <a:defRPr b="1" sz="8000">
                <a:solidFill>
                  <a:schemeClr val="lt1"/>
                </a:solidFill>
              </a:defRPr>
            </a:lvl5pPr>
            <a:lvl6pPr lvl="5">
              <a:lnSpc>
                <a:spcPct val="105000"/>
              </a:lnSpc>
              <a:spcBef>
                <a:spcPts val="0"/>
              </a:spcBef>
              <a:spcAft>
                <a:spcPts val="0"/>
              </a:spcAft>
              <a:buNone/>
              <a:defRPr b="1" sz="8000">
                <a:solidFill>
                  <a:schemeClr val="lt1"/>
                </a:solidFill>
              </a:defRPr>
            </a:lvl6pPr>
            <a:lvl7pPr lvl="6">
              <a:lnSpc>
                <a:spcPct val="105000"/>
              </a:lnSpc>
              <a:spcBef>
                <a:spcPts val="0"/>
              </a:spcBef>
              <a:spcAft>
                <a:spcPts val="0"/>
              </a:spcAft>
              <a:buNone/>
              <a:defRPr b="1" sz="8000">
                <a:solidFill>
                  <a:schemeClr val="lt1"/>
                </a:solidFill>
              </a:defRPr>
            </a:lvl7pPr>
            <a:lvl8pPr lvl="7">
              <a:lnSpc>
                <a:spcPct val="105000"/>
              </a:lnSpc>
              <a:spcBef>
                <a:spcPts val="0"/>
              </a:spcBef>
              <a:spcAft>
                <a:spcPts val="0"/>
              </a:spcAft>
              <a:buNone/>
              <a:defRPr b="1" sz="8000">
                <a:solidFill>
                  <a:schemeClr val="lt1"/>
                </a:solidFill>
              </a:defRPr>
            </a:lvl8pPr>
            <a:lvl9pPr lvl="8">
              <a:lnSpc>
                <a:spcPct val="105000"/>
              </a:lnSpc>
              <a:spcBef>
                <a:spcPts val="0"/>
              </a:spcBef>
              <a:spcAft>
                <a:spcPts val="0"/>
              </a:spcAft>
              <a:buNone/>
              <a:defRPr b="1" sz="8000">
                <a:solidFill>
                  <a:schemeClr val="lt1"/>
                </a:solidFill>
              </a:defRPr>
            </a:lvl9pPr>
          </a:lstStyle>
          <a:p/>
        </p:txBody>
      </p:sp>
      <p:sp>
        <p:nvSpPr>
          <p:cNvPr id="988" name="Google Shape;988;p74"/>
          <p:cNvSpPr txBox="1"/>
          <p:nvPr>
            <p:ph idx="2" type="subTitle"/>
          </p:nvPr>
        </p:nvSpPr>
        <p:spPr>
          <a:xfrm>
            <a:off x="1169325"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sp>
        <p:nvSpPr>
          <p:cNvPr id="989" name="Google Shape;989;p74"/>
          <p:cNvSpPr txBox="1"/>
          <p:nvPr>
            <p:ph idx="3" type="subTitle"/>
          </p:nvPr>
        </p:nvSpPr>
        <p:spPr>
          <a:xfrm>
            <a:off x="3557450" y="5454694"/>
            <a:ext cx="2040300" cy="605700"/>
          </a:xfrm>
          <a:prstGeom prst="rect">
            <a:avLst/>
          </a:prstGeom>
        </p:spPr>
        <p:txBody>
          <a:bodyPr anchorCtr="0" anchor="t" bIns="0" lIns="0" spcFirstLastPara="1" rIns="0" wrap="square" tIns="0">
            <a:noAutofit/>
          </a:bodyPr>
          <a:lstStyle>
            <a:lvl1pPr lvl="0">
              <a:lnSpc>
                <a:spcPct val="135000"/>
              </a:lnSpc>
              <a:spcBef>
                <a:spcPts val="0"/>
              </a:spcBef>
              <a:spcAft>
                <a:spcPts val="0"/>
              </a:spcAft>
              <a:buClr>
                <a:srgbClr val="000000"/>
              </a:buClr>
              <a:buSzPts val="1400"/>
              <a:buFont typeface="Red Hat Display Medium"/>
              <a:buNone/>
              <a:defRPr sz="1400">
                <a:latin typeface="Red Hat Display Medium"/>
                <a:ea typeface="Red Hat Display Medium"/>
                <a:cs typeface="Red Hat Display Medium"/>
                <a:sym typeface="Red Hat Display Medium"/>
              </a:defRPr>
            </a:lvl1pPr>
            <a:lvl2pPr lvl="1">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2pPr>
            <a:lvl3pPr lvl="2">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3pPr>
            <a:lvl4pPr lvl="3">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4pPr>
            <a:lvl5pPr lvl="4">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5pPr>
            <a:lvl6pPr lvl="5">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6pPr>
            <a:lvl7pPr lvl="6">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7pPr>
            <a:lvl8pPr lvl="7">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8pPr>
            <a:lvl9pPr lvl="8">
              <a:lnSpc>
                <a:spcPct val="135000"/>
              </a:lnSpc>
              <a:spcBef>
                <a:spcPts val="0"/>
              </a:spcBef>
              <a:spcAft>
                <a:spcPts val="0"/>
              </a:spcAft>
              <a:buSzPts val="1800"/>
              <a:buFont typeface="Red Hat Text Medium"/>
              <a:buNone/>
              <a:defRPr>
                <a:latin typeface="Red Hat Text Medium"/>
                <a:ea typeface="Red Hat Text Medium"/>
                <a:cs typeface="Red Hat Text Medium"/>
                <a:sym typeface="Red Hat Text Medium"/>
              </a:defRPr>
            </a:lvl9pPr>
          </a:lstStyle>
          <a:p/>
        </p:txBody>
      </p:sp>
      <p:cxnSp>
        <p:nvCxnSpPr>
          <p:cNvPr id="990" name="Google Shape;990;p7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91" name="Google Shape;991;p7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992" name="Shape 992"/>
        <p:cNvGrpSpPr/>
        <p:nvPr/>
      </p:nvGrpSpPr>
      <p:grpSpPr>
        <a:xfrm>
          <a:off x="0" y="0"/>
          <a:ext cx="0" cy="0"/>
          <a:chOff x="0" y="0"/>
          <a:chExt cx="0" cy="0"/>
        </a:xfrm>
      </p:grpSpPr>
      <p:sp>
        <p:nvSpPr>
          <p:cNvPr id="993" name="Google Shape;993;p75"/>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l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994" name="Google Shape;994;p7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95" name="Google Shape;995;p7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96" name="Google Shape;996;p7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997" name="Google Shape;997;p75"/>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141414"/>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141414"/>
                </a:solidFill>
              </a:defRPr>
            </a:lvl2pPr>
            <a:lvl3pPr lvl="2">
              <a:lnSpc>
                <a:spcPct val="174000"/>
              </a:lnSpc>
              <a:spcBef>
                <a:spcPts val="0"/>
              </a:spcBef>
              <a:spcAft>
                <a:spcPts val="0"/>
              </a:spcAft>
              <a:buNone/>
              <a:defRPr sz="1400">
                <a:solidFill>
                  <a:srgbClr val="141414"/>
                </a:solidFill>
              </a:defRPr>
            </a:lvl3pPr>
            <a:lvl4pPr lvl="3">
              <a:lnSpc>
                <a:spcPct val="174000"/>
              </a:lnSpc>
              <a:spcBef>
                <a:spcPts val="0"/>
              </a:spcBef>
              <a:spcAft>
                <a:spcPts val="0"/>
              </a:spcAft>
              <a:buNone/>
              <a:defRPr sz="1400">
                <a:solidFill>
                  <a:srgbClr val="141414"/>
                </a:solidFill>
              </a:defRPr>
            </a:lvl4pPr>
            <a:lvl5pPr lvl="4">
              <a:lnSpc>
                <a:spcPct val="174000"/>
              </a:lnSpc>
              <a:spcBef>
                <a:spcPts val="0"/>
              </a:spcBef>
              <a:spcAft>
                <a:spcPts val="0"/>
              </a:spcAft>
              <a:buNone/>
              <a:defRPr sz="1400">
                <a:solidFill>
                  <a:srgbClr val="141414"/>
                </a:solidFill>
              </a:defRPr>
            </a:lvl5pPr>
            <a:lvl6pPr lvl="5">
              <a:lnSpc>
                <a:spcPct val="174000"/>
              </a:lnSpc>
              <a:spcBef>
                <a:spcPts val="0"/>
              </a:spcBef>
              <a:spcAft>
                <a:spcPts val="0"/>
              </a:spcAft>
              <a:buNone/>
              <a:defRPr sz="1400">
                <a:solidFill>
                  <a:srgbClr val="141414"/>
                </a:solidFill>
              </a:defRPr>
            </a:lvl6pPr>
            <a:lvl7pPr lvl="6">
              <a:lnSpc>
                <a:spcPct val="174000"/>
              </a:lnSpc>
              <a:spcBef>
                <a:spcPts val="0"/>
              </a:spcBef>
              <a:spcAft>
                <a:spcPts val="0"/>
              </a:spcAft>
              <a:buNone/>
              <a:defRPr sz="1400">
                <a:solidFill>
                  <a:srgbClr val="141414"/>
                </a:solidFill>
              </a:defRPr>
            </a:lvl7pPr>
            <a:lvl8pPr lvl="7">
              <a:lnSpc>
                <a:spcPct val="174000"/>
              </a:lnSpc>
              <a:spcBef>
                <a:spcPts val="0"/>
              </a:spcBef>
              <a:spcAft>
                <a:spcPts val="0"/>
              </a:spcAft>
              <a:buNone/>
              <a:defRPr sz="1400">
                <a:solidFill>
                  <a:srgbClr val="141414"/>
                </a:solidFill>
              </a:defRPr>
            </a:lvl8pPr>
            <a:lvl9pPr lvl="8">
              <a:lnSpc>
                <a:spcPct val="174000"/>
              </a:lnSpc>
              <a:spcBef>
                <a:spcPts val="0"/>
              </a:spcBef>
              <a:spcAft>
                <a:spcPts val="0"/>
              </a:spcAft>
              <a:buNone/>
              <a:defRPr sz="1400">
                <a:solidFill>
                  <a:srgbClr val="141414"/>
                </a:solidFill>
              </a:defRPr>
            </a:lvl9pPr>
          </a:lstStyle>
          <a:p/>
        </p:txBody>
      </p:sp>
      <p:pic>
        <p:nvPicPr>
          <p:cNvPr id="998" name="Google Shape;998;p75"/>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999" name="Google Shape;999;p7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000" name="Shape 1000"/>
        <p:cNvGrpSpPr/>
        <p:nvPr/>
      </p:nvGrpSpPr>
      <p:grpSpPr>
        <a:xfrm>
          <a:off x="0" y="0"/>
          <a:ext cx="0" cy="0"/>
          <a:chOff x="0" y="0"/>
          <a:chExt cx="0" cy="0"/>
        </a:xfrm>
      </p:grpSpPr>
      <p:sp>
        <p:nvSpPr>
          <p:cNvPr id="1001" name="Google Shape;1001;p76"/>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002" name="Google Shape;1002;p7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03" name="Google Shape;1003;p7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04" name="Google Shape;1004;p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005" name="Google Shape;1005;p76"/>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lt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lt1"/>
                </a:solidFill>
              </a:defRPr>
            </a:lvl2pPr>
            <a:lvl3pPr lvl="2">
              <a:lnSpc>
                <a:spcPct val="174000"/>
              </a:lnSpc>
              <a:spcBef>
                <a:spcPts val="0"/>
              </a:spcBef>
              <a:spcAft>
                <a:spcPts val="0"/>
              </a:spcAft>
              <a:buNone/>
              <a:defRPr sz="1400">
                <a:solidFill>
                  <a:schemeClr val="lt1"/>
                </a:solidFill>
              </a:defRPr>
            </a:lvl3pPr>
            <a:lvl4pPr lvl="3">
              <a:lnSpc>
                <a:spcPct val="174000"/>
              </a:lnSpc>
              <a:spcBef>
                <a:spcPts val="0"/>
              </a:spcBef>
              <a:spcAft>
                <a:spcPts val="0"/>
              </a:spcAft>
              <a:buNone/>
              <a:defRPr sz="1400">
                <a:solidFill>
                  <a:schemeClr val="lt1"/>
                </a:solidFill>
              </a:defRPr>
            </a:lvl4pPr>
            <a:lvl5pPr lvl="4">
              <a:lnSpc>
                <a:spcPct val="174000"/>
              </a:lnSpc>
              <a:spcBef>
                <a:spcPts val="0"/>
              </a:spcBef>
              <a:spcAft>
                <a:spcPts val="0"/>
              </a:spcAft>
              <a:buNone/>
              <a:defRPr sz="1400">
                <a:solidFill>
                  <a:schemeClr val="lt1"/>
                </a:solidFill>
              </a:defRPr>
            </a:lvl5pPr>
            <a:lvl6pPr lvl="5">
              <a:lnSpc>
                <a:spcPct val="174000"/>
              </a:lnSpc>
              <a:spcBef>
                <a:spcPts val="0"/>
              </a:spcBef>
              <a:spcAft>
                <a:spcPts val="0"/>
              </a:spcAft>
              <a:buNone/>
              <a:defRPr sz="1400">
                <a:solidFill>
                  <a:schemeClr val="lt1"/>
                </a:solidFill>
              </a:defRPr>
            </a:lvl6pPr>
            <a:lvl7pPr lvl="6">
              <a:lnSpc>
                <a:spcPct val="174000"/>
              </a:lnSpc>
              <a:spcBef>
                <a:spcPts val="0"/>
              </a:spcBef>
              <a:spcAft>
                <a:spcPts val="0"/>
              </a:spcAft>
              <a:buNone/>
              <a:defRPr sz="1400">
                <a:solidFill>
                  <a:schemeClr val="lt1"/>
                </a:solidFill>
              </a:defRPr>
            </a:lvl7pPr>
            <a:lvl8pPr lvl="7">
              <a:lnSpc>
                <a:spcPct val="174000"/>
              </a:lnSpc>
              <a:spcBef>
                <a:spcPts val="0"/>
              </a:spcBef>
              <a:spcAft>
                <a:spcPts val="0"/>
              </a:spcAft>
              <a:buNone/>
              <a:defRPr sz="1400">
                <a:solidFill>
                  <a:schemeClr val="lt1"/>
                </a:solidFill>
              </a:defRPr>
            </a:lvl8pPr>
            <a:lvl9pPr lvl="8">
              <a:lnSpc>
                <a:spcPct val="174000"/>
              </a:lnSpc>
              <a:spcBef>
                <a:spcPts val="0"/>
              </a:spcBef>
              <a:spcAft>
                <a:spcPts val="0"/>
              </a:spcAft>
              <a:buNone/>
              <a:defRPr sz="1400">
                <a:solidFill>
                  <a:schemeClr val="lt1"/>
                </a:solidFill>
              </a:defRPr>
            </a:lvl9pPr>
          </a:lstStyle>
          <a:p/>
        </p:txBody>
      </p:sp>
      <p:pic>
        <p:nvPicPr>
          <p:cNvPr id="1006" name="Google Shape;1006;p76"/>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007" name="Google Shape;1007;p7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A">
  <p:cSld name="CUSTOM_2_1_2">
    <p:bg>
      <p:bgPr>
        <a:blipFill>
          <a:blip r:embed="rId2">
            <a:alphaModFix/>
          </a:blip>
          <a:stretch>
            <a:fillRect/>
          </a:stretch>
        </a:blipFill>
      </p:bgPr>
    </p:bg>
    <p:spTree>
      <p:nvGrpSpPr>
        <p:cNvPr id="1008" name="Shape 1008"/>
        <p:cNvGrpSpPr/>
        <p:nvPr/>
      </p:nvGrpSpPr>
      <p:grpSpPr>
        <a:xfrm>
          <a:off x="0" y="0"/>
          <a:ext cx="0" cy="0"/>
          <a:chOff x="0" y="0"/>
          <a:chExt cx="0" cy="0"/>
        </a:xfrm>
      </p:grpSpPr>
      <p:cxnSp>
        <p:nvCxnSpPr>
          <p:cNvPr id="1009" name="Google Shape;1009;p7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10" name="Google Shape;1010;p7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11" name="Google Shape;1011;p7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012" name="Google Shape;1012;p77"/>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013" name="Google Shape;1013;p7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014" name="Google Shape;1014;p77"/>
          <p:cNvSpPr txBox="1"/>
          <p:nvPr>
            <p:ph idx="2"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rgbClr val="FFFFFF"/>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rgbClr val="FFFFFF"/>
                </a:solidFill>
              </a:defRPr>
            </a:lvl2pPr>
            <a:lvl3pPr lvl="2">
              <a:lnSpc>
                <a:spcPct val="174000"/>
              </a:lnSpc>
              <a:spcBef>
                <a:spcPts val="0"/>
              </a:spcBef>
              <a:spcAft>
                <a:spcPts val="0"/>
              </a:spcAft>
              <a:buNone/>
              <a:defRPr sz="1400">
                <a:solidFill>
                  <a:srgbClr val="FFFFFF"/>
                </a:solidFill>
              </a:defRPr>
            </a:lvl3pPr>
            <a:lvl4pPr lvl="3">
              <a:lnSpc>
                <a:spcPct val="174000"/>
              </a:lnSpc>
              <a:spcBef>
                <a:spcPts val="0"/>
              </a:spcBef>
              <a:spcAft>
                <a:spcPts val="0"/>
              </a:spcAft>
              <a:buNone/>
              <a:defRPr sz="1400">
                <a:solidFill>
                  <a:srgbClr val="FFFFFF"/>
                </a:solidFill>
              </a:defRPr>
            </a:lvl4pPr>
            <a:lvl5pPr lvl="4">
              <a:lnSpc>
                <a:spcPct val="174000"/>
              </a:lnSpc>
              <a:spcBef>
                <a:spcPts val="0"/>
              </a:spcBef>
              <a:spcAft>
                <a:spcPts val="0"/>
              </a:spcAft>
              <a:buNone/>
              <a:defRPr sz="1400">
                <a:solidFill>
                  <a:srgbClr val="FFFFFF"/>
                </a:solidFill>
              </a:defRPr>
            </a:lvl5pPr>
            <a:lvl6pPr lvl="5">
              <a:lnSpc>
                <a:spcPct val="174000"/>
              </a:lnSpc>
              <a:spcBef>
                <a:spcPts val="0"/>
              </a:spcBef>
              <a:spcAft>
                <a:spcPts val="0"/>
              </a:spcAft>
              <a:buNone/>
              <a:defRPr sz="1400">
                <a:solidFill>
                  <a:srgbClr val="FFFFFF"/>
                </a:solidFill>
              </a:defRPr>
            </a:lvl6pPr>
            <a:lvl7pPr lvl="6">
              <a:lnSpc>
                <a:spcPct val="174000"/>
              </a:lnSpc>
              <a:spcBef>
                <a:spcPts val="0"/>
              </a:spcBef>
              <a:spcAft>
                <a:spcPts val="0"/>
              </a:spcAft>
              <a:buNone/>
              <a:defRPr sz="1400">
                <a:solidFill>
                  <a:srgbClr val="FFFFFF"/>
                </a:solidFill>
              </a:defRPr>
            </a:lvl7pPr>
            <a:lvl8pPr lvl="7">
              <a:lnSpc>
                <a:spcPct val="174000"/>
              </a:lnSpc>
              <a:spcBef>
                <a:spcPts val="0"/>
              </a:spcBef>
              <a:spcAft>
                <a:spcPts val="0"/>
              </a:spcAft>
              <a:buNone/>
              <a:defRPr sz="1400">
                <a:solidFill>
                  <a:srgbClr val="FFFFFF"/>
                </a:solidFill>
              </a:defRPr>
            </a:lvl8pPr>
            <a:lvl9pPr lvl="8">
              <a:lnSpc>
                <a:spcPct val="174000"/>
              </a:lnSpc>
              <a:spcBef>
                <a:spcPts val="0"/>
              </a:spcBef>
              <a:spcAft>
                <a:spcPts val="0"/>
              </a:spcAft>
              <a:buNone/>
              <a:defRPr sz="1400">
                <a:solidFill>
                  <a:srgbClr val="FFFFFF"/>
                </a:solidFill>
              </a:defRPr>
            </a:lvl9pPr>
          </a:lstStyle>
          <a:p/>
        </p:txBody>
      </p:sp>
      <p:sp>
        <p:nvSpPr>
          <p:cNvPr id="1015" name="Google Shape;1015;p77"/>
          <p:cNvSpPr txBox="1"/>
          <p:nvPr>
            <p:ph idx="3"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Clr>
                <a:srgbClr val="FFFFFF"/>
              </a:buClr>
              <a:buSzPts val="1400"/>
              <a:buFont typeface="Red Hat Display Medium"/>
              <a:buNone/>
              <a:defRPr sz="1400">
                <a:solidFill>
                  <a:srgbClr val="FFFFFF"/>
                </a:solidFill>
                <a:latin typeface="Red Hat Display Medium"/>
                <a:ea typeface="Red Hat Display Medium"/>
                <a:cs typeface="Red Hat Display Medium"/>
                <a:sym typeface="Red Hat Display Medium"/>
              </a:defRPr>
            </a:lvl1pPr>
            <a:lvl2pPr lvl="1">
              <a:spcBef>
                <a:spcPts val="0"/>
              </a:spcBef>
              <a:spcAft>
                <a:spcPts val="0"/>
              </a:spcAft>
              <a:buClr>
                <a:srgbClr val="FFFFFF"/>
              </a:buClr>
              <a:buSzPts val="1800"/>
              <a:buNone/>
              <a:defRPr>
                <a:solidFill>
                  <a:srgbClr val="FFFFFF"/>
                </a:solidFill>
              </a:defRPr>
            </a:lvl2pPr>
            <a:lvl3pPr lvl="2">
              <a:spcBef>
                <a:spcPts val="500"/>
              </a:spcBef>
              <a:spcAft>
                <a:spcPts val="0"/>
              </a:spcAft>
              <a:buClr>
                <a:srgbClr val="FFFFFF"/>
              </a:buClr>
              <a:buSzPts val="1800"/>
              <a:buNone/>
              <a:defRPr>
                <a:solidFill>
                  <a:srgbClr val="FFFFFF"/>
                </a:solidFill>
              </a:defRPr>
            </a:lvl3pPr>
            <a:lvl4pPr lvl="3">
              <a:spcBef>
                <a:spcPts val="500"/>
              </a:spcBef>
              <a:spcAft>
                <a:spcPts val="0"/>
              </a:spcAft>
              <a:buClr>
                <a:srgbClr val="FFFFFF"/>
              </a:buClr>
              <a:buSzPts val="1800"/>
              <a:buNone/>
              <a:defRPr>
                <a:solidFill>
                  <a:srgbClr val="FFFFFF"/>
                </a:solidFill>
              </a:defRPr>
            </a:lvl4pPr>
            <a:lvl5pPr lvl="4">
              <a:spcBef>
                <a:spcPts val="500"/>
              </a:spcBef>
              <a:spcAft>
                <a:spcPts val="0"/>
              </a:spcAft>
              <a:buClr>
                <a:srgbClr val="FFFFFF"/>
              </a:buClr>
              <a:buSzPts val="1800"/>
              <a:buNone/>
              <a:defRPr>
                <a:solidFill>
                  <a:srgbClr val="FFFFFF"/>
                </a:solidFill>
              </a:defRPr>
            </a:lvl5pPr>
            <a:lvl6pPr lvl="5">
              <a:spcBef>
                <a:spcPts val="500"/>
              </a:spcBef>
              <a:spcAft>
                <a:spcPts val="0"/>
              </a:spcAft>
              <a:buClr>
                <a:srgbClr val="FFFFFF"/>
              </a:buClr>
              <a:buSzPts val="1800"/>
              <a:buNone/>
              <a:defRPr>
                <a:solidFill>
                  <a:srgbClr val="FFFFFF"/>
                </a:solidFill>
              </a:defRPr>
            </a:lvl6pPr>
            <a:lvl7pPr lvl="6">
              <a:spcBef>
                <a:spcPts val="500"/>
              </a:spcBef>
              <a:spcAft>
                <a:spcPts val="0"/>
              </a:spcAft>
              <a:buClr>
                <a:srgbClr val="FFFFFF"/>
              </a:buClr>
              <a:buSzPts val="1800"/>
              <a:buNone/>
              <a:defRPr>
                <a:solidFill>
                  <a:srgbClr val="FFFFFF"/>
                </a:solidFill>
              </a:defRPr>
            </a:lvl7pPr>
            <a:lvl8pPr lvl="7">
              <a:spcBef>
                <a:spcPts val="500"/>
              </a:spcBef>
              <a:spcAft>
                <a:spcPts val="0"/>
              </a:spcAft>
              <a:buClr>
                <a:srgbClr val="FFFFFF"/>
              </a:buClr>
              <a:buSzPts val="1800"/>
              <a:buNone/>
              <a:defRPr>
                <a:solidFill>
                  <a:srgbClr val="FFFFFF"/>
                </a:solidFill>
              </a:defRPr>
            </a:lvl8pPr>
            <a:lvl9pPr lvl="8">
              <a:spcBef>
                <a:spcPts val="500"/>
              </a:spcBef>
              <a:spcAft>
                <a:spcPts val="500"/>
              </a:spcAft>
              <a:buClr>
                <a:srgbClr val="FFFFFF"/>
              </a:buClr>
              <a:buSzPts val="1800"/>
              <a:buNone/>
              <a:defRPr>
                <a:solidFill>
                  <a:srgbClr val="FFFFFF"/>
                </a:solidFill>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016" name="Shape 1016"/>
        <p:cNvGrpSpPr/>
        <p:nvPr/>
      </p:nvGrpSpPr>
      <p:grpSpPr>
        <a:xfrm>
          <a:off x="0" y="0"/>
          <a:ext cx="0" cy="0"/>
          <a:chOff x="0" y="0"/>
          <a:chExt cx="0" cy="0"/>
        </a:xfrm>
      </p:grpSpPr>
      <p:sp>
        <p:nvSpPr>
          <p:cNvPr id="1017" name="Google Shape;1017;p7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018" name="Google Shape;1018;p7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19" name="Google Shape;1019;p7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20" name="Google Shape;1020;p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021" name="Google Shape;1021;p7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74000"/>
              </a:lnSpc>
              <a:spcBef>
                <a:spcPts val="0"/>
              </a:spcBef>
              <a:spcAft>
                <a:spcPts val="0"/>
              </a:spcAft>
              <a:buNone/>
              <a:defRPr sz="1400">
                <a:solidFill>
                  <a:srgbClr val="EBEBEB"/>
                </a:solidFill>
              </a:defRPr>
            </a:lvl1pPr>
            <a:lvl2pPr lvl="1">
              <a:lnSpc>
                <a:spcPct val="174000"/>
              </a:lnSpc>
              <a:spcBef>
                <a:spcPts val="0"/>
              </a:spcBef>
              <a:spcAft>
                <a:spcPts val="0"/>
              </a:spcAft>
              <a:buNone/>
              <a:defRPr sz="1400">
                <a:solidFill>
                  <a:srgbClr val="EBEBEB"/>
                </a:solidFill>
              </a:defRPr>
            </a:lvl2pPr>
            <a:lvl3pPr lvl="2">
              <a:lnSpc>
                <a:spcPct val="174000"/>
              </a:lnSpc>
              <a:spcBef>
                <a:spcPts val="0"/>
              </a:spcBef>
              <a:spcAft>
                <a:spcPts val="0"/>
              </a:spcAft>
              <a:buNone/>
              <a:defRPr sz="1400">
                <a:solidFill>
                  <a:srgbClr val="EBEBEB"/>
                </a:solidFill>
              </a:defRPr>
            </a:lvl3pPr>
            <a:lvl4pPr lvl="3">
              <a:lnSpc>
                <a:spcPct val="174000"/>
              </a:lnSpc>
              <a:spcBef>
                <a:spcPts val="0"/>
              </a:spcBef>
              <a:spcAft>
                <a:spcPts val="0"/>
              </a:spcAft>
              <a:buNone/>
              <a:defRPr sz="1400">
                <a:solidFill>
                  <a:srgbClr val="EBEBEB"/>
                </a:solidFill>
              </a:defRPr>
            </a:lvl4pPr>
            <a:lvl5pPr lvl="4">
              <a:lnSpc>
                <a:spcPct val="174000"/>
              </a:lnSpc>
              <a:spcBef>
                <a:spcPts val="0"/>
              </a:spcBef>
              <a:spcAft>
                <a:spcPts val="0"/>
              </a:spcAft>
              <a:buNone/>
              <a:defRPr sz="1400">
                <a:solidFill>
                  <a:srgbClr val="EBEBEB"/>
                </a:solidFill>
              </a:defRPr>
            </a:lvl5pPr>
            <a:lvl6pPr lvl="5">
              <a:lnSpc>
                <a:spcPct val="174000"/>
              </a:lnSpc>
              <a:spcBef>
                <a:spcPts val="0"/>
              </a:spcBef>
              <a:spcAft>
                <a:spcPts val="0"/>
              </a:spcAft>
              <a:buNone/>
              <a:defRPr sz="1400">
                <a:solidFill>
                  <a:srgbClr val="EBEBEB"/>
                </a:solidFill>
              </a:defRPr>
            </a:lvl6pPr>
            <a:lvl7pPr lvl="6">
              <a:lnSpc>
                <a:spcPct val="174000"/>
              </a:lnSpc>
              <a:spcBef>
                <a:spcPts val="0"/>
              </a:spcBef>
              <a:spcAft>
                <a:spcPts val="0"/>
              </a:spcAft>
              <a:buNone/>
              <a:defRPr sz="1400">
                <a:solidFill>
                  <a:srgbClr val="EBEBEB"/>
                </a:solidFill>
              </a:defRPr>
            </a:lvl7pPr>
            <a:lvl8pPr lvl="7">
              <a:lnSpc>
                <a:spcPct val="174000"/>
              </a:lnSpc>
              <a:spcBef>
                <a:spcPts val="0"/>
              </a:spcBef>
              <a:spcAft>
                <a:spcPts val="0"/>
              </a:spcAft>
              <a:buNone/>
              <a:defRPr sz="1400">
                <a:solidFill>
                  <a:srgbClr val="EBEBEB"/>
                </a:solidFill>
              </a:defRPr>
            </a:lvl8pPr>
            <a:lvl9pPr lvl="8">
              <a:lnSpc>
                <a:spcPct val="174000"/>
              </a:lnSpc>
              <a:spcBef>
                <a:spcPts val="0"/>
              </a:spcBef>
              <a:spcAft>
                <a:spcPts val="0"/>
              </a:spcAft>
              <a:buNone/>
              <a:defRPr sz="1400">
                <a:solidFill>
                  <a:srgbClr val="EBEBEB"/>
                </a:solidFill>
              </a:defRPr>
            </a:lvl9pPr>
          </a:lstStyle>
          <a:p/>
        </p:txBody>
      </p:sp>
      <p:pic>
        <p:nvPicPr>
          <p:cNvPr id="1022" name="Google Shape;1022;p78"/>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023" name="Google Shape;1023;p78"/>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024" name="Google Shape;1024;p7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025" name="Shape 1025"/>
        <p:cNvGrpSpPr/>
        <p:nvPr/>
      </p:nvGrpSpPr>
      <p:grpSpPr>
        <a:xfrm>
          <a:off x="0" y="0"/>
          <a:ext cx="0" cy="0"/>
          <a:chOff x="0" y="0"/>
          <a:chExt cx="0" cy="0"/>
        </a:xfrm>
      </p:grpSpPr>
      <p:sp>
        <p:nvSpPr>
          <p:cNvPr id="1026" name="Google Shape;1026;p79"/>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a:lnSpc>
                <a:spcPct val="174000"/>
              </a:lnSpc>
              <a:spcBef>
                <a:spcPts val="0"/>
              </a:spcBef>
              <a:spcAft>
                <a:spcPts val="0"/>
              </a:spcAft>
              <a:buNone/>
              <a:defRPr sz="1400">
                <a:solidFill>
                  <a:schemeClr val="dk1"/>
                </a:solidFill>
              </a:defRPr>
            </a:lvl2pPr>
            <a:lvl3pPr lvl="2">
              <a:lnSpc>
                <a:spcPct val="174000"/>
              </a:lnSpc>
              <a:spcBef>
                <a:spcPts val="0"/>
              </a:spcBef>
              <a:spcAft>
                <a:spcPts val="0"/>
              </a:spcAft>
              <a:buNone/>
              <a:defRPr sz="1400">
                <a:solidFill>
                  <a:schemeClr val="dk1"/>
                </a:solidFill>
              </a:defRPr>
            </a:lvl3pPr>
            <a:lvl4pPr lvl="3">
              <a:lnSpc>
                <a:spcPct val="174000"/>
              </a:lnSpc>
              <a:spcBef>
                <a:spcPts val="0"/>
              </a:spcBef>
              <a:spcAft>
                <a:spcPts val="0"/>
              </a:spcAft>
              <a:buNone/>
              <a:defRPr sz="1400">
                <a:solidFill>
                  <a:schemeClr val="dk1"/>
                </a:solidFill>
              </a:defRPr>
            </a:lvl4pPr>
            <a:lvl5pPr lvl="4">
              <a:lnSpc>
                <a:spcPct val="174000"/>
              </a:lnSpc>
              <a:spcBef>
                <a:spcPts val="0"/>
              </a:spcBef>
              <a:spcAft>
                <a:spcPts val="0"/>
              </a:spcAft>
              <a:buNone/>
              <a:defRPr sz="1400">
                <a:solidFill>
                  <a:schemeClr val="dk1"/>
                </a:solidFill>
              </a:defRPr>
            </a:lvl5pPr>
            <a:lvl6pPr lvl="5">
              <a:lnSpc>
                <a:spcPct val="174000"/>
              </a:lnSpc>
              <a:spcBef>
                <a:spcPts val="0"/>
              </a:spcBef>
              <a:spcAft>
                <a:spcPts val="0"/>
              </a:spcAft>
              <a:buNone/>
              <a:defRPr sz="1400">
                <a:solidFill>
                  <a:schemeClr val="dk1"/>
                </a:solidFill>
              </a:defRPr>
            </a:lvl6pPr>
            <a:lvl7pPr lvl="6">
              <a:lnSpc>
                <a:spcPct val="174000"/>
              </a:lnSpc>
              <a:spcBef>
                <a:spcPts val="0"/>
              </a:spcBef>
              <a:spcAft>
                <a:spcPts val="0"/>
              </a:spcAft>
              <a:buNone/>
              <a:defRPr sz="1400">
                <a:solidFill>
                  <a:schemeClr val="dk1"/>
                </a:solidFill>
              </a:defRPr>
            </a:lvl7pPr>
            <a:lvl8pPr lvl="7">
              <a:lnSpc>
                <a:spcPct val="174000"/>
              </a:lnSpc>
              <a:spcBef>
                <a:spcPts val="0"/>
              </a:spcBef>
              <a:spcAft>
                <a:spcPts val="0"/>
              </a:spcAft>
              <a:buNone/>
              <a:defRPr sz="1400">
                <a:solidFill>
                  <a:schemeClr val="dk1"/>
                </a:solidFill>
              </a:defRPr>
            </a:lvl8pPr>
            <a:lvl9pPr lvl="8">
              <a:lnSpc>
                <a:spcPct val="174000"/>
              </a:lnSpc>
              <a:spcBef>
                <a:spcPts val="0"/>
              </a:spcBef>
              <a:spcAft>
                <a:spcPts val="0"/>
              </a:spcAft>
              <a:buNone/>
              <a:defRPr sz="1400">
                <a:solidFill>
                  <a:schemeClr val="dk1"/>
                </a:solidFill>
              </a:defRPr>
            </a:lvl9pPr>
          </a:lstStyle>
          <a:p/>
        </p:txBody>
      </p:sp>
      <p:sp>
        <p:nvSpPr>
          <p:cNvPr id="1027" name="Google Shape;1027;p79"/>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a:spcBef>
                <a:spcPts val="0"/>
              </a:spcBef>
              <a:spcAft>
                <a:spcPts val="0"/>
              </a:spcAft>
              <a:buSzPts val="1800"/>
              <a:buNone/>
              <a:defRPr/>
            </a:lvl2pPr>
            <a:lvl3pPr lvl="2">
              <a:spcBef>
                <a:spcPts val="500"/>
              </a:spcBef>
              <a:spcAft>
                <a:spcPts val="0"/>
              </a:spcAft>
              <a:buSzPts val="1800"/>
              <a:buNone/>
              <a:defRPr/>
            </a:lvl3pPr>
            <a:lvl4pPr lvl="3">
              <a:spcBef>
                <a:spcPts val="500"/>
              </a:spcBef>
              <a:spcAft>
                <a:spcPts val="0"/>
              </a:spcAft>
              <a:buSzPts val="1800"/>
              <a:buNone/>
              <a:defRPr/>
            </a:lvl4pPr>
            <a:lvl5pPr lvl="4">
              <a:spcBef>
                <a:spcPts val="500"/>
              </a:spcBef>
              <a:spcAft>
                <a:spcPts val="0"/>
              </a:spcAft>
              <a:buSzPts val="1800"/>
              <a:buNone/>
              <a:defRPr/>
            </a:lvl5pPr>
            <a:lvl6pPr lvl="5">
              <a:spcBef>
                <a:spcPts val="500"/>
              </a:spcBef>
              <a:spcAft>
                <a:spcPts val="0"/>
              </a:spcAft>
              <a:buSzPts val="1800"/>
              <a:buNone/>
              <a:defRPr/>
            </a:lvl6pPr>
            <a:lvl7pPr lvl="6">
              <a:spcBef>
                <a:spcPts val="500"/>
              </a:spcBef>
              <a:spcAft>
                <a:spcPts val="0"/>
              </a:spcAft>
              <a:buSzPts val="1800"/>
              <a:buNone/>
              <a:defRPr/>
            </a:lvl7pPr>
            <a:lvl8pPr lvl="7">
              <a:spcBef>
                <a:spcPts val="500"/>
              </a:spcBef>
              <a:spcAft>
                <a:spcPts val="0"/>
              </a:spcAft>
              <a:buSzPts val="1800"/>
              <a:buNone/>
              <a:defRPr/>
            </a:lvl8pPr>
            <a:lvl9pPr lvl="8">
              <a:spcBef>
                <a:spcPts val="500"/>
              </a:spcBef>
              <a:spcAft>
                <a:spcPts val="500"/>
              </a:spcAft>
              <a:buSzPts val="1800"/>
              <a:buNone/>
              <a:defRPr/>
            </a:lvl9pPr>
          </a:lstStyle>
          <a:p/>
        </p:txBody>
      </p:sp>
      <p:cxnSp>
        <p:nvCxnSpPr>
          <p:cNvPr id="1028" name="Google Shape;1028;p7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29" name="Google Shape;1029;p7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30" name="Google Shape;1030;p7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031" name="Google Shape;1031;p79"/>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sp>
        <p:nvSpPr>
          <p:cNvPr id="1032" name="Google Shape;1032;p7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033" name="Shape 1033"/>
        <p:cNvGrpSpPr/>
        <p:nvPr/>
      </p:nvGrpSpPr>
      <p:grpSpPr>
        <a:xfrm>
          <a:off x="0" y="0"/>
          <a:ext cx="0" cy="0"/>
          <a:chOff x="0" y="0"/>
          <a:chExt cx="0" cy="0"/>
        </a:xfrm>
      </p:grpSpPr>
      <p:sp>
        <p:nvSpPr>
          <p:cNvPr id="1034" name="Google Shape;1034;p80"/>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035" name="Google Shape;1035;p8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036" name="Google Shape;1036;p80"/>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037" name="Google Shape;1037;p80"/>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038" name="Google Shape;1038;p80"/>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039" name="Google Shape;1039;p8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40" name="Google Shape;1040;p80"/>
          <p:cNvPicPr preferRelativeResize="0"/>
          <p:nvPr/>
        </p:nvPicPr>
        <p:blipFill rotWithShape="1">
          <a:blip r:embed="rId4">
            <a:alphaModFix/>
          </a:blip>
          <a:srcRect b="0" l="50787" r="11711" t="0"/>
          <a:stretch/>
        </p:blipFill>
        <p:spPr>
          <a:xfrm>
            <a:off x="8215045" y="436200"/>
            <a:ext cx="3976960" cy="596520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1041" name="Shape 1041"/>
        <p:cNvGrpSpPr/>
        <p:nvPr/>
      </p:nvGrpSpPr>
      <p:grpSpPr>
        <a:xfrm>
          <a:off x="0" y="0"/>
          <a:ext cx="0" cy="0"/>
          <a:chOff x="0" y="0"/>
          <a:chExt cx="0" cy="0"/>
        </a:xfrm>
      </p:grpSpPr>
      <p:sp>
        <p:nvSpPr>
          <p:cNvPr id="1042" name="Google Shape;1042;p81"/>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accent1"/>
                </a:solidFill>
              </a:defRPr>
            </a:lvl1pPr>
            <a:lvl2pPr lvl="1">
              <a:lnSpc>
                <a:spcPct val="100000"/>
              </a:lnSpc>
              <a:spcBef>
                <a:spcPts val="0"/>
              </a:spcBef>
              <a:spcAft>
                <a:spcPts val="0"/>
              </a:spcAft>
              <a:buNone/>
              <a:defRPr sz="5400">
                <a:solidFill>
                  <a:schemeClr val="accent1"/>
                </a:solidFill>
              </a:defRPr>
            </a:lvl2pPr>
            <a:lvl3pPr lvl="2">
              <a:lnSpc>
                <a:spcPct val="100000"/>
              </a:lnSpc>
              <a:spcBef>
                <a:spcPts val="0"/>
              </a:spcBef>
              <a:spcAft>
                <a:spcPts val="0"/>
              </a:spcAft>
              <a:buNone/>
              <a:defRPr sz="5400">
                <a:solidFill>
                  <a:schemeClr val="accent1"/>
                </a:solidFill>
              </a:defRPr>
            </a:lvl3pPr>
            <a:lvl4pPr lvl="3">
              <a:lnSpc>
                <a:spcPct val="100000"/>
              </a:lnSpc>
              <a:spcBef>
                <a:spcPts val="0"/>
              </a:spcBef>
              <a:spcAft>
                <a:spcPts val="0"/>
              </a:spcAft>
              <a:buNone/>
              <a:defRPr sz="5400">
                <a:solidFill>
                  <a:schemeClr val="accent1"/>
                </a:solidFill>
              </a:defRPr>
            </a:lvl4pPr>
            <a:lvl5pPr lvl="4">
              <a:lnSpc>
                <a:spcPct val="100000"/>
              </a:lnSpc>
              <a:spcBef>
                <a:spcPts val="0"/>
              </a:spcBef>
              <a:spcAft>
                <a:spcPts val="0"/>
              </a:spcAft>
              <a:buNone/>
              <a:defRPr sz="5400">
                <a:solidFill>
                  <a:schemeClr val="accent1"/>
                </a:solidFill>
              </a:defRPr>
            </a:lvl5pPr>
            <a:lvl6pPr lvl="5">
              <a:lnSpc>
                <a:spcPct val="100000"/>
              </a:lnSpc>
              <a:spcBef>
                <a:spcPts val="0"/>
              </a:spcBef>
              <a:spcAft>
                <a:spcPts val="0"/>
              </a:spcAft>
              <a:buNone/>
              <a:defRPr sz="5400">
                <a:solidFill>
                  <a:schemeClr val="accent1"/>
                </a:solidFill>
              </a:defRPr>
            </a:lvl6pPr>
            <a:lvl7pPr lvl="6">
              <a:lnSpc>
                <a:spcPct val="100000"/>
              </a:lnSpc>
              <a:spcBef>
                <a:spcPts val="0"/>
              </a:spcBef>
              <a:spcAft>
                <a:spcPts val="0"/>
              </a:spcAft>
              <a:buNone/>
              <a:defRPr sz="5400">
                <a:solidFill>
                  <a:schemeClr val="accent1"/>
                </a:solidFill>
              </a:defRPr>
            </a:lvl7pPr>
            <a:lvl8pPr lvl="7">
              <a:lnSpc>
                <a:spcPct val="100000"/>
              </a:lnSpc>
              <a:spcBef>
                <a:spcPts val="0"/>
              </a:spcBef>
              <a:spcAft>
                <a:spcPts val="0"/>
              </a:spcAft>
              <a:buNone/>
              <a:defRPr sz="5400">
                <a:solidFill>
                  <a:schemeClr val="accent1"/>
                </a:solidFill>
              </a:defRPr>
            </a:lvl8pPr>
            <a:lvl9pPr lvl="8">
              <a:lnSpc>
                <a:spcPct val="100000"/>
              </a:lnSpc>
              <a:spcBef>
                <a:spcPts val="0"/>
              </a:spcBef>
              <a:spcAft>
                <a:spcPts val="0"/>
              </a:spcAft>
              <a:buNone/>
              <a:defRPr sz="5400">
                <a:solidFill>
                  <a:schemeClr val="accent1"/>
                </a:solidFill>
              </a:defRPr>
            </a:lvl9pPr>
          </a:lstStyle>
          <a:p/>
        </p:txBody>
      </p:sp>
      <p:cxnSp>
        <p:nvCxnSpPr>
          <p:cNvPr id="1043" name="Google Shape;1043;p8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044" name="Google Shape;1044;p81"/>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045" name="Google Shape;1045;p81"/>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046" name="Google Shape;1046;p81"/>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047" name="Google Shape;1047;p8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048" name="Shape 1048"/>
        <p:cNvGrpSpPr/>
        <p:nvPr/>
      </p:nvGrpSpPr>
      <p:grpSpPr>
        <a:xfrm>
          <a:off x="0" y="0"/>
          <a:ext cx="0" cy="0"/>
          <a:chOff x="0" y="0"/>
          <a:chExt cx="0" cy="0"/>
        </a:xfrm>
      </p:grpSpPr>
      <p:sp>
        <p:nvSpPr>
          <p:cNvPr id="1049" name="Google Shape;1049;p82"/>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050" name="Google Shape;1050;p82"/>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051" name="Google Shape;1051;p82"/>
          <p:cNvPicPr preferRelativeResize="0"/>
          <p:nvPr/>
        </p:nvPicPr>
        <p:blipFill rotWithShape="1">
          <a:blip r:embed="rId3">
            <a:alphaModFix/>
          </a:blip>
          <a:srcRect b="317" l="0" r="0" t="327"/>
          <a:stretch/>
        </p:blipFill>
        <p:spPr>
          <a:xfrm>
            <a:off x="10711279" y="6313250"/>
            <a:ext cx="975850" cy="228121"/>
          </a:xfrm>
          <a:prstGeom prst="rect">
            <a:avLst/>
          </a:prstGeom>
          <a:noFill/>
          <a:ln>
            <a:noFill/>
          </a:ln>
        </p:spPr>
      </p:pic>
      <p:cxnSp>
        <p:nvCxnSpPr>
          <p:cNvPr id="1052" name="Google Shape;1052;p82"/>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053" name="Google Shape;1053;p82"/>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054" name="Google Shape;1054;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055" name="Google Shape;1055;p8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056" name="Shape 1056"/>
        <p:cNvGrpSpPr/>
        <p:nvPr/>
      </p:nvGrpSpPr>
      <p:grpSpPr>
        <a:xfrm>
          <a:off x="0" y="0"/>
          <a:ext cx="0" cy="0"/>
          <a:chOff x="0" y="0"/>
          <a:chExt cx="0" cy="0"/>
        </a:xfrm>
      </p:grpSpPr>
      <p:pic>
        <p:nvPicPr>
          <p:cNvPr id="1057" name="Google Shape;1057;p83"/>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058" name="Google Shape;1058;p83"/>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059" name="Google Shape;1059;p83"/>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060" name="Google Shape;1060;p83"/>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061" name="Google Shape;1061;p83"/>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062" name="Google Shape;1062;p8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1">
  <p:cSld name="CUSTOM_3_1_1_1">
    <p:bg>
      <p:bgPr>
        <a:blipFill>
          <a:blip r:embed="rId2">
            <a:alphaModFix/>
          </a:blip>
          <a:stretch>
            <a:fillRect/>
          </a:stretch>
        </a:blipFill>
      </p:bgPr>
    </p:bg>
    <p:spTree>
      <p:nvGrpSpPr>
        <p:cNvPr id="1063" name="Shape 1063"/>
        <p:cNvGrpSpPr/>
        <p:nvPr/>
      </p:nvGrpSpPr>
      <p:grpSpPr>
        <a:xfrm>
          <a:off x="0" y="0"/>
          <a:ext cx="0" cy="0"/>
          <a:chOff x="0" y="0"/>
          <a:chExt cx="0" cy="0"/>
        </a:xfrm>
      </p:grpSpPr>
      <p:pic>
        <p:nvPicPr>
          <p:cNvPr id="1064" name="Google Shape;1064;p84"/>
          <p:cNvPicPr preferRelativeResize="0"/>
          <p:nvPr/>
        </p:nvPicPr>
        <p:blipFill>
          <a:blip r:embed="rId3">
            <a:alphaModFix/>
          </a:blip>
          <a:stretch>
            <a:fillRect/>
          </a:stretch>
        </p:blipFill>
        <p:spPr>
          <a:xfrm>
            <a:off x="872058" y="0"/>
            <a:ext cx="3653358" cy="6857999"/>
          </a:xfrm>
          <a:prstGeom prst="rect">
            <a:avLst/>
          </a:prstGeom>
          <a:noFill/>
          <a:ln>
            <a:noFill/>
          </a:ln>
        </p:spPr>
      </p:pic>
      <p:sp>
        <p:nvSpPr>
          <p:cNvPr id="1065" name="Google Shape;1065;p84"/>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5400">
                <a:solidFill>
                  <a:schemeClr val="lt1"/>
                </a:solidFill>
              </a:defRPr>
            </a:lvl1pPr>
            <a:lvl2pPr lvl="1">
              <a:lnSpc>
                <a:spcPct val="100000"/>
              </a:lnSpc>
              <a:spcBef>
                <a:spcPts val="0"/>
              </a:spcBef>
              <a:spcAft>
                <a:spcPts val="0"/>
              </a:spcAft>
              <a:buNone/>
              <a:defRPr sz="5400">
                <a:solidFill>
                  <a:schemeClr val="lt1"/>
                </a:solidFill>
              </a:defRPr>
            </a:lvl2pPr>
            <a:lvl3pPr lvl="2">
              <a:lnSpc>
                <a:spcPct val="100000"/>
              </a:lnSpc>
              <a:spcBef>
                <a:spcPts val="0"/>
              </a:spcBef>
              <a:spcAft>
                <a:spcPts val="0"/>
              </a:spcAft>
              <a:buNone/>
              <a:defRPr sz="5400">
                <a:solidFill>
                  <a:schemeClr val="lt1"/>
                </a:solidFill>
              </a:defRPr>
            </a:lvl3pPr>
            <a:lvl4pPr lvl="3">
              <a:lnSpc>
                <a:spcPct val="100000"/>
              </a:lnSpc>
              <a:spcBef>
                <a:spcPts val="0"/>
              </a:spcBef>
              <a:spcAft>
                <a:spcPts val="0"/>
              </a:spcAft>
              <a:buNone/>
              <a:defRPr sz="5400">
                <a:solidFill>
                  <a:schemeClr val="lt1"/>
                </a:solidFill>
              </a:defRPr>
            </a:lvl4pPr>
            <a:lvl5pPr lvl="4">
              <a:lnSpc>
                <a:spcPct val="100000"/>
              </a:lnSpc>
              <a:spcBef>
                <a:spcPts val="0"/>
              </a:spcBef>
              <a:spcAft>
                <a:spcPts val="0"/>
              </a:spcAft>
              <a:buNone/>
              <a:defRPr sz="5400">
                <a:solidFill>
                  <a:schemeClr val="lt1"/>
                </a:solidFill>
              </a:defRPr>
            </a:lvl5pPr>
            <a:lvl6pPr lvl="5">
              <a:lnSpc>
                <a:spcPct val="100000"/>
              </a:lnSpc>
              <a:spcBef>
                <a:spcPts val="0"/>
              </a:spcBef>
              <a:spcAft>
                <a:spcPts val="0"/>
              </a:spcAft>
              <a:buNone/>
              <a:defRPr sz="5400">
                <a:solidFill>
                  <a:schemeClr val="lt1"/>
                </a:solidFill>
              </a:defRPr>
            </a:lvl6pPr>
            <a:lvl7pPr lvl="6">
              <a:lnSpc>
                <a:spcPct val="100000"/>
              </a:lnSpc>
              <a:spcBef>
                <a:spcPts val="0"/>
              </a:spcBef>
              <a:spcAft>
                <a:spcPts val="0"/>
              </a:spcAft>
              <a:buNone/>
              <a:defRPr sz="5400">
                <a:solidFill>
                  <a:schemeClr val="lt1"/>
                </a:solidFill>
              </a:defRPr>
            </a:lvl7pPr>
            <a:lvl8pPr lvl="7">
              <a:lnSpc>
                <a:spcPct val="100000"/>
              </a:lnSpc>
              <a:spcBef>
                <a:spcPts val="0"/>
              </a:spcBef>
              <a:spcAft>
                <a:spcPts val="0"/>
              </a:spcAft>
              <a:buNone/>
              <a:defRPr sz="5400">
                <a:solidFill>
                  <a:schemeClr val="lt1"/>
                </a:solidFill>
              </a:defRPr>
            </a:lvl8pPr>
            <a:lvl9pPr lvl="8">
              <a:lnSpc>
                <a:spcPct val="100000"/>
              </a:lnSpc>
              <a:spcBef>
                <a:spcPts val="0"/>
              </a:spcBef>
              <a:spcAft>
                <a:spcPts val="0"/>
              </a:spcAft>
              <a:buNone/>
              <a:defRPr sz="5400">
                <a:solidFill>
                  <a:schemeClr val="lt1"/>
                </a:solidFill>
              </a:defRPr>
            </a:lvl9pPr>
          </a:lstStyle>
          <a:p/>
        </p:txBody>
      </p:sp>
      <p:cxnSp>
        <p:nvCxnSpPr>
          <p:cNvPr id="1066" name="Google Shape;1066;p84"/>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067" name="Google Shape;1067;p84"/>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068" name="Google Shape;1068;p84"/>
          <p:cNvPicPr preferRelativeResize="0"/>
          <p:nvPr/>
        </p:nvPicPr>
        <p:blipFill>
          <a:blip r:embed="rId4">
            <a:alphaModFix/>
          </a:blip>
          <a:stretch>
            <a:fillRect/>
          </a:stretch>
        </p:blipFill>
        <p:spPr>
          <a:xfrm>
            <a:off x="10711279" y="6312505"/>
            <a:ext cx="975850" cy="229612"/>
          </a:xfrm>
          <a:prstGeom prst="rect">
            <a:avLst/>
          </a:prstGeom>
          <a:noFill/>
          <a:ln>
            <a:noFill/>
          </a:ln>
        </p:spPr>
      </p:pic>
      <p:sp>
        <p:nvSpPr>
          <p:cNvPr id="1069" name="Google Shape;1069;p8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rgbClr val="FFFFFF"/>
                </a:solidFill>
                <a:latin typeface="Red Hat Text Medium"/>
                <a:ea typeface="Red Hat Text Medium"/>
                <a:cs typeface="Red Hat Text Medium"/>
                <a:sym typeface="Red Hat Text Medium"/>
              </a:defRPr>
            </a:lvl1pPr>
            <a:lvl2pPr lvl="1" algn="ctr">
              <a:buNone/>
              <a:defRPr sz="800">
                <a:solidFill>
                  <a:srgbClr val="FFFFFF"/>
                </a:solidFill>
                <a:latin typeface="Red Hat Text Medium"/>
                <a:ea typeface="Red Hat Text Medium"/>
                <a:cs typeface="Red Hat Text Medium"/>
                <a:sym typeface="Red Hat Text Medium"/>
              </a:defRPr>
            </a:lvl2pPr>
            <a:lvl3pPr lvl="2" algn="ctr">
              <a:buNone/>
              <a:defRPr sz="800">
                <a:solidFill>
                  <a:srgbClr val="FFFFFF"/>
                </a:solidFill>
                <a:latin typeface="Red Hat Text Medium"/>
                <a:ea typeface="Red Hat Text Medium"/>
                <a:cs typeface="Red Hat Text Medium"/>
                <a:sym typeface="Red Hat Text Medium"/>
              </a:defRPr>
            </a:lvl3pPr>
            <a:lvl4pPr lvl="3" algn="ctr">
              <a:buNone/>
              <a:defRPr sz="800">
                <a:solidFill>
                  <a:srgbClr val="FFFFFF"/>
                </a:solidFill>
                <a:latin typeface="Red Hat Text Medium"/>
                <a:ea typeface="Red Hat Text Medium"/>
                <a:cs typeface="Red Hat Text Medium"/>
                <a:sym typeface="Red Hat Text Medium"/>
              </a:defRPr>
            </a:lvl4pPr>
            <a:lvl5pPr lvl="4" algn="ctr">
              <a:buNone/>
              <a:defRPr sz="800">
                <a:solidFill>
                  <a:srgbClr val="FFFFFF"/>
                </a:solidFill>
                <a:latin typeface="Red Hat Text Medium"/>
                <a:ea typeface="Red Hat Text Medium"/>
                <a:cs typeface="Red Hat Text Medium"/>
                <a:sym typeface="Red Hat Text Medium"/>
              </a:defRPr>
            </a:lvl5pPr>
            <a:lvl6pPr lvl="5" algn="ctr">
              <a:buNone/>
              <a:defRPr sz="800">
                <a:solidFill>
                  <a:srgbClr val="FFFFFF"/>
                </a:solidFill>
                <a:latin typeface="Red Hat Text Medium"/>
                <a:ea typeface="Red Hat Text Medium"/>
                <a:cs typeface="Red Hat Text Medium"/>
                <a:sym typeface="Red Hat Text Medium"/>
              </a:defRPr>
            </a:lvl6pPr>
            <a:lvl7pPr lvl="6" algn="ctr">
              <a:buNone/>
              <a:defRPr sz="800">
                <a:solidFill>
                  <a:srgbClr val="FFFFFF"/>
                </a:solidFill>
                <a:latin typeface="Red Hat Text Medium"/>
                <a:ea typeface="Red Hat Text Medium"/>
                <a:cs typeface="Red Hat Text Medium"/>
                <a:sym typeface="Red Hat Text Medium"/>
              </a:defRPr>
            </a:lvl7pPr>
            <a:lvl8pPr lvl="7" algn="ctr">
              <a:buNone/>
              <a:defRPr sz="800">
                <a:solidFill>
                  <a:srgbClr val="FFFFFF"/>
                </a:solidFill>
                <a:latin typeface="Red Hat Text Medium"/>
                <a:ea typeface="Red Hat Text Medium"/>
                <a:cs typeface="Red Hat Text Medium"/>
                <a:sym typeface="Red Hat Text Medium"/>
              </a:defRPr>
            </a:lvl8pPr>
            <a:lvl9pPr lvl="8"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070" name="Shape 1070"/>
        <p:cNvGrpSpPr/>
        <p:nvPr/>
      </p:nvGrpSpPr>
      <p:grpSpPr>
        <a:xfrm>
          <a:off x="0" y="0"/>
          <a:ext cx="0" cy="0"/>
          <a:chOff x="0" y="0"/>
          <a:chExt cx="0" cy="0"/>
        </a:xfrm>
      </p:grpSpPr>
      <p:sp>
        <p:nvSpPr>
          <p:cNvPr id="1071" name="Google Shape;1071;p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072" name="Google Shape;1072;p8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73" name="Google Shape;1073;p8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74" name="Google Shape;1074;p8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75" name="Google Shape;1075;p8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76" name="Google Shape;1076;p8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077" name="Google Shape;1077;p8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078" name="Google Shape;1078;p85"/>
          <p:cNvSpPr txBox="1"/>
          <p:nvPr>
            <p:ph idx="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1079" name="Shape 1079"/>
        <p:cNvGrpSpPr/>
        <p:nvPr/>
      </p:nvGrpSpPr>
      <p:grpSpPr>
        <a:xfrm>
          <a:off x="0" y="0"/>
          <a:ext cx="0" cy="0"/>
          <a:chOff x="0" y="0"/>
          <a:chExt cx="0" cy="0"/>
        </a:xfrm>
      </p:grpSpPr>
      <p:sp>
        <p:nvSpPr>
          <p:cNvPr id="1080" name="Google Shape;1080;p8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081" name="Google Shape;1081;p8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82" name="Google Shape;1082;p8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83" name="Google Shape;1083;p8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84" name="Google Shape;1084;p8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085" name="Google Shape;1085;p8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086" name="Google Shape;1086;p86"/>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86"/>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86"/>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86"/>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86"/>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86"/>
          <p:cNvSpPr txBox="1"/>
          <p:nvPr>
            <p:ph idx="3"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092" name="Google Shape;1092;p86"/>
          <p:cNvSpPr txBox="1"/>
          <p:nvPr>
            <p:ph idx="4" type="subTitle"/>
          </p:nvPr>
        </p:nvSpPr>
        <p:spPr>
          <a:xfrm>
            <a:off x="0" y="2473650"/>
            <a:ext cx="4389000" cy="2702400"/>
          </a:xfrm>
          <a:prstGeom prst="rect">
            <a:avLst/>
          </a:prstGeom>
        </p:spPr>
        <p:txBody>
          <a:bodyPr anchorCtr="0" anchor="ctr" bIns="0" lIns="868675" spcFirstLastPara="1" rIns="7315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093" name="Google Shape;1093;p86"/>
          <p:cNvSpPr txBox="1"/>
          <p:nvPr>
            <p:ph idx="5"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094" name="Google Shape;1094;p8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095" name="Google Shape;1095;p86"/>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1096" name="Shape 1096"/>
        <p:cNvGrpSpPr/>
        <p:nvPr/>
      </p:nvGrpSpPr>
      <p:grpSpPr>
        <a:xfrm>
          <a:off x="0" y="0"/>
          <a:ext cx="0" cy="0"/>
          <a:chOff x="0" y="0"/>
          <a:chExt cx="0" cy="0"/>
        </a:xfrm>
      </p:grpSpPr>
      <p:cxnSp>
        <p:nvCxnSpPr>
          <p:cNvPr id="1097" name="Google Shape;1097;p8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98" name="Google Shape;1098;p8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99" name="Google Shape;1099;p8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00" name="Google Shape;1100;p8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01" name="Google Shape;1101;p8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02" name="Google Shape;1102;p87"/>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87"/>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87"/>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87"/>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87"/>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107" name="Google Shape;1107;p8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08" name="Google Shape;1108;p8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109" name="Google Shape;1109;p87"/>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1110" name="Google Shape;1110;p87"/>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1111" name="Shape 1111"/>
        <p:cNvGrpSpPr/>
        <p:nvPr/>
      </p:nvGrpSpPr>
      <p:grpSpPr>
        <a:xfrm>
          <a:off x="0" y="0"/>
          <a:ext cx="0" cy="0"/>
          <a:chOff x="0" y="0"/>
          <a:chExt cx="0" cy="0"/>
        </a:xfrm>
      </p:grpSpPr>
      <p:cxnSp>
        <p:nvCxnSpPr>
          <p:cNvPr id="1112" name="Google Shape;1112;p8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13" name="Google Shape;1113;p8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14" name="Google Shape;1114;p8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15" name="Google Shape;1115;p8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16" name="Google Shape;1116;p8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pic>
        <p:nvPicPr>
          <p:cNvPr id="1117" name="Google Shape;1117;p88"/>
          <p:cNvPicPr preferRelativeResize="0"/>
          <p:nvPr/>
        </p:nvPicPr>
        <p:blipFill rotWithShape="1">
          <a:blip r:embed="rId3">
            <a:alphaModFix/>
          </a:blip>
          <a:srcRect b="0" l="0" r="0" t="0"/>
          <a:stretch/>
        </p:blipFill>
        <p:spPr>
          <a:xfrm>
            <a:off x="1743525" y="2296425"/>
            <a:ext cx="8704948" cy="3247250"/>
          </a:xfrm>
          <a:prstGeom prst="rect">
            <a:avLst/>
          </a:prstGeom>
          <a:noFill/>
          <a:ln>
            <a:noFill/>
          </a:ln>
        </p:spPr>
      </p:pic>
      <p:sp>
        <p:nvSpPr>
          <p:cNvPr id="1118" name="Google Shape;1118;p88"/>
          <p:cNvSpPr txBox="1"/>
          <p:nvPr>
            <p:ph idx="2" type="subTitle"/>
          </p:nvPr>
        </p:nvSpPr>
        <p:spPr>
          <a:xfrm>
            <a:off x="2262374" y="2965028"/>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1119" name="Google Shape;1119;p88"/>
          <p:cNvSpPr txBox="1"/>
          <p:nvPr>
            <p:ph idx="3" type="subTitle"/>
          </p:nvPr>
        </p:nvSpPr>
        <p:spPr>
          <a:xfrm>
            <a:off x="5005265"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1120" name="Google Shape;1120;p88"/>
          <p:cNvSpPr txBox="1"/>
          <p:nvPr>
            <p:ph idx="4" type="subTitle"/>
          </p:nvPr>
        </p:nvSpPr>
        <p:spPr>
          <a:xfrm>
            <a:off x="7748157" y="2965023"/>
            <a:ext cx="2181600" cy="19101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1121" name="Google Shape;1121;p88"/>
          <p:cNvSpPr txBox="1"/>
          <p:nvPr>
            <p:ph idx="5"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22" name="Google Shape;1122;p8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123" name="Google Shape;1123;p88"/>
          <p:cNvSpPr txBox="1"/>
          <p:nvPr>
            <p:ph idx="6"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1124" name="Shape 1124"/>
        <p:cNvGrpSpPr/>
        <p:nvPr/>
      </p:nvGrpSpPr>
      <p:grpSpPr>
        <a:xfrm>
          <a:off x="0" y="0"/>
          <a:ext cx="0" cy="0"/>
          <a:chOff x="0" y="0"/>
          <a:chExt cx="0" cy="0"/>
        </a:xfrm>
      </p:grpSpPr>
      <p:sp>
        <p:nvSpPr>
          <p:cNvPr id="1125" name="Google Shape;1125;p8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126" name="Google Shape;1126;p8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27" name="Google Shape;1127;p8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28" name="Google Shape;1128;p8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29" name="Google Shape;1129;p8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30" name="Google Shape;1130;p8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1131" name="Shape 1131"/>
        <p:cNvGrpSpPr/>
        <p:nvPr/>
      </p:nvGrpSpPr>
      <p:grpSpPr>
        <a:xfrm>
          <a:off x="0" y="0"/>
          <a:ext cx="0" cy="0"/>
          <a:chOff x="0" y="0"/>
          <a:chExt cx="0" cy="0"/>
        </a:xfrm>
      </p:grpSpPr>
      <p:sp>
        <p:nvSpPr>
          <p:cNvPr id="1132" name="Google Shape;1132;p9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33" name="Google Shape;1133;p9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cxnSp>
        <p:nvCxnSpPr>
          <p:cNvPr id="1134" name="Google Shape;1134;p9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35" name="Google Shape;1135;p9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36" name="Google Shape;1136;p9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37" name="Google Shape;1137;p9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38" name="Google Shape;1138;p90"/>
          <p:cNvSpPr txBox="1"/>
          <p:nvPr>
            <p:ph idx="2"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
        <p:nvSpPr>
          <p:cNvPr id="1139" name="Google Shape;1139;p9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40" name="Google Shape;1140;p90"/>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1141" name="Shape 1141"/>
        <p:cNvGrpSpPr/>
        <p:nvPr/>
      </p:nvGrpSpPr>
      <p:grpSpPr>
        <a:xfrm>
          <a:off x="0" y="0"/>
          <a:ext cx="0" cy="0"/>
          <a:chOff x="0" y="0"/>
          <a:chExt cx="0" cy="0"/>
        </a:xfrm>
      </p:grpSpPr>
      <p:cxnSp>
        <p:nvCxnSpPr>
          <p:cNvPr id="1142" name="Google Shape;1142;p9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43" name="Google Shape;1143;p9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44" name="Google Shape;1144;p9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45" name="Google Shape;1145;p9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46" name="Google Shape;1146;p9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47" name="Google Shape;1147;p91"/>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48" name="Google Shape;1148;p9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149" name="Google Shape;1149;p91"/>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1150" name="Shape 1150"/>
        <p:cNvGrpSpPr/>
        <p:nvPr/>
      </p:nvGrpSpPr>
      <p:grpSpPr>
        <a:xfrm>
          <a:off x="0" y="0"/>
          <a:ext cx="0" cy="0"/>
          <a:chOff x="0" y="0"/>
          <a:chExt cx="0" cy="0"/>
        </a:xfrm>
      </p:grpSpPr>
      <p:sp>
        <p:nvSpPr>
          <p:cNvPr id="1151" name="Google Shape;1151;p9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152" name="Google Shape;1152;p9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53" name="Google Shape;1153;p9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54" name="Google Shape;1154;p9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55" name="Google Shape;1155;p9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56" name="Google Shape;1156;p9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57" name="Google Shape;1157;p92"/>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1158" name="Shape 1158"/>
        <p:cNvGrpSpPr/>
        <p:nvPr/>
      </p:nvGrpSpPr>
      <p:grpSpPr>
        <a:xfrm>
          <a:off x="0" y="0"/>
          <a:ext cx="0" cy="0"/>
          <a:chOff x="0" y="0"/>
          <a:chExt cx="0" cy="0"/>
        </a:xfrm>
      </p:grpSpPr>
      <p:cxnSp>
        <p:nvCxnSpPr>
          <p:cNvPr id="1159" name="Google Shape;1159;p9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60" name="Google Shape;1160;p9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61" name="Google Shape;1161;p9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62" name="Google Shape;1162;p9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63" name="Google Shape;1163;p9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64" name="Google Shape;1164;p93"/>
          <p:cNvSpPr txBox="1"/>
          <p:nvPr>
            <p:ph idx="2" type="body"/>
          </p:nvPr>
        </p:nvSpPr>
        <p:spPr>
          <a:xfrm>
            <a:off x="885125" y="2291177"/>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1165" name="Google Shape;1165;p93"/>
          <p:cNvSpPr txBox="1"/>
          <p:nvPr>
            <p:ph idx="3"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1166" name="Google Shape;1166;p93"/>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67" name="Google Shape;1167;p9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168" name="Google Shape;1168;p93"/>
          <p:cNvSpPr txBox="1"/>
          <p:nvPr>
            <p:ph idx="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1169" name="Shape 1169"/>
        <p:cNvGrpSpPr/>
        <p:nvPr/>
      </p:nvGrpSpPr>
      <p:grpSpPr>
        <a:xfrm>
          <a:off x="0" y="0"/>
          <a:ext cx="0" cy="0"/>
          <a:chOff x="0" y="0"/>
          <a:chExt cx="0" cy="0"/>
        </a:xfrm>
      </p:grpSpPr>
      <p:cxnSp>
        <p:nvCxnSpPr>
          <p:cNvPr id="1170" name="Google Shape;1170;p9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71" name="Google Shape;1171;p9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72" name="Google Shape;1172;p9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73" name="Google Shape;1173;p9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74" name="Google Shape;1174;p9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75" name="Google Shape;1175;p94"/>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42900" lvl="0" marL="457200">
              <a:lnSpc>
                <a:spcPct val="135000"/>
              </a:lnSpc>
              <a:spcBef>
                <a:spcPts val="1000"/>
              </a:spcBef>
              <a:spcAft>
                <a:spcPts val="0"/>
              </a:spcAft>
              <a:buSzPts val="1800"/>
              <a:buChar char="▸"/>
              <a:defRPr/>
            </a:lvl1pPr>
            <a:lvl2pPr indent="-342900" lvl="1" marL="914400">
              <a:lnSpc>
                <a:spcPct val="135000"/>
              </a:lnSpc>
              <a:spcBef>
                <a:spcPts val="1000"/>
              </a:spcBef>
              <a:spcAft>
                <a:spcPts val="0"/>
              </a:spcAft>
              <a:buSzPts val="1800"/>
              <a:buChar char="･"/>
              <a:defRPr/>
            </a:lvl2pPr>
            <a:lvl3pPr indent="-342900" lvl="2" marL="1371600">
              <a:lnSpc>
                <a:spcPct val="135000"/>
              </a:lnSpc>
              <a:spcBef>
                <a:spcPts val="1000"/>
              </a:spcBef>
              <a:spcAft>
                <a:spcPts val="0"/>
              </a:spcAft>
              <a:buSzPts val="1800"/>
              <a:buChar char="･"/>
              <a:defRPr/>
            </a:lvl3pPr>
            <a:lvl4pPr indent="-342900" lvl="3" marL="1828800">
              <a:lnSpc>
                <a:spcPct val="135000"/>
              </a:lnSpc>
              <a:spcBef>
                <a:spcPts val="1000"/>
              </a:spcBef>
              <a:spcAft>
                <a:spcPts val="0"/>
              </a:spcAft>
              <a:buSzPts val="1800"/>
              <a:buChar char="･"/>
              <a:defRPr/>
            </a:lvl4pPr>
            <a:lvl5pPr indent="-342900" lvl="4" marL="2286000">
              <a:lnSpc>
                <a:spcPct val="135000"/>
              </a:lnSpc>
              <a:spcBef>
                <a:spcPts val="1000"/>
              </a:spcBef>
              <a:spcAft>
                <a:spcPts val="0"/>
              </a:spcAft>
              <a:buSzPts val="1800"/>
              <a:buChar char="･"/>
              <a:defRPr/>
            </a:lvl5pPr>
            <a:lvl6pPr indent="-342900" lvl="5" marL="2743200">
              <a:lnSpc>
                <a:spcPct val="135000"/>
              </a:lnSpc>
              <a:spcBef>
                <a:spcPts val="1000"/>
              </a:spcBef>
              <a:spcAft>
                <a:spcPts val="0"/>
              </a:spcAft>
              <a:buSzPts val="1800"/>
              <a:buChar char="･"/>
              <a:defRPr/>
            </a:lvl6pPr>
            <a:lvl7pPr indent="-342900" lvl="6" marL="3200400">
              <a:lnSpc>
                <a:spcPct val="135000"/>
              </a:lnSpc>
              <a:spcBef>
                <a:spcPts val="1000"/>
              </a:spcBef>
              <a:spcAft>
                <a:spcPts val="0"/>
              </a:spcAft>
              <a:buSzPts val="1800"/>
              <a:buChar char="･"/>
              <a:defRPr/>
            </a:lvl7pPr>
            <a:lvl8pPr indent="-342900" lvl="7" marL="3657600">
              <a:lnSpc>
                <a:spcPct val="135000"/>
              </a:lnSpc>
              <a:spcBef>
                <a:spcPts val="1000"/>
              </a:spcBef>
              <a:spcAft>
                <a:spcPts val="0"/>
              </a:spcAft>
              <a:buSzPts val="1800"/>
              <a:buChar char="･"/>
              <a:defRPr/>
            </a:lvl8pPr>
            <a:lvl9pPr indent="-342900" lvl="8" marL="4114800">
              <a:lnSpc>
                <a:spcPct val="135000"/>
              </a:lnSpc>
              <a:spcBef>
                <a:spcPts val="1000"/>
              </a:spcBef>
              <a:spcAft>
                <a:spcPts val="1000"/>
              </a:spcAft>
              <a:buSzPts val="1800"/>
              <a:buChar char="･"/>
              <a:defRPr/>
            </a:lvl9pPr>
          </a:lstStyle>
          <a:p/>
        </p:txBody>
      </p:sp>
      <p:sp>
        <p:nvSpPr>
          <p:cNvPr id="1176" name="Google Shape;1176;p94"/>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77" name="Google Shape;1177;p9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178" name="Google Shape;1178;p94"/>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1179" name="Shape 1179"/>
        <p:cNvGrpSpPr/>
        <p:nvPr/>
      </p:nvGrpSpPr>
      <p:grpSpPr>
        <a:xfrm>
          <a:off x="0" y="0"/>
          <a:ext cx="0" cy="0"/>
          <a:chOff x="0" y="0"/>
          <a:chExt cx="0" cy="0"/>
        </a:xfrm>
      </p:grpSpPr>
      <p:sp>
        <p:nvSpPr>
          <p:cNvPr id="1180" name="Google Shape;1180;p9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181" name="Google Shape;1181;p9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82" name="Google Shape;1182;p9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83" name="Google Shape;1183;p9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84" name="Google Shape;1184;p9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85" name="Google Shape;1185;p9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186" name="Google Shape;1186;p95"/>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1187" name="Google Shape;1187;p95"/>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1188" name="Google Shape;1188;p95"/>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14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a:latin typeface="Red Hat Display Medium"/>
                <a:ea typeface="Red Hat Display Medium"/>
                <a:cs typeface="Red Hat Display Medium"/>
                <a:sym typeface="Red Hat Display Medium"/>
              </a:defRPr>
            </a:lvl9pPr>
          </a:lstStyle>
          <a:p/>
        </p:txBody>
      </p:sp>
      <p:sp>
        <p:nvSpPr>
          <p:cNvPr id="1189" name="Google Shape;1189;p95"/>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0"/>
              </a:spcBef>
              <a:spcAft>
                <a:spcPts val="0"/>
              </a:spcAft>
              <a:buNone/>
              <a:defRPr sz="1400"/>
            </a:lvl2pPr>
            <a:lvl3pPr lvl="2" algn="ctr">
              <a:spcBef>
                <a:spcPts val="0"/>
              </a:spcBef>
              <a:spcAft>
                <a:spcPts val="0"/>
              </a:spcAft>
              <a:buNone/>
              <a:defRPr sz="1400"/>
            </a:lvl3pPr>
            <a:lvl4pPr lvl="3" algn="ctr">
              <a:spcBef>
                <a:spcPts val="0"/>
              </a:spcBef>
              <a:spcAft>
                <a:spcPts val="0"/>
              </a:spcAft>
              <a:buNone/>
              <a:defRPr sz="1400"/>
            </a:lvl4pPr>
            <a:lvl5pPr lvl="4" algn="ctr">
              <a:spcBef>
                <a:spcPts val="0"/>
              </a:spcBef>
              <a:spcAft>
                <a:spcPts val="0"/>
              </a:spcAft>
              <a:buNone/>
              <a:defRPr sz="1400"/>
            </a:lvl5pPr>
            <a:lvl6pPr lvl="5" algn="ctr">
              <a:spcBef>
                <a:spcPts val="0"/>
              </a:spcBef>
              <a:spcAft>
                <a:spcPts val="0"/>
              </a:spcAft>
              <a:buNone/>
              <a:defRPr sz="1400"/>
            </a:lvl6pPr>
            <a:lvl7pPr lvl="6" algn="ctr">
              <a:spcBef>
                <a:spcPts val="0"/>
              </a:spcBef>
              <a:spcAft>
                <a:spcPts val="0"/>
              </a:spcAft>
              <a:buNone/>
              <a:defRPr sz="1400"/>
            </a:lvl7pPr>
            <a:lvl8pPr lvl="7" algn="ctr">
              <a:spcBef>
                <a:spcPts val="0"/>
              </a:spcBef>
              <a:spcAft>
                <a:spcPts val="0"/>
              </a:spcAft>
              <a:buNone/>
              <a:defRPr sz="1400"/>
            </a:lvl8pPr>
            <a:lvl9pPr lvl="8" algn="ctr">
              <a:spcBef>
                <a:spcPts val="0"/>
              </a:spcBef>
              <a:spcAft>
                <a:spcPts val="0"/>
              </a:spcAft>
              <a:buNone/>
              <a:defRPr sz="14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1190" name="Shape 1190"/>
        <p:cNvGrpSpPr/>
        <p:nvPr/>
      </p:nvGrpSpPr>
      <p:grpSpPr>
        <a:xfrm>
          <a:off x="0" y="0"/>
          <a:ext cx="0" cy="0"/>
          <a:chOff x="0" y="0"/>
          <a:chExt cx="0" cy="0"/>
        </a:xfrm>
      </p:grpSpPr>
      <p:cxnSp>
        <p:nvCxnSpPr>
          <p:cNvPr id="1191" name="Google Shape;1191;p9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92" name="Google Shape;1192;p9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93" name="Google Shape;1193;p9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94" name="Google Shape;1194;p9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195" name="Google Shape;1195;p9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196" name="Google Shape;1196;p96"/>
          <p:cNvSpPr txBox="1"/>
          <p:nvPr>
            <p:ph idx="2" type="subTitle"/>
          </p:nvPr>
        </p:nvSpPr>
        <p:spPr>
          <a:xfrm>
            <a:off x="2042425" y="2497493"/>
            <a:ext cx="2106900" cy="3792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197" name="Google Shape;1197;p96"/>
          <p:cNvSpPr txBox="1"/>
          <p:nvPr>
            <p:ph idx="3" type="subTitle"/>
          </p:nvPr>
        </p:nvSpPr>
        <p:spPr>
          <a:xfrm>
            <a:off x="2042425" y="2903475"/>
            <a:ext cx="2106900" cy="6753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198" name="Google Shape;1198;p96"/>
          <p:cNvSpPr txBox="1"/>
          <p:nvPr>
            <p:ph idx="4" type="subTitle"/>
          </p:nvPr>
        </p:nvSpPr>
        <p:spPr>
          <a:xfrm>
            <a:off x="1596475" y="4403575"/>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1199" name="Google Shape;1199;p96"/>
          <p:cNvSpPr txBox="1"/>
          <p:nvPr>
            <p:ph idx="5" type="subTitle"/>
          </p:nvPr>
        </p:nvSpPr>
        <p:spPr>
          <a:xfrm>
            <a:off x="3278975" y="3892511"/>
            <a:ext cx="975900" cy="234900"/>
          </a:xfrm>
          <a:prstGeom prst="rect">
            <a:avLst/>
          </a:prstGeom>
        </p:spPr>
        <p:txBody>
          <a:bodyPr anchorCtr="0" anchor="ctr" bIns="0" lIns="0" spcFirstLastPara="1" rIns="0" wrap="square" tIns="0">
            <a:noAutofit/>
          </a:bodyPr>
          <a:lstStyle>
            <a:lvl1pPr lvl="0" algn="ctr">
              <a:lnSpc>
                <a:spcPct val="115000"/>
              </a:lnSpc>
              <a:spcBef>
                <a:spcPts val="0"/>
              </a:spcBef>
              <a:spcAft>
                <a:spcPts val="0"/>
              </a:spcAft>
              <a:buNone/>
              <a:defRPr sz="1400">
                <a:solidFill>
                  <a:schemeClr val="accent1"/>
                </a:solidFill>
              </a:defRPr>
            </a:lvl1pPr>
            <a:lvl2pPr lvl="1" algn="ctr">
              <a:lnSpc>
                <a:spcPct val="115000"/>
              </a:lnSpc>
              <a:spcBef>
                <a:spcPts val="0"/>
              </a:spcBef>
              <a:spcAft>
                <a:spcPts val="0"/>
              </a:spcAft>
              <a:buNone/>
              <a:defRPr sz="1400">
                <a:solidFill>
                  <a:schemeClr val="accent1"/>
                </a:solidFill>
              </a:defRPr>
            </a:lvl2pPr>
            <a:lvl3pPr lvl="2" algn="ctr">
              <a:lnSpc>
                <a:spcPct val="115000"/>
              </a:lnSpc>
              <a:spcBef>
                <a:spcPts val="0"/>
              </a:spcBef>
              <a:spcAft>
                <a:spcPts val="0"/>
              </a:spcAft>
              <a:buNone/>
              <a:defRPr sz="1400">
                <a:solidFill>
                  <a:schemeClr val="accent1"/>
                </a:solidFill>
              </a:defRPr>
            </a:lvl3pPr>
            <a:lvl4pPr lvl="3" algn="ctr">
              <a:lnSpc>
                <a:spcPct val="115000"/>
              </a:lnSpc>
              <a:spcBef>
                <a:spcPts val="0"/>
              </a:spcBef>
              <a:spcAft>
                <a:spcPts val="0"/>
              </a:spcAft>
              <a:buNone/>
              <a:defRPr sz="1400">
                <a:solidFill>
                  <a:schemeClr val="accent1"/>
                </a:solidFill>
              </a:defRPr>
            </a:lvl4pPr>
            <a:lvl5pPr lvl="4" algn="ctr">
              <a:lnSpc>
                <a:spcPct val="115000"/>
              </a:lnSpc>
              <a:spcBef>
                <a:spcPts val="0"/>
              </a:spcBef>
              <a:spcAft>
                <a:spcPts val="0"/>
              </a:spcAft>
              <a:buNone/>
              <a:defRPr sz="1400">
                <a:solidFill>
                  <a:schemeClr val="accent1"/>
                </a:solidFill>
              </a:defRPr>
            </a:lvl5pPr>
            <a:lvl6pPr lvl="5" algn="ctr">
              <a:lnSpc>
                <a:spcPct val="115000"/>
              </a:lnSpc>
              <a:spcBef>
                <a:spcPts val="0"/>
              </a:spcBef>
              <a:spcAft>
                <a:spcPts val="0"/>
              </a:spcAft>
              <a:buNone/>
              <a:defRPr sz="1400">
                <a:solidFill>
                  <a:schemeClr val="accent1"/>
                </a:solidFill>
              </a:defRPr>
            </a:lvl6pPr>
            <a:lvl7pPr lvl="6" algn="ctr">
              <a:lnSpc>
                <a:spcPct val="115000"/>
              </a:lnSpc>
              <a:spcBef>
                <a:spcPts val="0"/>
              </a:spcBef>
              <a:spcAft>
                <a:spcPts val="0"/>
              </a:spcAft>
              <a:buNone/>
              <a:defRPr sz="1400">
                <a:solidFill>
                  <a:schemeClr val="accent1"/>
                </a:solidFill>
              </a:defRPr>
            </a:lvl7pPr>
            <a:lvl8pPr lvl="7" algn="ctr">
              <a:lnSpc>
                <a:spcPct val="115000"/>
              </a:lnSpc>
              <a:spcBef>
                <a:spcPts val="0"/>
              </a:spcBef>
              <a:spcAft>
                <a:spcPts val="0"/>
              </a:spcAft>
              <a:buNone/>
              <a:defRPr sz="1400">
                <a:solidFill>
                  <a:schemeClr val="accent1"/>
                </a:solidFill>
              </a:defRPr>
            </a:lvl8pPr>
            <a:lvl9pPr lvl="8" algn="ctr">
              <a:lnSpc>
                <a:spcPct val="115000"/>
              </a:lnSpc>
              <a:spcBef>
                <a:spcPts val="0"/>
              </a:spcBef>
              <a:spcAft>
                <a:spcPts val="0"/>
              </a:spcAft>
              <a:buNone/>
              <a:defRPr sz="1400">
                <a:solidFill>
                  <a:schemeClr val="accent1"/>
                </a:solidFill>
              </a:defRPr>
            </a:lvl9pPr>
          </a:lstStyle>
          <a:p/>
        </p:txBody>
      </p:sp>
      <p:sp>
        <p:nvSpPr>
          <p:cNvPr id="1200" name="Google Shape;1200;p96"/>
          <p:cNvSpPr txBox="1"/>
          <p:nvPr>
            <p:ph idx="6" type="subTitle"/>
          </p:nvPr>
        </p:nvSpPr>
        <p:spPr>
          <a:xfrm>
            <a:off x="1713425" y="4752722"/>
            <a:ext cx="2106900" cy="379200"/>
          </a:xfrm>
          <a:prstGeom prst="rect">
            <a:avLst/>
          </a:prstGeom>
        </p:spPr>
        <p:txBody>
          <a:bodyPr anchorCtr="0" anchor="b" bIns="0" lIns="0" spcFirstLastPara="1" rIns="0" wrap="square" tIns="0">
            <a:noAutofit/>
          </a:bodyPr>
          <a:lstStyle>
            <a:lvl1pPr lvl="0" algn="r">
              <a:lnSpc>
                <a:spcPct val="115000"/>
              </a:lnSpc>
              <a:spcBef>
                <a:spcPts val="0"/>
              </a:spcBef>
              <a:spcAft>
                <a:spcPts val="0"/>
              </a:spcAft>
              <a:buNone/>
              <a:defRPr sz="1200">
                <a:latin typeface="Red Hat Display Medium"/>
                <a:ea typeface="Red Hat Display Medium"/>
                <a:cs typeface="Red Hat Display Medium"/>
                <a:sym typeface="Red Hat Display Medium"/>
              </a:defRPr>
            </a:lvl1pPr>
            <a:lvl2pPr lvl="1" algn="r">
              <a:lnSpc>
                <a:spcPct val="115000"/>
              </a:lnSpc>
              <a:spcBef>
                <a:spcPts val="0"/>
              </a:spcBef>
              <a:spcAft>
                <a:spcPts val="0"/>
              </a:spcAft>
              <a:buNone/>
              <a:defRPr sz="1200">
                <a:latin typeface="Red Hat Display Medium"/>
                <a:ea typeface="Red Hat Display Medium"/>
                <a:cs typeface="Red Hat Display Medium"/>
                <a:sym typeface="Red Hat Display Medium"/>
              </a:defRPr>
            </a:lvl2pPr>
            <a:lvl3pPr lvl="2" algn="r">
              <a:lnSpc>
                <a:spcPct val="115000"/>
              </a:lnSpc>
              <a:spcBef>
                <a:spcPts val="0"/>
              </a:spcBef>
              <a:spcAft>
                <a:spcPts val="0"/>
              </a:spcAft>
              <a:buNone/>
              <a:defRPr sz="1200">
                <a:latin typeface="Red Hat Display Medium"/>
                <a:ea typeface="Red Hat Display Medium"/>
                <a:cs typeface="Red Hat Display Medium"/>
                <a:sym typeface="Red Hat Display Medium"/>
              </a:defRPr>
            </a:lvl3pPr>
            <a:lvl4pPr lvl="3" algn="r">
              <a:lnSpc>
                <a:spcPct val="115000"/>
              </a:lnSpc>
              <a:spcBef>
                <a:spcPts val="0"/>
              </a:spcBef>
              <a:spcAft>
                <a:spcPts val="0"/>
              </a:spcAft>
              <a:buNone/>
              <a:defRPr sz="1200">
                <a:latin typeface="Red Hat Display Medium"/>
                <a:ea typeface="Red Hat Display Medium"/>
                <a:cs typeface="Red Hat Display Medium"/>
                <a:sym typeface="Red Hat Display Medium"/>
              </a:defRPr>
            </a:lvl4pPr>
            <a:lvl5pPr lvl="4" algn="r">
              <a:lnSpc>
                <a:spcPct val="115000"/>
              </a:lnSpc>
              <a:spcBef>
                <a:spcPts val="0"/>
              </a:spcBef>
              <a:spcAft>
                <a:spcPts val="0"/>
              </a:spcAft>
              <a:buNone/>
              <a:defRPr sz="1200">
                <a:latin typeface="Red Hat Display Medium"/>
                <a:ea typeface="Red Hat Display Medium"/>
                <a:cs typeface="Red Hat Display Medium"/>
                <a:sym typeface="Red Hat Display Medium"/>
              </a:defRPr>
            </a:lvl5pPr>
            <a:lvl6pPr lvl="5" algn="r">
              <a:lnSpc>
                <a:spcPct val="115000"/>
              </a:lnSpc>
              <a:spcBef>
                <a:spcPts val="0"/>
              </a:spcBef>
              <a:spcAft>
                <a:spcPts val="0"/>
              </a:spcAft>
              <a:buNone/>
              <a:defRPr sz="1200">
                <a:latin typeface="Red Hat Display Medium"/>
                <a:ea typeface="Red Hat Display Medium"/>
                <a:cs typeface="Red Hat Display Medium"/>
                <a:sym typeface="Red Hat Display Medium"/>
              </a:defRPr>
            </a:lvl6pPr>
            <a:lvl7pPr lvl="6" algn="r">
              <a:lnSpc>
                <a:spcPct val="115000"/>
              </a:lnSpc>
              <a:spcBef>
                <a:spcPts val="0"/>
              </a:spcBef>
              <a:spcAft>
                <a:spcPts val="0"/>
              </a:spcAft>
              <a:buNone/>
              <a:defRPr sz="1200">
                <a:latin typeface="Red Hat Display Medium"/>
                <a:ea typeface="Red Hat Display Medium"/>
                <a:cs typeface="Red Hat Display Medium"/>
                <a:sym typeface="Red Hat Display Medium"/>
              </a:defRPr>
            </a:lvl7pPr>
            <a:lvl8pPr lvl="7" algn="r">
              <a:lnSpc>
                <a:spcPct val="115000"/>
              </a:lnSpc>
              <a:spcBef>
                <a:spcPts val="0"/>
              </a:spcBef>
              <a:spcAft>
                <a:spcPts val="0"/>
              </a:spcAft>
              <a:buNone/>
              <a:defRPr sz="1200">
                <a:latin typeface="Red Hat Display Medium"/>
                <a:ea typeface="Red Hat Display Medium"/>
                <a:cs typeface="Red Hat Display Medium"/>
                <a:sym typeface="Red Hat Display Medium"/>
              </a:defRPr>
            </a:lvl8pPr>
            <a:lvl9pPr lvl="8" algn="r">
              <a:lnSpc>
                <a:spcPct val="115000"/>
              </a:lnSpc>
              <a:spcBef>
                <a:spcPts val="0"/>
              </a:spcBef>
              <a:spcAft>
                <a:spcPts val="0"/>
              </a:spcAft>
              <a:buNone/>
              <a:defRPr sz="1200">
                <a:latin typeface="Red Hat Display Medium"/>
                <a:ea typeface="Red Hat Display Medium"/>
                <a:cs typeface="Red Hat Display Medium"/>
                <a:sym typeface="Red Hat Display Medium"/>
              </a:defRPr>
            </a:lvl9pPr>
          </a:lstStyle>
          <a:p/>
        </p:txBody>
      </p:sp>
      <p:sp>
        <p:nvSpPr>
          <p:cNvPr id="1201" name="Google Shape;1201;p96"/>
          <p:cNvSpPr txBox="1"/>
          <p:nvPr>
            <p:ph idx="7" type="subTitle"/>
          </p:nvPr>
        </p:nvSpPr>
        <p:spPr>
          <a:xfrm>
            <a:off x="1713425" y="5158703"/>
            <a:ext cx="2106900" cy="675300"/>
          </a:xfrm>
          <a:prstGeom prst="rect">
            <a:avLst/>
          </a:prstGeom>
        </p:spPr>
        <p:txBody>
          <a:bodyPr anchorCtr="0" anchor="t" bIns="0" lIns="0" spcFirstLastPara="1" rIns="0" wrap="square" tIns="0">
            <a:noAutofit/>
          </a:bodyPr>
          <a:lstStyle>
            <a:lvl1pPr lvl="0" algn="r">
              <a:lnSpc>
                <a:spcPct val="115000"/>
              </a:lnSpc>
              <a:spcBef>
                <a:spcPts val="0"/>
              </a:spcBef>
              <a:spcAft>
                <a:spcPts val="0"/>
              </a:spcAft>
              <a:buNone/>
              <a:defRPr sz="1200"/>
            </a:lvl1pPr>
            <a:lvl2pPr lvl="1" algn="r">
              <a:lnSpc>
                <a:spcPct val="115000"/>
              </a:lnSpc>
              <a:spcBef>
                <a:spcPts val="0"/>
              </a:spcBef>
              <a:spcAft>
                <a:spcPts val="0"/>
              </a:spcAft>
              <a:buNone/>
              <a:defRPr sz="1200"/>
            </a:lvl2pPr>
            <a:lvl3pPr lvl="2" algn="r">
              <a:lnSpc>
                <a:spcPct val="115000"/>
              </a:lnSpc>
              <a:spcBef>
                <a:spcPts val="0"/>
              </a:spcBef>
              <a:spcAft>
                <a:spcPts val="0"/>
              </a:spcAft>
              <a:buNone/>
              <a:defRPr sz="1200"/>
            </a:lvl3pPr>
            <a:lvl4pPr lvl="3" algn="r">
              <a:lnSpc>
                <a:spcPct val="115000"/>
              </a:lnSpc>
              <a:spcBef>
                <a:spcPts val="0"/>
              </a:spcBef>
              <a:spcAft>
                <a:spcPts val="0"/>
              </a:spcAft>
              <a:buNone/>
              <a:defRPr sz="1200"/>
            </a:lvl4pPr>
            <a:lvl5pPr lvl="4" algn="r">
              <a:lnSpc>
                <a:spcPct val="115000"/>
              </a:lnSpc>
              <a:spcBef>
                <a:spcPts val="0"/>
              </a:spcBef>
              <a:spcAft>
                <a:spcPts val="0"/>
              </a:spcAft>
              <a:buNone/>
              <a:defRPr sz="1200"/>
            </a:lvl5pPr>
            <a:lvl6pPr lvl="5" algn="r">
              <a:lnSpc>
                <a:spcPct val="115000"/>
              </a:lnSpc>
              <a:spcBef>
                <a:spcPts val="0"/>
              </a:spcBef>
              <a:spcAft>
                <a:spcPts val="0"/>
              </a:spcAft>
              <a:buNone/>
              <a:defRPr sz="1200"/>
            </a:lvl6pPr>
            <a:lvl7pPr lvl="6" algn="r">
              <a:lnSpc>
                <a:spcPct val="115000"/>
              </a:lnSpc>
              <a:spcBef>
                <a:spcPts val="0"/>
              </a:spcBef>
              <a:spcAft>
                <a:spcPts val="0"/>
              </a:spcAft>
              <a:buNone/>
              <a:defRPr sz="1200"/>
            </a:lvl7pPr>
            <a:lvl8pPr lvl="7" algn="r">
              <a:lnSpc>
                <a:spcPct val="115000"/>
              </a:lnSpc>
              <a:spcBef>
                <a:spcPts val="0"/>
              </a:spcBef>
              <a:spcAft>
                <a:spcPts val="0"/>
              </a:spcAft>
              <a:buNone/>
              <a:defRPr sz="1200"/>
            </a:lvl8pPr>
            <a:lvl9pPr lvl="8" algn="r">
              <a:lnSpc>
                <a:spcPct val="115000"/>
              </a:lnSpc>
              <a:spcBef>
                <a:spcPts val="0"/>
              </a:spcBef>
              <a:spcAft>
                <a:spcPts val="0"/>
              </a:spcAft>
              <a:buNone/>
              <a:defRPr sz="1200"/>
            </a:lvl9pPr>
          </a:lstStyle>
          <a:p/>
        </p:txBody>
      </p:sp>
      <p:sp>
        <p:nvSpPr>
          <p:cNvPr id="1202" name="Google Shape;1202;p96"/>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03" name="Google Shape;1203;p9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204" name="Google Shape;1204;p96"/>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1205" name="Shape 1205"/>
        <p:cNvGrpSpPr/>
        <p:nvPr/>
      </p:nvGrpSpPr>
      <p:grpSpPr>
        <a:xfrm>
          <a:off x="0" y="0"/>
          <a:ext cx="0" cy="0"/>
          <a:chOff x="0" y="0"/>
          <a:chExt cx="0" cy="0"/>
        </a:xfrm>
      </p:grpSpPr>
      <p:sp>
        <p:nvSpPr>
          <p:cNvPr id="1206" name="Google Shape;1206;p97"/>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1207" name="Google Shape;1207;p97"/>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sp>
        <p:nvSpPr>
          <p:cNvPr id="1208" name="Google Shape;1208;p97"/>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algn="ctr">
              <a:spcBef>
                <a:spcPts val="0"/>
              </a:spcBef>
              <a:spcAft>
                <a:spcPts val="0"/>
              </a:spcAft>
              <a:buNone/>
              <a:defRPr sz="8000">
                <a:solidFill>
                  <a:schemeClr val="accent1"/>
                </a:solidFill>
              </a:defRPr>
            </a:lvl1pPr>
            <a:lvl2pPr lvl="1" algn="ctr">
              <a:spcBef>
                <a:spcPts val="500"/>
              </a:spcBef>
              <a:spcAft>
                <a:spcPts val="0"/>
              </a:spcAft>
              <a:buNone/>
              <a:defRPr sz="8000">
                <a:solidFill>
                  <a:schemeClr val="accent1"/>
                </a:solidFill>
              </a:defRPr>
            </a:lvl2pPr>
            <a:lvl3pPr lvl="2" algn="ctr">
              <a:spcBef>
                <a:spcPts val="500"/>
              </a:spcBef>
              <a:spcAft>
                <a:spcPts val="0"/>
              </a:spcAft>
              <a:buNone/>
              <a:defRPr sz="8000">
                <a:solidFill>
                  <a:schemeClr val="accent1"/>
                </a:solidFill>
              </a:defRPr>
            </a:lvl3pPr>
            <a:lvl4pPr lvl="3" algn="ctr">
              <a:spcBef>
                <a:spcPts val="500"/>
              </a:spcBef>
              <a:spcAft>
                <a:spcPts val="0"/>
              </a:spcAft>
              <a:buNone/>
              <a:defRPr sz="8000">
                <a:solidFill>
                  <a:schemeClr val="accent1"/>
                </a:solidFill>
              </a:defRPr>
            </a:lvl4pPr>
            <a:lvl5pPr lvl="4" algn="ctr">
              <a:spcBef>
                <a:spcPts val="500"/>
              </a:spcBef>
              <a:spcAft>
                <a:spcPts val="0"/>
              </a:spcAft>
              <a:buNone/>
              <a:defRPr sz="8000">
                <a:solidFill>
                  <a:schemeClr val="accent1"/>
                </a:solidFill>
              </a:defRPr>
            </a:lvl5pPr>
            <a:lvl6pPr lvl="5" algn="ctr">
              <a:spcBef>
                <a:spcPts val="500"/>
              </a:spcBef>
              <a:spcAft>
                <a:spcPts val="0"/>
              </a:spcAft>
              <a:buNone/>
              <a:defRPr sz="8000">
                <a:solidFill>
                  <a:schemeClr val="accent1"/>
                </a:solidFill>
              </a:defRPr>
            </a:lvl6pPr>
            <a:lvl7pPr lvl="6" algn="ctr">
              <a:spcBef>
                <a:spcPts val="500"/>
              </a:spcBef>
              <a:spcAft>
                <a:spcPts val="0"/>
              </a:spcAft>
              <a:buNone/>
              <a:defRPr sz="8000">
                <a:solidFill>
                  <a:schemeClr val="accent1"/>
                </a:solidFill>
              </a:defRPr>
            </a:lvl7pPr>
            <a:lvl8pPr lvl="7" algn="ctr">
              <a:spcBef>
                <a:spcPts val="500"/>
              </a:spcBef>
              <a:spcAft>
                <a:spcPts val="0"/>
              </a:spcAft>
              <a:buNone/>
              <a:defRPr sz="8000">
                <a:solidFill>
                  <a:schemeClr val="accent1"/>
                </a:solidFill>
              </a:defRPr>
            </a:lvl8pPr>
            <a:lvl9pPr lvl="8" algn="ctr">
              <a:spcBef>
                <a:spcPts val="500"/>
              </a:spcBef>
              <a:spcAft>
                <a:spcPts val="500"/>
              </a:spcAft>
              <a:buNone/>
              <a:defRPr sz="8000">
                <a:solidFill>
                  <a:schemeClr val="accent1"/>
                </a:solidFill>
              </a:defRPr>
            </a:lvl9pPr>
          </a:lstStyle>
          <a:p/>
        </p:txBody>
      </p:sp>
      <p:cxnSp>
        <p:nvCxnSpPr>
          <p:cNvPr id="1209" name="Google Shape;1209;p9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10" name="Google Shape;1210;p9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11" name="Google Shape;1211;p9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12" name="Google Shape;1212;p9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13" name="Google Shape;1213;p97"/>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214" name="Google Shape;1214;p97"/>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1215" name="Google Shape;1215;p97"/>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1216" name="Google Shape;1216;p97"/>
          <p:cNvSpPr txBox="1"/>
          <p:nvPr>
            <p:ph idx="5" type="subTitle"/>
          </p:nvPr>
        </p:nvSpPr>
        <p:spPr>
          <a:xfrm>
            <a:off x="44683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17" name="Google Shape;1217;p97"/>
          <p:cNvSpPr txBox="1"/>
          <p:nvPr>
            <p:ph idx="6" type="subTitle"/>
          </p:nvPr>
        </p:nvSpPr>
        <p:spPr>
          <a:xfrm>
            <a:off x="44684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218" name="Google Shape;1218;p97"/>
          <p:cNvSpPr txBox="1"/>
          <p:nvPr>
            <p:ph idx="7" type="subTitle"/>
          </p:nvPr>
        </p:nvSpPr>
        <p:spPr>
          <a:xfrm>
            <a:off x="80480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19" name="Google Shape;1219;p97"/>
          <p:cNvSpPr txBox="1"/>
          <p:nvPr>
            <p:ph idx="8" type="subTitle"/>
          </p:nvPr>
        </p:nvSpPr>
        <p:spPr>
          <a:xfrm>
            <a:off x="80481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220" name="Google Shape;1220;p97"/>
          <p:cNvSpPr txBox="1"/>
          <p:nvPr>
            <p:ph idx="9" type="subTitle"/>
          </p:nvPr>
        </p:nvSpPr>
        <p:spPr>
          <a:xfrm>
            <a:off x="888600" y="3677200"/>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21" name="Google Shape;1221;p97"/>
          <p:cNvSpPr txBox="1"/>
          <p:nvPr>
            <p:ph idx="13" type="subTitle"/>
          </p:nvPr>
        </p:nvSpPr>
        <p:spPr>
          <a:xfrm>
            <a:off x="888700" y="4166425"/>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222" name="Google Shape;1222;p97"/>
          <p:cNvSpPr txBox="1"/>
          <p:nvPr>
            <p:ph idx="1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23" name="Google Shape;1223;p9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224" name="Google Shape;1224;p97"/>
          <p:cNvSpPr txBox="1"/>
          <p:nvPr>
            <p:ph idx="15"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1225" name="Shape 1225"/>
        <p:cNvGrpSpPr/>
        <p:nvPr/>
      </p:nvGrpSpPr>
      <p:grpSpPr>
        <a:xfrm>
          <a:off x="0" y="0"/>
          <a:ext cx="0" cy="0"/>
          <a:chOff x="0" y="0"/>
          <a:chExt cx="0" cy="0"/>
        </a:xfrm>
      </p:grpSpPr>
      <p:sp>
        <p:nvSpPr>
          <p:cNvPr id="1226" name="Google Shape;1226;p98"/>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1227" name="Google Shape;1227;p98"/>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cxnSp>
        <p:nvCxnSpPr>
          <p:cNvPr id="1228" name="Google Shape;1228;p9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29" name="Google Shape;1229;p9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30" name="Google Shape;1230;p9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31" name="Google Shape;1231;p9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32" name="Google Shape;1232;p9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233" name="Google Shape;1233;p98"/>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1234" name="Google Shape;1234;p98"/>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1235" name="Google Shape;1235;p98"/>
          <p:cNvSpPr txBox="1"/>
          <p:nvPr>
            <p:ph idx="5" type="subTitle"/>
          </p:nvPr>
        </p:nvSpPr>
        <p:spPr>
          <a:xfrm>
            <a:off x="4620750"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36" name="Google Shape;1236;p98"/>
          <p:cNvSpPr txBox="1"/>
          <p:nvPr>
            <p:ph idx="6" type="subTitle"/>
          </p:nvPr>
        </p:nvSpPr>
        <p:spPr>
          <a:xfrm>
            <a:off x="4620750"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237" name="Google Shape;1237;p98"/>
          <p:cNvSpPr txBox="1"/>
          <p:nvPr>
            <p:ph idx="7" type="subTitle"/>
          </p:nvPr>
        </p:nvSpPr>
        <p:spPr>
          <a:xfrm>
            <a:off x="8051175" y="3677388"/>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38" name="Google Shape;1238;p98"/>
          <p:cNvSpPr txBox="1"/>
          <p:nvPr>
            <p:ph idx="8" type="subTitle"/>
          </p:nvPr>
        </p:nvSpPr>
        <p:spPr>
          <a:xfrm>
            <a:off x="8051175" y="4166613"/>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239" name="Google Shape;1239;p98"/>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40" name="Google Shape;1240;p9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241" name="Google Shape;1241;p98"/>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1242" name="Shape 1242"/>
        <p:cNvGrpSpPr/>
        <p:nvPr/>
      </p:nvGrpSpPr>
      <p:grpSpPr>
        <a:xfrm>
          <a:off x="0" y="0"/>
          <a:ext cx="0" cy="0"/>
          <a:chOff x="0" y="0"/>
          <a:chExt cx="0" cy="0"/>
        </a:xfrm>
      </p:grpSpPr>
      <p:cxnSp>
        <p:nvCxnSpPr>
          <p:cNvPr id="1243" name="Google Shape;1243;p9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44" name="Google Shape;1244;p9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45" name="Google Shape;1245;p9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46" name="Google Shape;1246;p9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47" name="Google Shape;1247;p9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248" name="Google Shape;1248;p99"/>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1249" name="Google Shape;1249;p99"/>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250" name="Google Shape;1250;p99"/>
          <p:cNvSpPr txBox="1"/>
          <p:nvPr>
            <p:ph idx="3" type="subTitle"/>
          </p:nvPr>
        </p:nvSpPr>
        <p:spPr>
          <a:xfrm>
            <a:off x="4620750"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1" name="Google Shape;1251;p99"/>
          <p:cNvSpPr txBox="1"/>
          <p:nvPr>
            <p:ph idx="4" type="subTitle"/>
          </p:nvPr>
        </p:nvSpPr>
        <p:spPr>
          <a:xfrm>
            <a:off x="4620750"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252" name="Google Shape;1252;p99"/>
          <p:cNvSpPr txBox="1"/>
          <p:nvPr>
            <p:ph idx="5" type="subTitle"/>
          </p:nvPr>
        </p:nvSpPr>
        <p:spPr>
          <a:xfrm>
            <a:off x="8051175" y="4439350"/>
            <a:ext cx="2949600" cy="3219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3" name="Google Shape;1253;p99"/>
          <p:cNvSpPr txBox="1"/>
          <p:nvPr>
            <p:ph idx="6" type="subTitle"/>
          </p:nvPr>
        </p:nvSpPr>
        <p:spPr>
          <a:xfrm>
            <a:off x="8051175" y="4928575"/>
            <a:ext cx="2949600" cy="9153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254" name="Google Shape;1254;p99"/>
          <p:cNvSpPr txBox="1"/>
          <p:nvPr>
            <p:ph idx="7"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55" name="Google Shape;1255;p9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256" name="Google Shape;1256;p99"/>
          <p:cNvSpPr txBox="1"/>
          <p:nvPr>
            <p:ph idx="8"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1257" name="Shape 1257"/>
        <p:cNvGrpSpPr/>
        <p:nvPr/>
      </p:nvGrpSpPr>
      <p:grpSpPr>
        <a:xfrm>
          <a:off x="0" y="0"/>
          <a:ext cx="0" cy="0"/>
          <a:chOff x="0" y="0"/>
          <a:chExt cx="0" cy="0"/>
        </a:xfrm>
      </p:grpSpPr>
      <p:cxnSp>
        <p:nvCxnSpPr>
          <p:cNvPr id="1258" name="Google Shape;1258;p10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59" name="Google Shape;1259;p10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60" name="Google Shape;1260;p10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61" name="Google Shape;1261;p10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62" name="Google Shape;1262;p10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263" name="Google Shape;1263;p100"/>
          <p:cNvSpPr txBox="1"/>
          <p:nvPr>
            <p:ph idx="2" type="subTitle"/>
          </p:nvPr>
        </p:nvSpPr>
        <p:spPr>
          <a:xfrm>
            <a:off x="887800" y="2596700"/>
            <a:ext cx="3182700" cy="2668800"/>
          </a:xfrm>
          <a:prstGeom prst="rect">
            <a:avLst/>
          </a:prstGeom>
        </p:spPr>
        <p:txBody>
          <a:bodyPr anchorCtr="0" anchor="t" bIns="0" lIns="0" spcFirstLastPara="1" rIns="0" wrap="square" tIns="0">
            <a:noAutofit/>
          </a:bodyPr>
          <a:lstStyle>
            <a:lvl1pPr lv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264" name="Google Shape;1264;p100"/>
          <p:cNvSpPr txBox="1"/>
          <p:nvPr>
            <p:ph idx="3" type="subTitle"/>
          </p:nvPr>
        </p:nvSpPr>
        <p:spPr>
          <a:xfrm>
            <a:off x="9078238"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65" name="Google Shape;1265;p100"/>
          <p:cNvSpPr txBox="1"/>
          <p:nvPr>
            <p:ph idx="4" type="subTitle"/>
          </p:nvPr>
        </p:nvSpPr>
        <p:spPr>
          <a:xfrm>
            <a:off x="10284513" y="3048425"/>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66" name="Google Shape;1266;p100"/>
          <p:cNvSpPr txBox="1"/>
          <p:nvPr>
            <p:ph idx="5" type="subTitle"/>
          </p:nvPr>
        </p:nvSpPr>
        <p:spPr>
          <a:xfrm>
            <a:off x="9078238"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67" name="Google Shape;1267;p100"/>
          <p:cNvSpPr txBox="1"/>
          <p:nvPr>
            <p:ph idx="6" type="subTitle"/>
          </p:nvPr>
        </p:nvSpPr>
        <p:spPr>
          <a:xfrm>
            <a:off x="10284513" y="38416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68" name="Google Shape;1268;p100"/>
          <p:cNvSpPr txBox="1"/>
          <p:nvPr>
            <p:ph idx="7" type="subTitle"/>
          </p:nvPr>
        </p:nvSpPr>
        <p:spPr>
          <a:xfrm>
            <a:off x="9078238"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69" name="Google Shape;1269;p100"/>
          <p:cNvSpPr txBox="1"/>
          <p:nvPr>
            <p:ph idx="8" type="subTitle"/>
          </p:nvPr>
        </p:nvSpPr>
        <p:spPr>
          <a:xfrm>
            <a:off x="10284513" y="4603527"/>
            <a:ext cx="914400" cy="528600"/>
          </a:xfrm>
          <a:prstGeom prst="rect">
            <a:avLst/>
          </a:prstGeom>
        </p:spPr>
        <p:txBody>
          <a:bodyPr anchorCtr="0" anchor="t" bIns="0" lIns="0" spcFirstLastPara="1" rIns="0" wrap="square" tIns="0">
            <a:no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b="1" sz="1000"/>
            </a:lvl2pPr>
            <a:lvl3pPr lvl="2">
              <a:lnSpc>
                <a:spcPct val="100000"/>
              </a:lnSpc>
              <a:spcBef>
                <a:spcPts val="0"/>
              </a:spcBef>
              <a:spcAft>
                <a:spcPts val="0"/>
              </a:spcAft>
              <a:buNone/>
              <a:defRPr b="1" sz="1000"/>
            </a:lvl3pPr>
            <a:lvl4pPr lvl="3">
              <a:lnSpc>
                <a:spcPct val="100000"/>
              </a:lnSpc>
              <a:spcBef>
                <a:spcPts val="0"/>
              </a:spcBef>
              <a:spcAft>
                <a:spcPts val="0"/>
              </a:spcAft>
              <a:buNone/>
              <a:defRPr b="1" sz="1000"/>
            </a:lvl4pPr>
            <a:lvl5pPr lvl="4">
              <a:lnSpc>
                <a:spcPct val="100000"/>
              </a:lnSpc>
              <a:spcBef>
                <a:spcPts val="0"/>
              </a:spcBef>
              <a:spcAft>
                <a:spcPts val="0"/>
              </a:spcAft>
              <a:buNone/>
              <a:defRPr b="1" sz="1000"/>
            </a:lvl5pPr>
            <a:lvl6pPr lvl="5">
              <a:lnSpc>
                <a:spcPct val="100000"/>
              </a:lnSpc>
              <a:spcBef>
                <a:spcPts val="0"/>
              </a:spcBef>
              <a:spcAft>
                <a:spcPts val="0"/>
              </a:spcAft>
              <a:buNone/>
              <a:defRPr b="1" sz="1000"/>
            </a:lvl6pPr>
            <a:lvl7pPr lvl="6">
              <a:lnSpc>
                <a:spcPct val="100000"/>
              </a:lnSpc>
              <a:spcBef>
                <a:spcPts val="0"/>
              </a:spcBef>
              <a:spcAft>
                <a:spcPts val="0"/>
              </a:spcAft>
              <a:buNone/>
              <a:defRPr b="1" sz="1000"/>
            </a:lvl7pPr>
            <a:lvl8pPr lvl="7">
              <a:lnSpc>
                <a:spcPct val="100000"/>
              </a:lnSpc>
              <a:spcBef>
                <a:spcPts val="0"/>
              </a:spcBef>
              <a:spcAft>
                <a:spcPts val="0"/>
              </a:spcAft>
              <a:buNone/>
              <a:defRPr b="1" sz="1000"/>
            </a:lvl8pPr>
            <a:lvl9pPr lvl="8">
              <a:lnSpc>
                <a:spcPct val="100000"/>
              </a:lnSpc>
              <a:spcBef>
                <a:spcPts val="0"/>
              </a:spcBef>
              <a:spcAft>
                <a:spcPts val="0"/>
              </a:spcAft>
              <a:buNone/>
              <a:defRPr b="1" sz="1000"/>
            </a:lvl9pPr>
          </a:lstStyle>
          <a:p/>
        </p:txBody>
      </p:sp>
      <p:sp>
        <p:nvSpPr>
          <p:cNvPr id="1270" name="Google Shape;1270;p100"/>
          <p:cNvSpPr txBox="1"/>
          <p:nvPr>
            <p:ph idx="9"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71" name="Google Shape;1271;p10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272" name="Google Shape;1272;p100"/>
          <p:cNvSpPr txBox="1"/>
          <p:nvPr>
            <p:ph idx="13"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1273" name="Shape 1273"/>
        <p:cNvGrpSpPr/>
        <p:nvPr/>
      </p:nvGrpSpPr>
      <p:grpSpPr>
        <a:xfrm>
          <a:off x="0" y="0"/>
          <a:ext cx="0" cy="0"/>
          <a:chOff x="0" y="0"/>
          <a:chExt cx="0" cy="0"/>
        </a:xfrm>
      </p:grpSpPr>
      <p:cxnSp>
        <p:nvCxnSpPr>
          <p:cNvPr id="1274" name="Google Shape;1274;p10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75" name="Google Shape;1275;p10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76" name="Google Shape;1276;p10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77" name="Google Shape;1277;p10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278" name="Google Shape;1278;p10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279" name="Google Shape;1279;p101"/>
          <p:cNvSpPr txBox="1"/>
          <p:nvPr>
            <p:ph idx="2" type="subTitle"/>
          </p:nvPr>
        </p:nvSpPr>
        <p:spPr>
          <a:xfrm>
            <a:off x="8048050" y="28986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1280" name="Google Shape;1280;p101"/>
          <p:cNvSpPr txBox="1"/>
          <p:nvPr>
            <p:ph idx="3" type="subTitle"/>
          </p:nvPr>
        </p:nvSpPr>
        <p:spPr>
          <a:xfrm>
            <a:off x="8048050" y="25406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1"/>
                </a:solidFill>
                <a:latin typeface="Red Hat Display Medium"/>
                <a:ea typeface="Red Hat Display Medium"/>
                <a:cs typeface="Red Hat Display Medium"/>
                <a:sym typeface="Red Hat Display Medium"/>
              </a:defRPr>
            </a:lvl9pPr>
          </a:lstStyle>
          <a:p/>
        </p:txBody>
      </p:sp>
      <p:sp>
        <p:nvSpPr>
          <p:cNvPr id="1281" name="Google Shape;1281;p101"/>
          <p:cNvSpPr txBox="1"/>
          <p:nvPr>
            <p:ph idx="4" type="subTitle"/>
          </p:nvPr>
        </p:nvSpPr>
        <p:spPr>
          <a:xfrm>
            <a:off x="8048050" y="4676800"/>
            <a:ext cx="3410400" cy="7185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200"/>
            </a:lvl1pPr>
            <a:lvl2pPr lvl="1">
              <a:lnSpc>
                <a:spcPct val="140000"/>
              </a:lnSpc>
              <a:spcBef>
                <a:spcPts val="0"/>
              </a:spcBef>
              <a:spcAft>
                <a:spcPts val="0"/>
              </a:spcAft>
              <a:buNone/>
              <a:defRPr sz="1200"/>
            </a:lvl2pPr>
            <a:lvl3pPr lvl="2">
              <a:lnSpc>
                <a:spcPct val="140000"/>
              </a:lnSpc>
              <a:spcBef>
                <a:spcPts val="0"/>
              </a:spcBef>
              <a:spcAft>
                <a:spcPts val="0"/>
              </a:spcAft>
              <a:buNone/>
              <a:defRPr sz="1200"/>
            </a:lvl3pPr>
            <a:lvl4pPr lvl="3">
              <a:lnSpc>
                <a:spcPct val="140000"/>
              </a:lnSpc>
              <a:spcBef>
                <a:spcPts val="0"/>
              </a:spcBef>
              <a:spcAft>
                <a:spcPts val="0"/>
              </a:spcAft>
              <a:buNone/>
              <a:defRPr sz="1200"/>
            </a:lvl4pPr>
            <a:lvl5pPr lvl="4">
              <a:lnSpc>
                <a:spcPct val="140000"/>
              </a:lnSpc>
              <a:spcBef>
                <a:spcPts val="0"/>
              </a:spcBef>
              <a:spcAft>
                <a:spcPts val="0"/>
              </a:spcAft>
              <a:buNone/>
              <a:defRPr sz="1200"/>
            </a:lvl5pPr>
            <a:lvl6pPr lvl="5">
              <a:lnSpc>
                <a:spcPct val="140000"/>
              </a:lnSpc>
              <a:spcBef>
                <a:spcPts val="0"/>
              </a:spcBef>
              <a:spcAft>
                <a:spcPts val="0"/>
              </a:spcAft>
              <a:buNone/>
              <a:defRPr sz="1200"/>
            </a:lvl6pPr>
            <a:lvl7pPr lvl="6">
              <a:lnSpc>
                <a:spcPct val="140000"/>
              </a:lnSpc>
              <a:spcBef>
                <a:spcPts val="0"/>
              </a:spcBef>
              <a:spcAft>
                <a:spcPts val="0"/>
              </a:spcAft>
              <a:buNone/>
              <a:defRPr sz="1200"/>
            </a:lvl7pPr>
            <a:lvl8pPr lvl="7">
              <a:lnSpc>
                <a:spcPct val="140000"/>
              </a:lnSpc>
              <a:spcBef>
                <a:spcPts val="0"/>
              </a:spcBef>
              <a:spcAft>
                <a:spcPts val="0"/>
              </a:spcAft>
              <a:buNone/>
              <a:defRPr sz="1200"/>
            </a:lvl8pPr>
            <a:lvl9pPr lvl="8">
              <a:lnSpc>
                <a:spcPct val="140000"/>
              </a:lnSpc>
              <a:spcBef>
                <a:spcPts val="0"/>
              </a:spcBef>
              <a:spcAft>
                <a:spcPts val="0"/>
              </a:spcAft>
              <a:buNone/>
              <a:defRPr sz="1200"/>
            </a:lvl9pPr>
          </a:lstStyle>
          <a:p/>
        </p:txBody>
      </p:sp>
      <p:sp>
        <p:nvSpPr>
          <p:cNvPr id="1282" name="Google Shape;1282;p101"/>
          <p:cNvSpPr txBox="1"/>
          <p:nvPr>
            <p:ph idx="5" type="subTitle"/>
          </p:nvPr>
        </p:nvSpPr>
        <p:spPr>
          <a:xfrm>
            <a:off x="8048050" y="4318800"/>
            <a:ext cx="3410400" cy="333300"/>
          </a:xfrm>
          <a:prstGeom prst="rect">
            <a:avLst/>
          </a:prstGeom>
        </p:spPr>
        <p:txBody>
          <a:bodyPr anchorCtr="0" anchor="b" bIns="0" lIns="0" spcFirstLastPara="1" rIns="0" wrap="square" tIns="0">
            <a:noAutofit/>
          </a:bodyPr>
          <a:lstStyle>
            <a:lvl1pPr lvl="0">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None/>
              <a:defRPr sz="2800">
                <a:solidFill>
                  <a:schemeClr val="accent2"/>
                </a:solidFill>
                <a:latin typeface="Red Hat Display Medium"/>
                <a:ea typeface="Red Hat Display Medium"/>
                <a:cs typeface="Red Hat Display Medium"/>
                <a:sym typeface="Red Hat Display Medium"/>
              </a:defRPr>
            </a:lvl9pPr>
          </a:lstStyle>
          <a:p/>
        </p:txBody>
      </p:sp>
      <p:sp>
        <p:nvSpPr>
          <p:cNvPr id="1283" name="Google Shape;1283;p101"/>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01"/>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01"/>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01"/>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01"/>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01"/>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01"/>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01"/>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01"/>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01"/>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01"/>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01"/>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01"/>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01"/>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01"/>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01"/>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01"/>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01"/>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01"/>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01"/>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01"/>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01"/>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01"/>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01"/>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01"/>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01"/>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01"/>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01"/>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01"/>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01"/>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01"/>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01"/>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01"/>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01"/>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01"/>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01"/>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01"/>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01"/>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01"/>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01"/>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01"/>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01"/>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01"/>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01"/>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01"/>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01"/>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01"/>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01"/>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01"/>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01"/>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01"/>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01"/>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01"/>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01"/>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01"/>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01"/>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01"/>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01"/>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01"/>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01"/>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01"/>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01"/>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01"/>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01"/>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01"/>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01"/>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01"/>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01"/>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01"/>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01"/>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01"/>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01"/>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01"/>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01"/>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01"/>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01"/>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01"/>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01"/>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01"/>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01"/>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01"/>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01"/>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01"/>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01"/>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01"/>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01"/>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01"/>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101"/>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01"/>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01"/>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01"/>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01"/>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101"/>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101"/>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01"/>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01"/>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01"/>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01"/>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01"/>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01"/>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01"/>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01"/>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01"/>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01"/>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01"/>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01"/>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01"/>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01"/>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01"/>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01"/>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01"/>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01"/>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01"/>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01"/>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01"/>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01"/>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01"/>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01"/>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01"/>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01"/>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01"/>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01"/>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01"/>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01"/>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01"/>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01"/>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01"/>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01"/>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01"/>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01"/>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01"/>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01"/>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01"/>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01"/>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01"/>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01"/>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01"/>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01"/>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01"/>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01"/>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01"/>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01"/>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01"/>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01"/>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01"/>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01"/>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01"/>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01"/>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01"/>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01"/>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01"/>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01"/>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01"/>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01"/>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01"/>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01"/>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01"/>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01"/>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01"/>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01"/>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01"/>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01"/>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01"/>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01"/>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01"/>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01"/>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01"/>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01"/>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01"/>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01"/>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01"/>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01"/>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01"/>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01"/>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01"/>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01"/>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01"/>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01"/>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01"/>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01"/>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01"/>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01"/>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01"/>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01"/>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01"/>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01"/>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01"/>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01"/>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01"/>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01"/>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01"/>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01"/>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01"/>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01"/>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01"/>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01"/>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01"/>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01"/>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01"/>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01"/>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01"/>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484" name="Google Shape;1484;p10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485" name="Google Shape;1485;p101"/>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1486" name="Shape 1486"/>
        <p:cNvGrpSpPr/>
        <p:nvPr/>
      </p:nvGrpSpPr>
      <p:grpSpPr>
        <a:xfrm>
          <a:off x="0" y="0"/>
          <a:ext cx="0" cy="0"/>
          <a:chOff x="0" y="0"/>
          <a:chExt cx="0" cy="0"/>
        </a:xfrm>
      </p:grpSpPr>
      <p:cxnSp>
        <p:nvCxnSpPr>
          <p:cNvPr id="1487" name="Google Shape;1487;p10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88" name="Google Shape;1488;p10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89" name="Google Shape;1489;p10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90" name="Google Shape;1490;p102"/>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491" name="Google Shape;1491;p10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492" name="Google Shape;1492;p102"/>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1493" name="Google Shape;1493;p102"/>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1494" name="Google Shape;1494;p102"/>
          <p:cNvSpPr txBox="1"/>
          <p:nvPr>
            <p:ph idx="2" type="subTitle"/>
          </p:nvPr>
        </p:nvSpPr>
        <p:spPr>
          <a:xfrm>
            <a:off x="11409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495" name="Google Shape;1495;p102"/>
          <p:cNvSpPr txBox="1"/>
          <p:nvPr>
            <p:ph idx="3" type="subTitle"/>
          </p:nvPr>
        </p:nvSpPr>
        <p:spPr>
          <a:xfrm>
            <a:off x="11409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1496" name="Google Shape;1496;p102"/>
          <p:cNvSpPr txBox="1"/>
          <p:nvPr>
            <p:ph idx="4" type="subTitle"/>
          </p:nvPr>
        </p:nvSpPr>
        <p:spPr>
          <a:xfrm>
            <a:off x="472387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1497" name="Google Shape;1497;p102"/>
          <p:cNvSpPr txBox="1"/>
          <p:nvPr>
            <p:ph idx="5" type="subTitle"/>
          </p:nvPr>
        </p:nvSpPr>
        <p:spPr>
          <a:xfrm>
            <a:off x="8306825" y="2813710"/>
            <a:ext cx="2750400" cy="15483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1400"/>
            </a:lvl1pPr>
            <a:lvl2pPr lvl="1">
              <a:lnSpc>
                <a:spcPct val="140000"/>
              </a:lnSpc>
              <a:spcBef>
                <a:spcPts val="0"/>
              </a:spcBef>
              <a:spcAft>
                <a:spcPts val="0"/>
              </a:spcAft>
              <a:buNone/>
              <a:defRPr sz="1400"/>
            </a:lvl2pPr>
            <a:lvl3pPr lvl="2">
              <a:lnSpc>
                <a:spcPct val="140000"/>
              </a:lnSpc>
              <a:spcBef>
                <a:spcPts val="0"/>
              </a:spcBef>
              <a:spcAft>
                <a:spcPts val="0"/>
              </a:spcAft>
              <a:buNone/>
              <a:defRPr sz="1400"/>
            </a:lvl3pPr>
            <a:lvl4pPr lvl="3">
              <a:lnSpc>
                <a:spcPct val="140000"/>
              </a:lnSpc>
              <a:spcBef>
                <a:spcPts val="0"/>
              </a:spcBef>
              <a:spcAft>
                <a:spcPts val="0"/>
              </a:spcAft>
              <a:buNone/>
              <a:defRPr sz="1400"/>
            </a:lvl4pPr>
            <a:lvl5pPr lvl="4">
              <a:lnSpc>
                <a:spcPct val="140000"/>
              </a:lnSpc>
              <a:spcBef>
                <a:spcPts val="0"/>
              </a:spcBef>
              <a:spcAft>
                <a:spcPts val="0"/>
              </a:spcAft>
              <a:buNone/>
              <a:defRPr sz="1400"/>
            </a:lvl5pPr>
            <a:lvl6pPr lvl="5">
              <a:lnSpc>
                <a:spcPct val="140000"/>
              </a:lnSpc>
              <a:spcBef>
                <a:spcPts val="0"/>
              </a:spcBef>
              <a:spcAft>
                <a:spcPts val="0"/>
              </a:spcAft>
              <a:buNone/>
              <a:defRPr sz="1400"/>
            </a:lvl6pPr>
            <a:lvl7pPr lvl="6">
              <a:lnSpc>
                <a:spcPct val="140000"/>
              </a:lnSpc>
              <a:spcBef>
                <a:spcPts val="0"/>
              </a:spcBef>
              <a:spcAft>
                <a:spcPts val="0"/>
              </a:spcAft>
              <a:buNone/>
              <a:defRPr sz="1400"/>
            </a:lvl7pPr>
            <a:lvl8pPr lvl="7">
              <a:lnSpc>
                <a:spcPct val="140000"/>
              </a:lnSpc>
              <a:spcBef>
                <a:spcPts val="0"/>
              </a:spcBef>
              <a:spcAft>
                <a:spcPts val="0"/>
              </a:spcAft>
              <a:buNone/>
              <a:defRPr sz="1400"/>
            </a:lvl8pPr>
            <a:lvl9pPr lvl="8">
              <a:lnSpc>
                <a:spcPct val="140000"/>
              </a:lnSpc>
              <a:spcBef>
                <a:spcPts val="0"/>
              </a:spcBef>
              <a:spcAft>
                <a:spcPts val="0"/>
              </a:spcAft>
              <a:buNone/>
              <a:defRPr sz="1400"/>
            </a:lvl9pPr>
          </a:lstStyle>
          <a:p/>
        </p:txBody>
      </p:sp>
      <p:sp>
        <p:nvSpPr>
          <p:cNvPr id="1498" name="Google Shape;1498;p102"/>
          <p:cNvSpPr txBox="1"/>
          <p:nvPr>
            <p:ph idx="6" type="subTitle"/>
          </p:nvPr>
        </p:nvSpPr>
        <p:spPr>
          <a:xfrm>
            <a:off x="4720800"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499" name="Google Shape;1499;p102"/>
          <p:cNvSpPr txBox="1"/>
          <p:nvPr>
            <p:ph idx="7" type="subTitle"/>
          </p:nvPr>
        </p:nvSpPr>
        <p:spPr>
          <a:xfrm>
            <a:off x="8306825" y="4681050"/>
            <a:ext cx="27504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pic>
        <p:nvPicPr>
          <p:cNvPr id="1500" name="Google Shape;1500;p102"/>
          <p:cNvPicPr preferRelativeResize="0"/>
          <p:nvPr/>
        </p:nvPicPr>
        <p:blipFill rotWithShape="1">
          <a:blip r:embed="rId3">
            <a:alphaModFix/>
          </a:blip>
          <a:srcRect b="0" l="0" r="0" t="0"/>
          <a:stretch/>
        </p:blipFill>
        <p:spPr>
          <a:xfrm>
            <a:off x="1044805" y="2217196"/>
            <a:ext cx="553219" cy="553200"/>
          </a:xfrm>
          <a:prstGeom prst="rect">
            <a:avLst/>
          </a:prstGeom>
          <a:noFill/>
          <a:ln>
            <a:noFill/>
          </a:ln>
        </p:spPr>
      </p:pic>
      <p:pic>
        <p:nvPicPr>
          <p:cNvPr id="1501" name="Google Shape;1501;p102"/>
          <p:cNvPicPr preferRelativeResize="0"/>
          <p:nvPr/>
        </p:nvPicPr>
        <p:blipFill rotWithShape="1">
          <a:blip r:embed="rId3">
            <a:alphaModFix/>
          </a:blip>
          <a:srcRect b="0" l="0" r="0" t="0"/>
          <a:stretch/>
        </p:blipFill>
        <p:spPr>
          <a:xfrm>
            <a:off x="4627759" y="2217196"/>
            <a:ext cx="553219" cy="553200"/>
          </a:xfrm>
          <a:prstGeom prst="rect">
            <a:avLst/>
          </a:prstGeom>
          <a:noFill/>
          <a:ln>
            <a:noFill/>
          </a:ln>
        </p:spPr>
      </p:pic>
      <p:pic>
        <p:nvPicPr>
          <p:cNvPr id="1502" name="Google Shape;1502;p102"/>
          <p:cNvPicPr preferRelativeResize="0"/>
          <p:nvPr/>
        </p:nvPicPr>
        <p:blipFill rotWithShape="1">
          <a:blip r:embed="rId3">
            <a:alphaModFix/>
          </a:blip>
          <a:srcRect b="0" l="0" r="0" t="0"/>
          <a:stretch/>
        </p:blipFill>
        <p:spPr>
          <a:xfrm>
            <a:off x="8210712" y="2217196"/>
            <a:ext cx="553219" cy="553200"/>
          </a:xfrm>
          <a:prstGeom prst="rect">
            <a:avLst/>
          </a:prstGeom>
          <a:noFill/>
          <a:ln>
            <a:noFill/>
          </a:ln>
        </p:spPr>
      </p:pic>
      <p:sp>
        <p:nvSpPr>
          <p:cNvPr id="1503" name="Google Shape;1503;p102"/>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04" name="Google Shape;1504;p102"/>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505" name="Google Shape;1505;p102"/>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1506" name="Shape 1506"/>
        <p:cNvGrpSpPr/>
        <p:nvPr/>
      </p:nvGrpSpPr>
      <p:grpSpPr>
        <a:xfrm>
          <a:off x="0" y="0"/>
          <a:ext cx="0" cy="0"/>
          <a:chOff x="0" y="0"/>
          <a:chExt cx="0" cy="0"/>
        </a:xfrm>
      </p:grpSpPr>
      <p:cxnSp>
        <p:nvCxnSpPr>
          <p:cNvPr id="1507" name="Google Shape;1507;p10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08" name="Google Shape;1508;p10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09" name="Google Shape;1509;p10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10" name="Google Shape;1510;p10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11" name="Google Shape;1511;p10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512" name="Google Shape;1512;p103"/>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1513" name="Google Shape;1513;p103"/>
          <p:cNvSpPr txBox="1"/>
          <p:nvPr>
            <p:ph idx="2" type="subTitle"/>
          </p:nvPr>
        </p:nvSpPr>
        <p:spPr>
          <a:xfrm>
            <a:off x="13431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514" name="Google Shape;1514;p103"/>
          <p:cNvSpPr txBox="1"/>
          <p:nvPr>
            <p:ph idx="3" type="subTitle"/>
          </p:nvPr>
        </p:nvSpPr>
        <p:spPr>
          <a:xfrm>
            <a:off x="13431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sp>
        <p:nvSpPr>
          <p:cNvPr id="1515" name="Google Shape;1515;p103"/>
          <p:cNvSpPr txBox="1"/>
          <p:nvPr>
            <p:ph idx="4" type="subTitle"/>
          </p:nvPr>
        </p:nvSpPr>
        <p:spPr>
          <a:xfrm>
            <a:off x="6529325" y="5036725"/>
            <a:ext cx="4398000" cy="426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p:txBody>
      </p:sp>
      <p:sp>
        <p:nvSpPr>
          <p:cNvPr id="1516" name="Google Shape;1516;p103"/>
          <p:cNvSpPr txBox="1"/>
          <p:nvPr>
            <p:ph idx="5" type="subTitle"/>
          </p:nvPr>
        </p:nvSpPr>
        <p:spPr>
          <a:xfrm>
            <a:off x="6529325" y="2848100"/>
            <a:ext cx="4398000" cy="18615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lvl1pPr>
            <a:lvl2pPr lvl="1">
              <a:lnSpc>
                <a:spcPct val="150000"/>
              </a:lnSpc>
              <a:spcBef>
                <a:spcPts val="0"/>
              </a:spcBef>
              <a:spcAft>
                <a:spcPts val="0"/>
              </a:spcAft>
              <a:buNone/>
              <a:defRPr/>
            </a:lvl2pPr>
            <a:lvl3pPr lvl="2">
              <a:lnSpc>
                <a:spcPct val="150000"/>
              </a:lnSpc>
              <a:spcBef>
                <a:spcPts val="0"/>
              </a:spcBef>
              <a:spcAft>
                <a:spcPts val="0"/>
              </a:spcAft>
              <a:buNone/>
              <a:defRPr/>
            </a:lvl3pPr>
            <a:lvl4pPr lvl="3">
              <a:lnSpc>
                <a:spcPct val="150000"/>
              </a:lnSpc>
              <a:spcBef>
                <a:spcPts val="0"/>
              </a:spcBef>
              <a:spcAft>
                <a:spcPts val="0"/>
              </a:spcAft>
              <a:buNone/>
              <a:defRPr/>
            </a:lvl4pPr>
            <a:lvl5pPr lvl="4">
              <a:lnSpc>
                <a:spcPct val="150000"/>
              </a:lnSpc>
              <a:spcBef>
                <a:spcPts val="0"/>
              </a:spcBef>
              <a:spcAft>
                <a:spcPts val="0"/>
              </a:spcAft>
              <a:buNone/>
              <a:defRPr/>
            </a:lvl5pPr>
            <a:lvl6pPr lvl="5">
              <a:lnSpc>
                <a:spcPct val="150000"/>
              </a:lnSpc>
              <a:spcBef>
                <a:spcPts val="0"/>
              </a:spcBef>
              <a:spcAft>
                <a:spcPts val="0"/>
              </a:spcAft>
              <a:buNone/>
              <a:defRPr/>
            </a:lvl6pPr>
            <a:lvl7pPr lvl="6">
              <a:lnSpc>
                <a:spcPct val="150000"/>
              </a:lnSpc>
              <a:spcBef>
                <a:spcPts val="0"/>
              </a:spcBef>
              <a:spcAft>
                <a:spcPts val="0"/>
              </a:spcAft>
              <a:buNone/>
              <a:defRPr/>
            </a:lvl7pPr>
            <a:lvl8pPr lvl="7">
              <a:lnSpc>
                <a:spcPct val="150000"/>
              </a:lnSpc>
              <a:spcBef>
                <a:spcPts val="0"/>
              </a:spcBef>
              <a:spcAft>
                <a:spcPts val="0"/>
              </a:spcAft>
              <a:buNone/>
              <a:defRPr/>
            </a:lvl8pPr>
            <a:lvl9pPr lvl="8">
              <a:lnSpc>
                <a:spcPct val="150000"/>
              </a:lnSpc>
              <a:spcBef>
                <a:spcPts val="0"/>
              </a:spcBef>
              <a:spcAft>
                <a:spcPts val="0"/>
              </a:spcAft>
              <a:buNone/>
              <a:defRPr/>
            </a:lvl9pPr>
          </a:lstStyle>
          <a:p/>
        </p:txBody>
      </p:sp>
      <p:pic>
        <p:nvPicPr>
          <p:cNvPr id="1517" name="Google Shape;1517;p103"/>
          <p:cNvPicPr preferRelativeResize="0"/>
          <p:nvPr/>
        </p:nvPicPr>
        <p:blipFill rotWithShape="1">
          <a:blip r:embed="rId3">
            <a:alphaModFix/>
          </a:blip>
          <a:srcRect b="0" l="0" r="0" t="0"/>
          <a:stretch/>
        </p:blipFill>
        <p:spPr>
          <a:xfrm>
            <a:off x="1227082" y="2044890"/>
            <a:ext cx="731700" cy="731684"/>
          </a:xfrm>
          <a:prstGeom prst="rect">
            <a:avLst/>
          </a:prstGeom>
          <a:noFill/>
          <a:ln>
            <a:noFill/>
          </a:ln>
        </p:spPr>
      </p:pic>
      <p:pic>
        <p:nvPicPr>
          <p:cNvPr id="1518" name="Google Shape;1518;p103"/>
          <p:cNvPicPr preferRelativeResize="0"/>
          <p:nvPr/>
        </p:nvPicPr>
        <p:blipFill rotWithShape="1">
          <a:blip r:embed="rId3">
            <a:alphaModFix/>
          </a:blip>
          <a:srcRect b="0" l="0" r="0" t="0"/>
          <a:stretch/>
        </p:blipFill>
        <p:spPr>
          <a:xfrm>
            <a:off x="6413282" y="2044890"/>
            <a:ext cx="731700" cy="731684"/>
          </a:xfrm>
          <a:prstGeom prst="rect">
            <a:avLst/>
          </a:prstGeom>
          <a:noFill/>
          <a:ln>
            <a:noFill/>
          </a:ln>
        </p:spPr>
      </p:pic>
      <p:sp>
        <p:nvSpPr>
          <p:cNvPr id="1519" name="Google Shape;1519;p103"/>
          <p:cNvSpPr txBox="1"/>
          <p:nvPr>
            <p:ph idx="6"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20" name="Google Shape;1520;p10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521" name="Google Shape;1521;p103"/>
          <p:cNvSpPr txBox="1"/>
          <p:nvPr>
            <p:ph idx="7"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1522" name="Shape 1522"/>
        <p:cNvGrpSpPr/>
        <p:nvPr/>
      </p:nvGrpSpPr>
      <p:grpSpPr>
        <a:xfrm>
          <a:off x="0" y="0"/>
          <a:ext cx="0" cy="0"/>
          <a:chOff x="0" y="0"/>
          <a:chExt cx="0" cy="0"/>
        </a:xfrm>
      </p:grpSpPr>
      <p:sp>
        <p:nvSpPr>
          <p:cNvPr id="1523" name="Google Shape;1523;p10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24" name="Google Shape;1524;p10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25" name="Google Shape;1525;p10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26" name="Google Shape;1526;p10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27" name="Google Shape;1527;p10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28" name="Google Shape;1528;p10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529" name="Google Shape;1529;p104"/>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600"/>
            </a:lvl1pPr>
            <a:lvl2pPr lvl="1">
              <a:lnSpc>
                <a:spcPct val="115000"/>
              </a:lnSpc>
              <a:spcBef>
                <a:spcPts val="0"/>
              </a:spcBef>
              <a:spcAft>
                <a:spcPts val="0"/>
              </a:spcAft>
              <a:buNone/>
              <a:defRPr sz="2600"/>
            </a:lvl2pPr>
            <a:lvl3pPr lvl="2">
              <a:lnSpc>
                <a:spcPct val="115000"/>
              </a:lnSpc>
              <a:spcBef>
                <a:spcPts val="0"/>
              </a:spcBef>
              <a:spcAft>
                <a:spcPts val="0"/>
              </a:spcAft>
              <a:buNone/>
              <a:defRPr sz="2600"/>
            </a:lvl3pPr>
            <a:lvl4pPr lvl="3">
              <a:lnSpc>
                <a:spcPct val="115000"/>
              </a:lnSpc>
              <a:spcBef>
                <a:spcPts val="0"/>
              </a:spcBef>
              <a:spcAft>
                <a:spcPts val="0"/>
              </a:spcAft>
              <a:buNone/>
              <a:defRPr sz="2600"/>
            </a:lvl4pPr>
            <a:lvl5pPr lvl="4">
              <a:lnSpc>
                <a:spcPct val="115000"/>
              </a:lnSpc>
              <a:spcBef>
                <a:spcPts val="0"/>
              </a:spcBef>
              <a:spcAft>
                <a:spcPts val="0"/>
              </a:spcAft>
              <a:buNone/>
              <a:defRPr sz="2600"/>
            </a:lvl5pPr>
            <a:lvl6pPr lvl="5">
              <a:lnSpc>
                <a:spcPct val="115000"/>
              </a:lnSpc>
              <a:spcBef>
                <a:spcPts val="0"/>
              </a:spcBef>
              <a:spcAft>
                <a:spcPts val="0"/>
              </a:spcAft>
              <a:buNone/>
              <a:defRPr sz="2600"/>
            </a:lvl6pPr>
            <a:lvl7pPr lvl="6">
              <a:lnSpc>
                <a:spcPct val="115000"/>
              </a:lnSpc>
              <a:spcBef>
                <a:spcPts val="0"/>
              </a:spcBef>
              <a:spcAft>
                <a:spcPts val="0"/>
              </a:spcAft>
              <a:buNone/>
              <a:defRPr sz="2600"/>
            </a:lvl7pPr>
            <a:lvl8pPr lvl="7">
              <a:lnSpc>
                <a:spcPct val="115000"/>
              </a:lnSpc>
              <a:spcBef>
                <a:spcPts val="0"/>
              </a:spcBef>
              <a:spcAft>
                <a:spcPts val="0"/>
              </a:spcAft>
              <a:buNone/>
              <a:defRPr sz="2600"/>
            </a:lvl8pPr>
            <a:lvl9pPr lvl="8">
              <a:lnSpc>
                <a:spcPct val="115000"/>
              </a:lnSpc>
              <a:spcBef>
                <a:spcPts val="0"/>
              </a:spcBef>
              <a:spcAft>
                <a:spcPts val="0"/>
              </a:spcAft>
              <a:buNone/>
              <a:defRPr sz="2600"/>
            </a:lvl9pPr>
          </a:lstStyle>
          <a:p/>
        </p:txBody>
      </p:sp>
      <p:sp>
        <p:nvSpPr>
          <p:cNvPr id="1530" name="Google Shape;1530;p104"/>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a:lnSpc>
                <a:spcPct val="114000"/>
              </a:lnSpc>
              <a:spcBef>
                <a:spcPts val="0"/>
              </a:spcBef>
              <a:spcAft>
                <a:spcPts val="0"/>
              </a:spcAft>
              <a:buNone/>
              <a:defRPr sz="1400"/>
            </a:lvl1pPr>
            <a:lvl2pPr lvl="1">
              <a:lnSpc>
                <a:spcPct val="114000"/>
              </a:lnSpc>
              <a:spcBef>
                <a:spcPts val="0"/>
              </a:spcBef>
              <a:spcAft>
                <a:spcPts val="0"/>
              </a:spcAft>
              <a:buNone/>
              <a:defRPr sz="1400"/>
            </a:lvl2pPr>
            <a:lvl3pPr lvl="2">
              <a:lnSpc>
                <a:spcPct val="114000"/>
              </a:lnSpc>
              <a:spcBef>
                <a:spcPts val="0"/>
              </a:spcBef>
              <a:spcAft>
                <a:spcPts val="0"/>
              </a:spcAft>
              <a:buNone/>
              <a:defRPr sz="1400"/>
            </a:lvl3pPr>
            <a:lvl4pPr lvl="3">
              <a:lnSpc>
                <a:spcPct val="114000"/>
              </a:lnSpc>
              <a:spcBef>
                <a:spcPts val="0"/>
              </a:spcBef>
              <a:spcAft>
                <a:spcPts val="0"/>
              </a:spcAft>
              <a:buNone/>
              <a:defRPr sz="1400"/>
            </a:lvl4pPr>
            <a:lvl5pPr lvl="4">
              <a:lnSpc>
                <a:spcPct val="114000"/>
              </a:lnSpc>
              <a:spcBef>
                <a:spcPts val="0"/>
              </a:spcBef>
              <a:spcAft>
                <a:spcPts val="0"/>
              </a:spcAft>
              <a:buNone/>
              <a:defRPr sz="1400"/>
            </a:lvl5pPr>
            <a:lvl6pPr lvl="5">
              <a:lnSpc>
                <a:spcPct val="114000"/>
              </a:lnSpc>
              <a:spcBef>
                <a:spcPts val="0"/>
              </a:spcBef>
              <a:spcAft>
                <a:spcPts val="0"/>
              </a:spcAft>
              <a:buNone/>
              <a:defRPr sz="1400"/>
            </a:lvl6pPr>
            <a:lvl7pPr lvl="6">
              <a:lnSpc>
                <a:spcPct val="114000"/>
              </a:lnSpc>
              <a:spcBef>
                <a:spcPts val="0"/>
              </a:spcBef>
              <a:spcAft>
                <a:spcPts val="0"/>
              </a:spcAft>
              <a:buNone/>
              <a:defRPr sz="1400"/>
            </a:lvl7pPr>
            <a:lvl8pPr lvl="7">
              <a:lnSpc>
                <a:spcPct val="114000"/>
              </a:lnSpc>
              <a:spcBef>
                <a:spcPts val="0"/>
              </a:spcBef>
              <a:spcAft>
                <a:spcPts val="0"/>
              </a:spcAft>
              <a:buNone/>
              <a:defRPr sz="1400"/>
            </a:lvl8pPr>
            <a:lvl9pPr lvl="8">
              <a:lnSpc>
                <a:spcPct val="114000"/>
              </a:lnSpc>
              <a:spcBef>
                <a:spcPts val="0"/>
              </a:spcBef>
              <a:spcAft>
                <a:spcPts val="0"/>
              </a:spcAft>
              <a:buNone/>
              <a:defRPr sz="1400"/>
            </a:lvl9pPr>
          </a:lstStyle>
          <a:p/>
        </p:txBody>
      </p:sp>
      <p:pic>
        <p:nvPicPr>
          <p:cNvPr id="1531" name="Google Shape;1531;p104"/>
          <p:cNvPicPr preferRelativeResize="0"/>
          <p:nvPr/>
        </p:nvPicPr>
        <p:blipFill rotWithShape="1">
          <a:blip r:embed="rId3">
            <a:alphaModFix/>
          </a:blip>
          <a:srcRect b="0" l="0" r="0" t="0"/>
          <a:stretch/>
        </p:blipFill>
        <p:spPr>
          <a:xfrm>
            <a:off x="3419450" y="1298452"/>
            <a:ext cx="731700" cy="731684"/>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1532" name="Shape 1532"/>
        <p:cNvGrpSpPr/>
        <p:nvPr/>
      </p:nvGrpSpPr>
      <p:grpSpPr>
        <a:xfrm>
          <a:off x="0" y="0"/>
          <a:ext cx="0" cy="0"/>
          <a:chOff x="0" y="0"/>
          <a:chExt cx="0" cy="0"/>
        </a:xfrm>
      </p:grpSpPr>
      <p:cxnSp>
        <p:nvCxnSpPr>
          <p:cNvPr id="1533" name="Google Shape;1533;p10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34" name="Google Shape;1534;p10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35" name="Google Shape;1535;p10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36" name="Google Shape;1536;p105"/>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37" name="Google Shape;1537;p10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538" name="Google Shape;1538;p105"/>
          <p:cNvSpPr txBox="1"/>
          <p:nvPr>
            <p:ph idx="2" type="subTitle"/>
          </p:nvPr>
        </p:nvSpPr>
        <p:spPr>
          <a:xfrm>
            <a:off x="6855088"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39" name="Google Shape;1539;p105"/>
          <p:cNvSpPr txBox="1"/>
          <p:nvPr>
            <p:ph idx="3" type="subTitle"/>
          </p:nvPr>
        </p:nvSpPr>
        <p:spPr>
          <a:xfrm>
            <a:off x="6855081"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40" name="Google Shape;1540;p105"/>
          <p:cNvSpPr txBox="1"/>
          <p:nvPr>
            <p:ph idx="4" type="subTitle"/>
          </p:nvPr>
        </p:nvSpPr>
        <p:spPr>
          <a:xfrm>
            <a:off x="6855088"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41" name="Google Shape;1541;p105"/>
          <p:cNvSpPr txBox="1"/>
          <p:nvPr>
            <p:ph idx="5" type="subTitle"/>
          </p:nvPr>
        </p:nvSpPr>
        <p:spPr>
          <a:xfrm>
            <a:off x="6855081"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42" name="Google Shape;1542;p105"/>
          <p:cNvSpPr txBox="1"/>
          <p:nvPr>
            <p:ph idx="6" type="subTitle"/>
          </p:nvPr>
        </p:nvSpPr>
        <p:spPr>
          <a:xfrm>
            <a:off x="2084625" y="2788100"/>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43" name="Google Shape;1543;p105"/>
          <p:cNvSpPr txBox="1"/>
          <p:nvPr>
            <p:ph idx="7" type="subTitle"/>
          </p:nvPr>
        </p:nvSpPr>
        <p:spPr>
          <a:xfrm>
            <a:off x="2084600" y="2352950"/>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44" name="Google Shape;1544;p105"/>
          <p:cNvSpPr txBox="1"/>
          <p:nvPr>
            <p:ph idx="8" type="subTitle"/>
          </p:nvPr>
        </p:nvSpPr>
        <p:spPr>
          <a:xfrm>
            <a:off x="2084625" y="4434375"/>
            <a:ext cx="3512100" cy="10608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45" name="Google Shape;1545;p105"/>
          <p:cNvSpPr txBox="1"/>
          <p:nvPr>
            <p:ph idx="9" type="subTitle"/>
          </p:nvPr>
        </p:nvSpPr>
        <p:spPr>
          <a:xfrm>
            <a:off x="2084600" y="3999225"/>
            <a:ext cx="3512100" cy="3792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46" name="Google Shape;1546;p105"/>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47" name="Google Shape;1547;p10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548" name="Google Shape;1548;p105"/>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1549" name="Shape 1549"/>
        <p:cNvGrpSpPr/>
        <p:nvPr/>
      </p:nvGrpSpPr>
      <p:grpSpPr>
        <a:xfrm>
          <a:off x="0" y="0"/>
          <a:ext cx="0" cy="0"/>
          <a:chOff x="0" y="0"/>
          <a:chExt cx="0" cy="0"/>
        </a:xfrm>
      </p:grpSpPr>
      <p:cxnSp>
        <p:nvCxnSpPr>
          <p:cNvPr id="1550" name="Google Shape;1550;p10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51" name="Google Shape;1551;p10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52" name="Google Shape;1552;p10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53" name="Google Shape;1553;p106"/>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54" name="Google Shape;1554;p10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555" name="Google Shape;1555;p106"/>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556" name="Google Shape;1556;p106"/>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557" name="Google Shape;1557;p106"/>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1558" name="Google Shape;1558;p106"/>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59" name="Google Shape;1559;p106"/>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60" name="Google Shape;1560;p106"/>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61" name="Google Shape;1561;p106"/>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62" name="Google Shape;1562;p106"/>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63" name="Google Shape;1563;p106"/>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64" name="Google Shape;1564;p106"/>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65" name="Google Shape;1565;p106"/>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66" name="Google Shape;1566;p106"/>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67" name="Google Shape;1567;p10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568" name="Google Shape;1568;p106"/>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1569" name="Shape 1569"/>
        <p:cNvGrpSpPr/>
        <p:nvPr/>
      </p:nvGrpSpPr>
      <p:grpSpPr>
        <a:xfrm>
          <a:off x="0" y="0"/>
          <a:ext cx="0" cy="0"/>
          <a:chOff x="0" y="0"/>
          <a:chExt cx="0" cy="0"/>
        </a:xfrm>
      </p:grpSpPr>
      <p:sp>
        <p:nvSpPr>
          <p:cNvPr id="1570" name="Google Shape;1570;p107"/>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a:lnSpc>
                <a:spcPct val="150000"/>
              </a:lnSpc>
              <a:spcBef>
                <a:spcPts val="0"/>
              </a:spcBef>
              <a:spcAft>
                <a:spcPts val="0"/>
              </a:spcAft>
              <a:buNone/>
              <a:defRPr>
                <a:solidFill>
                  <a:schemeClr val="accent1"/>
                </a:solidFill>
              </a:defRPr>
            </a:lvl1pPr>
            <a:lvl2pPr lvl="1">
              <a:lnSpc>
                <a:spcPct val="150000"/>
              </a:lnSpc>
              <a:spcBef>
                <a:spcPts val="500"/>
              </a:spcBef>
              <a:spcAft>
                <a:spcPts val="0"/>
              </a:spcAft>
              <a:buNone/>
              <a:defRPr>
                <a:solidFill>
                  <a:schemeClr val="accent1"/>
                </a:solidFill>
              </a:defRPr>
            </a:lvl2pPr>
            <a:lvl3pPr lvl="2">
              <a:lnSpc>
                <a:spcPct val="150000"/>
              </a:lnSpc>
              <a:spcBef>
                <a:spcPts val="500"/>
              </a:spcBef>
              <a:spcAft>
                <a:spcPts val="0"/>
              </a:spcAft>
              <a:buNone/>
              <a:defRPr>
                <a:solidFill>
                  <a:schemeClr val="accent1"/>
                </a:solidFill>
              </a:defRPr>
            </a:lvl3pPr>
            <a:lvl4pPr lvl="3">
              <a:lnSpc>
                <a:spcPct val="150000"/>
              </a:lnSpc>
              <a:spcBef>
                <a:spcPts val="500"/>
              </a:spcBef>
              <a:spcAft>
                <a:spcPts val="0"/>
              </a:spcAft>
              <a:buNone/>
              <a:defRPr>
                <a:solidFill>
                  <a:schemeClr val="accent1"/>
                </a:solidFill>
              </a:defRPr>
            </a:lvl4pPr>
            <a:lvl5pPr lvl="4">
              <a:lnSpc>
                <a:spcPct val="150000"/>
              </a:lnSpc>
              <a:spcBef>
                <a:spcPts val="500"/>
              </a:spcBef>
              <a:spcAft>
                <a:spcPts val="0"/>
              </a:spcAft>
              <a:buNone/>
              <a:defRPr>
                <a:solidFill>
                  <a:schemeClr val="accent1"/>
                </a:solidFill>
              </a:defRPr>
            </a:lvl5pPr>
            <a:lvl6pPr lvl="5">
              <a:lnSpc>
                <a:spcPct val="150000"/>
              </a:lnSpc>
              <a:spcBef>
                <a:spcPts val="500"/>
              </a:spcBef>
              <a:spcAft>
                <a:spcPts val="0"/>
              </a:spcAft>
              <a:buNone/>
              <a:defRPr>
                <a:solidFill>
                  <a:schemeClr val="accent1"/>
                </a:solidFill>
              </a:defRPr>
            </a:lvl6pPr>
            <a:lvl7pPr lvl="6">
              <a:lnSpc>
                <a:spcPct val="150000"/>
              </a:lnSpc>
              <a:spcBef>
                <a:spcPts val="500"/>
              </a:spcBef>
              <a:spcAft>
                <a:spcPts val="0"/>
              </a:spcAft>
              <a:buNone/>
              <a:defRPr>
                <a:solidFill>
                  <a:schemeClr val="accent1"/>
                </a:solidFill>
              </a:defRPr>
            </a:lvl7pPr>
            <a:lvl8pPr lvl="7">
              <a:lnSpc>
                <a:spcPct val="150000"/>
              </a:lnSpc>
              <a:spcBef>
                <a:spcPts val="500"/>
              </a:spcBef>
              <a:spcAft>
                <a:spcPts val="0"/>
              </a:spcAft>
              <a:buNone/>
              <a:defRPr>
                <a:solidFill>
                  <a:schemeClr val="accent1"/>
                </a:solidFill>
              </a:defRPr>
            </a:lvl8pPr>
            <a:lvl9pPr lvl="8">
              <a:lnSpc>
                <a:spcPct val="150000"/>
              </a:lnSpc>
              <a:spcBef>
                <a:spcPts val="500"/>
              </a:spcBef>
              <a:spcAft>
                <a:spcPts val="500"/>
              </a:spcAft>
              <a:buNone/>
              <a:defRPr>
                <a:solidFill>
                  <a:schemeClr val="accent1"/>
                </a:solidFill>
              </a:defRPr>
            </a:lvl9pPr>
          </a:lstStyle>
          <a:p/>
        </p:txBody>
      </p:sp>
      <p:sp>
        <p:nvSpPr>
          <p:cNvPr id="1571" name="Google Shape;1571;p107"/>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a:lnSpc>
                <a:spcPct val="140000"/>
              </a:lnSpc>
              <a:spcBef>
                <a:spcPts val="0"/>
              </a:spcBef>
              <a:spcAft>
                <a:spcPts val="0"/>
              </a:spcAft>
              <a:buNone/>
              <a:defRPr sz="2400"/>
            </a:lvl1pPr>
            <a:lvl2pPr lvl="1">
              <a:lnSpc>
                <a:spcPct val="140000"/>
              </a:lnSpc>
              <a:spcBef>
                <a:spcPts val="0"/>
              </a:spcBef>
              <a:spcAft>
                <a:spcPts val="0"/>
              </a:spcAft>
              <a:buNone/>
              <a:defRPr sz="2400"/>
            </a:lvl2pPr>
            <a:lvl3pPr lvl="2">
              <a:lnSpc>
                <a:spcPct val="140000"/>
              </a:lnSpc>
              <a:spcBef>
                <a:spcPts val="0"/>
              </a:spcBef>
              <a:spcAft>
                <a:spcPts val="0"/>
              </a:spcAft>
              <a:buNone/>
              <a:defRPr sz="2400"/>
            </a:lvl3pPr>
            <a:lvl4pPr lvl="3">
              <a:lnSpc>
                <a:spcPct val="140000"/>
              </a:lnSpc>
              <a:spcBef>
                <a:spcPts val="0"/>
              </a:spcBef>
              <a:spcAft>
                <a:spcPts val="0"/>
              </a:spcAft>
              <a:buNone/>
              <a:defRPr sz="2400"/>
            </a:lvl4pPr>
            <a:lvl5pPr lvl="4">
              <a:lnSpc>
                <a:spcPct val="140000"/>
              </a:lnSpc>
              <a:spcBef>
                <a:spcPts val="0"/>
              </a:spcBef>
              <a:spcAft>
                <a:spcPts val="0"/>
              </a:spcAft>
              <a:buNone/>
              <a:defRPr sz="2400"/>
            </a:lvl5pPr>
            <a:lvl6pPr lvl="5">
              <a:lnSpc>
                <a:spcPct val="140000"/>
              </a:lnSpc>
              <a:spcBef>
                <a:spcPts val="0"/>
              </a:spcBef>
              <a:spcAft>
                <a:spcPts val="0"/>
              </a:spcAft>
              <a:buNone/>
              <a:defRPr sz="2400"/>
            </a:lvl6pPr>
            <a:lvl7pPr lvl="6">
              <a:lnSpc>
                <a:spcPct val="140000"/>
              </a:lnSpc>
              <a:spcBef>
                <a:spcPts val="0"/>
              </a:spcBef>
              <a:spcAft>
                <a:spcPts val="0"/>
              </a:spcAft>
              <a:buNone/>
              <a:defRPr sz="2400"/>
            </a:lvl7pPr>
            <a:lvl8pPr lvl="7">
              <a:lnSpc>
                <a:spcPct val="140000"/>
              </a:lnSpc>
              <a:spcBef>
                <a:spcPts val="0"/>
              </a:spcBef>
              <a:spcAft>
                <a:spcPts val="0"/>
              </a:spcAft>
              <a:buNone/>
              <a:defRPr sz="2400"/>
            </a:lvl8pPr>
            <a:lvl9pPr lvl="8">
              <a:lnSpc>
                <a:spcPct val="140000"/>
              </a:lnSpc>
              <a:spcBef>
                <a:spcPts val="0"/>
              </a:spcBef>
              <a:spcAft>
                <a:spcPts val="0"/>
              </a:spcAft>
              <a:buNone/>
              <a:defRPr sz="2400"/>
            </a:lvl9pPr>
          </a:lstStyle>
          <a:p/>
        </p:txBody>
      </p:sp>
      <p:sp>
        <p:nvSpPr>
          <p:cNvPr id="1572" name="Google Shape;1572;p10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cxnSp>
        <p:nvCxnSpPr>
          <p:cNvPr id="1573" name="Google Shape;1573;p10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74" name="Google Shape;1574;p10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75" name="Google Shape;1575;p10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76" name="Google Shape;1576;p107"/>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77" name="Google Shape;1577;p10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578" name="Google Shape;1578;p107"/>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79" name="Google Shape;1579;p107"/>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80" name="Google Shape;1580;p107"/>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81" name="Google Shape;1581;p107"/>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82" name="Google Shape;1582;p107"/>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500"/>
              </a:spcBef>
              <a:spcAft>
                <a:spcPts val="0"/>
              </a:spcAft>
              <a:buNone/>
              <a:defRPr sz="1400"/>
            </a:lvl2pPr>
            <a:lvl3pPr lvl="2">
              <a:spcBef>
                <a:spcPts val="500"/>
              </a:spcBef>
              <a:spcAft>
                <a:spcPts val="0"/>
              </a:spcAft>
              <a:buNone/>
              <a:defRPr sz="1400"/>
            </a:lvl3pPr>
            <a:lvl4pPr lvl="3">
              <a:spcBef>
                <a:spcPts val="500"/>
              </a:spcBef>
              <a:spcAft>
                <a:spcPts val="0"/>
              </a:spcAft>
              <a:buNone/>
              <a:defRPr sz="1400"/>
            </a:lvl4pPr>
            <a:lvl5pPr lvl="4">
              <a:spcBef>
                <a:spcPts val="500"/>
              </a:spcBef>
              <a:spcAft>
                <a:spcPts val="0"/>
              </a:spcAft>
              <a:buNone/>
              <a:defRPr sz="1400"/>
            </a:lvl5pPr>
            <a:lvl6pPr lvl="5">
              <a:spcBef>
                <a:spcPts val="500"/>
              </a:spcBef>
              <a:spcAft>
                <a:spcPts val="0"/>
              </a:spcAft>
              <a:buNone/>
              <a:defRPr sz="1400"/>
            </a:lvl6pPr>
            <a:lvl7pPr lvl="6">
              <a:spcBef>
                <a:spcPts val="500"/>
              </a:spcBef>
              <a:spcAft>
                <a:spcPts val="0"/>
              </a:spcAft>
              <a:buNone/>
              <a:defRPr sz="1400"/>
            </a:lvl7pPr>
            <a:lvl8pPr lvl="7">
              <a:spcBef>
                <a:spcPts val="500"/>
              </a:spcBef>
              <a:spcAft>
                <a:spcPts val="0"/>
              </a:spcAft>
              <a:buNone/>
              <a:defRPr sz="1400"/>
            </a:lvl8pPr>
            <a:lvl9pPr lvl="8">
              <a:spcBef>
                <a:spcPts val="500"/>
              </a:spcBef>
              <a:spcAft>
                <a:spcPts val="500"/>
              </a:spcAft>
              <a:buNone/>
              <a:defRPr sz="1400"/>
            </a:lvl9pPr>
          </a:lstStyle>
          <a:p/>
        </p:txBody>
      </p:sp>
      <p:sp>
        <p:nvSpPr>
          <p:cNvPr id="1583" name="Google Shape;1583;p107"/>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1584" name="Shape 1584"/>
        <p:cNvGrpSpPr/>
        <p:nvPr/>
      </p:nvGrpSpPr>
      <p:grpSpPr>
        <a:xfrm>
          <a:off x="0" y="0"/>
          <a:ext cx="0" cy="0"/>
          <a:chOff x="0" y="0"/>
          <a:chExt cx="0" cy="0"/>
        </a:xfrm>
      </p:grpSpPr>
      <p:cxnSp>
        <p:nvCxnSpPr>
          <p:cNvPr id="1585" name="Google Shape;1585;p10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86" name="Google Shape;1586;p10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87" name="Google Shape;1587;p10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88" name="Google Shape;1588;p108"/>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589" name="Google Shape;1589;p10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cxnSp>
        <p:nvCxnSpPr>
          <p:cNvPr id="1590" name="Google Shape;1590;p108"/>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1591" name="Google Shape;1591;p108"/>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1592" name="Google Shape;1592;p108"/>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93" name="Google Shape;1593;p108"/>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94" name="Google Shape;1594;p108"/>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95" name="Google Shape;1595;p108"/>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96" name="Google Shape;1596;p108"/>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597" name="Google Shape;1597;p108"/>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algn="ctr">
              <a:spcBef>
                <a:spcPts val="0"/>
              </a:spcBef>
              <a:spcAft>
                <a:spcPts val="0"/>
              </a:spcAft>
              <a:buNone/>
              <a:defRPr sz="1400"/>
            </a:lvl1pPr>
            <a:lvl2pPr lvl="1" algn="ctr">
              <a:spcBef>
                <a:spcPts val="500"/>
              </a:spcBef>
              <a:spcAft>
                <a:spcPts val="0"/>
              </a:spcAft>
              <a:buNone/>
              <a:defRPr sz="1400"/>
            </a:lvl2pPr>
            <a:lvl3pPr lvl="2" algn="ctr">
              <a:spcBef>
                <a:spcPts val="500"/>
              </a:spcBef>
              <a:spcAft>
                <a:spcPts val="0"/>
              </a:spcAft>
              <a:buNone/>
              <a:defRPr sz="1400"/>
            </a:lvl3pPr>
            <a:lvl4pPr lvl="3" algn="ctr">
              <a:spcBef>
                <a:spcPts val="500"/>
              </a:spcBef>
              <a:spcAft>
                <a:spcPts val="0"/>
              </a:spcAft>
              <a:buNone/>
              <a:defRPr sz="1400"/>
            </a:lvl4pPr>
            <a:lvl5pPr lvl="4" algn="ctr">
              <a:spcBef>
                <a:spcPts val="500"/>
              </a:spcBef>
              <a:spcAft>
                <a:spcPts val="0"/>
              </a:spcAft>
              <a:buNone/>
              <a:defRPr sz="1400"/>
            </a:lvl5pPr>
            <a:lvl6pPr lvl="5" algn="ctr">
              <a:spcBef>
                <a:spcPts val="500"/>
              </a:spcBef>
              <a:spcAft>
                <a:spcPts val="0"/>
              </a:spcAft>
              <a:buNone/>
              <a:defRPr sz="1400"/>
            </a:lvl6pPr>
            <a:lvl7pPr lvl="6" algn="ctr">
              <a:spcBef>
                <a:spcPts val="500"/>
              </a:spcBef>
              <a:spcAft>
                <a:spcPts val="0"/>
              </a:spcAft>
              <a:buNone/>
              <a:defRPr sz="1400"/>
            </a:lvl7pPr>
            <a:lvl8pPr lvl="7" algn="ctr">
              <a:spcBef>
                <a:spcPts val="500"/>
              </a:spcBef>
              <a:spcAft>
                <a:spcPts val="0"/>
              </a:spcAft>
              <a:buNone/>
              <a:defRPr sz="1400"/>
            </a:lvl8pPr>
            <a:lvl9pPr lvl="8" algn="ctr">
              <a:spcBef>
                <a:spcPts val="500"/>
              </a:spcBef>
              <a:spcAft>
                <a:spcPts val="500"/>
              </a:spcAft>
              <a:buNone/>
              <a:defRPr sz="1400"/>
            </a:lvl9pPr>
          </a:lstStyle>
          <a:p/>
        </p:txBody>
      </p:sp>
      <p:sp>
        <p:nvSpPr>
          <p:cNvPr id="1598" name="Google Shape;1598;p108"/>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599" name="Google Shape;1599;p10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600" name="Google Shape;1600;p108"/>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1601" name="Shape 1601"/>
        <p:cNvGrpSpPr/>
        <p:nvPr/>
      </p:nvGrpSpPr>
      <p:grpSpPr>
        <a:xfrm>
          <a:off x="0" y="0"/>
          <a:ext cx="0" cy="0"/>
          <a:chOff x="0" y="0"/>
          <a:chExt cx="0" cy="0"/>
        </a:xfrm>
      </p:grpSpPr>
      <p:cxnSp>
        <p:nvCxnSpPr>
          <p:cNvPr id="1602" name="Google Shape;1602;p10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03" name="Google Shape;1603;p10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04" name="Google Shape;1604;p10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05" name="Google Shape;1605;p109"/>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06" name="Google Shape;1606;p10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607" name="Google Shape;1607;p109"/>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a:lnSpc>
                <a:spcPct val="113000"/>
              </a:lnSpc>
              <a:spcBef>
                <a:spcPts val="0"/>
              </a:spcBef>
              <a:spcAft>
                <a:spcPts val="0"/>
              </a:spcAft>
              <a:buNone/>
              <a:defRPr/>
            </a:lvl1pPr>
            <a:lvl2pPr lvl="1">
              <a:lnSpc>
                <a:spcPct val="113000"/>
              </a:lnSpc>
              <a:spcBef>
                <a:spcPts val="2000"/>
              </a:spcBef>
              <a:spcAft>
                <a:spcPts val="0"/>
              </a:spcAft>
              <a:buNone/>
              <a:defRPr/>
            </a:lvl2pPr>
            <a:lvl3pPr lvl="2">
              <a:lnSpc>
                <a:spcPct val="113000"/>
              </a:lnSpc>
              <a:spcBef>
                <a:spcPts val="2000"/>
              </a:spcBef>
              <a:spcAft>
                <a:spcPts val="0"/>
              </a:spcAft>
              <a:buNone/>
              <a:defRPr/>
            </a:lvl3pPr>
            <a:lvl4pPr lvl="3">
              <a:lnSpc>
                <a:spcPct val="113000"/>
              </a:lnSpc>
              <a:spcBef>
                <a:spcPts val="2000"/>
              </a:spcBef>
              <a:spcAft>
                <a:spcPts val="0"/>
              </a:spcAft>
              <a:buNone/>
              <a:defRPr/>
            </a:lvl4pPr>
            <a:lvl5pPr lvl="4">
              <a:lnSpc>
                <a:spcPct val="113000"/>
              </a:lnSpc>
              <a:spcBef>
                <a:spcPts val="2000"/>
              </a:spcBef>
              <a:spcAft>
                <a:spcPts val="0"/>
              </a:spcAft>
              <a:buNone/>
              <a:defRPr/>
            </a:lvl5pPr>
            <a:lvl6pPr lvl="5">
              <a:lnSpc>
                <a:spcPct val="113000"/>
              </a:lnSpc>
              <a:spcBef>
                <a:spcPts val="2000"/>
              </a:spcBef>
              <a:spcAft>
                <a:spcPts val="0"/>
              </a:spcAft>
              <a:buNone/>
              <a:defRPr/>
            </a:lvl6pPr>
            <a:lvl7pPr lvl="6">
              <a:lnSpc>
                <a:spcPct val="113000"/>
              </a:lnSpc>
              <a:spcBef>
                <a:spcPts val="2000"/>
              </a:spcBef>
              <a:spcAft>
                <a:spcPts val="0"/>
              </a:spcAft>
              <a:buNone/>
              <a:defRPr/>
            </a:lvl7pPr>
            <a:lvl8pPr lvl="7">
              <a:lnSpc>
                <a:spcPct val="113000"/>
              </a:lnSpc>
              <a:spcBef>
                <a:spcPts val="2000"/>
              </a:spcBef>
              <a:spcAft>
                <a:spcPts val="0"/>
              </a:spcAft>
              <a:buNone/>
              <a:defRPr/>
            </a:lvl8pPr>
            <a:lvl9pPr lvl="8">
              <a:lnSpc>
                <a:spcPct val="113000"/>
              </a:lnSpc>
              <a:spcBef>
                <a:spcPts val="2000"/>
              </a:spcBef>
              <a:spcAft>
                <a:spcPts val="2000"/>
              </a:spcAft>
              <a:buNone/>
              <a:defRPr/>
            </a:lvl9pPr>
          </a:lstStyle>
          <a:p/>
        </p:txBody>
      </p:sp>
      <p:sp>
        <p:nvSpPr>
          <p:cNvPr id="1608" name="Google Shape;1608;p10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609" name="Google Shape;1609;p10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610" name="Google Shape;1610;p10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1611" name="Shape 1611"/>
        <p:cNvGrpSpPr/>
        <p:nvPr/>
      </p:nvGrpSpPr>
      <p:grpSpPr>
        <a:xfrm>
          <a:off x="0" y="0"/>
          <a:ext cx="0" cy="0"/>
          <a:chOff x="0" y="0"/>
          <a:chExt cx="0" cy="0"/>
        </a:xfrm>
      </p:grpSpPr>
      <p:cxnSp>
        <p:nvCxnSpPr>
          <p:cNvPr id="1612" name="Google Shape;1612;p11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13" name="Google Shape;1613;p11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14" name="Google Shape;1614;p1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15" name="Google Shape;1615;p110"/>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16" name="Google Shape;1616;p11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617" name="Google Shape;1617;p110"/>
          <p:cNvSpPr txBox="1"/>
          <p:nvPr>
            <p:ph idx="2" type="subTitle"/>
          </p:nvPr>
        </p:nvSpPr>
        <p:spPr>
          <a:xfrm>
            <a:off x="2087850" y="2416425"/>
            <a:ext cx="8044800" cy="1304100"/>
          </a:xfrm>
          <a:prstGeom prst="rect">
            <a:avLst/>
          </a:prstGeom>
        </p:spPr>
        <p:txBody>
          <a:bodyPr anchorCtr="0" anchor="t" bIns="0" lIns="0" spcFirstLastPara="1" rIns="0" wrap="square" tIns="0">
            <a:noAutofit/>
          </a:bodyPr>
          <a:lstStyle>
            <a:lvl1pPr lvl="0">
              <a:lnSpc>
                <a:spcPct val="135000"/>
              </a:lnSpc>
              <a:spcBef>
                <a:spcPts val="0"/>
              </a:spcBef>
              <a:spcAft>
                <a:spcPts val="0"/>
              </a:spcAft>
              <a:buNone/>
              <a:defRPr>
                <a:solidFill>
                  <a:schemeClr val="accent1"/>
                </a:solidFill>
              </a:defRPr>
            </a:lvl1pPr>
            <a:lvl2pPr lvl="1">
              <a:spcBef>
                <a:spcPts val="500"/>
              </a:spcBef>
              <a:spcAft>
                <a:spcPts val="0"/>
              </a:spcAft>
              <a:buNone/>
              <a:defRPr>
                <a:solidFill>
                  <a:schemeClr val="accent1"/>
                </a:solidFill>
              </a:defRPr>
            </a:lvl2pPr>
            <a:lvl3pPr lvl="2">
              <a:spcBef>
                <a:spcPts val="500"/>
              </a:spcBef>
              <a:spcAft>
                <a:spcPts val="0"/>
              </a:spcAft>
              <a:buNone/>
              <a:defRPr>
                <a:solidFill>
                  <a:schemeClr val="accent1"/>
                </a:solidFill>
              </a:defRPr>
            </a:lvl3pPr>
            <a:lvl4pPr lvl="3">
              <a:spcBef>
                <a:spcPts val="500"/>
              </a:spcBef>
              <a:spcAft>
                <a:spcPts val="0"/>
              </a:spcAft>
              <a:buNone/>
              <a:defRPr>
                <a:solidFill>
                  <a:schemeClr val="accent1"/>
                </a:solidFill>
              </a:defRPr>
            </a:lvl4pPr>
            <a:lvl5pPr lvl="4">
              <a:spcBef>
                <a:spcPts val="500"/>
              </a:spcBef>
              <a:spcAft>
                <a:spcPts val="0"/>
              </a:spcAft>
              <a:buNone/>
              <a:defRPr>
                <a:solidFill>
                  <a:schemeClr val="accent1"/>
                </a:solidFill>
              </a:defRPr>
            </a:lvl5pPr>
            <a:lvl6pPr lvl="5">
              <a:spcBef>
                <a:spcPts val="500"/>
              </a:spcBef>
              <a:spcAft>
                <a:spcPts val="0"/>
              </a:spcAft>
              <a:buNone/>
              <a:defRPr>
                <a:solidFill>
                  <a:schemeClr val="accent1"/>
                </a:solidFill>
              </a:defRPr>
            </a:lvl6pPr>
            <a:lvl7pPr lvl="6">
              <a:spcBef>
                <a:spcPts val="500"/>
              </a:spcBef>
              <a:spcAft>
                <a:spcPts val="0"/>
              </a:spcAft>
              <a:buNone/>
              <a:defRPr>
                <a:solidFill>
                  <a:schemeClr val="accent1"/>
                </a:solidFill>
              </a:defRPr>
            </a:lvl7pPr>
            <a:lvl8pPr lvl="7">
              <a:spcBef>
                <a:spcPts val="500"/>
              </a:spcBef>
              <a:spcAft>
                <a:spcPts val="0"/>
              </a:spcAft>
              <a:buNone/>
              <a:defRPr>
                <a:solidFill>
                  <a:schemeClr val="accent1"/>
                </a:solidFill>
              </a:defRPr>
            </a:lvl8pPr>
            <a:lvl9pPr lvl="8">
              <a:spcBef>
                <a:spcPts val="500"/>
              </a:spcBef>
              <a:spcAft>
                <a:spcPts val="500"/>
              </a:spcAft>
              <a:buNone/>
              <a:defRPr>
                <a:solidFill>
                  <a:schemeClr val="accent1"/>
                </a:solidFill>
              </a:defRPr>
            </a:lvl9pPr>
          </a:lstStyle>
          <a:p/>
        </p:txBody>
      </p:sp>
      <p:sp>
        <p:nvSpPr>
          <p:cNvPr id="1618" name="Google Shape;1618;p11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619" name="Google Shape;1619;p11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800"/>
            </a:lvl1pPr>
            <a:lvl2pPr lvl="1" algn="ctr">
              <a:lnSpc>
                <a:spcPct val="130000"/>
              </a:lnSpc>
              <a:spcBef>
                <a:spcPts val="0"/>
              </a:spcBef>
              <a:spcAft>
                <a:spcPts val="0"/>
              </a:spcAft>
              <a:buNone/>
              <a:defRPr sz="2600"/>
            </a:lvl2pPr>
            <a:lvl3pPr lvl="2" algn="ctr">
              <a:lnSpc>
                <a:spcPct val="130000"/>
              </a:lnSpc>
              <a:spcBef>
                <a:spcPts val="0"/>
              </a:spcBef>
              <a:spcAft>
                <a:spcPts val="0"/>
              </a:spcAft>
              <a:buNone/>
              <a:defRPr sz="2600"/>
            </a:lvl3pPr>
            <a:lvl4pPr lvl="3" algn="ctr">
              <a:lnSpc>
                <a:spcPct val="130000"/>
              </a:lnSpc>
              <a:spcBef>
                <a:spcPts val="0"/>
              </a:spcBef>
              <a:spcAft>
                <a:spcPts val="0"/>
              </a:spcAft>
              <a:buNone/>
              <a:defRPr sz="2600"/>
            </a:lvl4pPr>
            <a:lvl5pPr lvl="4" algn="ctr">
              <a:lnSpc>
                <a:spcPct val="130000"/>
              </a:lnSpc>
              <a:spcBef>
                <a:spcPts val="0"/>
              </a:spcBef>
              <a:spcAft>
                <a:spcPts val="0"/>
              </a:spcAft>
              <a:buNone/>
              <a:defRPr sz="2600"/>
            </a:lvl5pPr>
            <a:lvl6pPr lvl="5" algn="ctr">
              <a:lnSpc>
                <a:spcPct val="130000"/>
              </a:lnSpc>
              <a:spcBef>
                <a:spcPts val="0"/>
              </a:spcBef>
              <a:spcAft>
                <a:spcPts val="0"/>
              </a:spcAft>
              <a:buNone/>
              <a:defRPr sz="2600"/>
            </a:lvl6pPr>
            <a:lvl7pPr lvl="6" algn="ctr">
              <a:lnSpc>
                <a:spcPct val="130000"/>
              </a:lnSpc>
              <a:spcBef>
                <a:spcPts val="0"/>
              </a:spcBef>
              <a:spcAft>
                <a:spcPts val="0"/>
              </a:spcAft>
              <a:buNone/>
              <a:defRPr sz="2600"/>
            </a:lvl7pPr>
            <a:lvl8pPr lvl="7" algn="ctr">
              <a:lnSpc>
                <a:spcPct val="130000"/>
              </a:lnSpc>
              <a:spcBef>
                <a:spcPts val="0"/>
              </a:spcBef>
              <a:spcAft>
                <a:spcPts val="0"/>
              </a:spcAft>
              <a:buNone/>
              <a:defRPr sz="2600"/>
            </a:lvl8pPr>
            <a:lvl9pPr lvl="8" algn="ctr">
              <a:lnSpc>
                <a:spcPct val="130000"/>
              </a:lnSpc>
              <a:spcBef>
                <a:spcPts val="0"/>
              </a:spcBef>
              <a:spcAft>
                <a:spcPts val="0"/>
              </a:spcAft>
              <a:buNone/>
              <a:defRPr sz="2600"/>
            </a:lvl9pPr>
          </a:lstStyle>
          <a:p/>
        </p:txBody>
      </p:sp>
      <p:sp>
        <p:nvSpPr>
          <p:cNvPr id="1620" name="Google Shape;1620;p11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algn="ctr">
              <a:spcBef>
                <a:spcPts val="0"/>
              </a:spcBef>
              <a:spcAft>
                <a:spcPts val="0"/>
              </a:spcAft>
              <a:buNone/>
              <a:defRPr sz="1800">
                <a:solidFill>
                  <a:schemeClr val="accent1"/>
                </a:solidFill>
              </a:defRPr>
            </a:lvl1pPr>
            <a:lvl2pPr lvl="1" algn="ctr">
              <a:spcBef>
                <a:spcPts val="500"/>
              </a:spcBef>
              <a:spcAft>
                <a:spcPts val="0"/>
              </a:spcAft>
              <a:buNone/>
              <a:defRPr sz="1800">
                <a:solidFill>
                  <a:schemeClr val="accent1"/>
                </a:solidFill>
              </a:defRPr>
            </a:lvl2pPr>
            <a:lvl3pPr lvl="2" algn="ctr">
              <a:spcBef>
                <a:spcPts val="500"/>
              </a:spcBef>
              <a:spcAft>
                <a:spcPts val="0"/>
              </a:spcAft>
              <a:buNone/>
              <a:defRPr sz="1800">
                <a:solidFill>
                  <a:schemeClr val="accent1"/>
                </a:solidFill>
              </a:defRPr>
            </a:lvl3pPr>
            <a:lvl4pPr lvl="3" algn="ctr">
              <a:spcBef>
                <a:spcPts val="500"/>
              </a:spcBef>
              <a:spcAft>
                <a:spcPts val="0"/>
              </a:spcAft>
              <a:buNone/>
              <a:defRPr sz="1800">
                <a:solidFill>
                  <a:schemeClr val="accent1"/>
                </a:solidFill>
              </a:defRPr>
            </a:lvl4pPr>
            <a:lvl5pPr lvl="4" algn="ctr">
              <a:spcBef>
                <a:spcPts val="500"/>
              </a:spcBef>
              <a:spcAft>
                <a:spcPts val="0"/>
              </a:spcAft>
              <a:buNone/>
              <a:defRPr sz="1800">
                <a:solidFill>
                  <a:schemeClr val="accent1"/>
                </a:solidFill>
              </a:defRPr>
            </a:lvl5pPr>
            <a:lvl6pPr lvl="5" algn="ctr">
              <a:spcBef>
                <a:spcPts val="500"/>
              </a:spcBef>
              <a:spcAft>
                <a:spcPts val="0"/>
              </a:spcAft>
              <a:buNone/>
              <a:defRPr sz="1800">
                <a:solidFill>
                  <a:schemeClr val="accent1"/>
                </a:solidFill>
              </a:defRPr>
            </a:lvl6pPr>
            <a:lvl7pPr lvl="6" algn="ctr">
              <a:spcBef>
                <a:spcPts val="500"/>
              </a:spcBef>
              <a:spcAft>
                <a:spcPts val="0"/>
              </a:spcAft>
              <a:buNone/>
              <a:defRPr sz="1800">
                <a:solidFill>
                  <a:schemeClr val="accent1"/>
                </a:solidFill>
              </a:defRPr>
            </a:lvl7pPr>
            <a:lvl8pPr lvl="7" algn="ctr">
              <a:spcBef>
                <a:spcPts val="500"/>
              </a:spcBef>
              <a:spcAft>
                <a:spcPts val="0"/>
              </a:spcAft>
              <a:buNone/>
              <a:defRPr sz="1800">
                <a:solidFill>
                  <a:schemeClr val="accent1"/>
                </a:solidFill>
              </a:defRPr>
            </a:lvl8pPr>
            <a:lvl9pPr lvl="8"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1621" name="Shape 1621"/>
        <p:cNvGrpSpPr/>
        <p:nvPr/>
      </p:nvGrpSpPr>
      <p:grpSpPr>
        <a:xfrm>
          <a:off x="0" y="0"/>
          <a:ext cx="0" cy="0"/>
          <a:chOff x="0" y="0"/>
          <a:chExt cx="0" cy="0"/>
        </a:xfrm>
      </p:grpSpPr>
      <p:sp>
        <p:nvSpPr>
          <p:cNvPr id="1622" name="Google Shape;1622;p111"/>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sz="2800">
                <a:solidFill>
                  <a:schemeClr val="accent1"/>
                </a:solidFill>
              </a:defRPr>
            </a:lvl1pPr>
            <a:lvl2pPr lvl="1">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1623" name="Google Shape;1623;p1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624" name="Google Shape;1624;p11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25" name="Google Shape;1625;p11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26" name="Google Shape;1626;p1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Red Hat Text Medium"/>
                <a:ea typeface="Red Hat Text Medium"/>
                <a:cs typeface="Red Hat Text Medium"/>
                <a:sym typeface="Red Hat Text Medium"/>
              </a:defRPr>
            </a:lvl1pPr>
            <a:lvl2pPr lvl="1" algn="ctr">
              <a:buNone/>
              <a:defRPr sz="800">
                <a:latin typeface="Red Hat Text Medium"/>
                <a:ea typeface="Red Hat Text Medium"/>
                <a:cs typeface="Red Hat Text Medium"/>
                <a:sym typeface="Red Hat Text Medium"/>
              </a:defRPr>
            </a:lvl2pPr>
            <a:lvl3pPr lvl="2" algn="ctr">
              <a:buNone/>
              <a:defRPr sz="800">
                <a:latin typeface="Red Hat Text Medium"/>
                <a:ea typeface="Red Hat Text Medium"/>
                <a:cs typeface="Red Hat Text Medium"/>
                <a:sym typeface="Red Hat Text Medium"/>
              </a:defRPr>
            </a:lvl3pPr>
            <a:lvl4pPr lvl="3" algn="ctr">
              <a:buNone/>
              <a:defRPr sz="800">
                <a:latin typeface="Red Hat Text Medium"/>
                <a:ea typeface="Red Hat Text Medium"/>
                <a:cs typeface="Red Hat Text Medium"/>
                <a:sym typeface="Red Hat Text Medium"/>
              </a:defRPr>
            </a:lvl4pPr>
            <a:lvl5pPr lvl="4" algn="ctr">
              <a:buNone/>
              <a:defRPr sz="800">
                <a:latin typeface="Red Hat Text Medium"/>
                <a:ea typeface="Red Hat Text Medium"/>
                <a:cs typeface="Red Hat Text Medium"/>
                <a:sym typeface="Red Hat Text Medium"/>
              </a:defRPr>
            </a:lvl5pPr>
            <a:lvl6pPr lvl="5" algn="ctr">
              <a:buNone/>
              <a:defRPr sz="800">
                <a:latin typeface="Red Hat Text Medium"/>
                <a:ea typeface="Red Hat Text Medium"/>
                <a:cs typeface="Red Hat Text Medium"/>
                <a:sym typeface="Red Hat Text Medium"/>
              </a:defRPr>
            </a:lvl6pPr>
            <a:lvl7pPr lvl="6" algn="ctr">
              <a:buNone/>
              <a:defRPr sz="800">
                <a:latin typeface="Red Hat Text Medium"/>
                <a:ea typeface="Red Hat Text Medium"/>
                <a:cs typeface="Red Hat Text Medium"/>
                <a:sym typeface="Red Hat Text Medium"/>
              </a:defRPr>
            </a:lvl7pPr>
            <a:lvl8pPr lvl="7" algn="ctr">
              <a:buNone/>
              <a:defRPr sz="800">
                <a:latin typeface="Red Hat Text Medium"/>
                <a:ea typeface="Red Hat Text Medium"/>
                <a:cs typeface="Red Hat Text Medium"/>
                <a:sym typeface="Red Hat Text Medium"/>
              </a:defRPr>
            </a:lvl8pPr>
            <a:lvl9pPr lvl="8"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27" name="Google Shape;1627;p111"/>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28" name="Google Shape;1628;p11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1629" name="Shape 1629"/>
        <p:cNvGrpSpPr/>
        <p:nvPr/>
      </p:nvGrpSpPr>
      <p:grpSpPr>
        <a:xfrm>
          <a:off x="0" y="0"/>
          <a:ext cx="0" cy="0"/>
          <a:chOff x="0" y="0"/>
          <a:chExt cx="0" cy="0"/>
        </a:xfrm>
      </p:grpSpPr>
      <p:sp>
        <p:nvSpPr>
          <p:cNvPr id="1630" name="Google Shape;1630;p112"/>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1631" name="Google Shape;1631;p112"/>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Clr>
                <a:srgbClr val="FFFFFF"/>
              </a:buClr>
              <a:buSzPts val="1800"/>
              <a:buChar char="▸"/>
              <a:defRPr>
                <a:solidFill>
                  <a:srgbClr val="FFFFFF"/>
                </a:solidFill>
              </a:defRPr>
            </a:lvl1pPr>
            <a:lvl2pPr indent="-342900" lvl="1" marL="914400">
              <a:lnSpc>
                <a:spcPct val="115000"/>
              </a:lnSpc>
              <a:spcBef>
                <a:spcPts val="2000"/>
              </a:spcBef>
              <a:spcAft>
                <a:spcPts val="0"/>
              </a:spcAft>
              <a:buClr>
                <a:srgbClr val="FFFFFF"/>
              </a:buClr>
              <a:buSzPts val="1800"/>
              <a:buChar char="･"/>
              <a:defRPr>
                <a:solidFill>
                  <a:srgbClr val="FFFFFF"/>
                </a:solidFill>
              </a:defRPr>
            </a:lvl2pPr>
            <a:lvl3pPr indent="-342900" lvl="2" marL="1371600">
              <a:lnSpc>
                <a:spcPct val="115000"/>
              </a:lnSpc>
              <a:spcBef>
                <a:spcPts val="2000"/>
              </a:spcBef>
              <a:spcAft>
                <a:spcPts val="0"/>
              </a:spcAft>
              <a:buClr>
                <a:srgbClr val="FFFFFF"/>
              </a:buClr>
              <a:buSzPts val="1800"/>
              <a:buChar char="･"/>
              <a:defRPr>
                <a:solidFill>
                  <a:srgbClr val="FFFFFF"/>
                </a:solidFill>
              </a:defRPr>
            </a:lvl3pPr>
            <a:lvl4pPr indent="-342900" lvl="3" marL="1828800">
              <a:lnSpc>
                <a:spcPct val="115000"/>
              </a:lnSpc>
              <a:spcBef>
                <a:spcPts val="2000"/>
              </a:spcBef>
              <a:spcAft>
                <a:spcPts val="0"/>
              </a:spcAft>
              <a:buClr>
                <a:srgbClr val="FFFFFF"/>
              </a:buClr>
              <a:buSzPts val="1800"/>
              <a:buChar char="･"/>
              <a:defRPr>
                <a:solidFill>
                  <a:srgbClr val="FFFFFF"/>
                </a:solidFill>
              </a:defRPr>
            </a:lvl4pPr>
            <a:lvl5pPr indent="-342900" lvl="4" marL="2286000">
              <a:lnSpc>
                <a:spcPct val="115000"/>
              </a:lnSpc>
              <a:spcBef>
                <a:spcPts val="2000"/>
              </a:spcBef>
              <a:spcAft>
                <a:spcPts val="0"/>
              </a:spcAft>
              <a:buClr>
                <a:srgbClr val="FFFFFF"/>
              </a:buClr>
              <a:buSzPts val="1800"/>
              <a:buChar char="･"/>
              <a:defRPr>
                <a:solidFill>
                  <a:srgbClr val="FFFFFF"/>
                </a:solidFill>
              </a:defRPr>
            </a:lvl5pPr>
            <a:lvl6pPr indent="-342900" lvl="5" marL="2743200">
              <a:lnSpc>
                <a:spcPct val="115000"/>
              </a:lnSpc>
              <a:spcBef>
                <a:spcPts val="2000"/>
              </a:spcBef>
              <a:spcAft>
                <a:spcPts val="0"/>
              </a:spcAft>
              <a:buClr>
                <a:srgbClr val="FFFFFF"/>
              </a:buClr>
              <a:buSzPts val="1800"/>
              <a:buChar char="･"/>
              <a:defRPr>
                <a:solidFill>
                  <a:srgbClr val="FFFFFF"/>
                </a:solidFill>
              </a:defRPr>
            </a:lvl6pPr>
            <a:lvl7pPr indent="-342900" lvl="6" marL="3200400">
              <a:lnSpc>
                <a:spcPct val="115000"/>
              </a:lnSpc>
              <a:spcBef>
                <a:spcPts val="2000"/>
              </a:spcBef>
              <a:spcAft>
                <a:spcPts val="0"/>
              </a:spcAft>
              <a:buClr>
                <a:srgbClr val="FFFFFF"/>
              </a:buClr>
              <a:buSzPts val="1800"/>
              <a:buChar char="･"/>
              <a:defRPr>
                <a:solidFill>
                  <a:srgbClr val="FFFFFF"/>
                </a:solidFill>
              </a:defRPr>
            </a:lvl7pPr>
            <a:lvl8pPr indent="-342900" lvl="7" marL="3657600">
              <a:lnSpc>
                <a:spcPct val="115000"/>
              </a:lnSpc>
              <a:spcBef>
                <a:spcPts val="2000"/>
              </a:spcBef>
              <a:spcAft>
                <a:spcPts val="0"/>
              </a:spcAft>
              <a:buClr>
                <a:srgbClr val="FFFFFF"/>
              </a:buClr>
              <a:buSzPts val="1800"/>
              <a:buChar char="･"/>
              <a:defRPr>
                <a:solidFill>
                  <a:srgbClr val="FFFFFF"/>
                </a:solidFill>
              </a:defRPr>
            </a:lvl8pPr>
            <a:lvl9pPr indent="-342900" lvl="8" marL="4114800">
              <a:lnSpc>
                <a:spcPct val="115000"/>
              </a:lnSpc>
              <a:spcBef>
                <a:spcPts val="2000"/>
              </a:spcBef>
              <a:spcAft>
                <a:spcPts val="2000"/>
              </a:spcAft>
              <a:buClr>
                <a:srgbClr val="FFFFFF"/>
              </a:buClr>
              <a:buSzPts val="1800"/>
              <a:buChar char="･"/>
              <a:defRPr>
                <a:solidFill>
                  <a:srgbClr val="FFFFFF"/>
                </a:solidFill>
              </a:defRPr>
            </a:lvl9pPr>
          </a:lstStyle>
          <a:p/>
        </p:txBody>
      </p:sp>
      <p:sp>
        <p:nvSpPr>
          <p:cNvPr id="1632" name="Google Shape;1632;p112"/>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cxnSp>
        <p:nvCxnSpPr>
          <p:cNvPr id="1633" name="Google Shape;1633;p1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634" name="Google Shape;1634;p11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1635" name="Google Shape;1635;p1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1636" name="Google Shape;1636;p112"/>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1637" name="Google Shape;1637;p1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lt1"/>
                </a:solidFill>
                <a:latin typeface="Red Hat Text Medium"/>
                <a:ea typeface="Red Hat Text Medium"/>
                <a:cs typeface="Red Hat Text Medium"/>
                <a:sym typeface="Red Hat Text Medium"/>
              </a:defRPr>
            </a:lvl1pPr>
            <a:lvl2pPr lvl="1" algn="ctr">
              <a:buNone/>
              <a:defRPr sz="800">
                <a:solidFill>
                  <a:schemeClr val="lt1"/>
                </a:solidFill>
                <a:latin typeface="Red Hat Text Medium"/>
                <a:ea typeface="Red Hat Text Medium"/>
                <a:cs typeface="Red Hat Text Medium"/>
                <a:sym typeface="Red Hat Text Medium"/>
              </a:defRPr>
            </a:lvl2pPr>
            <a:lvl3pPr lvl="2" algn="ctr">
              <a:buNone/>
              <a:defRPr sz="800">
                <a:solidFill>
                  <a:schemeClr val="lt1"/>
                </a:solidFill>
                <a:latin typeface="Red Hat Text Medium"/>
                <a:ea typeface="Red Hat Text Medium"/>
                <a:cs typeface="Red Hat Text Medium"/>
                <a:sym typeface="Red Hat Text Medium"/>
              </a:defRPr>
            </a:lvl3pPr>
            <a:lvl4pPr lvl="3" algn="ctr">
              <a:buNone/>
              <a:defRPr sz="800">
                <a:solidFill>
                  <a:schemeClr val="lt1"/>
                </a:solidFill>
                <a:latin typeface="Red Hat Text Medium"/>
                <a:ea typeface="Red Hat Text Medium"/>
                <a:cs typeface="Red Hat Text Medium"/>
                <a:sym typeface="Red Hat Text Medium"/>
              </a:defRPr>
            </a:lvl4pPr>
            <a:lvl5pPr lvl="4" algn="ctr">
              <a:buNone/>
              <a:defRPr sz="800">
                <a:solidFill>
                  <a:schemeClr val="lt1"/>
                </a:solidFill>
                <a:latin typeface="Red Hat Text Medium"/>
                <a:ea typeface="Red Hat Text Medium"/>
                <a:cs typeface="Red Hat Text Medium"/>
                <a:sym typeface="Red Hat Text Medium"/>
              </a:defRPr>
            </a:lvl5pPr>
            <a:lvl6pPr lvl="5" algn="ctr">
              <a:buNone/>
              <a:defRPr sz="800">
                <a:solidFill>
                  <a:schemeClr val="lt1"/>
                </a:solidFill>
                <a:latin typeface="Red Hat Text Medium"/>
                <a:ea typeface="Red Hat Text Medium"/>
                <a:cs typeface="Red Hat Text Medium"/>
                <a:sym typeface="Red Hat Text Medium"/>
              </a:defRPr>
            </a:lvl6pPr>
            <a:lvl7pPr lvl="6" algn="ctr">
              <a:buNone/>
              <a:defRPr sz="800">
                <a:solidFill>
                  <a:schemeClr val="lt1"/>
                </a:solidFill>
                <a:latin typeface="Red Hat Text Medium"/>
                <a:ea typeface="Red Hat Text Medium"/>
                <a:cs typeface="Red Hat Text Medium"/>
                <a:sym typeface="Red Hat Text Medium"/>
              </a:defRPr>
            </a:lvl7pPr>
            <a:lvl8pPr lvl="7" algn="ctr">
              <a:buNone/>
              <a:defRPr sz="800">
                <a:solidFill>
                  <a:schemeClr val="lt1"/>
                </a:solidFill>
                <a:latin typeface="Red Hat Text Medium"/>
                <a:ea typeface="Red Hat Text Medium"/>
                <a:cs typeface="Red Hat Text Medium"/>
                <a:sym typeface="Red Hat Text Medium"/>
              </a:defRPr>
            </a:lvl8pPr>
            <a:lvl9pPr lvl="8"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638" name="Google Shape;1638;p112"/>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lt1"/>
                </a:solidFill>
              </a:defRPr>
            </a:lvl1pPr>
            <a:lvl2pPr lvl="1">
              <a:lnSpc>
                <a:spcPct val="115000"/>
              </a:lnSpc>
              <a:spcBef>
                <a:spcPts val="0"/>
              </a:spcBef>
              <a:spcAft>
                <a:spcPts val="0"/>
              </a:spcAft>
              <a:buNone/>
              <a:defRPr sz="800">
                <a:solidFill>
                  <a:schemeClr val="lt1"/>
                </a:solidFill>
              </a:defRPr>
            </a:lvl2pPr>
            <a:lvl3pPr lvl="2">
              <a:lnSpc>
                <a:spcPct val="115000"/>
              </a:lnSpc>
              <a:spcBef>
                <a:spcPts val="0"/>
              </a:spcBef>
              <a:spcAft>
                <a:spcPts val="0"/>
              </a:spcAft>
              <a:buNone/>
              <a:defRPr sz="800">
                <a:solidFill>
                  <a:schemeClr val="lt1"/>
                </a:solidFill>
              </a:defRPr>
            </a:lvl3pPr>
            <a:lvl4pPr lvl="3">
              <a:lnSpc>
                <a:spcPct val="115000"/>
              </a:lnSpc>
              <a:spcBef>
                <a:spcPts val="0"/>
              </a:spcBef>
              <a:spcAft>
                <a:spcPts val="0"/>
              </a:spcAft>
              <a:buNone/>
              <a:defRPr sz="800">
                <a:solidFill>
                  <a:schemeClr val="lt1"/>
                </a:solidFill>
              </a:defRPr>
            </a:lvl4pPr>
            <a:lvl5pPr lvl="4">
              <a:lnSpc>
                <a:spcPct val="115000"/>
              </a:lnSpc>
              <a:spcBef>
                <a:spcPts val="0"/>
              </a:spcBef>
              <a:spcAft>
                <a:spcPts val="0"/>
              </a:spcAft>
              <a:buNone/>
              <a:defRPr sz="800">
                <a:solidFill>
                  <a:schemeClr val="lt1"/>
                </a:solidFill>
              </a:defRPr>
            </a:lvl5pPr>
            <a:lvl6pPr lvl="5">
              <a:lnSpc>
                <a:spcPct val="115000"/>
              </a:lnSpc>
              <a:spcBef>
                <a:spcPts val="0"/>
              </a:spcBef>
              <a:spcAft>
                <a:spcPts val="0"/>
              </a:spcAft>
              <a:buNone/>
              <a:defRPr sz="800">
                <a:solidFill>
                  <a:schemeClr val="lt1"/>
                </a:solidFill>
              </a:defRPr>
            </a:lvl6pPr>
            <a:lvl7pPr lvl="6">
              <a:lnSpc>
                <a:spcPct val="115000"/>
              </a:lnSpc>
              <a:spcBef>
                <a:spcPts val="0"/>
              </a:spcBef>
              <a:spcAft>
                <a:spcPts val="0"/>
              </a:spcAft>
              <a:buNone/>
              <a:defRPr sz="800">
                <a:solidFill>
                  <a:schemeClr val="lt1"/>
                </a:solidFill>
              </a:defRPr>
            </a:lvl7pPr>
            <a:lvl8pPr lvl="7">
              <a:lnSpc>
                <a:spcPct val="115000"/>
              </a:lnSpc>
              <a:spcBef>
                <a:spcPts val="0"/>
              </a:spcBef>
              <a:spcAft>
                <a:spcPts val="0"/>
              </a:spcAft>
              <a:buNone/>
              <a:defRPr sz="800">
                <a:solidFill>
                  <a:schemeClr val="lt1"/>
                </a:solidFill>
              </a:defRPr>
            </a:lvl8pPr>
            <a:lvl9pPr lvl="8">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1639" name="Shape 1639"/>
        <p:cNvGrpSpPr/>
        <p:nvPr/>
      </p:nvGrpSpPr>
      <p:grpSpPr>
        <a:xfrm>
          <a:off x="0" y="0"/>
          <a:ext cx="0" cy="0"/>
          <a:chOff x="0" y="0"/>
          <a:chExt cx="0" cy="0"/>
        </a:xfrm>
      </p:grpSpPr>
      <p:cxnSp>
        <p:nvCxnSpPr>
          <p:cNvPr id="1640" name="Google Shape;1640;p11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641" name="Google Shape;1641;p1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1642" name="Google Shape;1642;p11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43" name="Google Shape;1643;p1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44" name="Google Shape;1644;p113"/>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45" name="Google Shape;1645;p11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646" name="Google Shape;1646;p113"/>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1647" name="Google Shape;1647;p113"/>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1648" name="Google Shape;1648;p113"/>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1649" name="Shape 1649"/>
        <p:cNvGrpSpPr/>
        <p:nvPr/>
      </p:nvGrpSpPr>
      <p:grpSpPr>
        <a:xfrm>
          <a:off x="0" y="0"/>
          <a:ext cx="0" cy="0"/>
          <a:chOff x="0" y="0"/>
          <a:chExt cx="0" cy="0"/>
        </a:xfrm>
      </p:grpSpPr>
      <p:cxnSp>
        <p:nvCxnSpPr>
          <p:cNvPr id="1650" name="Google Shape;1650;p11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651" name="Google Shape;1651;p1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1652" name="Google Shape;1652;p11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653" name="Google Shape;1653;p1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dk1"/>
                </a:solidFill>
                <a:latin typeface="Red Hat Text Medium"/>
                <a:ea typeface="Red Hat Text Medium"/>
                <a:cs typeface="Red Hat Text Medium"/>
                <a:sym typeface="Red Hat Text Medium"/>
              </a:defRPr>
            </a:lvl1pPr>
            <a:lvl2pPr lvl="1" algn="ctr">
              <a:buNone/>
              <a:defRPr sz="800">
                <a:solidFill>
                  <a:schemeClr val="dk1"/>
                </a:solidFill>
                <a:latin typeface="Red Hat Text Medium"/>
                <a:ea typeface="Red Hat Text Medium"/>
                <a:cs typeface="Red Hat Text Medium"/>
                <a:sym typeface="Red Hat Text Medium"/>
              </a:defRPr>
            </a:lvl2pPr>
            <a:lvl3pPr lvl="2" algn="ctr">
              <a:buNone/>
              <a:defRPr sz="800">
                <a:solidFill>
                  <a:schemeClr val="dk1"/>
                </a:solidFill>
                <a:latin typeface="Red Hat Text Medium"/>
                <a:ea typeface="Red Hat Text Medium"/>
                <a:cs typeface="Red Hat Text Medium"/>
                <a:sym typeface="Red Hat Text Medium"/>
              </a:defRPr>
            </a:lvl3pPr>
            <a:lvl4pPr lvl="3" algn="ctr">
              <a:buNone/>
              <a:defRPr sz="800">
                <a:solidFill>
                  <a:schemeClr val="dk1"/>
                </a:solidFill>
                <a:latin typeface="Red Hat Text Medium"/>
                <a:ea typeface="Red Hat Text Medium"/>
                <a:cs typeface="Red Hat Text Medium"/>
                <a:sym typeface="Red Hat Text Medium"/>
              </a:defRPr>
            </a:lvl4pPr>
            <a:lvl5pPr lvl="4" algn="ctr">
              <a:buNone/>
              <a:defRPr sz="800">
                <a:solidFill>
                  <a:schemeClr val="dk1"/>
                </a:solidFill>
                <a:latin typeface="Red Hat Text Medium"/>
                <a:ea typeface="Red Hat Text Medium"/>
                <a:cs typeface="Red Hat Text Medium"/>
                <a:sym typeface="Red Hat Text Medium"/>
              </a:defRPr>
            </a:lvl5pPr>
            <a:lvl6pPr lvl="5" algn="ctr">
              <a:buNone/>
              <a:defRPr sz="800">
                <a:solidFill>
                  <a:schemeClr val="dk1"/>
                </a:solidFill>
                <a:latin typeface="Red Hat Text Medium"/>
                <a:ea typeface="Red Hat Text Medium"/>
                <a:cs typeface="Red Hat Text Medium"/>
                <a:sym typeface="Red Hat Text Medium"/>
              </a:defRPr>
            </a:lvl6pPr>
            <a:lvl7pPr lvl="6" algn="ctr">
              <a:buNone/>
              <a:defRPr sz="800">
                <a:solidFill>
                  <a:schemeClr val="dk1"/>
                </a:solidFill>
                <a:latin typeface="Red Hat Text Medium"/>
                <a:ea typeface="Red Hat Text Medium"/>
                <a:cs typeface="Red Hat Text Medium"/>
                <a:sym typeface="Red Hat Text Medium"/>
              </a:defRPr>
            </a:lvl7pPr>
            <a:lvl8pPr lvl="7" algn="ctr">
              <a:buNone/>
              <a:defRPr sz="800">
                <a:solidFill>
                  <a:schemeClr val="dk1"/>
                </a:solidFill>
                <a:latin typeface="Red Hat Text Medium"/>
                <a:ea typeface="Red Hat Text Medium"/>
                <a:cs typeface="Red Hat Text Medium"/>
                <a:sym typeface="Red Hat Text Medium"/>
              </a:defRPr>
            </a:lvl8pPr>
            <a:lvl9pPr lvl="8"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54" name="Google Shape;1654;p114"/>
          <p:cNvPicPr preferRelativeResize="0"/>
          <p:nvPr/>
        </p:nvPicPr>
        <p:blipFill rotWithShape="1">
          <a:blip r:embed="rId2">
            <a:alphaModFix/>
          </a:blip>
          <a:srcRect b="317" l="0" r="0" t="327"/>
          <a:stretch/>
        </p:blipFill>
        <p:spPr>
          <a:xfrm>
            <a:off x="10711279" y="6313250"/>
            <a:ext cx="975850" cy="228121"/>
          </a:xfrm>
          <a:prstGeom prst="rect">
            <a:avLst/>
          </a:prstGeom>
          <a:noFill/>
          <a:ln>
            <a:noFill/>
          </a:ln>
        </p:spPr>
      </p:pic>
      <p:sp>
        <p:nvSpPr>
          <p:cNvPr id="1655" name="Google Shape;1655;p11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dk1"/>
                </a:solidFill>
              </a:defRPr>
            </a:lvl1pPr>
            <a:lvl2pPr lvl="1">
              <a:lnSpc>
                <a:spcPct val="115000"/>
              </a:lnSpc>
              <a:spcBef>
                <a:spcPts val="0"/>
              </a:spcBef>
              <a:spcAft>
                <a:spcPts val="0"/>
              </a:spcAft>
              <a:buNone/>
              <a:defRPr sz="800">
                <a:solidFill>
                  <a:schemeClr val="dk1"/>
                </a:solidFill>
              </a:defRPr>
            </a:lvl2pPr>
            <a:lvl3pPr lvl="2">
              <a:lnSpc>
                <a:spcPct val="115000"/>
              </a:lnSpc>
              <a:spcBef>
                <a:spcPts val="0"/>
              </a:spcBef>
              <a:spcAft>
                <a:spcPts val="0"/>
              </a:spcAft>
              <a:buNone/>
              <a:defRPr sz="800">
                <a:solidFill>
                  <a:schemeClr val="dk1"/>
                </a:solidFill>
              </a:defRPr>
            </a:lvl3pPr>
            <a:lvl4pPr lvl="3">
              <a:lnSpc>
                <a:spcPct val="115000"/>
              </a:lnSpc>
              <a:spcBef>
                <a:spcPts val="0"/>
              </a:spcBef>
              <a:spcAft>
                <a:spcPts val="0"/>
              </a:spcAft>
              <a:buNone/>
              <a:defRPr sz="800">
                <a:solidFill>
                  <a:schemeClr val="dk1"/>
                </a:solidFill>
              </a:defRPr>
            </a:lvl4pPr>
            <a:lvl5pPr lvl="4">
              <a:lnSpc>
                <a:spcPct val="115000"/>
              </a:lnSpc>
              <a:spcBef>
                <a:spcPts val="0"/>
              </a:spcBef>
              <a:spcAft>
                <a:spcPts val="0"/>
              </a:spcAft>
              <a:buNone/>
              <a:defRPr sz="800">
                <a:solidFill>
                  <a:schemeClr val="dk1"/>
                </a:solidFill>
              </a:defRPr>
            </a:lvl5pPr>
            <a:lvl6pPr lvl="5">
              <a:lnSpc>
                <a:spcPct val="115000"/>
              </a:lnSpc>
              <a:spcBef>
                <a:spcPts val="0"/>
              </a:spcBef>
              <a:spcAft>
                <a:spcPts val="0"/>
              </a:spcAft>
              <a:buNone/>
              <a:defRPr sz="800">
                <a:solidFill>
                  <a:schemeClr val="dk1"/>
                </a:solidFill>
              </a:defRPr>
            </a:lvl6pPr>
            <a:lvl7pPr lvl="6">
              <a:lnSpc>
                <a:spcPct val="115000"/>
              </a:lnSpc>
              <a:spcBef>
                <a:spcPts val="0"/>
              </a:spcBef>
              <a:spcAft>
                <a:spcPts val="0"/>
              </a:spcAft>
              <a:buNone/>
              <a:defRPr sz="800">
                <a:solidFill>
                  <a:schemeClr val="dk1"/>
                </a:solidFill>
              </a:defRPr>
            </a:lvl7pPr>
            <a:lvl8pPr lvl="7">
              <a:lnSpc>
                <a:spcPct val="115000"/>
              </a:lnSpc>
              <a:spcBef>
                <a:spcPts val="0"/>
              </a:spcBef>
              <a:spcAft>
                <a:spcPts val="0"/>
              </a:spcAft>
              <a:buNone/>
              <a:defRPr sz="800">
                <a:solidFill>
                  <a:schemeClr val="dk1"/>
                </a:solidFill>
              </a:defRPr>
            </a:lvl8pPr>
            <a:lvl9pPr lvl="8">
              <a:lnSpc>
                <a:spcPct val="115000"/>
              </a:lnSpc>
              <a:spcBef>
                <a:spcPts val="0"/>
              </a:spcBef>
              <a:spcAft>
                <a:spcPts val="0"/>
              </a:spcAft>
              <a:buNone/>
              <a:defRPr sz="800">
                <a:solidFill>
                  <a:schemeClr val="dk1"/>
                </a:solidFill>
              </a:defRPr>
            </a:lvl9pPr>
          </a:lstStyle>
          <a:p/>
        </p:txBody>
      </p:sp>
      <p:sp>
        <p:nvSpPr>
          <p:cNvPr id="1656" name="Google Shape;1656;p114"/>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42900" lvl="0" marL="457200">
              <a:lnSpc>
                <a:spcPct val="115000"/>
              </a:lnSpc>
              <a:spcBef>
                <a:spcPts val="0"/>
              </a:spcBef>
              <a:spcAft>
                <a:spcPts val="0"/>
              </a:spcAft>
              <a:buSzPts val="1800"/>
              <a:buChar char="▸"/>
              <a:defRPr/>
            </a:lvl1pPr>
            <a:lvl2pPr indent="-342900" lvl="1" marL="914400">
              <a:lnSpc>
                <a:spcPct val="115000"/>
              </a:lnSpc>
              <a:spcBef>
                <a:spcPts val="2000"/>
              </a:spcBef>
              <a:spcAft>
                <a:spcPts val="0"/>
              </a:spcAft>
              <a:buSzPts val="1800"/>
              <a:buChar char="･"/>
              <a:defRPr/>
            </a:lvl2pPr>
            <a:lvl3pPr indent="-342900" lvl="2" marL="1371600">
              <a:lnSpc>
                <a:spcPct val="115000"/>
              </a:lnSpc>
              <a:spcBef>
                <a:spcPts val="2000"/>
              </a:spcBef>
              <a:spcAft>
                <a:spcPts val="0"/>
              </a:spcAft>
              <a:buSzPts val="1800"/>
              <a:buChar char="･"/>
              <a:defRPr/>
            </a:lvl3pPr>
            <a:lvl4pPr indent="-342900" lvl="3" marL="1828800">
              <a:lnSpc>
                <a:spcPct val="115000"/>
              </a:lnSpc>
              <a:spcBef>
                <a:spcPts val="2000"/>
              </a:spcBef>
              <a:spcAft>
                <a:spcPts val="0"/>
              </a:spcAft>
              <a:buSzPts val="1800"/>
              <a:buChar char="･"/>
              <a:defRPr/>
            </a:lvl4pPr>
            <a:lvl5pPr indent="-342900" lvl="4" marL="2286000">
              <a:lnSpc>
                <a:spcPct val="115000"/>
              </a:lnSpc>
              <a:spcBef>
                <a:spcPts val="2000"/>
              </a:spcBef>
              <a:spcAft>
                <a:spcPts val="0"/>
              </a:spcAft>
              <a:buSzPts val="1800"/>
              <a:buChar char="･"/>
              <a:defRPr/>
            </a:lvl5pPr>
            <a:lvl6pPr indent="-342900" lvl="5" marL="2743200">
              <a:lnSpc>
                <a:spcPct val="115000"/>
              </a:lnSpc>
              <a:spcBef>
                <a:spcPts val="2000"/>
              </a:spcBef>
              <a:spcAft>
                <a:spcPts val="0"/>
              </a:spcAft>
              <a:buSzPts val="1800"/>
              <a:buChar char="･"/>
              <a:defRPr/>
            </a:lvl6pPr>
            <a:lvl7pPr indent="-342900" lvl="6" marL="3200400">
              <a:lnSpc>
                <a:spcPct val="115000"/>
              </a:lnSpc>
              <a:spcBef>
                <a:spcPts val="2000"/>
              </a:spcBef>
              <a:spcAft>
                <a:spcPts val="0"/>
              </a:spcAft>
              <a:buSzPts val="1800"/>
              <a:buChar char="･"/>
              <a:defRPr/>
            </a:lvl7pPr>
            <a:lvl8pPr indent="-342900" lvl="7" marL="3657600">
              <a:lnSpc>
                <a:spcPct val="115000"/>
              </a:lnSpc>
              <a:spcBef>
                <a:spcPts val="2000"/>
              </a:spcBef>
              <a:spcAft>
                <a:spcPts val="0"/>
              </a:spcAft>
              <a:buSzPts val="1800"/>
              <a:buChar char="･"/>
              <a:defRPr/>
            </a:lvl8pPr>
            <a:lvl9pPr indent="-342900" lvl="8" marL="4114800">
              <a:lnSpc>
                <a:spcPct val="115000"/>
              </a:lnSpc>
              <a:spcBef>
                <a:spcPts val="2000"/>
              </a:spcBef>
              <a:spcAft>
                <a:spcPts val="2000"/>
              </a:spcAft>
              <a:buSzPts val="1800"/>
              <a:buChar char="･"/>
              <a:defRPr/>
            </a:lvl9pPr>
          </a:lstStyle>
          <a:p/>
        </p:txBody>
      </p:sp>
      <p:sp>
        <p:nvSpPr>
          <p:cNvPr id="1657" name="Google Shape;1657;p114"/>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None/>
              <a:defRPr sz="4800">
                <a:solidFill>
                  <a:schemeClr val="accent1"/>
                </a:solidFill>
              </a:defRPr>
            </a:lvl2pPr>
            <a:lvl3pPr lvl="2">
              <a:spcBef>
                <a:spcPts val="0"/>
              </a:spcBef>
              <a:spcAft>
                <a:spcPts val="0"/>
              </a:spcAft>
              <a:buClr>
                <a:schemeClr val="accent1"/>
              </a:buClr>
              <a:buSzPts val="4800"/>
              <a:buNone/>
              <a:defRPr sz="4800">
                <a:solidFill>
                  <a:schemeClr val="accent1"/>
                </a:solidFill>
              </a:defRPr>
            </a:lvl3pPr>
            <a:lvl4pPr lvl="3">
              <a:spcBef>
                <a:spcPts val="0"/>
              </a:spcBef>
              <a:spcAft>
                <a:spcPts val="0"/>
              </a:spcAft>
              <a:buClr>
                <a:schemeClr val="accent1"/>
              </a:buClr>
              <a:buSzPts val="4800"/>
              <a:buNone/>
              <a:defRPr sz="4800">
                <a:solidFill>
                  <a:schemeClr val="accent1"/>
                </a:solidFill>
              </a:defRPr>
            </a:lvl4pPr>
            <a:lvl5pPr lvl="4">
              <a:spcBef>
                <a:spcPts val="0"/>
              </a:spcBef>
              <a:spcAft>
                <a:spcPts val="0"/>
              </a:spcAft>
              <a:buClr>
                <a:schemeClr val="accent1"/>
              </a:buClr>
              <a:buSzPts val="4800"/>
              <a:buNone/>
              <a:defRPr sz="4800">
                <a:solidFill>
                  <a:schemeClr val="accent1"/>
                </a:solidFill>
              </a:defRPr>
            </a:lvl5pPr>
            <a:lvl6pPr lvl="5">
              <a:spcBef>
                <a:spcPts val="0"/>
              </a:spcBef>
              <a:spcAft>
                <a:spcPts val="0"/>
              </a:spcAft>
              <a:buClr>
                <a:schemeClr val="accent1"/>
              </a:buClr>
              <a:buSzPts val="4800"/>
              <a:buNone/>
              <a:defRPr sz="4800">
                <a:solidFill>
                  <a:schemeClr val="accent1"/>
                </a:solidFill>
              </a:defRPr>
            </a:lvl6pPr>
            <a:lvl7pPr lvl="6">
              <a:spcBef>
                <a:spcPts val="0"/>
              </a:spcBef>
              <a:spcAft>
                <a:spcPts val="0"/>
              </a:spcAft>
              <a:buClr>
                <a:schemeClr val="accent1"/>
              </a:buClr>
              <a:buSzPts val="4800"/>
              <a:buNone/>
              <a:defRPr sz="4800">
                <a:solidFill>
                  <a:schemeClr val="accent1"/>
                </a:solidFill>
              </a:defRPr>
            </a:lvl7pPr>
            <a:lvl8pPr lvl="7">
              <a:spcBef>
                <a:spcPts val="0"/>
              </a:spcBef>
              <a:spcAft>
                <a:spcPts val="0"/>
              </a:spcAft>
              <a:buClr>
                <a:schemeClr val="accent1"/>
              </a:buClr>
              <a:buSzPts val="4800"/>
              <a:buNone/>
              <a:defRPr sz="4800">
                <a:solidFill>
                  <a:schemeClr val="accent1"/>
                </a:solidFill>
              </a:defRPr>
            </a:lvl8pPr>
            <a:lvl9pPr lvl="8">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64" Type="http://schemas.openxmlformats.org/officeDocument/2006/relationships/theme" Target="../theme/theme2.xml"/><Relationship Id="rId63" Type="http://schemas.openxmlformats.org/officeDocument/2006/relationships/slideLayout" Target="../slideLayouts/slideLayout6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03.xml"/><Relationship Id="rId42" Type="http://schemas.openxmlformats.org/officeDocument/2006/relationships/slideLayout" Target="../slideLayouts/slideLayout105.xml"/><Relationship Id="rId41" Type="http://schemas.openxmlformats.org/officeDocument/2006/relationships/slideLayout" Target="../slideLayouts/slideLayout104.xml"/><Relationship Id="rId44" Type="http://schemas.openxmlformats.org/officeDocument/2006/relationships/slideLayout" Target="../slideLayouts/slideLayout107.xml"/><Relationship Id="rId43" Type="http://schemas.openxmlformats.org/officeDocument/2006/relationships/slideLayout" Target="../slideLayouts/slideLayout106.xml"/><Relationship Id="rId46" Type="http://schemas.openxmlformats.org/officeDocument/2006/relationships/slideLayout" Target="../slideLayouts/slideLayout109.xml"/><Relationship Id="rId45" Type="http://schemas.openxmlformats.org/officeDocument/2006/relationships/slideLayout" Target="../slideLayouts/slideLayout108.xml"/><Relationship Id="rId1" Type="http://schemas.openxmlformats.org/officeDocument/2006/relationships/slideLayout" Target="../slideLayouts/slideLayout64.xml"/><Relationship Id="rId2" Type="http://schemas.openxmlformats.org/officeDocument/2006/relationships/slideLayout" Target="../slideLayouts/slideLayout65.xml"/><Relationship Id="rId3" Type="http://schemas.openxmlformats.org/officeDocument/2006/relationships/slideLayout" Target="../slideLayouts/slideLayout6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48" Type="http://schemas.openxmlformats.org/officeDocument/2006/relationships/slideLayout" Target="../slideLayouts/slideLayout111.xml"/><Relationship Id="rId47" Type="http://schemas.openxmlformats.org/officeDocument/2006/relationships/slideLayout" Target="../slideLayouts/slideLayout110.xml"/><Relationship Id="rId49" Type="http://schemas.openxmlformats.org/officeDocument/2006/relationships/slideLayout" Target="../slideLayouts/slideLayout112.xml"/><Relationship Id="rId5" Type="http://schemas.openxmlformats.org/officeDocument/2006/relationships/slideLayout" Target="../slideLayouts/slideLayout68.xml"/><Relationship Id="rId6" Type="http://schemas.openxmlformats.org/officeDocument/2006/relationships/slideLayout" Target="../slideLayouts/slideLayout69.xml"/><Relationship Id="rId7" Type="http://schemas.openxmlformats.org/officeDocument/2006/relationships/slideLayout" Target="../slideLayouts/slideLayout70.xml"/><Relationship Id="rId8" Type="http://schemas.openxmlformats.org/officeDocument/2006/relationships/slideLayout" Target="../slideLayouts/slideLayout71.xml"/><Relationship Id="rId31" Type="http://schemas.openxmlformats.org/officeDocument/2006/relationships/slideLayout" Target="../slideLayouts/slideLayout94.xml"/><Relationship Id="rId30" Type="http://schemas.openxmlformats.org/officeDocument/2006/relationships/slideLayout" Target="../slideLayouts/slideLayout93.xml"/><Relationship Id="rId33" Type="http://schemas.openxmlformats.org/officeDocument/2006/relationships/slideLayout" Target="../slideLayouts/slideLayout96.xml"/><Relationship Id="rId32" Type="http://schemas.openxmlformats.org/officeDocument/2006/relationships/slideLayout" Target="../slideLayouts/slideLayout95.xml"/><Relationship Id="rId35" Type="http://schemas.openxmlformats.org/officeDocument/2006/relationships/slideLayout" Target="../slideLayouts/slideLayout98.xml"/><Relationship Id="rId34" Type="http://schemas.openxmlformats.org/officeDocument/2006/relationships/slideLayout" Target="../slideLayouts/slideLayout97.xml"/><Relationship Id="rId37" Type="http://schemas.openxmlformats.org/officeDocument/2006/relationships/slideLayout" Target="../slideLayouts/slideLayout100.xml"/><Relationship Id="rId36" Type="http://schemas.openxmlformats.org/officeDocument/2006/relationships/slideLayout" Target="../slideLayouts/slideLayout99.xml"/><Relationship Id="rId39" Type="http://schemas.openxmlformats.org/officeDocument/2006/relationships/slideLayout" Target="../slideLayouts/slideLayout102.xml"/><Relationship Id="rId38" Type="http://schemas.openxmlformats.org/officeDocument/2006/relationships/slideLayout" Target="../slideLayouts/slideLayout101.xml"/><Relationship Id="rId20" Type="http://schemas.openxmlformats.org/officeDocument/2006/relationships/slideLayout" Target="../slideLayouts/slideLayout83.xml"/><Relationship Id="rId22" Type="http://schemas.openxmlformats.org/officeDocument/2006/relationships/slideLayout" Target="../slideLayouts/slideLayout85.xml"/><Relationship Id="rId21" Type="http://schemas.openxmlformats.org/officeDocument/2006/relationships/slideLayout" Target="../slideLayouts/slideLayout84.xml"/><Relationship Id="rId24" Type="http://schemas.openxmlformats.org/officeDocument/2006/relationships/slideLayout" Target="../slideLayouts/slideLayout87.xml"/><Relationship Id="rId23" Type="http://schemas.openxmlformats.org/officeDocument/2006/relationships/slideLayout" Target="../slideLayouts/slideLayout86.xml"/><Relationship Id="rId26" Type="http://schemas.openxmlformats.org/officeDocument/2006/relationships/slideLayout" Target="../slideLayouts/slideLayout89.xml"/><Relationship Id="rId25" Type="http://schemas.openxmlformats.org/officeDocument/2006/relationships/slideLayout" Target="../slideLayouts/slideLayout88.xml"/><Relationship Id="rId28" Type="http://schemas.openxmlformats.org/officeDocument/2006/relationships/slideLayout" Target="../slideLayouts/slideLayout91.xml"/><Relationship Id="rId27" Type="http://schemas.openxmlformats.org/officeDocument/2006/relationships/slideLayout" Target="../slideLayouts/slideLayout90.xml"/><Relationship Id="rId29" Type="http://schemas.openxmlformats.org/officeDocument/2006/relationships/slideLayout" Target="../slideLayouts/slideLayout92.xml"/><Relationship Id="rId50" Type="http://schemas.openxmlformats.org/officeDocument/2006/relationships/theme" Target="../theme/theme3.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3" Type="http://schemas.openxmlformats.org/officeDocument/2006/relationships/slideLayout" Target="../slideLayouts/slideLayout76.xml"/><Relationship Id="rId12" Type="http://schemas.openxmlformats.org/officeDocument/2006/relationships/slideLayout" Target="../slideLayouts/slideLayout75.xml"/><Relationship Id="rId15" Type="http://schemas.openxmlformats.org/officeDocument/2006/relationships/slideLayout" Target="../slideLayouts/slideLayout78.xml"/><Relationship Id="rId14" Type="http://schemas.openxmlformats.org/officeDocument/2006/relationships/slideLayout" Target="../slideLayouts/slideLayout77.xml"/><Relationship Id="rId17" Type="http://schemas.openxmlformats.org/officeDocument/2006/relationships/slideLayout" Target="../slideLayouts/slideLayout80.xml"/><Relationship Id="rId16" Type="http://schemas.openxmlformats.org/officeDocument/2006/relationships/slideLayout" Target="../slideLayouts/slideLayout79.xml"/><Relationship Id="rId19" Type="http://schemas.openxmlformats.org/officeDocument/2006/relationships/slideLayout" Target="../slideLayouts/slideLayout82.xml"/><Relationship Id="rId18"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rtl="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rtl="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rtl="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2" name="Shape 882"/>
        <p:cNvGrpSpPr/>
        <p:nvPr/>
      </p:nvGrpSpPr>
      <p:grpSpPr>
        <a:xfrm>
          <a:off x="0" y="0"/>
          <a:ext cx="0" cy="0"/>
          <a:chOff x="0" y="0"/>
          <a:chExt cx="0" cy="0"/>
        </a:xfrm>
      </p:grpSpPr>
      <p:sp>
        <p:nvSpPr>
          <p:cNvPr id="883" name="Google Shape;883;p65"/>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884" name="Google Shape;884;p65"/>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42900" lvl="0" marL="457200">
              <a:lnSpc>
                <a:spcPct val="140000"/>
              </a:lnSpc>
              <a:spcBef>
                <a:spcPts val="0"/>
              </a:spcBef>
              <a:spcAft>
                <a:spcPts val="0"/>
              </a:spcAft>
              <a:buClr>
                <a:schemeClr val="accent1"/>
              </a:buClr>
              <a:buSzPts val="1800"/>
              <a:buFont typeface="Red Hat Display"/>
              <a:buChar char="▸"/>
              <a:defRPr sz="1800">
                <a:latin typeface="Red Hat Display"/>
                <a:ea typeface="Red Hat Display"/>
                <a:cs typeface="Red Hat Display"/>
                <a:sym typeface="Red Hat Display"/>
              </a:defRPr>
            </a:lvl1pPr>
            <a:lvl2pPr indent="-342900" lvl="1" marL="914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2pPr>
            <a:lvl3pPr indent="-342900" lvl="2" marL="1371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3pPr>
            <a:lvl4pPr indent="-342900" lvl="3" marL="18288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4pPr>
            <a:lvl5pPr indent="-342900" lvl="4" marL="22860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5pPr>
            <a:lvl6pPr indent="-342900" lvl="5" marL="27432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6pPr>
            <a:lvl7pPr indent="-342900" lvl="6" marL="32004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7pPr>
            <a:lvl8pPr indent="-342900" lvl="7" marL="3657600">
              <a:lnSpc>
                <a:spcPct val="140000"/>
              </a:lnSpc>
              <a:spcBef>
                <a:spcPts val="500"/>
              </a:spcBef>
              <a:spcAft>
                <a:spcPts val="0"/>
              </a:spcAft>
              <a:buSzPts val="1800"/>
              <a:buFont typeface="Red Hat Display"/>
              <a:buChar char="･"/>
              <a:defRPr sz="1800">
                <a:latin typeface="Red Hat Display"/>
                <a:ea typeface="Red Hat Display"/>
                <a:cs typeface="Red Hat Display"/>
                <a:sym typeface="Red Hat Display"/>
              </a:defRPr>
            </a:lvl8pPr>
            <a:lvl9pPr indent="-342900" lvl="8" marL="4114800">
              <a:lnSpc>
                <a:spcPct val="140000"/>
              </a:lnSpc>
              <a:spcBef>
                <a:spcPts val="500"/>
              </a:spcBef>
              <a:spcAft>
                <a:spcPts val="500"/>
              </a:spcAft>
              <a:buSzPts val="1800"/>
              <a:buFont typeface="Red Hat Display"/>
              <a:buChar char="･"/>
              <a:defRPr sz="1800">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 id="2147483747" r:id="rId37"/>
    <p:sldLayoutId id="2147483748" r:id="rId38"/>
    <p:sldLayoutId id="2147483749" r:id="rId39"/>
    <p:sldLayoutId id="2147483750" r:id="rId40"/>
    <p:sldLayoutId id="2147483751" r:id="rId41"/>
    <p:sldLayoutId id="2147483752" r:id="rId42"/>
    <p:sldLayoutId id="2147483753" r:id="rId43"/>
    <p:sldLayoutId id="2147483754" r:id="rId44"/>
    <p:sldLayoutId id="2147483755" r:id="rId45"/>
    <p:sldLayoutId id="2147483756" r:id="rId46"/>
    <p:sldLayoutId id="2147483757" r:id="rId47"/>
    <p:sldLayoutId id="2147483758" r:id="rId48"/>
    <p:sldLayoutId id="2147483759" r:id="rId4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hyperlink" Target="https://docs.google.com/presentation/d/1DRT4G3i2f1xFbZZzWbuzJAiOm3vy38g02lXYk2zpCvc/edit#slide=id.g13ad3cdd9cf_1_76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 Id="rId3" Type="http://schemas.openxmlformats.org/officeDocument/2006/relationships/hyperlink" Target="https://github.com/mhjacks/ansible-pattern-theory" TargetMode="External"/><Relationship Id="rId4" Type="http://schemas.openxmlformats.org/officeDocument/2006/relationships/hyperlink" Target="https://drive.google.com/open?id=1fwgsh-ickVZlFRz60K39Gg_qMS5jq7B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5.xml"/><Relationship Id="rId3" Type="http://schemas.openxmlformats.org/officeDocument/2006/relationships/image" Target="../media/image73.png"/><Relationship Id="rId4" Type="http://schemas.openxmlformats.org/officeDocument/2006/relationships/image" Target="../media/image74.png"/><Relationship Id="rId9" Type="http://schemas.openxmlformats.org/officeDocument/2006/relationships/image" Target="../media/image83.png"/><Relationship Id="rId5" Type="http://schemas.openxmlformats.org/officeDocument/2006/relationships/image" Target="../media/image75.png"/><Relationship Id="rId6" Type="http://schemas.openxmlformats.org/officeDocument/2006/relationships/image" Target="../media/image78.png"/><Relationship Id="rId7" Type="http://schemas.openxmlformats.org/officeDocument/2006/relationships/image" Target="../media/image77.png"/><Relationship Id="rId8" Type="http://schemas.openxmlformats.org/officeDocument/2006/relationships/image" Target="../media/image82.png"/><Relationship Id="rId20" Type="http://schemas.openxmlformats.org/officeDocument/2006/relationships/image" Target="../media/image93.png"/><Relationship Id="rId22" Type="http://schemas.openxmlformats.org/officeDocument/2006/relationships/image" Target="../media/image96.png"/><Relationship Id="rId21" Type="http://schemas.openxmlformats.org/officeDocument/2006/relationships/image" Target="../media/image94.png"/><Relationship Id="rId24" Type="http://schemas.openxmlformats.org/officeDocument/2006/relationships/image" Target="../media/image98.png"/><Relationship Id="rId23" Type="http://schemas.openxmlformats.org/officeDocument/2006/relationships/image" Target="../media/image97.png"/><Relationship Id="rId25" Type="http://schemas.openxmlformats.org/officeDocument/2006/relationships/image" Target="../media/image109.png"/><Relationship Id="rId11" Type="http://schemas.openxmlformats.org/officeDocument/2006/relationships/image" Target="../media/image81.png"/><Relationship Id="rId10" Type="http://schemas.openxmlformats.org/officeDocument/2006/relationships/image" Target="../media/image87.png"/><Relationship Id="rId13" Type="http://schemas.openxmlformats.org/officeDocument/2006/relationships/image" Target="../media/image84.png"/><Relationship Id="rId12" Type="http://schemas.openxmlformats.org/officeDocument/2006/relationships/image" Target="../media/image85.png"/><Relationship Id="rId15" Type="http://schemas.openxmlformats.org/officeDocument/2006/relationships/image" Target="../media/image92.png"/><Relationship Id="rId14" Type="http://schemas.openxmlformats.org/officeDocument/2006/relationships/image" Target="../media/image90.png"/><Relationship Id="rId17" Type="http://schemas.openxmlformats.org/officeDocument/2006/relationships/image" Target="../media/image102.png"/><Relationship Id="rId16" Type="http://schemas.openxmlformats.org/officeDocument/2006/relationships/image" Target="../media/image86.png"/><Relationship Id="rId19" Type="http://schemas.openxmlformats.org/officeDocument/2006/relationships/image" Target="../media/image89.png"/><Relationship Id="rId18" Type="http://schemas.openxmlformats.org/officeDocument/2006/relationships/image" Target="../media/image9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129.jpg"/><Relationship Id="rId4" Type="http://schemas.openxmlformats.org/officeDocument/2006/relationships/image" Target="../media/image10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6.png"/><Relationship Id="rId6" Type="http://schemas.openxmlformats.org/officeDocument/2006/relationships/hyperlink" Target="http://console.redhat.com" TargetMode="External"/><Relationship Id="rId7" Type="http://schemas.openxmlformats.org/officeDocument/2006/relationships/hyperlink" Target="http://console.redhat.com" TargetMode="External"/><Relationship Id="rId8" Type="http://schemas.openxmlformats.org/officeDocument/2006/relationships/image" Target="../media/image10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 Id="rId3" Type="http://schemas.openxmlformats.org/officeDocument/2006/relationships/image" Target="../media/image91.png"/><Relationship Id="rId4" Type="http://schemas.openxmlformats.org/officeDocument/2006/relationships/image" Target="../media/image106.png"/><Relationship Id="rId5" Type="http://schemas.openxmlformats.org/officeDocument/2006/relationships/hyperlink" Target="http://console.redhat.com" TargetMode="External"/><Relationship Id="rId6" Type="http://schemas.openxmlformats.org/officeDocument/2006/relationships/image" Target="../media/image1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 Id="rId3" Type="http://schemas.openxmlformats.org/officeDocument/2006/relationships/image" Target="../media/image91.png"/><Relationship Id="rId4" Type="http://schemas.openxmlformats.org/officeDocument/2006/relationships/image" Target="../media/image89.png"/><Relationship Id="rId9" Type="http://schemas.openxmlformats.org/officeDocument/2006/relationships/image" Target="../media/image78.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4.png"/><Relationship Id="rId8" Type="http://schemas.openxmlformats.org/officeDocument/2006/relationships/image" Target="../media/image77.png"/><Relationship Id="rId10" Type="http://schemas.openxmlformats.org/officeDocument/2006/relationships/image" Target="../media/image1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 Id="rId3" Type="http://schemas.openxmlformats.org/officeDocument/2006/relationships/image" Target="../media/image91.png"/><Relationship Id="rId4" Type="http://schemas.openxmlformats.org/officeDocument/2006/relationships/image" Target="../media/image106.png"/><Relationship Id="rId9" Type="http://schemas.openxmlformats.org/officeDocument/2006/relationships/image" Target="../media/image112.png"/><Relationship Id="rId5" Type="http://schemas.openxmlformats.org/officeDocument/2006/relationships/image" Target="../media/image89.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image" Target="../media/image10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91.png"/><Relationship Id="rId4" Type="http://schemas.openxmlformats.org/officeDocument/2006/relationships/image" Target="../media/image106.png"/><Relationship Id="rId9" Type="http://schemas.openxmlformats.org/officeDocument/2006/relationships/image" Target="../media/image112.png"/><Relationship Id="rId5" Type="http://schemas.openxmlformats.org/officeDocument/2006/relationships/image" Target="../media/image89.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image" Target="../media/image10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 Id="rId3" Type="http://schemas.openxmlformats.org/officeDocument/2006/relationships/image" Target="../media/image91.png"/><Relationship Id="rId4" Type="http://schemas.openxmlformats.org/officeDocument/2006/relationships/image" Target="../media/image10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113.png"/><Relationship Id="rId8" Type="http://schemas.openxmlformats.org/officeDocument/2006/relationships/image" Target="../media/image1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 Id="rId3" Type="http://schemas.openxmlformats.org/officeDocument/2006/relationships/image" Target="../media/image91.png"/><Relationship Id="rId4" Type="http://schemas.openxmlformats.org/officeDocument/2006/relationships/image" Target="../media/image89.png"/><Relationship Id="rId9" Type="http://schemas.openxmlformats.org/officeDocument/2006/relationships/image" Target="../media/image78.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 Id="rId11" Type="http://schemas.openxmlformats.org/officeDocument/2006/relationships/image" Target="../media/image112.png"/><Relationship Id="rId10" Type="http://schemas.openxmlformats.org/officeDocument/2006/relationships/hyperlink" Target="https://www.redhat.com/en/blog/automating-content-management-red-hat-satellite-69-red-hat-ansible-automation-platform-planning-workflo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 Id="rId3" Type="http://schemas.openxmlformats.org/officeDocument/2006/relationships/image" Target="../media/image1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91.png"/><Relationship Id="rId4" Type="http://schemas.openxmlformats.org/officeDocument/2006/relationships/image" Target="../media/image116.png"/><Relationship Id="rId5" Type="http://schemas.openxmlformats.org/officeDocument/2006/relationships/image" Target="../media/image89.png"/><Relationship Id="rId6" Type="http://schemas.openxmlformats.org/officeDocument/2006/relationships/image" Target="../media/image107.png"/><Relationship Id="rId7" Type="http://schemas.openxmlformats.org/officeDocument/2006/relationships/image" Target="../media/image1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4.xml"/><Relationship Id="rId3" Type="http://schemas.openxmlformats.org/officeDocument/2006/relationships/image" Target="../media/image91.png"/><Relationship Id="rId4" Type="http://schemas.openxmlformats.org/officeDocument/2006/relationships/image" Target="../media/image116.png"/><Relationship Id="rId5" Type="http://schemas.openxmlformats.org/officeDocument/2006/relationships/image" Target="../media/image89.png"/><Relationship Id="rId6" Type="http://schemas.openxmlformats.org/officeDocument/2006/relationships/image" Target="../media/image107.png"/><Relationship Id="rId7" Type="http://schemas.openxmlformats.org/officeDocument/2006/relationships/image" Target="../media/image1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5.xml"/><Relationship Id="rId3" Type="http://schemas.openxmlformats.org/officeDocument/2006/relationships/image" Target="../media/image91.png"/><Relationship Id="rId4" Type="http://schemas.openxmlformats.org/officeDocument/2006/relationships/image" Target="../media/image115.png"/><Relationship Id="rId5" Type="http://schemas.openxmlformats.org/officeDocument/2006/relationships/image" Target="../media/image89.png"/><Relationship Id="rId6" Type="http://schemas.openxmlformats.org/officeDocument/2006/relationships/image" Target="../media/image10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6.xml"/><Relationship Id="rId3" Type="http://schemas.openxmlformats.org/officeDocument/2006/relationships/image" Target="../media/image125.jpg"/><Relationship Id="rId4" Type="http://schemas.openxmlformats.org/officeDocument/2006/relationships/image" Target="../media/image91.png"/><Relationship Id="rId9" Type="http://schemas.openxmlformats.org/officeDocument/2006/relationships/image" Target="../media/image107.png"/><Relationship Id="rId5" Type="http://schemas.openxmlformats.org/officeDocument/2006/relationships/image" Target="../media/image115.png"/><Relationship Id="rId6" Type="http://schemas.openxmlformats.org/officeDocument/2006/relationships/image" Target="../media/image86.png"/><Relationship Id="rId7" Type="http://schemas.openxmlformats.org/officeDocument/2006/relationships/image" Target="../media/image113.png"/><Relationship Id="rId8" Type="http://schemas.openxmlformats.org/officeDocument/2006/relationships/image" Target="../media/image8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7.xml"/><Relationship Id="rId3" Type="http://schemas.openxmlformats.org/officeDocument/2006/relationships/image" Target="../media/image125.jpg"/><Relationship Id="rId4" Type="http://schemas.openxmlformats.org/officeDocument/2006/relationships/image" Target="../media/image91.png"/><Relationship Id="rId5" Type="http://schemas.openxmlformats.org/officeDocument/2006/relationships/image" Target="../media/image86.png"/><Relationship Id="rId6" Type="http://schemas.openxmlformats.org/officeDocument/2006/relationships/image" Target="../media/image113.png"/><Relationship Id="rId7" Type="http://schemas.openxmlformats.org/officeDocument/2006/relationships/image" Target="../media/image89.png"/><Relationship Id="rId8" Type="http://schemas.openxmlformats.org/officeDocument/2006/relationships/image" Target="../media/image10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8.xml"/><Relationship Id="rId3" Type="http://schemas.openxmlformats.org/officeDocument/2006/relationships/image" Target="../media/image91.png"/><Relationship Id="rId4" Type="http://schemas.openxmlformats.org/officeDocument/2006/relationships/image" Target="../media/image89.png"/><Relationship Id="rId9" Type="http://schemas.openxmlformats.org/officeDocument/2006/relationships/image" Target="../media/image78.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4.png"/><Relationship Id="rId8" Type="http://schemas.openxmlformats.org/officeDocument/2006/relationships/image" Target="../media/image77.png"/><Relationship Id="rId10" Type="http://schemas.openxmlformats.org/officeDocument/2006/relationships/image" Target="../media/image1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9.xml"/><Relationship Id="rId3" Type="http://schemas.openxmlformats.org/officeDocument/2006/relationships/image" Target="../media/image91.png"/><Relationship Id="rId4" Type="http://schemas.openxmlformats.org/officeDocument/2006/relationships/image" Target="../media/image106.png"/><Relationship Id="rId9" Type="http://schemas.openxmlformats.org/officeDocument/2006/relationships/image" Target="../media/image112.png"/><Relationship Id="rId5" Type="http://schemas.openxmlformats.org/officeDocument/2006/relationships/image" Target="../media/image89.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image" Target="../media/image10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0.xml"/><Relationship Id="rId3" Type="http://schemas.openxmlformats.org/officeDocument/2006/relationships/image" Target="../media/image91.png"/><Relationship Id="rId4" Type="http://schemas.openxmlformats.org/officeDocument/2006/relationships/image" Target="../media/image106.png"/><Relationship Id="rId9" Type="http://schemas.openxmlformats.org/officeDocument/2006/relationships/image" Target="../media/image112.png"/><Relationship Id="rId5" Type="http://schemas.openxmlformats.org/officeDocument/2006/relationships/image" Target="../media/image89.png"/><Relationship Id="rId6" Type="http://schemas.openxmlformats.org/officeDocument/2006/relationships/image" Target="../media/image74.png"/><Relationship Id="rId7" Type="http://schemas.openxmlformats.org/officeDocument/2006/relationships/image" Target="../media/image77.png"/><Relationship Id="rId8" Type="http://schemas.openxmlformats.org/officeDocument/2006/relationships/image" Target="../media/image78.png"/><Relationship Id="rId10" Type="http://schemas.openxmlformats.org/officeDocument/2006/relationships/image" Target="../media/image10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1.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113.png"/><Relationship Id="rId8" Type="http://schemas.openxmlformats.org/officeDocument/2006/relationships/image" Target="../media/image1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2.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3.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4.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 Id="rId3" Type="http://schemas.openxmlformats.org/officeDocument/2006/relationships/image" Target="../media/image91.png"/><Relationship Id="rId4" Type="http://schemas.openxmlformats.org/officeDocument/2006/relationships/image" Target="../media/image89.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Relationship Id="rId3" Type="http://schemas.openxmlformats.org/officeDocument/2006/relationships/image" Target="../media/image91.png"/><Relationship Id="rId4" Type="http://schemas.openxmlformats.org/officeDocument/2006/relationships/image" Target="../media/image89.png"/><Relationship Id="rId9" Type="http://schemas.openxmlformats.org/officeDocument/2006/relationships/image" Target="../media/image78.png"/><Relationship Id="rId5" Type="http://schemas.openxmlformats.org/officeDocument/2006/relationships/image" Target="../media/image107.png"/><Relationship Id="rId6" Type="http://schemas.openxmlformats.org/officeDocument/2006/relationships/image" Target="../media/image106.png"/><Relationship Id="rId7" Type="http://schemas.openxmlformats.org/officeDocument/2006/relationships/image" Target="../media/image77.png"/><Relationship Id="rId8" Type="http://schemas.openxmlformats.org/officeDocument/2006/relationships/image" Target="../media/image74.png"/><Relationship Id="rId11" Type="http://schemas.openxmlformats.org/officeDocument/2006/relationships/image" Target="../media/image112.png"/><Relationship Id="rId10" Type="http://schemas.openxmlformats.org/officeDocument/2006/relationships/hyperlink" Target="https://www.redhat.com/en/blog/automating-content-management-red-hat-satellite-69-red-hat-ansible-automation-platform-planning-workflo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7.xml"/><Relationship Id="rId3" Type="http://schemas.openxmlformats.org/officeDocument/2006/relationships/image" Target="../media/image1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8.xml"/><Relationship Id="rId3" Type="http://schemas.openxmlformats.org/officeDocument/2006/relationships/image" Target="../media/image128.png"/><Relationship Id="rId4" Type="http://schemas.openxmlformats.org/officeDocument/2006/relationships/image" Target="../media/image127.png"/><Relationship Id="rId5" Type="http://schemas.openxmlformats.org/officeDocument/2006/relationships/image" Target="../media/image124.png"/><Relationship Id="rId6" Type="http://schemas.openxmlformats.org/officeDocument/2006/relationships/image" Target="../media/image1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0.xml"/><Relationship Id="rId3" Type="http://schemas.openxmlformats.org/officeDocument/2006/relationships/slide" Target="/ppt/slid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1.xml"/><Relationship Id="rId3" Type="http://schemas.openxmlformats.org/officeDocument/2006/relationships/hyperlink" Target="https://github.com/redhat-cop/rhis-builder"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6.xml"/><Relationship Id="rId3" Type="http://schemas.openxmlformats.org/officeDocument/2006/relationships/hyperlink" Target="https://github.com/parmstro/rhis-builder-provisioner/wiki"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51.xml"/><Relationship Id="rId3" Type="http://schemas.openxmlformats.org/officeDocument/2006/relationships/hyperlink" Target="https://github.com/redhat-cop/rhis-builder"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52.xml"/><Relationship Id="rId3" Type="http://schemas.openxmlformats.org/officeDocument/2006/relationships/image" Target="../media/image13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55.xml"/><Relationship Id="rId3" Type="http://schemas.openxmlformats.org/officeDocument/2006/relationships/hyperlink" Target="mailto:parmstro@redhat.com" TargetMode="External"/><Relationship Id="rId4" Type="http://schemas.openxmlformats.org/officeDocument/2006/relationships/hyperlink" Target="mailto:msavage@redha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61" name="Shape 1661"/>
        <p:cNvGrpSpPr/>
        <p:nvPr/>
      </p:nvGrpSpPr>
      <p:grpSpPr>
        <a:xfrm>
          <a:off x="0" y="0"/>
          <a:ext cx="0" cy="0"/>
          <a:chOff x="0" y="0"/>
          <a:chExt cx="0" cy="0"/>
        </a:xfrm>
      </p:grpSpPr>
      <p:sp>
        <p:nvSpPr>
          <p:cNvPr id="1662" name="Google Shape;1662;p115"/>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663" name="Google Shape;1663;p115"/>
          <p:cNvPicPr preferRelativeResize="0"/>
          <p:nvPr/>
        </p:nvPicPr>
        <p:blipFill>
          <a:blip r:embed="rId3">
            <a:alphaModFix/>
          </a:blip>
          <a:stretch>
            <a:fillRect/>
          </a:stretch>
        </p:blipFill>
        <p:spPr>
          <a:xfrm>
            <a:off x="3783530" y="3724564"/>
            <a:ext cx="4624999" cy="1094000"/>
          </a:xfrm>
          <a:prstGeom prst="rect">
            <a:avLst/>
          </a:prstGeom>
          <a:noFill/>
          <a:ln>
            <a:noFill/>
          </a:ln>
        </p:spPr>
      </p:pic>
      <p:sp>
        <p:nvSpPr>
          <p:cNvPr id="1664" name="Google Shape;1664;p115"/>
          <p:cNvSpPr txBox="1"/>
          <p:nvPr/>
        </p:nvSpPr>
        <p:spPr>
          <a:xfrm>
            <a:off x="1194983" y="253067"/>
            <a:ext cx="9801900" cy="2065200"/>
          </a:xfrm>
          <a:prstGeom prst="rect">
            <a:avLst/>
          </a:prstGeom>
          <a:solidFill>
            <a:schemeClr val="lt2"/>
          </a:solidFill>
          <a:ln>
            <a:noFill/>
          </a:ln>
        </p:spPr>
        <p:txBody>
          <a:bodyPr anchorCtr="0" anchor="t" bIns="121900" lIns="121900" spcFirstLastPara="1" rIns="121900" wrap="square" tIns="121900">
            <a:spAutoFit/>
          </a:bodyPr>
          <a:lstStyle/>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version: </a:t>
            </a:r>
            <a:r>
              <a:rPr b="1" lang="en" sz="1600">
                <a:solidFill>
                  <a:schemeClr val="dk1"/>
                </a:solidFill>
                <a:latin typeface="Red Hat Display"/>
                <a:ea typeface="Red Hat Display"/>
                <a:cs typeface="Red Hat Display"/>
                <a:sym typeface="Red Hat Display"/>
              </a:rPr>
              <a:t>CURRENT</a:t>
            </a:r>
            <a:endParaRPr b="1" sz="1600">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500"/>
              <a:buFont typeface="Arial"/>
              <a:buNone/>
            </a:pPr>
            <a:r>
              <a:rPr lang="en" sz="1600">
                <a:solidFill>
                  <a:schemeClr val="dk1"/>
                </a:solidFill>
                <a:latin typeface="Red Hat Display"/>
                <a:ea typeface="Red Hat Display"/>
                <a:cs typeface="Red Hat Display"/>
                <a:sym typeface="Red Hat Display"/>
              </a:rPr>
              <a:t>Document Owner: Paul Armstrong &lt;parmstro@redhat.com&gt;</a:t>
            </a:r>
            <a:endParaRPr sz="16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b="1" lang="en" sz="1600">
                <a:latin typeface="Red Hat Display"/>
                <a:ea typeface="Red Hat Display"/>
                <a:cs typeface="Red Hat Display"/>
                <a:sym typeface="Red Hat Display"/>
              </a:rPr>
              <a:t>Current Recommended Version</a:t>
            </a:r>
            <a:r>
              <a:rPr lang="en" sz="1600">
                <a:latin typeface="Red Hat Display"/>
                <a:ea typeface="Red Hat Display"/>
                <a:cs typeface="Red Hat Display"/>
                <a:sym typeface="Red Hat Display"/>
              </a:rPr>
              <a:t>:</a:t>
            </a:r>
            <a:r>
              <a:rPr lang="en" sz="1600">
                <a:solidFill>
                  <a:schemeClr val="dk1"/>
                </a:solidFill>
                <a:latin typeface="Red Hat Display"/>
                <a:ea typeface="Red Hat Display"/>
                <a:cs typeface="Red Hat Display"/>
                <a:sym typeface="Red Hat Display"/>
              </a:rPr>
              <a:t> This document</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Content Owner: The user responsible for each slide’s content is marked in the speaker notes</a:t>
            </a:r>
            <a:endParaRPr sz="1600">
              <a:latin typeface="Red Hat Display"/>
              <a:ea typeface="Red Hat Display"/>
              <a:cs typeface="Red Hat Display"/>
              <a:sym typeface="Red Hat Display"/>
            </a:endParaRPr>
          </a:p>
          <a:p>
            <a:pPr indent="0" lvl="0" marL="0" rtl="0" algn="l">
              <a:spcBef>
                <a:spcPts val="0"/>
              </a:spcBef>
              <a:spcAft>
                <a:spcPts val="0"/>
              </a:spcAft>
              <a:buNone/>
            </a:pPr>
            <a:r>
              <a:rPr lang="en" sz="1600">
                <a:latin typeface="Red Hat Display"/>
                <a:ea typeface="Red Hat Display"/>
                <a:cs typeface="Red Hat Display"/>
                <a:sym typeface="Red Hat Display"/>
              </a:rPr>
              <a:t>See: </a:t>
            </a:r>
            <a:r>
              <a:rPr lang="en" sz="1600" u="sng">
                <a:solidFill>
                  <a:schemeClr val="hlink"/>
                </a:solidFill>
                <a:latin typeface="Red Hat Display"/>
                <a:ea typeface="Red Hat Display"/>
                <a:cs typeface="Red Hat Display"/>
                <a:sym typeface="Red Hat Display"/>
                <a:hlinkClick action="ppaction://hlinkshowjump?jump=lastslide"/>
              </a:rPr>
              <a:t>Contributors page</a:t>
            </a:r>
            <a:endParaRPr sz="1600">
              <a:latin typeface="Red Hat Display"/>
              <a:ea typeface="Red Hat Display"/>
              <a:cs typeface="Red Hat Display"/>
              <a:sym typeface="Red Hat Display"/>
            </a:endParaRPr>
          </a:p>
          <a:p>
            <a:pPr indent="0" lvl="0" marL="0" rtl="0" algn="l">
              <a:spcBef>
                <a:spcPts val="0"/>
              </a:spcBef>
              <a:spcAft>
                <a:spcPts val="0"/>
              </a:spcAft>
              <a:buNone/>
            </a:pPr>
            <a:r>
              <a:t/>
            </a:r>
            <a:endParaRPr sz="1600">
              <a:latin typeface="Red Hat Display"/>
              <a:ea typeface="Red Hat Display"/>
              <a:cs typeface="Red Hat Display"/>
              <a:sym typeface="Red Hat Display"/>
            </a:endParaRPr>
          </a:p>
          <a:p>
            <a:pPr indent="0" lvl="0" marL="0" rtl="0" algn="l">
              <a:lnSpc>
                <a:spcPct val="135000"/>
              </a:lnSpc>
              <a:spcBef>
                <a:spcPts val="1100"/>
              </a:spcBef>
              <a:spcAft>
                <a:spcPts val="1100"/>
              </a:spcAft>
              <a:buClr>
                <a:schemeClr val="dk1"/>
              </a:buClr>
              <a:buSzPts val="1500"/>
              <a:buFont typeface="Arial"/>
              <a:buNone/>
            </a:pPr>
            <a:r>
              <a:rPr i="1" lang="en" sz="1300">
                <a:latin typeface="Red Hat Display"/>
                <a:ea typeface="Red Hat Display"/>
                <a:cs typeface="Red Hat Display"/>
                <a:sym typeface="Red Hat Display"/>
              </a:rPr>
              <a:t>This document follows the </a:t>
            </a:r>
            <a:r>
              <a:rPr i="1" lang="en" sz="1300" u="sng">
                <a:solidFill>
                  <a:schemeClr val="accent1"/>
                </a:solidFill>
                <a:latin typeface="Red Hat Display"/>
                <a:ea typeface="Red Hat Display"/>
                <a:cs typeface="Red Hat Display"/>
                <a:sym typeface="Red Hat Display"/>
                <a:hlinkClick r:id="rId4">
                  <a:extLst>
                    <a:ext uri="{A12FA001-AC4F-418D-AE19-62706E023703}">
                      <ahyp:hlinkClr val="tx"/>
                    </a:ext>
                  </a:extLst>
                </a:hlinkClick>
              </a:rPr>
              <a:t>ABCD Versioning Notation Lifecycle</a:t>
            </a:r>
            <a:endParaRPr i="1" sz="1300">
              <a:latin typeface="Red Hat Display"/>
              <a:ea typeface="Red Hat Display"/>
              <a:cs typeface="Red Hat Display"/>
              <a:sym typeface="Red Hat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1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70" name="Google Shape;1670;p116"/>
          <p:cNvSpPr txBox="1"/>
          <p:nvPr>
            <p:ph type="title"/>
          </p:nvPr>
        </p:nvSpPr>
        <p:spPr>
          <a:xfrm>
            <a:off x="1999825" y="1883250"/>
            <a:ext cx="98661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The rhis-builder project</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a:latin typeface="Red Hat Display Medium"/>
                <a:ea typeface="Red Hat Display Medium"/>
                <a:cs typeface="Red Hat Display Medium"/>
                <a:sym typeface="Red Hat Display Medium"/>
              </a:rPr>
              <a:t>(Project Showroom Upstream)</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t/>
            </a:r>
            <a:endParaRPr>
              <a:latin typeface="Red Hat Display Medium"/>
              <a:ea typeface="Red Hat Display Medium"/>
              <a:cs typeface="Red Hat Display Medium"/>
              <a:sym typeface="Red Hat Display Medium"/>
            </a:endParaRPr>
          </a:p>
        </p:txBody>
      </p:sp>
      <p:sp>
        <p:nvSpPr>
          <p:cNvPr id="1671" name="Google Shape;1671;p1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1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77" name="Google Shape;1677;p117"/>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Silo is a four letter word!</a:t>
            </a:r>
            <a:endParaRPr>
              <a:latin typeface="Red Hat Display Medium"/>
              <a:ea typeface="Red Hat Display Medium"/>
              <a:cs typeface="Red Hat Display Medium"/>
              <a:sym typeface="Red Hat Display Medium"/>
            </a:endParaRPr>
          </a:p>
        </p:txBody>
      </p:sp>
      <p:sp>
        <p:nvSpPr>
          <p:cNvPr id="1678" name="Google Shape;1678;p11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a:t>
            </a:r>
            <a:endParaRPr/>
          </a:p>
        </p:txBody>
      </p:sp>
      <p:sp>
        <p:nvSpPr>
          <p:cNvPr id="1684" name="Google Shape;1684;p1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685" name="Google Shape;1685;p118"/>
          <p:cNvSpPr txBox="1"/>
          <p:nvPr>
            <p:ph idx="2"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[1]</a:t>
            </a:r>
            <a:r>
              <a:rPr lang="en" u="sng">
                <a:solidFill>
                  <a:schemeClr val="hlink"/>
                </a:solidFill>
                <a:hlinkClick r:id="rId3"/>
              </a:rPr>
              <a:t>https://github.com/mhjacks/ansible-pattern-theory</a:t>
            </a:r>
            <a:r>
              <a:rPr lang="en"/>
              <a:t> - Martin Jackson - Validated Patterns Team</a:t>
            </a:r>
            <a:endParaRPr/>
          </a:p>
        </p:txBody>
      </p:sp>
      <p:sp>
        <p:nvSpPr>
          <p:cNvPr id="1686" name="Google Shape;1686;p118"/>
          <p:cNvSpPr txBox="1"/>
          <p:nvPr>
            <p:ph idx="3" type="body"/>
          </p:nvPr>
        </p:nvSpPr>
        <p:spPr>
          <a:xfrm>
            <a:off x="2438400" y="1600200"/>
            <a:ext cx="7315200" cy="3657600"/>
          </a:xfrm>
          <a:prstGeom prst="rect">
            <a:avLst/>
          </a:prstGeom>
        </p:spPr>
        <p:txBody>
          <a:bodyPr anchorCtr="0" anchor="t" bIns="0" lIns="0" spcFirstLastPara="1" rIns="0" wrap="square" tIns="0">
            <a:noAutofit/>
          </a:bodyPr>
          <a:lstStyle/>
          <a:p>
            <a:pPr indent="0" lvl="0" marL="0" rtl="0" algn="l">
              <a:spcBef>
                <a:spcPts val="1000"/>
              </a:spcBef>
              <a:spcAft>
                <a:spcPts val="1000"/>
              </a:spcAft>
              <a:buNone/>
            </a:pPr>
            <a:r>
              <a:rPr lang="en"/>
              <a:t>rhis-builder started out as a desire to allow our customers to manage an SOE model using a </a:t>
            </a:r>
            <a:r>
              <a:rPr lang="en" u="sng">
                <a:solidFill>
                  <a:schemeClr val="hlink"/>
                </a:solidFill>
                <a:hlinkClick r:id="rId4"/>
              </a:rPr>
              <a:t>GitOps framework</a:t>
            </a:r>
            <a:r>
              <a:rPr lang="en" sz="1100"/>
              <a:t>[1]</a:t>
            </a:r>
            <a:r>
              <a:rPr lang="en"/>
              <a:t> to customers and embed Ansible as a core component. This resulted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1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solidFill>
                  <a:schemeClr val="lt1"/>
                </a:solidFill>
              </a:rPr>
              <a:t>Security features of Red Hat Enterprise Linux</a:t>
            </a:r>
            <a:endParaRPr>
              <a:solidFill>
                <a:schemeClr val="lt1"/>
              </a:solidFill>
            </a:endParaRPr>
          </a:p>
        </p:txBody>
      </p:sp>
      <p:sp>
        <p:nvSpPr>
          <p:cNvPr id="1692" name="Google Shape;1692;p1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cxnSp>
        <p:nvCxnSpPr>
          <p:cNvPr id="1693" name="Google Shape;1693;p1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94" name="Google Shape;1694;p11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95" name="Google Shape;1695;p1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a:t>
            </a:r>
            <a:endParaRPr/>
          </a:p>
        </p:txBody>
      </p:sp>
      <p:grpSp>
        <p:nvGrpSpPr>
          <p:cNvPr id="1696" name="Google Shape;1696;p119"/>
          <p:cNvGrpSpPr/>
          <p:nvPr/>
        </p:nvGrpSpPr>
        <p:grpSpPr>
          <a:xfrm>
            <a:off x="3395200" y="1713623"/>
            <a:ext cx="5520129" cy="1836788"/>
            <a:chOff x="3471400" y="1866023"/>
            <a:chExt cx="5520129" cy="1836788"/>
          </a:xfrm>
        </p:grpSpPr>
        <p:grpSp>
          <p:nvGrpSpPr>
            <p:cNvPr id="1697" name="Google Shape;1697;p119"/>
            <p:cNvGrpSpPr/>
            <p:nvPr/>
          </p:nvGrpSpPr>
          <p:grpSpPr>
            <a:xfrm>
              <a:off x="3494491" y="1866023"/>
              <a:ext cx="5497037" cy="683526"/>
              <a:chOff x="1760225" y="1602474"/>
              <a:chExt cx="5497037" cy="683526"/>
            </a:xfrm>
          </p:grpSpPr>
          <p:pic>
            <p:nvPicPr>
              <p:cNvPr id="1698" name="Google Shape;1698;p119"/>
              <p:cNvPicPr preferRelativeResize="0"/>
              <p:nvPr/>
            </p:nvPicPr>
            <p:blipFill>
              <a:blip r:embed="rId3">
                <a:alphaModFix/>
              </a:blip>
              <a:stretch>
                <a:fillRect/>
              </a:stretch>
            </p:blipFill>
            <p:spPr>
              <a:xfrm>
                <a:off x="1760225" y="1678922"/>
                <a:ext cx="2484082" cy="603850"/>
              </a:xfrm>
              <a:prstGeom prst="rect">
                <a:avLst/>
              </a:prstGeom>
              <a:noFill/>
              <a:ln>
                <a:noFill/>
              </a:ln>
            </p:spPr>
          </p:pic>
          <p:sp>
            <p:nvSpPr>
              <p:cNvPr id="1699" name="Google Shape;1699;p119"/>
              <p:cNvSpPr txBox="1"/>
              <p:nvPr/>
            </p:nvSpPr>
            <p:spPr>
              <a:xfrm>
                <a:off x="3270862" y="1602474"/>
                <a:ext cx="3986400" cy="45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latin typeface="Red Hat Display Black"/>
                    <a:ea typeface="Red Hat Display Black"/>
                    <a:cs typeface="Red Hat Display Black"/>
                    <a:sym typeface="Red Hat Display Black"/>
                  </a:rPr>
                  <a:t>Infrastructure Standard</a:t>
                </a:r>
                <a:endParaRPr sz="2100">
                  <a:latin typeface="Red Hat Display Black"/>
                  <a:ea typeface="Red Hat Display Black"/>
                  <a:cs typeface="Red Hat Display Black"/>
                  <a:sym typeface="Red Hat Display Black"/>
                </a:endParaRPr>
              </a:p>
            </p:txBody>
          </p:sp>
          <p:sp>
            <p:nvSpPr>
              <p:cNvPr id="1700" name="Google Shape;1700;p119"/>
              <p:cNvSpPr/>
              <p:nvPr/>
            </p:nvSpPr>
            <p:spPr>
              <a:xfrm>
                <a:off x="2256750" y="2012100"/>
                <a:ext cx="1987500" cy="273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nvGrpSpPr>
            <p:cNvPr id="1701" name="Google Shape;1701;p119"/>
            <p:cNvGrpSpPr/>
            <p:nvPr/>
          </p:nvGrpSpPr>
          <p:grpSpPr>
            <a:xfrm>
              <a:off x="3471400" y="2408612"/>
              <a:ext cx="5139300" cy="1294200"/>
              <a:chOff x="3547600" y="732212"/>
              <a:chExt cx="5139300" cy="1294200"/>
            </a:xfrm>
          </p:grpSpPr>
          <p:grpSp>
            <p:nvGrpSpPr>
              <p:cNvPr id="1702" name="Google Shape;1702;p119"/>
              <p:cNvGrpSpPr/>
              <p:nvPr/>
            </p:nvGrpSpPr>
            <p:grpSpPr>
              <a:xfrm>
                <a:off x="3888775" y="879611"/>
                <a:ext cx="4461775" cy="957150"/>
                <a:chOff x="5412775" y="879611"/>
                <a:chExt cx="4461775" cy="957150"/>
              </a:xfrm>
            </p:grpSpPr>
            <p:pic>
              <p:nvPicPr>
                <p:cNvPr id="1703" name="Google Shape;1703;p119"/>
                <p:cNvPicPr preferRelativeResize="0"/>
                <p:nvPr/>
              </p:nvPicPr>
              <p:blipFill>
                <a:blip r:embed="rId4">
                  <a:alphaModFix/>
                </a:blip>
                <a:stretch>
                  <a:fillRect/>
                </a:stretch>
              </p:blipFill>
              <p:spPr>
                <a:xfrm>
                  <a:off x="7914104" y="879611"/>
                  <a:ext cx="957150" cy="957150"/>
                </a:xfrm>
                <a:prstGeom prst="rect">
                  <a:avLst/>
                </a:prstGeom>
                <a:noFill/>
                <a:ln>
                  <a:noFill/>
                </a:ln>
              </p:spPr>
            </p:pic>
            <p:pic>
              <p:nvPicPr>
                <p:cNvPr id="1704" name="Google Shape;1704;p119"/>
                <p:cNvPicPr preferRelativeResize="0"/>
                <p:nvPr/>
              </p:nvPicPr>
              <p:blipFill>
                <a:blip r:embed="rId5">
                  <a:alphaModFix/>
                </a:blip>
                <a:stretch>
                  <a:fillRect/>
                </a:stretch>
              </p:blipFill>
              <p:spPr>
                <a:xfrm>
                  <a:off x="5412775" y="953636"/>
                  <a:ext cx="801085" cy="809100"/>
                </a:xfrm>
                <a:prstGeom prst="rect">
                  <a:avLst/>
                </a:prstGeom>
                <a:noFill/>
                <a:ln>
                  <a:noFill/>
                </a:ln>
              </p:spPr>
            </p:pic>
            <p:pic>
              <p:nvPicPr>
                <p:cNvPr id="1705" name="Google Shape;1705;p119"/>
                <p:cNvPicPr preferRelativeResize="0"/>
                <p:nvPr/>
              </p:nvPicPr>
              <p:blipFill rotWithShape="1">
                <a:blip r:embed="rId6">
                  <a:alphaModFix/>
                </a:blip>
                <a:srcRect b="13122" l="12810" r="11523" t="12272"/>
                <a:stretch/>
              </p:blipFill>
              <p:spPr>
                <a:xfrm>
                  <a:off x="6608025" y="887523"/>
                  <a:ext cx="957150" cy="941325"/>
                </a:xfrm>
                <a:prstGeom prst="rect">
                  <a:avLst/>
                </a:prstGeom>
                <a:noFill/>
                <a:ln>
                  <a:noFill/>
                </a:ln>
              </p:spPr>
            </p:pic>
            <p:pic>
              <p:nvPicPr>
                <p:cNvPr id="1706" name="Google Shape;1706;p119"/>
                <p:cNvPicPr preferRelativeResize="0"/>
                <p:nvPr/>
              </p:nvPicPr>
              <p:blipFill rotWithShape="1">
                <a:blip r:embed="rId7">
                  <a:alphaModFix/>
                </a:blip>
                <a:srcRect b="9632" l="15541" r="14164" t="9218"/>
                <a:stretch/>
              </p:blipFill>
              <p:spPr>
                <a:xfrm>
                  <a:off x="9220175" y="980423"/>
                  <a:ext cx="654375" cy="755525"/>
                </a:xfrm>
                <a:prstGeom prst="rect">
                  <a:avLst/>
                </a:prstGeom>
                <a:noFill/>
                <a:ln>
                  <a:noFill/>
                </a:ln>
              </p:spPr>
            </p:pic>
          </p:grpSp>
          <p:sp>
            <p:nvSpPr>
              <p:cNvPr id="1707" name="Google Shape;1707;p119"/>
              <p:cNvSpPr/>
              <p:nvPr/>
            </p:nvSpPr>
            <p:spPr>
              <a:xfrm>
                <a:off x="3547600" y="732212"/>
                <a:ext cx="5139300" cy="12942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grpSp>
      </p:grpSp>
      <p:grpSp>
        <p:nvGrpSpPr>
          <p:cNvPr id="1708" name="Google Shape;1708;p119"/>
          <p:cNvGrpSpPr/>
          <p:nvPr/>
        </p:nvGrpSpPr>
        <p:grpSpPr>
          <a:xfrm>
            <a:off x="877138" y="3795076"/>
            <a:ext cx="9378799" cy="2122688"/>
            <a:chOff x="877138" y="3795076"/>
            <a:chExt cx="9378799" cy="2122688"/>
          </a:xfrm>
        </p:grpSpPr>
        <p:pic>
          <p:nvPicPr>
            <p:cNvPr id="1709" name="Google Shape;1709;p119" title="Icon-Red_Hat-Code-A-Red-RGB.png"/>
            <p:cNvPicPr preferRelativeResize="0"/>
            <p:nvPr/>
          </p:nvPicPr>
          <p:blipFill>
            <a:blip r:embed="rId8">
              <a:alphaModFix/>
            </a:blip>
            <a:stretch>
              <a:fillRect/>
            </a:stretch>
          </p:blipFill>
          <p:spPr>
            <a:xfrm>
              <a:off x="1828800" y="4384484"/>
              <a:ext cx="552950" cy="552950"/>
            </a:xfrm>
            <a:prstGeom prst="rect">
              <a:avLst/>
            </a:prstGeom>
            <a:noFill/>
            <a:ln>
              <a:noFill/>
            </a:ln>
          </p:spPr>
        </p:pic>
        <p:pic>
          <p:nvPicPr>
            <p:cNvPr id="1710" name="Google Shape;1710;p119" title="Icon-Red_Hat-Clipboard_Checklist-A-Red-RGB.png"/>
            <p:cNvPicPr preferRelativeResize="0"/>
            <p:nvPr/>
          </p:nvPicPr>
          <p:blipFill>
            <a:blip r:embed="rId9">
              <a:alphaModFix/>
            </a:blip>
            <a:stretch>
              <a:fillRect/>
            </a:stretch>
          </p:blipFill>
          <p:spPr>
            <a:xfrm>
              <a:off x="2466724" y="4384484"/>
              <a:ext cx="552950" cy="552950"/>
            </a:xfrm>
            <a:prstGeom prst="rect">
              <a:avLst/>
            </a:prstGeom>
            <a:noFill/>
            <a:ln>
              <a:noFill/>
            </a:ln>
          </p:spPr>
        </p:pic>
        <p:pic>
          <p:nvPicPr>
            <p:cNvPr id="1711" name="Google Shape;1711;p119" title="Icon-Red_Hat-Blueprints-A-Red-RGB.png"/>
            <p:cNvPicPr preferRelativeResize="0"/>
            <p:nvPr/>
          </p:nvPicPr>
          <p:blipFill>
            <a:blip r:embed="rId10">
              <a:alphaModFix/>
            </a:blip>
            <a:stretch>
              <a:fillRect/>
            </a:stretch>
          </p:blipFill>
          <p:spPr>
            <a:xfrm>
              <a:off x="3104649" y="4384476"/>
              <a:ext cx="552950" cy="552967"/>
            </a:xfrm>
            <a:prstGeom prst="rect">
              <a:avLst/>
            </a:prstGeom>
            <a:noFill/>
            <a:ln>
              <a:noFill/>
            </a:ln>
          </p:spPr>
        </p:pic>
        <p:grpSp>
          <p:nvGrpSpPr>
            <p:cNvPr id="1712" name="Google Shape;1712;p119"/>
            <p:cNvGrpSpPr/>
            <p:nvPr/>
          </p:nvGrpSpPr>
          <p:grpSpPr>
            <a:xfrm>
              <a:off x="7056899" y="4943270"/>
              <a:ext cx="1044811" cy="698617"/>
              <a:chOff x="7056899" y="4943270"/>
              <a:chExt cx="1044811" cy="698617"/>
            </a:xfrm>
          </p:grpSpPr>
          <p:grpSp>
            <p:nvGrpSpPr>
              <p:cNvPr id="1713" name="Google Shape;1713;p119"/>
              <p:cNvGrpSpPr/>
              <p:nvPr/>
            </p:nvGrpSpPr>
            <p:grpSpPr>
              <a:xfrm>
                <a:off x="7597086" y="4943270"/>
                <a:ext cx="504625" cy="698617"/>
                <a:chOff x="7597086" y="4943270"/>
                <a:chExt cx="504625" cy="698617"/>
              </a:xfrm>
            </p:grpSpPr>
            <p:pic>
              <p:nvPicPr>
                <p:cNvPr id="1714" name="Google Shape;1714;p119"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715" name="Google Shape;1715;p119"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716" name="Google Shape;1716;p119"/>
              <p:cNvGrpSpPr/>
              <p:nvPr/>
            </p:nvGrpSpPr>
            <p:grpSpPr>
              <a:xfrm>
                <a:off x="7056899" y="4943270"/>
                <a:ext cx="504625" cy="698617"/>
                <a:chOff x="7056899" y="4943270"/>
                <a:chExt cx="504625" cy="698617"/>
              </a:xfrm>
            </p:grpSpPr>
            <p:pic>
              <p:nvPicPr>
                <p:cNvPr id="1717" name="Google Shape;1717;p119"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718" name="Google Shape;1718;p119"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719" name="Google Shape;1719;p119"/>
            <p:cNvGrpSpPr/>
            <p:nvPr/>
          </p:nvGrpSpPr>
          <p:grpSpPr>
            <a:xfrm>
              <a:off x="8134012" y="4943270"/>
              <a:ext cx="1044811" cy="698617"/>
              <a:chOff x="7056899" y="4943270"/>
              <a:chExt cx="1044811" cy="698617"/>
            </a:xfrm>
          </p:grpSpPr>
          <p:grpSp>
            <p:nvGrpSpPr>
              <p:cNvPr id="1720" name="Google Shape;1720;p119"/>
              <p:cNvGrpSpPr/>
              <p:nvPr/>
            </p:nvGrpSpPr>
            <p:grpSpPr>
              <a:xfrm>
                <a:off x="7597086" y="4943270"/>
                <a:ext cx="504625" cy="698617"/>
                <a:chOff x="7597086" y="4943270"/>
                <a:chExt cx="504625" cy="698617"/>
              </a:xfrm>
            </p:grpSpPr>
            <p:pic>
              <p:nvPicPr>
                <p:cNvPr id="1721" name="Google Shape;1721;p119"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722" name="Google Shape;1722;p119"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723" name="Google Shape;1723;p119"/>
              <p:cNvGrpSpPr/>
              <p:nvPr/>
            </p:nvGrpSpPr>
            <p:grpSpPr>
              <a:xfrm>
                <a:off x="7056899" y="4943270"/>
                <a:ext cx="504625" cy="698617"/>
                <a:chOff x="7056899" y="4943270"/>
                <a:chExt cx="504625" cy="698617"/>
              </a:xfrm>
            </p:grpSpPr>
            <p:pic>
              <p:nvPicPr>
                <p:cNvPr id="1724" name="Google Shape;1724;p119"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725" name="Google Shape;1725;p119"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726" name="Google Shape;1726;p119"/>
            <p:cNvGrpSpPr/>
            <p:nvPr/>
          </p:nvGrpSpPr>
          <p:grpSpPr>
            <a:xfrm>
              <a:off x="9211125" y="4943270"/>
              <a:ext cx="1044811" cy="698617"/>
              <a:chOff x="7056899" y="4943270"/>
              <a:chExt cx="1044811" cy="698617"/>
            </a:xfrm>
          </p:grpSpPr>
          <p:grpSp>
            <p:nvGrpSpPr>
              <p:cNvPr id="1727" name="Google Shape;1727;p119"/>
              <p:cNvGrpSpPr/>
              <p:nvPr/>
            </p:nvGrpSpPr>
            <p:grpSpPr>
              <a:xfrm>
                <a:off x="7597086" y="4943270"/>
                <a:ext cx="504625" cy="698617"/>
                <a:chOff x="7597086" y="4943270"/>
                <a:chExt cx="504625" cy="698617"/>
              </a:xfrm>
            </p:grpSpPr>
            <p:pic>
              <p:nvPicPr>
                <p:cNvPr id="1728" name="Google Shape;1728;p119" title="Icon-Red_Hat-Server_secured-A-Red-RGB.png"/>
                <p:cNvPicPr preferRelativeResize="0"/>
                <p:nvPr/>
              </p:nvPicPr>
              <p:blipFill>
                <a:blip r:embed="rId11">
                  <a:alphaModFix/>
                </a:blip>
                <a:stretch>
                  <a:fillRect/>
                </a:stretch>
              </p:blipFill>
              <p:spPr>
                <a:xfrm>
                  <a:off x="7597086" y="5137262"/>
                  <a:ext cx="504625" cy="504625"/>
                </a:xfrm>
                <a:prstGeom prst="rect">
                  <a:avLst/>
                </a:prstGeom>
                <a:noFill/>
                <a:ln>
                  <a:noFill/>
                </a:ln>
              </p:spPr>
            </p:pic>
            <p:pic>
              <p:nvPicPr>
                <p:cNvPr id="1729" name="Google Shape;1729;p119" title="Icon-Red_Hat-App_secured-A-Red-RGB.png"/>
                <p:cNvPicPr preferRelativeResize="0"/>
                <p:nvPr/>
              </p:nvPicPr>
              <p:blipFill>
                <a:blip r:embed="rId12">
                  <a:alphaModFix/>
                </a:blip>
                <a:stretch>
                  <a:fillRect/>
                </a:stretch>
              </p:blipFill>
              <p:spPr>
                <a:xfrm>
                  <a:off x="7684398" y="4943270"/>
                  <a:ext cx="330000" cy="330000"/>
                </a:xfrm>
                <a:prstGeom prst="rect">
                  <a:avLst/>
                </a:prstGeom>
                <a:noFill/>
                <a:ln>
                  <a:noFill/>
                </a:ln>
              </p:spPr>
            </p:pic>
          </p:grpSp>
          <p:grpSp>
            <p:nvGrpSpPr>
              <p:cNvPr id="1730" name="Google Shape;1730;p119"/>
              <p:cNvGrpSpPr/>
              <p:nvPr/>
            </p:nvGrpSpPr>
            <p:grpSpPr>
              <a:xfrm>
                <a:off x="7056899" y="4943270"/>
                <a:ext cx="504625" cy="698617"/>
                <a:chOff x="7056899" y="4943270"/>
                <a:chExt cx="504625" cy="698617"/>
              </a:xfrm>
            </p:grpSpPr>
            <p:pic>
              <p:nvPicPr>
                <p:cNvPr id="1731" name="Google Shape;1731;p119" title="Icon-Red_Hat-App_secured-A-Red-RGB.png"/>
                <p:cNvPicPr preferRelativeResize="0"/>
                <p:nvPr/>
              </p:nvPicPr>
              <p:blipFill>
                <a:blip r:embed="rId12">
                  <a:alphaModFix/>
                </a:blip>
                <a:stretch>
                  <a:fillRect/>
                </a:stretch>
              </p:blipFill>
              <p:spPr>
                <a:xfrm>
                  <a:off x="7144212" y="4943270"/>
                  <a:ext cx="330000" cy="330000"/>
                </a:xfrm>
                <a:prstGeom prst="rect">
                  <a:avLst/>
                </a:prstGeom>
                <a:noFill/>
                <a:ln>
                  <a:noFill/>
                </a:ln>
              </p:spPr>
            </p:pic>
            <p:pic>
              <p:nvPicPr>
                <p:cNvPr id="1732" name="Google Shape;1732;p119" title="Icon-Red_Hat-Virtual_server_secured-A-Red-RGB.png"/>
                <p:cNvPicPr preferRelativeResize="0"/>
                <p:nvPr/>
              </p:nvPicPr>
              <p:blipFill>
                <a:blip r:embed="rId13">
                  <a:alphaModFix/>
                </a:blip>
                <a:stretch>
                  <a:fillRect/>
                </a:stretch>
              </p:blipFill>
              <p:spPr>
                <a:xfrm>
                  <a:off x="7056899" y="5137262"/>
                  <a:ext cx="504625" cy="504625"/>
                </a:xfrm>
                <a:prstGeom prst="rect">
                  <a:avLst/>
                </a:prstGeom>
                <a:noFill/>
                <a:ln>
                  <a:noFill/>
                </a:ln>
              </p:spPr>
            </p:pic>
          </p:grpSp>
        </p:grpSp>
        <p:grpSp>
          <p:nvGrpSpPr>
            <p:cNvPr id="1733" name="Google Shape;1733;p119"/>
            <p:cNvGrpSpPr/>
            <p:nvPr/>
          </p:nvGrpSpPr>
          <p:grpSpPr>
            <a:xfrm>
              <a:off x="4900201" y="3795076"/>
              <a:ext cx="2109887" cy="2122688"/>
              <a:chOff x="5205001" y="3795076"/>
              <a:chExt cx="2109887" cy="2122688"/>
            </a:xfrm>
          </p:grpSpPr>
          <p:grpSp>
            <p:nvGrpSpPr>
              <p:cNvPr id="1734" name="Google Shape;1734;p119"/>
              <p:cNvGrpSpPr/>
              <p:nvPr/>
            </p:nvGrpSpPr>
            <p:grpSpPr>
              <a:xfrm>
                <a:off x="5205001" y="3795076"/>
                <a:ext cx="2109887" cy="2122688"/>
                <a:chOff x="7124952" y="3784200"/>
                <a:chExt cx="1828800" cy="1828800"/>
              </a:xfrm>
            </p:grpSpPr>
            <p:pic>
              <p:nvPicPr>
                <p:cNvPr id="1735" name="Google Shape;1735;p119" title="Icon-Red_Hat-Industry-A-Red-RGB.png"/>
                <p:cNvPicPr preferRelativeResize="0"/>
                <p:nvPr/>
              </p:nvPicPr>
              <p:blipFill>
                <a:blip r:embed="rId14">
                  <a:alphaModFix/>
                </a:blip>
                <a:stretch>
                  <a:fillRect/>
                </a:stretch>
              </p:blipFill>
              <p:spPr>
                <a:xfrm>
                  <a:off x="7124952" y="3784200"/>
                  <a:ext cx="1828800" cy="1828800"/>
                </a:xfrm>
                <a:prstGeom prst="rect">
                  <a:avLst/>
                </a:prstGeom>
                <a:noFill/>
                <a:ln>
                  <a:noFill/>
                </a:ln>
              </p:spPr>
            </p:pic>
            <p:pic>
              <p:nvPicPr>
                <p:cNvPr id="1736" name="Google Shape;1736;p119" title="Icon-Red_Hat-Gear_group-A-Red-RGB.png"/>
                <p:cNvPicPr preferRelativeResize="0"/>
                <p:nvPr/>
              </p:nvPicPr>
              <p:blipFill>
                <a:blip r:embed="rId15">
                  <a:alphaModFix/>
                </a:blip>
                <a:stretch>
                  <a:fillRect/>
                </a:stretch>
              </p:blipFill>
              <p:spPr>
                <a:xfrm>
                  <a:off x="7510288" y="4767087"/>
                  <a:ext cx="524225" cy="524225"/>
                </a:xfrm>
                <a:prstGeom prst="rect">
                  <a:avLst/>
                </a:prstGeom>
                <a:noFill/>
                <a:ln>
                  <a:noFill/>
                </a:ln>
              </p:spPr>
            </p:pic>
          </p:grpSp>
          <p:pic>
            <p:nvPicPr>
              <p:cNvPr id="1737" name="Google Shape;1737;p119" title="Icon-Red_Hat-Automation-A-Red-RGB.png"/>
              <p:cNvPicPr preferRelativeResize="0"/>
              <p:nvPr/>
            </p:nvPicPr>
            <p:blipFill>
              <a:blip r:embed="rId16">
                <a:alphaModFix/>
              </a:blip>
              <a:stretch>
                <a:fillRect/>
              </a:stretch>
            </p:blipFill>
            <p:spPr>
              <a:xfrm rot="-5400000">
                <a:off x="6288777" y="4332227"/>
                <a:ext cx="549475" cy="549450"/>
              </a:xfrm>
              <a:prstGeom prst="rect">
                <a:avLst/>
              </a:prstGeom>
              <a:noFill/>
              <a:ln>
                <a:noFill/>
              </a:ln>
            </p:spPr>
          </p:pic>
        </p:grpSp>
        <p:grpSp>
          <p:nvGrpSpPr>
            <p:cNvPr id="1738" name="Google Shape;1738;p119"/>
            <p:cNvGrpSpPr/>
            <p:nvPr/>
          </p:nvGrpSpPr>
          <p:grpSpPr>
            <a:xfrm>
              <a:off x="2868650" y="5117680"/>
              <a:ext cx="1931349" cy="456600"/>
              <a:chOff x="2182850" y="5041480"/>
              <a:chExt cx="1931349" cy="456600"/>
            </a:xfrm>
          </p:grpSpPr>
          <p:pic>
            <p:nvPicPr>
              <p:cNvPr id="1739" name="Google Shape;1739;p119"/>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1740" name="Google Shape;1740;p119"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1741" name="Google Shape;1741;p119"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1742" name="Google Shape;1742;p119"/>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nvGrpSpPr>
            <p:cNvPr id="1743" name="Google Shape;1743;p119"/>
            <p:cNvGrpSpPr/>
            <p:nvPr/>
          </p:nvGrpSpPr>
          <p:grpSpPr>
            <a:xfrm>
              <a:off x="877138" y="5117680"/>
              <a:ext cx="1931349" cy="456600"/>
              <a:chOff x="2182850" y="5041480"/>
              <a:chExt cx="1931349" cy="456600"/>
            </a:xfrm>
          </p:grpSpPr>
          <p:pic>
            <p:nvPicPr>
              <p:cNvPr id="1744" name="Google Shape;1744;p119"/>
              <p:cNvPicPr preferRelativeResize="0"/>
              <p:nvPr/>
            </p:nvPicPr>
            <p:blipFill rotWithShape="1">
              <a:blip r:embed="rId17">
                <a:alphaModFix/>
              </a:blip>
              <a:srcRect b="6041" l="9" r="9" t="0"/>
              <a:stretch/>
            </p:blipFill>
            <p:spPr>
              <a:xfrm>
                <a:off x="3166017" y="5052301"/>
                <a:ext cx="456599" cy="434959"/>
              </a:xfrm>
              <a:prstGeom prst="rect">
                <a:avLst/>
              </a:prstGeom>
              <a:noFill/>
              <a:ln>
                <a:noFill/>
              </a:ln>
            </p:spPr>
          </p:pic>
          <p:pic>
            <p:nvPicPr>
              <p:cNvPr id="1745" name="Google Shape;1745;p119" title="Icon-Red_Hat-Server-A-Red-RGB.png"/>
              <p:cNvPicPr preferRelativeResize="0"/>
              <p:nvPr/>
            </p:nvPicPr>
            <p:blipFill>
              <a:blip r:embed="rId18">
                <a:alphaModFix/>
              </a:blip>
              <a:stretch>
                <a:fillRect/>
              </a:stretch>
            </p:blipFill>
            <p:spPr>
              <a:xfrm>
                <a:off x="2674433" y="5041480"/>
                <a:ext cx="456600" cy="456600"/>
              </a:xfrm>
              <a:prstGeom prst="rect">
                <a:avLst/>
              </a:prstGeom>
              <a:noFill/>
              <a:ln>
                <a:noFill/>
              </a:ln>
            </p:spPr>
          </p:pic>
          <p:pic>
            <p:nvPicPr>
              <p:cNvPr id="1746" name="Google Shape;1746;p119" title="Icon-Red_Hat-Virtual_server-A-Red-RGB.png"/>
              <p:cNvPicPr preferRelativeResize="0"/>
              <p:nvPr/>
            </p:nvPicPr>
            <p:blipFill>
              <a:blip r:embed="rId19">
                <a:alphaModFix/>
              </a:blip>
              <a:stretch>
                <a:fillRect/>
              </a:stretch>
            </p:blipFill>
            <p:spPr>
              <a:xfrm>
                <a:off x="3657600" y="5041480"/>
                <a:ext cx="456600" cy="456600"/>
              </a:xfrm>
              <a:prstGeom prst="rect">
                <a:avLst/>
              </a:prstGeom>
              <a:noFill/>
              <a:ln>
                <a:noFill/>
              </a:ln>
            </p:spPr>
          </p:pic>
          <p:pic>
            <p:nvPicPr>
              <p:cNvPr id="1747" name="Google Shape;1747;p119"/>
              <p:cNvPicPr preferRelativeResize="0"/>
              <p:nvPr/>
            </p:nvPicPr>
            <p:blipFill rotWithShape="1">
              <a:blip r:embed="rId17">
                <a:alphaModFix/>
              </a:blip>
              <a:srcRect b="6041" l="9" r="9" t="0"/>
              <a:stretch/>
            </p:blipFill>
            <p:spPr>
              <a:xfrm>
                <a:off x="2182850" y="5052301"/>
                <a:ext cx="456599" cy="434959"/>
              </a:xfrm>
              <a:prstGeom prst="rect">
                <a:avLst/>
              </a:prstGeom>
              <a:noFill/>
              <a:ln>
                <a:noFill/>
              </a:ln>
            </p:spPr>
          </p:pic>
        </p:grpSp>
      </p:grpSp>
      <p:sp>
        <p:nvSpPr>
          <p:cNvPr id="1748" name="Google Shape;1748;p119"/>
          <p:cNvSpPr txBox="1"/>
          <p:nvPr/>
        </p:nvSpPr>
        <p:spPr>
          <a:xfrm>
            <a:off x="629075" y="1007225"/>
            <a:ext cx="2199900" cy="27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Configuration Data</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Code</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Checklists</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Blueprints</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RHEL</a:t>
            </a:r>
            <a:endParaRPr sz="18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a:t>
            </a:r>
            <a:endParaRPr b="1" sz="24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Physical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Virtual</a:t>
            </a:r>
            <a:br>
              <a:rPr lang="en" sz="1800">
                <a:latin typeface="Red Hat Display"/>
                <a:ea typeface="Red Hat Display"/>
                <a:cs typeface="Red Hat Display"/>
                <a:sym typeface="Red Hat Display"/>
              </a:rPr>
            </a:br>
            <a:r>
              <a:rPr lang="en" sz="1800">
                <a:latin typeface="Red Hat Display"/>
                <a:ea typeface="Red Hat Display"/>
                <a:cs typeface="Red Hat Display"/>
                <a:sym typeface="Red Hat Display"/>
              </a:rPr>
              <a:t>Cloud Instances</a:t>
            </a:r>
            <a:endParaRPr sz="1800">
              <a:latin typeface="Red Hat Display"/>
              <a:ea typeface="Red Hat Display"/>
              <a:cs typeface="Red Hat Display"/>
              <a:sym typeface="Red Hat Display"/>
            </a:endParaRPr>
          </a:p>
        </p:txBody>
      </p:sp>
      <p:sp>
        <p:nvSpPr>
          <p:cNvPr id="1749" name="Google Shape;1749;p119"/>
          <p:cNvSpPr txBox="1"/>
          <p:nvPr/>
        </p:nvSpPr>
        <p:spPr>
          <a:xfrm>
            <a:off x="9468275" y="1007225"/>
            <a:ext cx="2199900" cy="333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ed Hat Display"/>
                <a:ea typeface="Red Hat Display"/>
                <a:cs typeface="Red Hat Display"/>
                <a:sym typeface="Red Hat Display"/>
              </a:rPr>
              <a:t>Hardened</a:t>
            </a:r>
            <a:br>
              <a:rPr b="1" lang="en" sz="1800">
                <a:latin typeface="Red Hat Display"/>
                <a:ea typeface="Red Hat Display"/>
                <a:cs typeface="Red Hat Display"/>
                <a:sym typeface="Red Hat Display"/>
              </a:rPr>
            </a:br>
            <a:r>
              <a:rPr b="1" lang="en" sz="1800">
                <a:latin typeface="Red Hat Display"/>
                <a:ea typeface="Red Hat Display"/>
                <a:cs typeface="Red Hat Display"/>
                <a:sym typeface="Red Hat Display"/>
              </a:rPr>
              <a:t>Patched</a:t>
            </a:r>
            <a:endParaRPr b="1" sz="1800">
              <a:latin typeface="Red Hat Display"/>
              <a:ea typeface="Red Hat Display"/>
              <a:cs typeface="Red Hat Display"/>
              <a:sym typeface="Red Hat Display"/>
            </a:endParaRPr>
          </a:p>
          <a:p>
            <a:pPr indent="0" lvl="0" marL="0" rtl="0" algn="l">
              <a:spcBef>
                <a:spcPts val="0"/>
              </a:spcBef>
              <a:spcAft>
                <a:spcPts val="0"/>
              </a:spcAft>
              <a:buNone/>
            </a:pPr>
            <a:r>
              <a:rPr b="1" lang="en" sz="1800">
                <a:latin typeface="Red Hat Display"/>
                <a:ea typeface="Red Hat Display"/>
                <a:cs typeface="Red Hat Display"/>
                <a:sym typeface="Red Hat Display"/>
              </a:rPr>
              <a:t>Current</a:t>
            </a:r>
            <a:endParaRPr b="1"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Applications </a:t>
            </a:r>
            <a:r>
              <a:rPr b="1" lang="en" sz="1800">
                <a:latin typeface="Red Hat Display"/>
                <a:ea typeface="Red Hat Display"/>
                <a:cs typeface="Red Hat Display"/>
                <a:sym typeface="Red Hat Display"/>
              </a:rPr>
              <a:t>and</a:t>
            </a:r>
            <a:r>
              <a:rPr lang="en" sz="1800">
                <a:latin typeface="Red Hat Display"/>
                <a:ea typeface="Red Hat Display"/>
                <a:cs typeface="Red Hat Display"/>
                <a:sym typeface="Red Hat Display"/>
              </a:rPr>
              <a:t> Base OS</a:t>
            </a:r>
            <a:br>
              <a:rPr b="1" lang="en" sz="2400">
                <a:latin typeface="Red Hat Display"/>
                <a:ea typeface="Red Hat Display"/>
                <a:cs typeface="Red Hat Display"/>
                <a:sym typeface="Red Hat Display"/>
              </a:rPr>
            </a:br>
            <a:endParaRPr b="1" sz="2400">
              <a:latin typeface="Red Hat Display"/>
              <a:ea typeface="Red Hat Display"/>
              <a:cs typeface="Red Hat Display"/>
              <a:sym typeface="Red Hat Display"/>
            </a:endParaRPr>
          </a:p>
          <a:p>
            <a:pPr indent="0" lvl="0" marL="0" rtl="0" algn="l">
              <a:spcBef>
                <a:spcPts val="0"/>
              </a:spcBef>
              <a:spcAft>
                <a:spcPts val="0"/>
              </a:spcAft>
              <a:buNone/>
            </a:pPr>
            <a:r>
              <a:rPr b="1" lang="en" sz="2400">
                <a:latin typeface="Red Hat Display"/>
                <a:ea typeface="Red Hat Display"/>
                <a:cs typeface="Red Hat Display"/>
                <a:sym typeface="Red Hat Display"/>
              </a:rPr>
              <a:t>Life is Better with RHIS™</a:t>
            </a:r>
            <a:endParaRPr b="1" sz="2400">
              <a:latin typeface="Red Hat Display"/>
              <a:ea typeface="Red Hat Display"/>
              <a:cs typeface="Red Hat Display"/>
              <a:sym typeface="Red Hat Display"/>
            </a:endParaRPr>
          </a:p>
        </p:txBody>
      </p:sp>
      <p:pic>
        <p:nvPicPr>
          <p:cNvPr id="1750" name="Google Shape;1750;p119"/>
          <p:cNvPicPr preferRelativeResize="0"/>
          <p:nvPr/>
        </p:nvPicPr>
        <p:blipFill rotWithShape="1">
          <a:blip r:embed="rId20">
            <a:alphaModFix/>
          </a:blip>
          <a:srcRect b="0" l="0" r="0" t="0"/>
          <a:stretch/>
        </p:blipFill>
        <p:spPr>
          <a:xfrm>
            <a:off x="1211676" y="4418133"/>
            <a:ext cx="528574" cy="491550"/>
          </a:xfrm>
          <a:prstGeom prst="rect">
            <a:avLst/>
          </a:prstGeom>
          <a:noFill/>
          <a:ln>
            <a:noFill/>
          </a:ln>
        </p:spPr>
      </p:pic>
      <p:pic>
        <p:nvPicPr>
          <p:cNvPr id="1751" name="Google Shape;1751;p119"/>
          <p:cNvPicPr preferRelativeResize="0"/>
          <p:nvPr/>
        </p:nvPicPr>
        <p:blipFill rotWithShape="1">
          <a:blip r:embed="rId21">
            <a:alphaModFix/>
          </a:blip>
          <a:srcRect b="0" l="0" r="0" t="0"/>
          <a:stretch/>
        </p:blipFill>
        <p:spPr>
          <a:xfrm>
            <a:off x="5657816" y="5976223"/>
            <a:ext cx="528575" cy="528604"/>
          </a:xfrm>
          <a:prstGeom prst="rect">
            <a:avLst/>
          </a:prstGeom>
          <a:noFill/>
          <a:ln>
            <a:noFill/>
          </a:ln>
        </p:spPr>
      </p:pic>
      <p:sp>
        <p:nvSpPr>
          <p:cNvPr id="1752" name="Google Shape;1752;p119"/>
          <p:cNvSpPr txBox="1"/>
          <p:nvPr/>
        </p:nvSpPr>
        <p:spPr>
          <a:xfrm>
            <a:off x="5434135"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Test</a:t>
            </a:r>
            <a:endParaRPr sz="1100">
              <a:latin typeface="Red Hat Text Medium"/>
              <a:ea typeface="Red Hat Text Medium"/>
              <a:cs typeface="Red Hat Text Medium"/>
              <a:sym typeface="Red Hat Text Medium"/>
            </a:endParaRPr>
          </a:p>
        </p:txBody>
      </p:sp>
      <p:pic>
        <p:nvPicPr>
          <p:cNvPr id="1753" name="Google Shape;1753;p119"/>
          <p:cNvPicPr preferRelativeResize="0"/>
          <p:nvPr/>
        </p:nvPicPr>
        <p:blipFill rotWithShape="1">
          <a:blip r:embed="rId22">
            <a:alphaModFix/>
          </a:blip>
          <a:srcRect b="0" l="0" r="0" t="0"/>
          <a:stretch/>
        </p:blipFill>
        <p:spPr>
          <a:xfrm>
            <a:off x="6371501" y="6027412"/>
            <a:ext cx="528575" cy="528575"/>
          </a:xfrm>
          <a:prstGeom prst="rect">
            <a:avLst/>
          </a:prstGeom>
          <a:noFill/>
          <a:ln>
            <a:noFill/>
          </a:ln>
        </p:spPr>
      </p:pic>
      <p:sp>
        <p:nvSpPr>
          <p:cNvPr id="1754" name="Google Shape;1754;p119"/>
          <p:cNvSpPr txBox="1"/>
          <p:nvPr/>
        </p:nvSpPr>
        <p:spPr>
          <a:xfrm>
            <a:off x="6122940" y="5694188"/>
            <a:ext cx="1057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Release</a:t>
            </a:r>
            <a:endParaRPr sz="1100">
              <a:latin typeface="Red Hat Text Medium"/>
              <a:ea typeface="Red Hat Text Medium"/>
              <a:cs typeface="Red Hat Text Medium"/>
              <a:sym typeface="Red Hat Text Medium"/>
            </a:endParaRPr>
          </a:p>
        </p:txBody>
      </p:sp>
      <p:sp>
        <p:nvSpPr>
          <p:cNvPr id="1755" name="Google Shape;1755;p119"/>
          <p:cNvSpPr txBox="1"/>
          <p:nvPr/>
        </p:nvSpPr>
        <p:spPr>
          <a:xfrm>
            <a:off x="4783202" y="5694188"/>
            <a:ext cx="944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ed Hat Text Medium"/>
                <a:ea typeface="Red Hat Text Medium"/>
                <a:cs typeface="Red Hat Text Medium"/>
                <a:sym typeface="Red Hat Text Medium"/>
              </a:rPr>
              <a:t>Build</a:t>
            </a:r>
            <a:endParaRPr sz="1100">
              <a:latin typeface="Red Hat Text Medium"/>
              <a:ea typeface="Red Hat Text Medium"/>
              <a:cs typeface="Red Hat Text Medium"/>
              <a:sym typeface="Red Hat Text Medium"/>
            </a:endParaRPr>
          </a:p>
        </p:txBody>
      </p:sp>
      <p:grpSp>
        <p:nvGrpSpPr>
          <p:cNvPr id="1756" name="Google Shape;1756;p119"/>
          <p:cNvGrpSpPr/>
          <p:nvPr/>
        </p:nvGrpSpPr>
        <p:grpSpPr>
          <a:xfrm>
            <a:off x="4784859" y="5949325"/>
            <a:ext cx="825625" cy="725425"/>
            <a:chOff x="4861059" y="6025525"/>
            <a:chExt cx="825625" cy="725425"/>
          </a:xfrm>
        </p:grpSpPr>
        <p:pic>
          <p:nvPicPr>
            <p:cNvPr id="1757" name="Google Shape;1757;p119"/>
            <p:cNvPicPr preferRelativeResize="0"/>
            <p:nvPr/>
          </p:nvPicPr>
          <p:blipFill rotWithShape="1">
            <a:blip r:embed="rId23">
              <a:alphaModFix/>
            </a:blip>
            <a:srcRect b="0" l="0" r="0" t="0"/>
            <a:stretch/>
          </p:blipFill>
          <p:spPr>
            <a:xfrm>
              <a:off x="4861059" y="6025525"/>
              <a:ext cx="429475" cy="453215"/>
            </a:xfrm>
            <a:prstGeom prst="rect">
              <a:avLst/>
            </a:prstGeom>
            <a:noFill/>
            <a:ln>
              <a:noFill/>
            </a:ln>
          </p:spPr>
        </p:pic>
        <p:pic>
          <p:nvPicPr>
            <p:cNvPr id="1758" name="Google Shape;1758;p119"/>
            <p:cNvPicPr preferRelativeResize="0"/>
            <p:nvPr/>
          </p:nvPicPr>
          <p:blipFill rotWithShape="1">
            <a:blip r:embed="rId15">
              <a:alphaModFix/>
            </a:blip>
            <a:srcRect b="0" l="0" r="0" t="0"/>
            <a:stretch/>
          </p:blipFill>
          <p:spPr>
            <a:xfrm>
              <a:off x="5006245" y="6166421"/>
              <a:ext cx="429475" cy="453215"/>
            </a:xfrm>
            <a:prstGeom prst="rect">
              <a:avLst/>
            </a:prstGeom>
            <a:noFill/>
            <a:ln>
              <a:noFill/>
            </a:ln>
          </p:spPr>
        </p:pic>
        <p:pic>
          <p:nvPicPr>
            <p:cNvPr id="1759" name="Google Shape;1759;p119"/>
            <p:cNvPicPr preferRelativeResize="0"/>
            <p:nvPr/>
          </p:nvPicPr>
          <p:blipFill rotWithShape="1">
            <a:blip r:embed="rId24">
              <a:alphaModFix/>
            </a:blip>
            <a:srcRect b="0" l="0" r="0" t="0"/>
            <a:stretch/>
          </p:blipFill>
          <p:spPr>
            <a:xfrm>
              <a:off x="5257209" y="6297735"/>
              <a:ext cx="429475" cy="453215"/>
            </a:xfrm>
            <a:prstGeom prst="rect">
              <a:avLst/>
            </a:prstGeom>
            <a:noFill/>
            <a:ln>
              <a:noFill/>
            </a:ln>
          </p:spPr>
        </p:pic>
      </p:grpSp>
      <p:pic>
        <p:nvPicPr>
          <p:cNvPr id="1760" name="Google Shape;1760;p119"/>
          <p:cNvPicPr preferRelativeResize="0"/>
          <p:nvPr/>
        </p:nvPicPr>
        <p:blipFill>
          <a:blip r:embed="rId25">
            <a:alphaModFix/>
          </a:blip>
          <a:stretch>
            <a:fillRect/>
          </a:stretch>
        </p:blipFill>
        <p:spPr>
          <a:xfrm>
            <a:off x="9440850" y="4057525"/>
            <a:ext cx="2552700" cy="1790700"/>
          </a:xfrm>
          <a:prstGeom prst="rect">
            <a:avLst/>
          </a:prstGeom>
          <a:noFill/>
          <a:ln>
            <a:noFill/>
          </a:ln>
        </p:spPr>
      </p:pic>
      <p:sp>
        <p:nvSpPr>
          <p:cNvPr id="1761" name="Google Shape;1761;p119"/>
          <p:cNvSpPr/>
          <p:nvPr/>
        </p:nvSpPr>
        <p:spPr>
          <a:xfrm rot="737038">
            <a:off x="8888934" y="2348129"/>
            <a:ext cx="3074408" cy="3759879"/>
          </a:xfrm>
          <a:prstGeom prst="irregularSeal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Red Hat Display"/>
                <a:ea typeface="Red Hat Display"/>
                <a:cs typeface="Red Hat Display"/>
                <a:sym typeface="Red Hat Display"/>
              </a:rPr>
              <a:t>Now delivered in a</a:t>
            </a:r>
            <a:br>
              <a:rPr b="1" lang="en" sz="2100">
                <a:solidFill>
                  <a:schemeClr val="lt1"/>
                </a:solidFill>
                <a:latin typeface="Red Hat Display"/>
                <a:ea typeface="Red Hat Display"/>
                <a:cs typeface="Red Hat Display"/>
                <a:sym typeface="Red Hat Display"/>
              </a:rPr>
            </a:br>
            <a:r>
              <a:rPr b="1" lang="en" sz="2100">
                <a:solidFill>
                  <a:schemeClr val="lt1"/>
                </a:solidFill>
                <a:latin typeface="Red Hat Display"/>
                <a:ea typeface="Red Hat Display"/>
                <a:cs typeface="Red Hat Display"/>
                <a:sym typeface="Red Hat Display"/>
              </a:rPr>
              <a:t>Container!</a:t>
            </a:r>
            <a:endParaRPr b="1" sz="2100">
              <a:solidFill>
                <a:schemeClr val="lt1"/>
              </a:solidFill>
              <a:latin typeface="Red Hat Display"/>
              <a:ea typeface="Red Hat Display"/>
              <a:cs typeface="Red Hat Display"/>
              <a:sym typeface="Red Hat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5" name="Shape 1765"/>
        <p:cNvGrpSpPr/>
        <p:nvPr/>
      </p:nvGrpSpPr>
      <p:grpSpPr>
        <a:xfrm>
          <a:off x="0" y="0"/>
          <a:ext cx="0" cy="0"/>
          <a:chOff x="0" y="0"/>
          <a:chExt cx="0" cy="0"/>
        </a:xfrm>
      </p:grpSpPr>
      <p:sp>
        <p:nvSpPr>
          <p:cNvPr id="1766" name="Google Shape;1766;p12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67" name="Google Shape;1767;p120"/>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Bootstrap Scenarios</a:t>
            </a:r>
            <a:endParaRPr>
              <a:latin typeface="Red Hat Display Medium"/>
              <a:ea typeface="Red Hat Display Medium"/>
              <a:cs typeface="Red Hat Display Medium"/>
              <a:sym typeface="Red Hat Display Medium"/>
            </a:endParaRPr>
          </a:p>
        </p:txBody>
      </p:sp>
      <p:sp>
        <p:nvSpPr>
          <p:cNvPr id="1768" name="Google Shape;1768;p12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2" name="Shape 1772"/>
        <p:cNvGrpSpPr/>
        <p:nvPr/>
      </p:nvGrpSpPr>
      <p:grpSpPr>
        <a:xfrm>
          <a:off x="0" y="0"/>
          <a:ext cx="0" cy="0"/>
          <a:chOff x="0" y="0"/>
          <a:chExt cx="0" cy="0"/>
        </a:xfrm>
      </p:grpSpPr>
      <p:pic>
        <p:nvPicPr>
          <p:cNvPr id="1773" name="Google Shape;1773;p121" title="LifeIsBetterWithRHIS.jpg"/>
          <p:cNvPicPr preferRelativeResize="0"/>
          <p:nvPr/>
        </p:nvPicPr>
        <p:blipFill>
          <a:blip r:embed="rId3">
            <a:alphaModFix/>
          </a:blip>
          <a:stretch>
            <a:fillRect/>
          </a:stretch>
        </p:blipFill>
        <p:spPr>
          <a:xfrm>
            <a:off x="2926875" y="2094025"/>
            <a:ext cx="6327900" cy="4211401"/>
          </a:xfrm>
          <a:prstGeom prst="rect">
            <a:avLst/>
          </a:prstGeom>
          <a:noFill/>
          <a:ln>
            <a:noFill/>
          </a:ln>
        </p:spPr>
      </p:pic>
      <p:sp>
        <p:nvSpPr>
          <p:cNvPr id="1774" name="Google Shape;1774;p12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Bootstrap Model</a:t>
            </a:r>
            <a:endParaRPr/>
          </a:p>
        </p:txBody>
      </p:sp>
      <p:sp>
        <p:nvSpPr>
          <p:cNvPr id="1775" name="Google Shape;1775;p1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776" name="Google Shape;1776;p12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777" name="Google Shape;1777;p121"/>
          <p:cNvSpPr txBox="1"/>
          <p:nvPr/>
        </p:nvSpPr>
        <p:spPr>
          <a:xfrm>
            <a:off x="459325" y="1490775"/>
            <a:ext cx="3149100" cy="347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Get the Container!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Configure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Test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Change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None/>
            </a:pPr>
            <a:r>
              <a:rPr b="1" lang="en" sz="2400">
                <a:solidFill>
                  <a:srgbClr val="1F2328"/>
                </a:solidFill>
                <a:highlight>
                  <a:srgbClr val="FFFFFF"/>
                </a:highlight>
                <a:latin typeface="Red Hat Display"/>
                <a:ea typeface="Red Hat Display"/>
                <a:cs typeface="Red Hat Display"/>
                <a:sym typeface="Red Hat Display"/>
              </a:rPr>
              <a:t>Commit it. </a:t>
            </a:r>
            <a:endParaRPr b="1" sz="2400">
              <a:solidFill>
                <a:srgbClr val="1F2328"/>
              </a:solidFill>
              <a:highlight>
                <a:srgbClr val="FFFFFF"/>
              </a:highlight>
              <a:latin typeface="Red Hat Display"/>
              <a:ea typeface="Red Hat Display"/>
              <a:cs typeface="Red Hat Display"/>
              <a:sym typeface="Red Hat Display"/>
            </a:endParaRPr>
          </a:p>
          <a:p>
            <a:pPr indent="0" lvl="0" marL="0" rtl="0" algn="l">
              <a:lnSpc>
                <a:spcPct val="115000"/>
              </a:lnSpc>
              <a:spcBef>
                <a:spcPts val="1200"/>
              </a:spcBef>
              <a:spcAft>
                <a:spcPts val="0"/>
              </a:spcAft>
              <a:buClr>
                <a:schemeClr val="dk1"/>
              </a:buClr>
              <a:buSzPts val="1100"/>
              <a:buFont typeface="Arial"/>
              <a:buNone/>
            </a:pPr>
            <a:r>
              <a:rPr b="1" lang="en" sz="2400">
                <a:solidFill>
                  <a:srgbClr val="1F2328"/>
                </a:solidFill>
                <a:highlight>
                  <a:srgbClr val="FFFFFF"/>
                </a:highlight>
                <a:latin typeface="Red Hat Display"/>
                <a:ea typeface="Red Hat Display"/>
                <a:cs typeface="Red Hat Display"/>
                <a:sym typeface="Red Hat Display"/>
              </a:rPr>
              <a:t>Push it.</a:t>
            </a:r>
            <a:endParaRPr b="1" sz="2400">
              <a:solidFill>
                <a:schemeClr val="dk1"/>
              </a:solidFill>
              <a:latin typeface="Red Hat Display"/>
              <a:ea typeface="Red Hat Display"/>
              <a:cs typeface="Red Hat Display"/>
              <a:sym typeface="Red Hat Display"/>
            </a:endParaRPr>
          </a:p>
          <a:p>
            <a:pPr indent="0" lvl="0" marL="0" rtl="0" algn="l">
              <a:spcBef>
                <a:spcPts val="1200"/>
              </a:spcBef>
              <a:spcAft>
                <a:spcPts val="0"/>
              </a:spcAft>
              <a:buNone/>
            </a:pPr>
            <a:r>
              <a:t/>
            </a:r>
            <a:endParaRPr sz="1800">
              <a:latin typeface="Red Hat Display"/>
              <a:ea typeface="Red Hat Display"/>
              <a:cs typeface="Red Hat Display"/>
              <a:sym typeface="Red Hat Display"/>
            </a:endParaRPr>
          </a:p>
        </p:txBody>
      </p:sp>
      <p:pic>
        <p:nvPicPr>
          <p:cNvPr id="1778" name="Google Shape;1778;p121"/>
          <p:cNvPicPr preferRelativeResize="0"/>
          <p:nvPr/>
        </p:nvPicPr>
        <p:blipFill>
          <a:blip r:embed="rId4">
            <a:alphaModFix/>
          </a:blip>
          <a:stretch>
            <a:fillRect/>
          </a:stretch>
        </p:blipFill>
        <p:spPr>
          <a:xfrm>
            <a:off x="9440850" y="4057525"/>
            <a:ext cx="2552700" cy="1790700"/>
          </a:xfrm>
          <a:prstGeom prst="rect">
            <a:avLst/>
          </a:prstGeom>
          <a:noFill/>
          <a:ln>
            <a:noFill/>
          </a:ln>
        </p:spPr>
      </p:pic>
      <p:sp>
        <p:nvSpPr>
          <p:cNvPr id="1779" name="Google Shape;1779;p121"/>
          <p:cNvSpPr/>
          <p:nvPr/>
        </p:nvSpPr>
        <p:spPr>
          <a:xfrm rot="737038">
            <a:off x="8888934" y="2348129"/>
            <a:ext cx="3074408" cy="3759879"/>
          </a:xfrm>
          <a:prstGeom prst="irregularSeal1">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chemeClr val="lt1"/>
                </a:solidFill>
                <a:latin typeface="Red Hat Display"/>
                <a:ea typeface="Red Hat Display"/>
                <a:cs typeface="Red Hat Display"/>
                <a:sym typeface="Red Hat Display"/>
              </a:rPr>
              <a:t>Now delivered in a</a:t>
            </a:r>
            <a:br>
              <a:rPr b="1" lang="en" sz="2100">
                <a:solidFill>
                  <a:schemeClr val="lt1"/>
                </a:solidFill>
                <a:latin typeface="Red Hat Display"/>
                <a:ea typeface="Red Hat Display"/>
                <a:cs typeface="Red Hat Display"/>
                <a:sym typeface="Red Hat Display"/>
              </a:rPr>
            </a:br>
            <a:r>
              <a:rPr b="1" lang="en" sz="2100">
                <a:solidFill>
                  <a:schemeClr val="lt1"/>
                </a:solidFill>
                <a:latin typeface="Red Hat Display"/>
                <a:ea typeface="Red Hat Display"/>
                <a:cs typeface="Red Hat Display"/>
                <a:sym typeface="Red Hat Display"/>
              </a:rPr>
              <a:t>Container!</a:t>
            </a:r>
            <a:endParaRPr b="1" sz="2100">
              <a:solidFill>
                <a:schemeClr val="lt1"/>
              </a:solidFill>
              <a:latin typeface="Red Hat Display"/>
              <a:ea typeface="Red Hat Display"/>
              <a:cs typeface="Red Hat Display"/>
              <a:sym typeface="Red Hat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3" name="Shape 1783"/>
        <p:cNvGrpSpPr/>
        <p:nvPr/>
      </p:nvGrpSpPr>
      <p:grpSpPr>
        <a:xfrm>
          <a:off x="0" y="0"/>
          <a:ext cx="0" cy="0"/>
          <a:chOff x="0" y="0"/>
          <a:chExt cx="0" cy="0"/>
        </a:xfrm>
      </p:grpSpPr>
      <p:sp>
        <p:nvSpPr>
          <p:cNvPr id="1784" name="Google Shape;1784;p12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Bootstrapping the RHIS</a:t>
            </a:r>
            <a:endParaRPr/>
          </a:p>
        </p:txBody>
      </p:sp>
      <p:sp>
        <p:nvSpPr>
          <p:cNvPr id="1785" name="Google Shape;1785;p1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786" name="Google Shape;1786;p12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787" name="Google Shape;1787;p122"/>
          <p:cNvPicPr preferRelativeResize="0"/>
          <p:nvPr/>
        </p:nvPicPr>
        <p:blipFill rotWithShape="1">
          <a:blip r:embed="rId3">
            <a:alphaModFix/>
          </a:blip>
          <a:srcRect b="25702" l="0" r="0" t="28126"/>
          <a:stretch/>
        </p:blipFill>
        <p:spPr>
          <a:xfrm>
            <a:off x="1959891" y="1423517"/>
            <a:ext cx="914400" cy="422175"/>
          </a:xfrm>
          <a:prstGeom prst="rect">
            <a:avLst/>
          </a:prstGeom>
          <a:noFill/>
          <a:ln>
            <a:noFill/>
          </a:ln>
        </p:spPr>
      </p:pic>
      <p:sp>
        <p:nvSpPr>
          <p:cNvPr id="1788" name="Google Shape;1788;p12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1789" name="Google Shape;1789;p12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790" name="Google Shape;1790;p122"/>
          <p:cNvPicPr preferRelativeResize="0"/>
          <p:nvPr/>
        </p:nvPicPr>
        <p:blipFill rotWithShape="1">
          <a:blip r:embed="rId4">
            <a:alphaModFix/>
          </a:blip>
          <a:srcRect b="19054" l="0" r="0" t="19757"/>
          <a:stretch/>
        </p:blipFill>
        <p:spPr>
          <a:xfrm rot="5400000">
            <a:off x="3429025" y="3981322"/>
            <a:ext cx="914400" cy="559500"/>
          </a:xfrm>
          <a:prstGeom prst="rect">
            <a:avLst/>
          </a:prstGeom>
          <a:noFill/>
          <a:ln>
            <a:noFill/>
          </a:ln>
        </p:spPr>
      </p:pic>
      <p:grpSp>
        <p:nvGrpSpPr>
          <p:cNvPr id="1791" name="Google Shape;1791;p122"/>
          <p:cNvGrpSpPr/>
          <p:nvPr/>
        </p:nvGrpSpPr>
        <p:grpSpPr>
          <a:xfrm>
            <a:off x="652258" y="1423539"/>
            <a:ext cx="458937" cy="422178"/>
            <a:chOff x="8321229" y="3179936"/>
            <a:chExt cx="914400" cy="914400"/>
          </a:xfrm>
        </p:grpSpPr>
        <p:sp>
          <p:nvSpPr>
            <p:cNvPr id="1792" name="Google Shape;1792;p122"/>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3" name="Google Shape;1793;p122"/>
            <p:cNvPicPr preferRelativeResize="0"/>
            <p:nvPr/>
          </p:nvPicPr>
          <p:blipFill>
            <a:blip r:embed="rId5">
              <a:alphaModFix/>
            </a:blip>
            <a:stretch>
              <a:fillRect/>
            </a:stretch>
          </p:blipFill>
          <p:spPr>
            <a:xfrm>
              <a:off x="8321229" y="3179936"/>
              <a:ext cx="914400" cy="914400"/>
            </a:xfrm>
            <a:prstGeom prst="rect">
              <a:avLst/>
            </a:prstGeom>
            <a:noFill/>
            <a:ln>
              <a:noFill/>
            </a:ln>
          </p:spPr>
        </p:pic>
      </p:grpSp>
      <p:sp>
        <p:nvSpPr>
          <p:cNvPr id="1794" name="Google Shape;1794;p122"/>
          <p:cNvSpPr txBox="1"/>
          <p:nvPr/>
        </p:nvSpPr>
        <p:spPr>
          <a:xfrm>
            <a:off x="1896356" y="1712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795" name="Google Shape;1795;p122"/>
          <p:cNvSpPr txBox="1"/>
          <p:nvPr/>
        </p:nvSpPr>
        <p:spPr>
          <a:xfrm>
            <a:off x="3121850" y="1397913"/>
            <a:ext cx="40281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Display"/>
                <a:ea typeface="Red Hat Display"/>
                <a:cs typeface="Red Hat Display"/>
                <a:sym typeface="Red Hat Display"/>
              </a:rPr>
              <a:t>project: rhis-builder-provisioner</a:t>
            </a:r>
            <a:endParaRPr sz="1600">
              <a:latin typeface="Red Hat Display"/>
              <a:ea typeface="Red Hat Display"/>
              <a:cs typeface="Red Hat Display"/>
              <a:sym typeface="Red Hat Display"/>
            </a:endParaRPr>
          </a:p>
        </p:txBody>
      </p:sp>
      <p:sp>
        <p:nvSpPr>
          <p:cNvPr id="1796" name="Google Shape;1796;p122"/>
          <p:cNvSpPr txBox="1"/>
          <p:nvPr/>
        </p:nvSpPr>
        <p:spPr>
          <a:xfrm>
            <a:off x="6747300" y="1408525"/>
            <a:ext cx="5226600" cy="11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To start we need a provisioner node/instance. This can be a laptop, vm, bare metal or cloud instance. Typically manually provisioned. You can use </a:t>
            </a:r>
            <a:r>
              <a:rPr lang="en" u="sng">
                <a:solidFill>
                  <a:schemeClr val="hlink"/>
                </a:solidFill>
                <a:latin typeface="Red Hat Display"/>
                <a:ea typeface="Red Hat Display"/>
                <a:cs typeface="Red Hat Display"/>
                <a:sym typeface="Red Hat Display"/>
                <a:hlinkClick r:id="rId6"/>
              </a:rPr>
              <a:t>console.redhat.com</a:t>
            </a:r>
            <a:r>
              <a:rPr lang="en">
                <a:latin typeface="Red Hat Display"/>
                <a:ea typeface="Red Hat Display"/>
                <a:cs typeface="Red Hat Display"/>
                <a:sym typeface="Red Hat Display"/>
              </a:rPr>
              <a:t> to create an image.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The rhis-builder-provisioner project initializes the environment, collections and necessary projects.</a:t>
            </a:r>
            <a:endParaRPr>
              <a:latin typeface="Red Hat Display"/>
              <a:ea typeface="Red Hat Display"/>
              <a:cs typeface="Red Hat Display"/>
              <a:sym typeface="Red Hat Display"/>
            </a:endParaRPr>
          </a:p>
        </p:txBody>
      </p:sp>
      <p:sp>
        <p:nvSpPr>
          <p:cNvPr id="1797" name="Google Shape;1797;p122"/>
          <p:cNvSpPr/>
          <p:nvPr/>
        </p:nvSpPr>
        <p:spPr>
          <a:xfrm>
            <a:off x="1896350" y="2721825"/>
            <a:ext cx="1088100" cy="694872"/>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rhis_builder_vault.yml</a:t>
            </a:r>
            <a:endParaRPr sz="1200">
              <a:latin typeface="Red Hat Display"/>
              <a:ea typeface="Red Hat Display"/>
              <a:cs typeface="Red Hat Display"/>
              <a:sym typeface="Red Hat Display"/>
            </a:endParaRPr>
          </a:p>
        </p:txBody>
      </p:sp>
      <p:sp>
        <p:nvSpPr>
          <p:cNvPr id="1798" name="Google Shape;1798;p122"/>
          <p:cNvSpPr txBox="1"/>
          <p:nvPr/>
        </p:nvSpPr>
        <p:spPr>
          <a:xfrm>
            <a:off x="3121850" y="2693313"/>
            <a:ext cx="40281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Display"/>
                <a:ea typeface="Red Hat Display"/>
                <a:cs typeface="Red Hat Display"/>
                <a:sym typeface="Red Hat Display"/>
              </a:rPr>
              <a:t>project: rhis-builder-vault-SAMPLE</a:t>
            </a:r>
            <a:endParaRPr sz="1600">
              <a:latin typeface="Red Hat Display"/>
              <a:ea typeface="Red Hat Display"/>
              <a:cs typeface="Red Hat Display"/>
              <a:sym typeface="Red Hat Display"/>
            </a:endParaRPr>
          </a:p>
        </p:txBody>
      </p:sp>
      <p:sp>
        <p:nvSpPr>
          <p:cNvPr id="1799" name="Google Shape;1799;p122"/>
          <p:cNvSpPr txBox="1"/>
          <p:nvPr/>
        </p:nvSpPr>
        <p:spPr>
          <a:xfrm>
            <a:off x="281975" y="1901975"/>
            <a:ext cx="16143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ed Hat Display"/>
                <a:ea typeface="Red Hat Display"/>
                <a:cs typeface="Red Hat Display"/>
                <a:sym typeface="Red Hat Display"/>
                <a:hlinkClick r:id="rId7"/>
              </a:rPr>
              <a:t>console.redhat.com</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imagebuilder</a:t>
            </a:r>
            <a:endParaRPr sz="1200">
              <a:latin typeface="Red Hat Display"/>
              <a:ea typeface="Red Hat Display"/>
              <a:cs typeface="Red Hat Display"/>
              <a:sym typeface="Red Hat Display"/>
            </a:endParaRPr>
          </a:p>
        </p:txBody>
      </p:sp>
      <p:sp>
        <p:nvSpPr>
          <p:cNvPr id="1800" name="Google Shape;1800;p122"/>
          <p:cNvSpPr txBox="1"/>
          <p:nvPr/>
        </p:nvSpPr>
        <p:spPr>
          <a:xfrm>
            <a:off x="6747300" y="2718613"/>
            <a:ext cx="5226600" cy="11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rhis_builder_vault.yml contains all the common secrets that are referenced across the projects. The SAMPLE provides the required </a:t>
            </a:r>
            <a:r>
              <a:rPr lang="en">
                <a:latin typeface="Red Hat Display"/>
                <a:ea typeface="Red Hat Display"/>
                <a:cs typeface="Red Hat Display"/>
                <a:sym typeface="Red Hat Display"/>
              </a:rPr>
              <a:t>information</a:t>
            </a:r>
            <a:r>
              <a:rPr lang="en">
                <a:latin typeface="Red Hat Display"/>
                <a:ea typeface="Red Hat Display"/>
                <a:cs typeface="Red Hat Display"/>
                <a:sym typeface="Red Hat Display"/>
              </a:rPr>
              <a:t> and describes the secrets and how they are used.</a:t>
            </a:r>
            <a:endParaRPr>
              <a:latin typeface="Red Hat Display"/>
              <a:ea typeface="Red Hat Display"/>
              <a:cs typeface="Red Hat Display"/>
              <a:sym typeface="Red Hat Display"/>
            </a:endParaRPr>
          </a:p>
        </p:txBody>
      </p:sp>
      <p:grpSp>
        <p:nvGrpSpPr>
          <p:cNvPr id="1801" name="Google Shape;1801;p122"/>
          <p:cNvGrpSpPr/>
          <p:nvPr/>
        </p:nvGrpSpPr>
        <p:grpSpPr>
          <a:xfrm rot="5400000">
            <a:off x="5260184" y="3977547"/>
            <a:ext cx="914400" cy="559500"/>
            <a:chOff x="3899025" y="4752650"/>
            <a:chExt cx="914400" cy="559500"/>
          </a:xfrm>
        </p:grpSpPr>
        <p:pic>
          <p:nvPicPr>
            <p:cNvPr id="1802" name="Google Shape;1802;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03" name="Google Shape;1803;p122"/>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1804" name="Google Shape;1804;p122"/>
          <p:cNvPicPr preferRelativeResize="0"/>
          <p:nvPr/>
        </p:nvPicPr>
        <p:blipFill rotWithShape="1">
          <a:blip r:embed="rId3">
            <a:alphaModFix/>
          </a:blip>
          <a:srcRect b="25702" l="0" r="0" t="28126"/>
          <a:stretch/>
        </p:blipFill>
        <p:spPr>
          <a:xfrm>
            <a:off x="3512255" y="4637375"/>
            <a:ext cx="1308641" cy="604200"/>
          </a:xfrm>
          <a:prstGeom prst="rect">
            <a:avLst/>
          </a:prstGeom>
          <a:noFill/>
          <a:ln>
            <a:noFill/>
          </a:ln>
        </p:spPr>
      </p:pic>
      <p:pic>
        <p:nvPicPr>
          <p:cNvPr id="1805" name="Google Shape;1805;p122"/>
          <p:cNvPicPr preferRelativeResize="0"/>
          <p:nvPr/>
        </p:nvPicPr>
        <p:blipFill rotWithShape="1">
          <a:blip r:embed="rId4">
            <a:alphaModFix/>
          </a:blip>
          <a:srcRect b="19054" l="0" r="0" t="19757"/>
          <a:stretch/>
        </p:blipFill>
        <p:spPr>
          <a:xfrm rot="5400000">
            <a:off x="3962425" y="3981322"/>
            <a:ext cx="914400" cy="559500"/>
          </a:xfrm>
          <a:prstGeom prst="rect">
            <a:avLst/>
          </a:prstGeom>
          <a:noFill/>
          <a:ln>
            <a:noFill/>
          </a:ln>
        </p:spPr>
      </p:pic>
      <p:pic>
        <p:nvPicPr>
          <p:cNvPr id="1806" name="Google Shape;1806;p122"/>
          <p:cNvPicPr preferRelativeResize="0"/>
          <p:nvPr/>
        </p:nvPicPr>
        <p:blipFill rotWithShape="1">
          <a:blip r:embed="rId3">
            <a:alphaModFix/>
          </a:blip>
          <a:srcRect b="25702" l="0" r="0" t="28126"/>
          <a:stretch/>
        </p:blipFill>
        <p:spPr>
          <a:xfrm>
            <a:off x="1378655" y="4637375"/>
            <a:ext cx="1308641" cy="604200"/>
          </a:xfrm>
          <a:prstGeom prst="rect">
            <a:avLst/>
          </a:prstGeom>
          <a:noFill/>
          <a:ln>
            <a:noFill/>
          </a:ln>
        </p:spPr>
      </p:pic>
      <p:pic>
        <p:nvPicPr>
          <p:cNvPr id="1807" name="Google Shape;1807;p122"/>
          <p:cNvPicPr preferRelativeResize="0"/>
          <p:nvPr/>
        </p:nvPicPr>
        <p:blipFill rotWithShape="1">
          <a:blip r:embed="rId3">
            <a:alphaModFix/>
          </a:blip>
          <a:srcRect b="25702" l="0" r="0" t="28126"/>
          <a:stretch/>
        </p:blipFill>
        <p:spPr>
          <a:xfrm>
            <a:off x="1378655" y="3875375"/>
            <a:ext cx="1308641" cy="604200"/>
          </a:xfrm>
          <a:prstGeom prst="rect">
            <a:avLst/>
          </a:prstGeom>
          <a:noFill/>
          <a:ln>
            <a:noFill/>
          </a:ln>
        </p:spPr>
      </p:pic>
      <p:grpSp>
        <p:nvGrpSpPr>
          <p:cNvPr id="1808" name="Google Shape;1808;p122"/>
          <p:cNvGrpSpPr/>
          <p:nvPr/>
        </p:nvGrpSpPr>
        <p:grpSpPr>
          <a:xfrm rot="5400000">
            <a:off x="5869784" y="3977547"/>
            <a:ext cx="914400" cy="559500"/>
            <a:chOff x="3899025" y="4752650"/>
            <a:chExt cx="914400" cy="559500"/>
          </a:xfrm>
        </p:grpSpPr>
        <p:pic>
          <p:nvPicPr>
            <p:cNvPr id="1809" name="Google Shape;1809;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10" name="Google Shape;1810;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11" name="Google Shape;1811;p122"/>
          <p:cNvGrpSpPr/>
          <p:nvPr/>
        </p:nvGrpSpPr>
        <p:grpSpPr>
          <a:xfrm rot="5400000">
            <a:off x="6860384" y="3977547"/>
            <a:ext cx="914400" cy="559500"/>
            <a:chOff x="3899025" y="4752650"/>
            <a:chExt cx="914400" cy="559500"/>
          </a:xfrm>
        </p:grpSpPr>
        <p:pic>
          <p:nvPicPr>
            <p:cNvPr id="1812" name="Google Shape;1812;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13" name="Google Shape;1813;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14" name="Google Shape;1814;p122"/>
          <p:cNvGrpSpPr/>
          <p:nvPr/>
        </p:nvGrpSpPr>
        <p:grpSpPr>
          <a:xfrm rot="5400000">
            <a:off x="7469984" y="3977547"/>
            <a:ext cx="914400" cy="559500"/>
            <a:chOff x="3899025" y="4752650"/>
            <a:chExt cx="914400" cy="559500"/>
          </a:xfrm>
        </p:grpSpPr>
        <p:pic>
          <p:nvPicPr>
            <p:cNvPr id="1815" name="Google Shape;1815;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16" name="Google Shape;1816;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17" name="Google Shape;1817;p122"/>
          <p:cNvGrpSpPr/>
          <p:nvPr/>
        </p:nvGrpSpPr>
        <p:grpSpPr>
          <a:xfrm rot="5400000">
            <a:off x="8384384" y="3977547"/>
            <a:ext cx="914400" cy="559500"/>
            <a:chOff x="3899025" y="4752650"/>
            <a:chExt cx="914400" cy="559500"/>
          </a:xfrm>
        </p:grpSpPr>
        <p:pic>
          <p:nvPicPr>
            <p:cNvPr id="1818" name="Google Shape;1818;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19" name="Google Shape;1819;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20" name="Google Shape;1820;p122"/>
          <p:cNvGrpSpPr/>
          <p:nvPr/>
        </p:nvGrpSpPr>
        <p:grpSpPr>
          <a:xfrm rot="5400000">
            <a:off x="8993984" y="3977547"/>
            <a:ext cx="914400" cy="559500"/>
            <a:chOff x="3899025" y="4752650"/>
            <a:chExt cx="914400" cy="559500"/>
          </a:xfrm>
        </p:grpSpPr>
        <p:pic>
          <p:nvPicPr>
            <p:cNvPr id="1821" name="Google Shape;1821;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22" name="Google Shape;1822;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23" name="Google Shape;1823;p122"/>
          <p:cNvGrpSpPr/>
          <p:nvPr/>
        </p:nvGrpSpPr>
        <p:grpSpPr>
          <a:xfrm rot="5400000">
            <a:off x="9908384" y="3977547"/>
            <a:ext cx="914400" cy="559500"/>
            <a:chOff x="3899025" y="4752650"/>
            <a:chExt cx="914400" cy="559500"/>
          </a:xfrm>
        </p:grpSpPr>
        <p:pic>
          <p:nvPicPr>
            <p:cNvPr id="1824" name="Google Shape;1824;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25" name="Google Shape;1825;p122"/>
            <p:cNvPicPr preferRelativeResize="0"/>
            <p:nvPr/>
          </p:nvPicPr>
          <p:blipFill>
            <a:blip r:embed="rId8">
              <a:alphaModFix/>
            </a:blip>
            <a:stretch>
              <a:fillRect/>
            </a:stretch>
          </p:blipFill>
          <p:spPr>
            <a:xfrm>
              <a:off x="4302575" y="4883351"/>
              <a:ext cx="275675" cy="275675"/>
            </a:xfrm>
            <a:prstGeom prst="rect">
              <a:avLst/>
            </a:prstGeom>
            <a:noFill/>
            <a:ln>
              <a:noFill/>
            </a:ln>
          </p:spPr>
        </p:pic>
      </p:grpSp>
      <p:grpSp>
        <p:nvGrpSpPr>
          <p:cNvPr id="1826" name="Google Shape;1826;p122"/>
          <p:cNvGrpSpPr/>
          <p:nvPr/>
        </p:nvGrpSpPr>
        <p:grpSpPr>
          <a:xfrm rot="5400000">
            <a:off x="10517984" y="3977547"/>
            <a:ext cx="914400" cy="559500"/>
            <a:chOff x="3899025" y="4752650"/>
            <a:chExt cx="914400" cy="559500"/>
          </a:xfrm>
        </p:grpSpPr>
        <p:pic>
          <p:nvPicPr>
            <p:cNvPr id="1827" name="Google Shape;1827;p12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28" name="Google Shape;1828;p122"/>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1829" name="Google Shape;1829;p122"/>
          <p:cNvPicPr preferRelativeResize="0"/>
          <p:nvPr/>
        </p:nvPicPr>
        <p:blipFill>
          <a:blip r:embed="rId8">
            <a:alphaModFix/>
          </a:blip>
          <a:stretch>
            <a:fillRect/>
          </a:stretch>
        </p:blipFill>
        <p:spPr>
          <a:xfrm>
            <a:off x="5442402" y="4302960"/>
            <a:ext cx="1088100" cy="1088100"/>
          </a:xfrm>
          <a:prstGeom prst="rect">
            <a:avLst/>
          </a:prstGeom>
          <a:noFill/>
          <a:ln>
            <a:noFill/>
          </a:ln>
        </p:spPr>
      </p:pic>
      <p:pic>
        <p:nvPicPr>
          <p:cNvPr id="1830" name="Google Shape;1830;p122"/>
          <p:cNvPicPr preferRelativeResize="0"/>
          <p:nvPr/>
        </p:nvPicPr>
        <p:blipFill>
          <a:blip r:embed="rId8">
            <a:alphaModFix/>
          </a:blip>
          <a:stretch>
            <a:fillRect/>
          </a:stretch>
        </p:blipFill>
        <p:spPr>
          <a:xfrm>
            <a:off x="7042602" y="4302960"/>
            <a:ext cx="1088100" cy="1088100"/>
          </a:xfrm>
          <a:prstGeom prst="rect">
            <a:avLst/>
          </a:prstGeom>
          <a:noFill/>
          <a:ln>
            <a:noFill/>
          </a:ln>
        </p:spPr>
      </p:pic>
      <p:pic>
        <p:nvPicPr>
          <p:cNvPr id="1831" name="Google Shape;1831;p122"/>
          <p:cNvPicPr preferRelativeResize="0"/>
          <p:nvPr/>
        </p:nvPicPr>
        <p:blipFill>
          <a:blip r:embed="rId8">
            <a:alphaModFix/>
          </a:blip>
          <a:stretch>
            <a:fillRect/>
          </a:stretch>
        </p:blipFill>
        <p:spPr>
          <a:xfrm>
            <a:off x="8566602" y="4302960"/>
            <a:ext cx="1088100" cy="1088100"/>
          </a:xfrm>
          <a:prstGeom prst="rect">
            <a:avLst/>
          </a:prstGeom>
          <a:noFill/>
          <a:ln>
            <a:noFill/>
          </a:ln>
        </p:spPr>
      </p:pic>
      <p:pic>
        <p:nvPicPr>
          <p:cNvPr id="1832" name="Google Shape;1832;p122"/>
          <p:cNvPicPr preferRelativeResize="0"/>
          <p:nvPr/>
        </p:nvPicPr>
        <p:blipFill>
          <a:blip r:embed="rId8">
            <a:alphaModFix/>
          </a:blip>
          <a:stretch>
            <a:fillRect/>
          </a:stretch>
        </p:blipFill>
        <p:spPr>
          <a:xfrm>
            <a:off x="10166802" y="4302960"/>
            <a:ext cx="1088100" cy="1088100"/>
          </a:xfrm>
          <a:prstGeom prst="rect">
            <a:avLst/>
          </a:prstGeom>
          <a:noFill/>
          <a:ln>
            <a:noFill/>
          </a:ln>
        </p:spPr>
      </p:pic>
      <p:sp>
        <p:nvSpPr>
          <p:cNvPr id="1833" name="Google Shape;1833;p122"/>
          <p:cNvSpPr txBox="1"/>
          <p:nvPr/>
        </p:nvSpPr>
        <p:spPr>
          <a:xfrm>
            <a:off x="531050" y="5207925"/>
            <a:ext cx="2589000" cy="47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project: rhis-builder-baremetal-init</a:t>
            </a:r>
            <a:endParaRPr sz="1200">
              <a:latin typeface="Red Hat Display"/>
              <a:ea typeface="Red Hat Display"/>
              <a:cs typeface="Red Hat Display"/>
              <a:sym typeface="Red Hat Display"/>
            </a:endParaRPr>
          </a:p>
        </p:txBody>
      </p:sp>
      <p:sp>
        <p:nvSpPr>
          <p:cNvPr id="1834" name="Google Shape;1834;p122"/>
          <p:cNvSpPr txBox="1"/>
          <p:nvPr/>
        </p:nvSpPr>
        <p:spPr>
          <a:xfrm>
            <a:off x="3121850" y="5207925"/>
            <a:ext cx="2139000" cy="4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rhis-builder-virtual-init</a:t>
            </a:r>
            <a:endParaRPr sz="1200">
              <a:latin typeface="Red Hat Display"/>
              <a:ea typeface="Red Hat Display"/>
              <a:cs typeface="Red Hat Display"/>
              <a:sym typeface="Red Hat Display"/>
            </a:endParaRPr>
          </a:p>
        </p:txBody>
      </p:sp>
      <p:sp>
        <p:nvSpPr>
          <p:cNvPr id="1835" name="Google Shape;1835;p122"/>
          <p:cNvSpPr txBox="1"/>
          <p:nvPr/>
        </p:nvSpPr>
        <p:spPr>
          <a:xfrm>
            <a:off x="4950650" y="5207925"/>
            <a:ext cx="2139000" cy="4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rhis-builder-azurelz</a:t>
            </a:r>
            <a:endParaRPr sz="1200">
              <a:latin typeface="Red Hat Display"/>
              <a:ea typeface="Red Hat Display"/>
              <a:cs typeface="Red Hat Display"/>
              <a:sym typeface="Red Hat Display"/>
            </a:endParaRPr>
          </a:p>
        </p:txBody>
      </p:sp>
      <p:sp>
        <p:nvSpPr>
          <p:cNvPr id="1836" name="Google Shape;1836;p122"/>
          <p:cNvSpPr txBox="1"/>
          <p:nvPr/>
        </p:nvSpPr>
        <p:spPr>
          <a:xfrm>
            <a:off x="6627050" y="5207925"/>
            <a:ext cx="2139000" cy="4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rhis-builder-awslz</a:t>
            </a:r>
            <a:endParaRPr sz="1200">
              <a:latin typeface="Red Hat Display"/>
              <a:ea typeface="Red Hat Display"/>
              <a:cs typeface="Red Hat Display"/>
              <a:sym typeface="Red Hat Display"/>
            </a:endParaRPr>
          </a:p>
        </p:txBody>
      </p:sp>
      <p:sp>
        <p:nvSpPr>
          <p:cNvPr id="1837" name="Google Shape;1837;p122"/>
          <p:cNvSpPr txBox="1"/>
          <p:nvPr/>
        </p:nvSpPr>
        <p:spPr>
          <a:xfrm>
            <a:off x="8151050" y="5207925"/>
            <a:ext cx="2139000" cy="4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rhis-builder-googlelz</a:t>
            </a:r>
            <a:endParaRPr sz="1200">
              <a:latin typeface="Red Hat Display"/>
              <a:ea typeface="Red Hat Display"/>
              <a:cs typeface="Red Hat Display"/>
              <a:sym typeface="Red Hat Display"/>
            </a:endParaRPr>
          </a:p>
        </p:txBody>
      </p:sp>
      <p:sp>
        <p:nvSpPr>
          <p:cNvPr id="1838" name="Google Shape;1838;p122"/>
          <p:cNvSpPr txBox="1"/>
          <p:nvPr/>
        </p:nvSpPr>
        <p:spPr>
          <a:xfrm>
            <a:off x="9751250" y="5207925"/>
            <a:ext cx="2139000" cy="47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dot dot dot lz</a:t>
            </a:r>
            <a:endParaRPr sz="1200">
              <a:latin typeface="Red Hat Display"/>
              <a:ea typeface="Red Hat Display"/>
              <a:cs typeface="Red Hat Display"/>
              <a:sym typeface="Red Hat Display"/>
            </a:endParaRPr>
          </a:p>
        </p:txBody>
      </p:sp>
      <p:sp>
        <p:nvSpPr>
          <p:cNvPr id="1839" name="Google Shape;1839;p122"/>
          <p:cNvSpPr txBox="1"/>
          <p:nvPr/>
        </p:nvSpPr>
        <p:spPr>
          <a:xfrm>
            <a:off x="956700" y="5657800"/>
            <a:ext cx="11179800" cy="7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above projects are focused on 1) Creating the </a:t>
            </a:r>
            <a:r>
              <a:rPr lang="en">
                <a:latin typeface="Red Hat Display"/>
                <a:ea typeface="Red Hat Display"/>
                <a:cs typeface="Red Hat Display"/>
                <a:sym typeface="Red Hat Display"/>
              </a:rPr>
              <a:t>necessary</a:t>
            </a:r>
            <a:r>
              <a:rPr lang="en">
                <a:latin typeface="Red Hat Display"/>
                <a:ea typeface="Red Hat Display"/>
                <a:cs typeface="Red Hat Display"/>
                <a:sym typeface="Red Hat Display"/>
              </a:rPr>
              <a:t> cloud landing zone infrastructure where required. 2) Initializing our base RHEL instances for Identity Management and Satellite.  Once the IdM Primary and the Satellite Primary are up, we can start building.</a:t>
            </a:r>
            <a:endParaRPr>
              <a:latin typeface="Red Hat Display"/>
              <a:ea typeface="Red Hat Display"/>
              <a:cs typeface="Red Hat Display"/>
              <a:sym typeface="Red Hat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12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(Basic Bare Metal) Bootstrap Model</a:t>
            </a:r>
            <a:endParaRPr/>
          </a:p>
        </p:txBody>
      </p:sp>
      <p:sp>
        <p:nvSpPr>
          <p:cNvPr id="1845" name="Google Shape;1845;p12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846" name="Google Shape;1846;p12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847" name="Google Shape;1847;p123"/>
          <p:cNvPicPr preferRelativeResize="0"/>
          <p:nvPr/>
        </p:nvPicPr>
        <p:blipFill rotWithShape="1">
          <a:blip r:embed="rId3">
            <a:alphaModFix/>
          </a:blip>
          <a:srcRect b="25702" l="0" r="0" t="28126"/>
          <a:stretch/>
        </p:blipFill>
        <p:spPr>
          <a:xfrm>
            <a:off x="1959891" y="1423517"/>
            <a:ext cx="914400" cy="422175"/>
          </a:xfrm>
          <a:prstGeom prst="rect">
            <a:avLst/>
          </a:prstGeom>
          <a:noFill/>
          <a:ln>
            <a:noFill/>
          </a:ln>
        </p:spPr>
      </p:pic>
      <p:grpSp>
        <p:nvGrpSpPr>
          <p:cNvPr id="1848" name="Google Shape;1848;p123"/>
          <p:cNvGrpSpPr/>
          <p:nvPr/>
        </p:nvGrpSpPr>
        <p:grpSpPr>
          <a:xfrm>
            <a:off x="652258" y="1423539"/>
            <a:ext cx="458937" cy="422178"/>
            <a:chOff x="8321229" y="3179936"/>
            <a:chExt cx="914400" cy="914400"/>
          </a:xfrm>
        </p:grpSpPr>
        <p:sp>
          <p:nvSpPr>
            <p:cNvPr id="1849" name="Google Shape;1849;p123"/>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50" name="Google Shape;1850;p123"/>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851" name="Google Shape;1851;p123"/>
          <p:cNvSpPr txBox="1"/>
          <p:nvPr/>
        </p:nvSpPr>
        <p:spPr>
          <a:xfrm>
            <a:off x="1896356" y="1712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852" name="Google Shape;1852;p123"/>
          <p:cNvSpPr/>
          <p:nvPr/>
        </p:nvSpPr>
        <p:spPr>
          <a:xfrm>
            <a:off x="1941000" y="2234425"/>
            <a:ext cx="1088100" cy="694872"/>
          </a:xfrm>
          <a:prstGeom prst="flowChartDocumen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ed Hat Display"/>
                <a:ea typeface="Red Hat Display"/>
                <a:cs typeface="Red Hat Display"/>
                <a:sym typeface="Red Hat Display"/>
              </a:rPr>
              <a:t>rhis_builder_vault.yml</a:t>
            </a:r>
            <a:endParaRPr sz="1200">
              <a:latin typeface="Red Hat Display"/>
              <a:ea typeface="Red Hat Display"/>
              <a:cs typeface="Red Hat Display"/>
              <a:sym typeface="Red Hat Display"/>
            </a:endParaRPr>
          </a:p>
        </p:txBody>
      </p:sp>
      <p:sp>
        <p:nvSpPr>
          <p:cNvPr id="1853" name="Google Shape;1853;p123"/>
          <p:cNvSpPr txBox="1"/>
          <p:nvPr/>
        </p:nvSpPr>
        <p:spPr>
          <a:xfrm>
            <a:off x="129575" y="911375"/>
            <a:ext cx="16143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chemeClr val="hlink"/>
                </a:solidFill>
                <a:latin typeface="Red Hat Display"/>
                <a:ea typeface="Red Hat Display"/>
                <a:cs typeface="Red Hat Display"/>
                <a:sym typeface="Red Hat Display"/>
                <a:hlinkClick r:id="rId5"/>
              </a:rPr>
              <a:t>console.redhat.com</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imagebuilder</a:t>
            </a:r>
            <a:endParaRPr sz="1200">
              <a:latin typeface="Red Hat Display"/>
              <a:ea typeface="Red Hat Display"/>
              <a:cs typeface="Red Hat Display"/>
              <a:sym typeface="Red Hat Display"/>
            </a:endParaRPr>
          </a:p>
        </p:txBody>
      </p:sp>
      <p:pic>
        <p:nvPicPr>
          <p:cNvPr id="1854" name="Google Shape;1854;p123"/>
          <p:cNvPicPr preferRelativeResize="0"/>
          <p:nvPr/>
        </p:nvPicPr>
        <p:blipFill rotWithShape="1">
          <a:blip r:embed="rId3">
            <a:alphaModFix/>
          </a:blip>
          <a:srcRect b="25702" l="0" r="0" t="28126"/>
          <a:stretch/>
        </p:blipFill>
        <p:spPr>
          <a:xfrm>
            <a:off x="8664305" y="2185550"/>
            <a:ext cx="1308641" cy="604200"/>
          </a:xfrm>
          <a:prstGeom prst="rect">
            <a:avLst/>
          </a:prstGeom>
          <a:noFill/>
          <a:ln>
            <a:noFill/>
          </a:ln>
        </p:spPr>
      </p:pic>
      <p:pic>
        <p:nvPicPr>
          <p:cNvPr id="1855" name="Google Shape;1855;p123"/>
          <p:cNvPicPr preferRelativeResize="0"/>
          <p:nvPr/>
        </p:nvPicPr>
        <p:blipFill rotWithShape="1">
          <a:blip r:embed="rId3">
            <a:alphaModFix/>
          </a:blip>
          <a:srcRect b="25702" l="0" r="0" t="28126"/>
          <a:stretch/>
        </p:blipFill>
        <p:spPr>
          <a:xfrm>
            <a:off x="8664305" y="1423550"/>
            <a:ext cx="1308641" cy="604200"/>
          </a:xfrm>
          <a:prstGeom prst="rect">
            <a:avLst/>
          </a:prstGeom>
          <a:noFill/>
          <a:ln>
            <a:noFill/>
          </a:ln>
        </p:spPr>
      </p:pic>
      <p:pic>
        <p:nvPicPr>
          <p:cNvPr id="1856" name="Google Shape;1856;p123"/>
          <p:cNvPicPr preferRelativeResize="0"/>
          <p:nvPr/>
        </p:nvPicPr>
        <p:blipFill>
          <a:blip r:embed="rId6">
            <a:alphaModFix/>
          </a:blip>
          <a:stretch>
            <a:fillRect/>
          </a:stretch>
        </p:blipFill>
        <p:spPr>
          <a:xfrm>
            <a:off x="615025" y="2625386"/>
            <a:ext cx="533400" cy="533400"/>
          </a:xfrm>
          <a:prstGeom prst="rect">
            <a:avLst/>
          </a:prstGeom>
          <a:noFill/>
          <a:ln>
            <a:noFill/>
          </a:ln>
        </p:spPr>
      </p:pic>
      <p:sp>
        <p:nvSpPr>
          <p:cNvPr id="1857" name="Google Shape;1857;p123"/>
          <p:cNvSpPr txBox="1"/>
          <p:nvPr/>
        </p:nvSpPr>
        <p:spPr>
          <a:xfrm>
            <a:off x="3293075" y="1228600"/>
            <a:ext cx="4561800" cy="44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ansible-playbook -i inventory main.yml</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installs the prerequisites</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installs the collections</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clones the repositories from your forks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gather all your secrets and configure rhis_builder_vault.yml and encrypt it.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rhis-builder-baremetal-init will help you create the OEMDRV thumb drives for baremetal booting your minimal IdM Primary and Satellite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Build your instances and makes sure that they can communicate with each other and the provisioner.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Now you are ready to deploy IdM</a:t>
            </a:r>
            <a:endParaRPr>
              <a:latin typeface="Red Hat Display"/>
              <a:ea typeface="Red Hat Display"/>
              <a:cs typeface="Red Hat Display"/>
              <a:sym typeface="Red Hat Display"/>
            </a:endParaRPr>
          </a:p>
        </p:txBody>
      </p:sp>
      <p:cxnSp>
        <p:nvCxnSpPr>
          <p:cNvPr id="1858" name="Google Shape;1858;p123"/>
          <p:cNvCxnSpPr>
            <a:endCxn id="1847" idx="0"/>
          </p:cNvCxnSpPr>
          <p:nvPr/>
        </p:nvCxnSpPr>
        <p:spPr>
          <a:xfrm rot="10800000">
            <a:off x="2417091" y="1423517"/>
            <a:ext cx="457200" cy="211200"/>
          </a:xfrm>
          <a:prstGeom prst="curvedConnector4">
            <a:avLst>
              <a:gd fmla="val -34325" name="adj1"/>
              <a:gd fmla="val 321031" name="adj2"/>
            </a:avLst>
          </a:prstGeom>
          <a:noFill/>
          <a:ln cap="flat" cmpd="sng" w="9525">
            <a:solidFill>
              <a:schemeClr val="dk2"/>
            </a:solidFill>
            <a:prstDash val="solid"/>
            <a:round/>
            <a:headEnd len="med" w="med" type="triangle"/>
            <a:tailEnd len="med" w="med" type="none"/>
          </a:ln>
        </p:spPr>
      </p:cxnSp>
      <p:sp>
        <p:nvSpPr>
          <p:cNvPr id="1859" name="Google Shape;1859;p123"/>
          <p:cNvSpPr txBox="1"/>
          <p:nvPr/>
        </p:nvSpPr>
        <p:spPr>
          <a:xfrm>
            <a:off x="661625" y="5779125"/>
            <a:ext cx="2688900" cy="10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Assumption: You have 3 computers connected to a wired network. </a:t>
            </a:r>
            <a:endParaRPr sz="1800">
              <a:latin typeface="Red Hat Display"/>
              <a:ea typeface="Red Hat Display"/>
              <a:cs typeface="Red Hat Display"/>
              <a:sym typeface="Red Hat Display"/>
            </a:endParaRPr>
          </a:p>
        </p:txBody>
      </p:sp>
      <p:cxnSp>
        <p:nvCxnSpPr>
          <p:cNvPr id="1860" name="Google Shape;1860;p123"/>
          <p:cNvCxnSpPr>
            <a:stCxn id="1847" idx="0"/>
            <a:endCxn id="1847" idx="1"/>
          </p:cNvCxnSpPr>
          <p:nvPr/>
        </p:nvCxnSpPr>
        <p:spPr>
          <a:xfrm rot="5400000">
            <a:off x="2082891" y="1300517"/>
            <a:ext cx="211200" cy="457200"/>
          </a:xfrm>
          <a:prstGeom prst="curvedConnector4">
            <a:avLst>
              <a:gd fmla="val -221031" name="adj1"/>
              <a:gd fmla="val 152083" name="adj2"/>
            </a:avLst>
          </a:prstGeom>
          <a:noFill/>
          <a:ln cap="flat" cmpd="sng" w="9525">
            <a:solidFill>
              <a:schemeClr val="dk2"/>
            </a:solidFill>
            <a:prstDash val="solid"/>
            <a:round/>
            <a:headEnd len="med" w="med" type="none"/>
            <a:tailEnd len="med" w="med" type="triangle"/>
          </a:ln>
        </p:spPr>
      </p:cxnSp>
      <p:sp>
        <p:nvSpPr>
          <p:cNvPr id="1861" name="Google Shape;1861;p123"/>
          <p:cNvSpPr txBox="1"/>
          <p:nvPr/>
        </p:nvSpPr>
        <p:spPr>
          <a:xfrm>
            <a:off x="2708950" y="566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1.</a:t>
            </a:r>
            <a:endParaRPr sz="1800">
              <a:latin typeface="Red Hat Display"/>
              <a:ea typeface="Red Hat Display"/>
              <a:cs typeface="Red Hat Display"/>
              <a:sym typeface="Red Hat Display"/>
            </a:endParaRPr>
          </a:p>
        </p:txBody>
      </p:sp>
      <p:sp>
        <p:nvSpPr>
          <p:cNvPr id="1862" name="Google Shape;1862;p123"/>
          <p:cNvSpPr txBox="1"/>
          <p:nvPr/>
        </p:nvSpPr>
        <p:spPr>
          <a:xfrm>
            <a:off x="2251750" y="2852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2</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sp>
        <p:nvSpPr>
          <p:cNvPr id="1863" name="Google Shape;1863;p123"/>
          <p:cNvSpPr txBox="1"/>
          <p:nvPr/>
        </p:nvSpPr>
        <p:spPr>
          <a:xfrm>
            <a:off x="1565950" y="5669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3</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cxnSp>
        <p:nvCxnSpPr>
          <p:cNvPr id="1864" name="Google Shape;1864;p123"/>
          <p:cNvCxnSpPr>
            <a:stCxn id="1847" idx="1"/>
            <a:endCxn id="1854" idx="2"/>
          </p:cNvCxnSpPr>
          <p:nvPr/>
        </p:nvCxnSpPr>
        <p:spPr>
          <a:xfrm>
            <a:off x="1959891" y="1634604"/>
            <a:ext cx="7358700" cy="1155000"/>
          </a:xfrm>
          <a:prstGeom prst="curvedConnector4">
            <a:avLst>
              <a:gd fmla="val -3236" name="adj1"/>
              <a:gd fmla="val 309251" name="adj2"/>
            </a:avLst>
          </a:prstGeom>
          <a:noFill/>
          <a:ln cap="flat" cmpd="sng" w="9525">
            <a:solidFill>
              <a:schemeClr val="dk2"/>
            </a:solidFill>
            <a:prstDash val="solid"/>
            <a:round/>
            <a:headEnd len="med" w="med" type="none"/>
            <a:tailEnd len="med" w="med" type="triangle"/>
          </a:ln>
        </p:spPr>
      </p:cxnSp>
      <p:sp>
        <p:nvSpPr>
          <p:cNvPr id="1865" name="Google Shape;1865;p123"/>
          <p:cNvSpPr txBox="1"/>
          <p:nvPr/>
        </p:nvSpPr>
        <p:spPr>
          <a:xfrm>
            <a:off x="8704125" y="2777775"/>
            <a:ext cx="412800" cy="4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4</a:t>
            </a:r>
            <a:r>
              <a:rPr lang="en" sz="1800">
                <a:latin typeface="Red Hat Display"/>
                <a:ea typeface="Red Hat Display"/>
                <a:cs typeface="Red Hat Display"/>
                <a:sym typeface="Red Hat Display"/>
              </a:rPr>
              <a:t>.</a:t>
            </a:r>
            <a:endParaRPr sz="1800">
              <a:latin typeface="Red Hat Display"/>
              <a:ea typeface="Red Hat Display"/>
              <a:cs typeface="Red Hat Display"/>
              <a:sym typeface="Red Hat Display"/>
            </a:endParaRPr>
          </a:p>
        </p:txBody>
      </p:sp>
      <p:sp>
        <p:nvSpPr>
          <p:cNvPr id="1866" name="Google Shape;1866;p123"/>
          <p:cNvSpPr txBox="1"/>
          <p:nvPr/>
        </p:nvSpPr>
        <p:spPr>
          <a:xfrm>
            <a:off x="9972951" y="1483425"/>
            <a:ext cx="19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idm.example.ca</a:t>
            </a:r>
            <a:endParaRPr>
              <a:latin typeface="Red Hat Display"/>
              <a:ea typeface="Red Hat Display"/>
              <a:cs typeface="Red Hat Display"/>
              <a:sym typeface="Red Hat Display"/>
            </a:endParaRPr>
          </a:p>
        </p:txBody>
      </p:sp>
      <p:sp>
        <p:nvSpPr>
          <p:cNvPr id="1867" name="Google Shape;1867;p123"/>
          <p:cNvSpPr txBox="1"/>
          <p:nvPr/>
        </p:nvSpPr>
        <p:spPr>
          <a:xfrm>
            <a:off x="9972951" y="2245425"/>
            <a:ext cx="1900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satellite</a:t>
            </a:r>
            <a:r>
              <a:rPr lang="en">
                <a:latin typeface="Red Hat Display"/>
                <a:ea typeface="Red Hat Display"/>
                <a:cs typeface="Red Hat Display"/>
                <a:sym typeface="Red Hat Display"/>
              </a:rPr>
              <a:t>.example.ca</a:t>
            </a:r>
            <a:endParaRPr>
              <a:latin typeface="Red Hat Display"/>
              <a:ea typeface="Red Hat Display"/>
              <a:cs typeface="Red Hat Display"/>
              <a:sym typeface="Red Hat Display"/>
            </a:endParaRPr>
          </a:p>
        </p:txBody>
      </p:sp>
      <p:sp>
        <p:nvSpPr>
          <p:cNvPr id="1868" name="Google Shape;1868;p123"/>
          <p:cNvSpPr txBox="1"/>
          <p:nvPr/>
        </p:nvSpPr>
        <p:spPr>
          <a:xfrm>
            <a:off x="9395775" y="2863300"/>
            <a:ext cx="2004000" cy="21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Boot from a RHEL DVD and it will automatically pick up the ks.cfg from </a:t>
            </a:r>
            <a:r>
              <a:rPr lang="en" sz="1800">
                <a:solidFill>
                  <a:schemeClr val="dk1"/>
                </a:solidFill>
                <a:latin typeface="Red Hat Display"/>
                <a:ea typeface="Red Hat Display"/>
                <a:cs typeface="Red Hat Display"/>
                <a:sym typeface="Red Hat Display"/>
              </a:rPr>
              <a:t>OEMDRV</a:t>
            </a:r>
            <a:endParaRPr sz="18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and install the node to spec.</a:t>
            </a:r>
            <a:endParaRPr sz="1800">
              <a:latin typeface="Red Hat Display"/>
              <a:ea typeface="Red Hat Display"/>
              <a:cs typeface="Red Hat Display"/>
              <a:sym typeface="Red Hat Display"/>
            </a:endParaRPr>
          </a:p>
        </p:txBody>
      </p:sp>
      <p:sp>
        <p:nvSpPr>
          <p:cNvPr id="1869" name="Google Shape;1869;p123"/>
          <p:cNvSpPr txBox="1"/>
          <p:nvPr/>
        </p:nvSpPr>
        <p:spPr>
          <a:xfrm>
            <a:off x="4679450" y="5543375"/>
            <a:ext cx="5293500" cy="10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All other bootstrap models are designed to get you to this same place. A RHEL instance for IdM and a RHEL instance for Satellite with @base install</a:t>
            </a:r>
            <a:endParaRPr sz="1800">
              <a:latin typeface="Red Hat Display"/>
              <a:ea typeface="Red Hat Display"/>
              <a:cs typeface="Red Hat Display"/>
              <a:sym typeface="Red Hat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12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Once you have the 2 Bootstrap nodes</a:t>
            </a:r>
            <a:endParaRPr/>
          </a:p>
        </p:txBody>
      </p:sp>
      <p:sp>
        <p:nvSpPr>
          <p:cNvPr id="1875" name="Google Shape;1875;p12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876" name="Google Shape;1876;p12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877" name="Google Shape;1877;p124"/>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878" name="Google Shape;1878;p124"/>
          <p:cNvGrpSpPr/>
          <p:nvPr/>
        </p:nvGrpSpPr>
        <p:grpSpPr>
          <a:xfrm>
            <a:off x="3733825" y="5220663"/>
            <a:ext cx="914400" cy="559500"/>
            <a:chOff x="3899025" y="4752650"/>
            <a:chExt cx="914400" cy="559500"/>
          </a:xfrm>
        </p:grpSpPr>
        <p:pic>
          <p:nvPicPr>
            <p:cNvPr id="1879" name="Google Shape;1879;p12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1880" name="Google Shape;1880;p124"/>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1881" name="Google Shape;1881;p124"/>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1882" name="Google Shape;1882;p12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883" name="Google Shape;1883;p124"/>
          <p:cNvGrpSpPr/>
          <p:nvPr/>
        </p:nvGrpSpPr>
        <p:grpSpPr>
          <a:xfrm>
            <a:off x="3733833" y="1381676"/>
            <a:ext cx="458937" cy="422178"/>
            <a:chOff x="8321229" y="3179936"/>
            <a:chExt cx="914400" cy="914400"/>
          </a:xfrm>
        </p:grpSpPr>
        <p:sp>
          <p:nvSpPr>
            <p:cNvPr id="1884" name="Google Shape;1884;p12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5" name="Google Shape;1885;p124"/>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1886" name="Google Shape;1886;p124"/>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887" name="Google Shape;1887;p124"/>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88" name="Google Shape;1888;p124"/>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1889" name="Google Shape;1889;p124"/>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1890" name="Google Shape;1890;p124"/>
          <p:cNvGrpSpPr/>
          <p:nvPr/>
        </p:nvGrpSpPr>
        <p:grpSpPr>
          <a:xfrm>
            <a:off x="7351968" y="2776299"/>
            <a:ext cx="458937" cy="422178"/>
            <a:chOff x="6263829" y="1370716"/>
            <a:chExt cx="914400" cy="914400"/>
          </a:xfrm>
        </p:grpSpPr>
        <p:sp>
          <p:nvSpPr>
            <p:cNvPr id="1891" name="Google Shape;1891;p12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2" name="Google Shape;1892;p124"/>
            <p:cNvPicPr preferRelativeResize="0"/>
            <p:nvPr/>
          </p:nvPicPr>
          <p:blipFill>
            <a:blip r:embed="rId7">
              <a:alphaModFix/>
            </a:blip>
            <a:stretch>
              <a:fillRect/>
            </a:stretch>
          </p:blipFill>
          <p:spPr>
            <a:xfrm>
              <a:off x="6312879" y="1419766"/>
              <a:ext cx="816300" cy="816300"/>
            </a:xfrm>
            <a:prstGeom prst="rect">
              <a:avLst/>
            </a:prstGeom>
            <a:noFill/>
            <a:ln>
              <a:noFill/>
            </a:ln>
          </p:spPr>
        </p:pic>
      </p:grpSp>
      <p:grpSp>
        <p:nvGrpSpPr>
          <p:cNvPr id="1893" name="Google Shape;1893;p124"/>
          <p:cNvGrpSpPr/>
          <p:nvPr/>
        </p:nvGrpSpPr>
        <p:grpSpPr>
          <a:xfrm>
            <a:off x="6402738" y="2784864"/>
            <a:ext cx="458937" cy="422178"/>
            <a:chOff x="4437340" y="1269451"/>
            <a:chExt cx="914400" cy="914400"/>
          </a:xfrm>
        </p:grpSpPr>
        <p:sp>
          <p:nvSpPr>
            <p:cNvPr id="1894" name="Google Shape;1894;p12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5" name="Google Shape;1895;p124"/>
            <p:cNvPicPr preferRelativeResize="0"/>
            <p:nvPr/>
          </p:nvPicPr>
          <p:blipFill rotWithShape="1">
            <a:blip r:embed="rId8">
              <a:alphaModFix/>
            </a:blip>
            <a:srcRect b="9632" l="15541" r="14164" t="9218"/>
            <a:stretch/>
          </p:blipFill>
          <p:spPr>
            <a:xfrm>
              <a:off x="4537357" y="1303203"/>
              <a:ext cx="739893" cy="850172"/>
            </a:xfrm>
            <a:prstGeom prst="rect">
              <a:avLst/>
            </a:prstGeom>
            <a:noFill/>
            <a:ln>
              <a:noFill/>
            </a:ln>
          </p:spPr>
        </p:pic>
      </p:grpSp>
      <p:grpSp>
        <p:nvGrpSpPr>
          <p:cNvPr id="1896" name="Google Shape;1896;p124"/>
          <p:cNvGrpSpPr/>
          <p:nvPr/>
        </p:nvGrpSpPr>
        <p:grpSpPr>
          <a:xfrm>
            <a:off x="8263149" y="2767685"/>
            <a:ext cx="458937" cy="422178"/>
            <a:chOff x="4437340" y="3101261"/>
            <a:chExt cx="914400" cy="914400"/>
          </a:xfrm>
        </p:grpSpPr>
        <p:sp>
          <p:nvSpPr>
            <p:cNvPr id="1897" name="Google Shape;1897;p12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98" name="Google Shape;1898;p12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1899" name="Google Shape;1899;p124"/>
          <p:cNvSpPr txBox="1"/>
          <p:nvPr/>
        </p:nvSpPr>
        <p:spPr>
          <a:xfrm>
            <a:off x="6243400" y="1607200"/>
            <a:ext cx="363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Red Hat Display"/>
                <a:ea typeface="Red Hat Display"/>
                <a:cs typeface="Red Hat Display"/>
                <a:sym typeface="Red Hat Display"/>
              </a:rPr>
              <a:t>Do this…</a:t>
            </a:r>
            <a:endParaRPr b="1" sz="2400">
              <a:latin typeface="Red Hat Display"/>
              <a:ea typeface="Red Hat Display"/>
              <a:cs typeface="Red Hat Display"/>
              <a:sym typeface="Red Hat Display"/>
            </a:endParaRPr>
          </a:p>
        </p:txBody>
      </p:sp>
      <p:pic>
        <p:nvPicPr>
          <p:cNvPr id="1900" name="Google Shape;1900;p124"/>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1901" name="Google Shape;1901;p124"/>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1902" name="Google Shape;1902;p124"/>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1903" name="Google Shape;1903;p124"/>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1904" name="Google Shape;1904;p124"/>
          <p:cNvGrpSpPr/>
          <p:nvPr/>
        </p:nvGrpSpPr>
        <p:grpSpPr>
          <a:xfrm>
            <a:off x="9177549" y="2767685"/>
            <a:ext cx="458937" cy="422178"/>
            <a:chOff x="4437340" y="3101261"/>
            <a:chExt cx="914400" cy="914400"/>
          </a:xfrm>
        </p:grpSpPr>
        <p:sp>
          <p:nvSpPr>
            <p:cNvPr id="1905" name="Google Shape;1905;p12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6" name="Google Shape;1906;p12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1907" name="Google Shape;1907;p124"/>
          <p:cNvPicPr preferRelativeResize="0"/>
          <p:nvPr/>
        </p:nvPicPr>
        <p:blipFill>
          <a:blip r:embed="rId10">
            <a:alphaModFix/>
          </a:blip>
          <a:stretch>
            <a:fillRect/>
          </a:stretch>
        </p:blipFill>
        <p:spPr>
          <a:xfrm>
            <a:off x="10895276" y="2835667"/>
            <a:ext cx="318000" cy="318000"/>
          </a:xfrm>
          <a:prstGeom prst="rect">
            <a:avLst/>
          </a:prstGeom>
          <a:noFill/>
          <a:ln>
            <a:noFill/>
          </a:ln>
        </p:spPr>
      </p:pic>
      <p:sp>
        <p:nvSpPr>
          <p:cNvPr id="1908" name="Google Shape;1908;p124"/>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09" name="Google Shape;1909;p124"/>
          <p:cNvPicPr preferRelativeResize="0"/>
          <p:nvPr/>
        </p:nvPicPr>
        <p:blipFill>
          <a:blip r:embed="rId10">
            <a:alphaModFix/>
          </a:blip>
          <a:stretch>
            <a:fillRect/>
          </a:stretch>
        </p:blipFill>
        <p:spPr>
          <a:xfrm>
            <a:off x="9980876" y="2835667"/>
            <a:ext cx="318000" cy="318000"/>
          </a:xfrm>
          <a:prstGeom prst="rect">
            <a:avLst/>
          </a:prstGeom>
          <a:noFill/>
          <a:ln>
            <a:noFill/>
          </a:ln>
        </p:spPr>
      </p:pic>
      <p:pic>
        <p:nvPicPr>
          <p:cNvPr id="1910" name="Google Shape;1910;p124"/>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911" name="Google Shape;1911;p124"/>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912" name="Google Shape;1912;p124"/>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1913" name="Google Shape;1913;p124"/>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 or Azure </a:t>
            </a:r>
            <a:endParaRPr>
              <a:latin typeface="Red Hat Display"/>
              <a:ea typeface="Red Hat Display"/>
              <a:cs typeface="Red Hat Display"/>
              <a:sym typeface="Red Hat Display"/>
            </a:endParaRPr>
          </a:p>
        </p:txBody>
      </p:sp>
      <p:sp>
        <p:nvSpPr>
          <p:cNvPr id="1914" name="Google Shape;1914;p124"/>
          <p:cNvSpPr txBox="1"/>
          <p:nvPr/>
        </p:nvSpPr>
        <p:spPr>
          <a:xfrm>
            <a:off x="2415775" y="2909250"/>
            <a:ext cx="3496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 Primary</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 All-in-one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Deploy and Configure AAP Hub</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8" name="Shape 1918"/>
        <p:cNvGrpSpPr/>
        <p:nvPr/>
      </p:nvGrpSpPr>
      <p:grpSpPr>
        <a:xfrm>
          <a:off x="0" y="0"/>
          <a:ext cx="0" cy="0"/>
          <a:chOff x="0" y="0"/>
          <a:chExt cx="0" cy="0"/>
        </a:xfrm>
      </p:grpSpPr>
      <p:sp>
        <p:nvSpPr>
          <p:cNvPr id="1919" name="Google Shape;1919;p12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920" name="Google Shape;1920;p1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921" name="Google Shape;1921;p12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1922" name="Google Shape;1922;p125"/>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1923" name="Google Shape;1923;p12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1924" name="Google Shape;1924;p125"/>
          <p:cNvGrpSpPr/>
          <p:nvPr/>
        </p:nvGrpSpPr>
        <p:grpSpPr>
          <a:xfrm>
            <a:off x="3733833" y="1381676"/>
            <a:ext cx="458937" cy="422178"/>
            <a:chOff x="8321229" y="3179936"/>
            <a:chExt cx="914400" cy="914400"/>
          </a:xfrm>
        </p:grpSpPr>
        <p:sp>
          <p:nvSpPr>
            <p:cNvPr id="1925" name="Google Shape;1925;p12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26" name="Google Shape;1926;p125"/>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927" name="Google Shape;1927;p125"/>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1928" name="Google Shape;1928;p125"/>
          <p:cNvSpPr txBox="1"/>
          <p:nvPr/>
        </p:nvSpPr>
        <p:spPr>
          <a:xfrm>
            <a:off x="5786200" y="1226200"/>
            <a:ext cx="3633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…expand t</a:t>
            </a:r>
            <a:r>
              <a:rPr b="1" lang="en" sz="3200">
                <a:latin typeface="Red Hat Display"/>
                <a:ea typeface="Red Hat Display"/>
                <a:cs typeface="Red Hat Display"/>
                <a:sym typeface="Red Hat Display"/>
              </a:rPr>
              <a:t>o this…</a:t>
            </a:r>
            <a:endParaRPr b="1" sz="3200">
              <a:latin typeface="Red Hat Display"/>
              <a:ea typeface="Red Hat Display"/>
              <a:cs typeface="Red Hat Display"/>
              <a:sym typeface="Red Hat Display"/>
            </a:endParaRPr>
          </a:p>
        </p:txBody>
      </p:sp>
      <p:grpSp>
        <p:nvGrpSpPr>
          <p:cNvPr id="1929" name="Google Shape;1929;p125"/>
          <p:cNvGrpSpPr/>
          <p:nvPr/>
        </p:nvGrpSpPr>
        <p:grpSpPr>
          <a:xfrm>
            <a:off x="6202675" y="1704850"/>
            <a:ext cx="5504263" cy="2135182"/>
            <a:chOff x="6202675" y="2390650"/>
            <a:chExt cx="5504263" cy="2135182"/>
          </a:xfrm>
        </p:grpSpPr>
        <p:sp>
          <p:nvSpPr>
            <p:cNvPr id="1930" name="Google Shape;1930;p125"/>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1" name="Google Shape;1931;p125"/>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1932" name="Google Shape;1932;p125"/>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1933" name="Google Shape;1933;p125"/>
            <p:cNvGrpSpPr/>
            <p:nvPr/>
          </p:nvGrpSpPr>
          <p:grpSpPr>
            <a:xfrm>
              <a:off x="7351968" y="2776299"/>
              <a:ext cx="458937" cy="422178"/>
              <a:chOff x="6263829" y="1370716"/>
              <a:chExt cx="914400" cy="914400"/>
            </a:xfrm>
          </p:grpSpPr>
          <p:sp>
            <p:nvSpPr>
              <p:cNvPr id="1934" name="Google Shape;1934;p12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5" name="Google Shape;1935;p125"/>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936" name="Google Shape;1936;p125"/>
            <p:cNvGrpSpPr/>
            <p:nvPr/>
          </p:nvGrpSpPr>
          <p:grpSpPr>
            <a:xfrm>
              <a:off x="6402738" y="2784864"/>
              <a:ext cx="458937" cy="422178"/>
              <a:chOff x="4437340" y="1269451"/>
              <a:chExt cx="914400" cy="914400"/>
            </a:xfrm>
          </p:grpSpPr>
          <p:sp>
            <p:nvSpPr>
              <p:cNvPr id="1937" name="Google Shape;1937;p12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8" name="Google Shape;1938;p125"/>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939" name="Google Shape;1939;p125"/>
            <p:cNvGrpSpPr/>
            <p:nvPr/>
          </p:nvGrpSpPr>
          <p:grpSpPr>
            <a:xfrm>
              <a:off x="8263149" y="2767685"/>
              <a:ext cx="458937" cy="422178"/>
              <a:chOff x="4437340" y="3101261"/>
              <a:chExt cx="914400" cy="914400"/>
            </a:xfrm>
          </p:grpSpPr>
          <p:sp>
            <p:nvSpPr>
              <p:cNvPr id="1940" name="Google Shape;1940;p12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1" name="Google Shape;1941;p12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42" name="Google Shape;1942;p125"/>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1943" name="Google Shape;1943;p125"/>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1944" name="Google Shape;1944;p125"/>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1945" name="Google Shape;1945;p125"/>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1946" name="Google Shape;1946;p125"/>
            <p:cNvGrpSpPr/>
            <p:nvPr/>
          </p:nvGrpSpPr>
          <p:grpSpPr>
            <a:xfrm>
              <a:off x="9177549" y="2767685"/>
              <a:ext cx="458937" cy="422178"/>
              <a:chOff x="4437340" y="3101261"/>
              <a:chExt cx="914400" cy="914400"/>
            </a:xfrm>
          </p:grpSpPr>
          <p:sp>
            <p:nvSpPr>
              <p:cNvPr id="1947" name="Google Shape;1947;p12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8" name="Google Shape;1948;p12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49" name="Google Shape;1949;p125"/>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1950" name="Google Shape;1950;p125"/>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1" name="Google Shape;1951;p125"/>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1952" name="Google Shape;1952;p125"/>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1953" name="Google Shape;1953;p125"/>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1954" name="Google Shape;1954;p125"/>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1955" name="Google Shape;1955;p125"/>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6" name="Google Shape;1956;p125"/>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1957" name="Google Shape;1957;p125"/>
          <p:cNvGrpSpPr/>
          <p:nvPr/>
        </p:nvGrpSpPr>
        <p:grpSpPr>
          <a:xfrm>
            <a:off x="7351968" y="4681299"/>
            <a:ext cx="458937" cy="422178"/>
            <a:chOff x="6263829" y="1370716"/>
            <a:chExt cx="914400" cy="914400"/>
          </a:xfrm>
        </p:grpSpPr>
        <p:sp>
          <p:nvSpPr>
            <p:cNvPr id="1958" name="Google Shape;1958;p125"/>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9" name="Google Shape;1959;p125"/>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1960" name="Google Shape;1960;p125"/>
          <p:cNvGrpSpPr/>
          <p:nvPr/>
        </p:nvGrpSpPr>
        <p:grpSpPr>
          <a:xfrm>
            <a:off x="6402738" y="4689864"/>
            <a:ext cx="458937" cy="422178"/>
            <a:chOff x="4437340" y="1269451"/>
            <a:chExt cx="914400" cy="914400"/>
          </a:xfrm>
        </p:grpSpPr>
        <p:sp>
          <p:nvSpPr>
            <p:cNvPr id="1961" name="Google Shape;1961;p125"/>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2" name="Google Shape;1962;p125"/>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1963" name="Google Shape;1963;p125"/>
          <p:cNvGrpSpPr/>
          <p:nvPr/>
        </p:nvGrpSpPr>
        <p:grpSpPr>
          <a:xfrm>
            <a:off x="8263149" y="4672685"/>
            <a:ext cx="458937" cy="422178"/>
            <a:chOff x="4437340" y="3101261"/>
            <a:chExt cx="914400" cy="914400"/>
          </a:xfrm>
        </p:grpSpPr>
        <p:sp>
          <p:nvSpPr>
            <p:cNvPr id="1964" name="Google Shape;1964;p12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65" name="Google Shape;1965;p12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66" name="Google Shape;1966;p125"/>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1967" name="Google Shape;1967;p125"/>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1968" name="Google Shape;1968;p125"/>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1969" name="Google Shape;1969;p125"/>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1970" name="Google Shape;1970;p125"/>
          <p:cNvGrpSpPr/>
          <p:nvPr/>
        </p:nvGrpSpPr>
        <p:grpSpPr>
          <a:xfrm>
            <a:off x="9177549" y="4672685"/>
            <a:ext cx="458937" cy="422178"/>
            <a:chOff x="4437340" y="3101261"/>
            <a:chExt cx="914400" cy="914400"/>
          </a:xfrm>
        </p:grpSpPr>
        <p:sp>
          <p:nvSpPr>
            <p:cNvPr id="1971" name="Google Shape;1971;p125"/>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2" name="Google Shape;1972;p125"/>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1973" name="Google Shape;1973;p125"/>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1974" name="Google Shape;1974;p125"/>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75" name="Google Shape;1975;p125"/>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1976" name="Google Shape;1976;p125"/>
          <p:cNvGrpSpPr/>
          <p:nvPr/>
        </p:nvGrpSpPr>
        <p:grpSpPr>
          <a:xfrm>
            <a:off x="6218477" y="5104532"/>
            <a:ext cx="914400" cy="559500"/>
            <a:chOff x="3899025" y="4752650"/>
            <a:chExt cx="914400" cy="559500"/>
          </a:xfrm>
        </p:grpSpPr>
        <p:pic>
          <p:nvPicPr>
            <p:cNvPr id="1977" name="Google Shape;1977;p125"/>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1978" name="Google Shape;1978;p125"/>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1979" name="Google Shape;1979;p125"/>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1980" name="Google Shape;1980;p125"/>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1981" name="Google Shape;1981;p125"/>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1982" name="Google Shape;1982;p125"/>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1983" name="Google Shape;1983;p125"/>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1984" name="Google Shape;1984;p125"/>
          <p:cNvSpPr txBox="1"/>
          <p:nvPr/>
        </p:nvSpPr>
        <p:spPr>
          <a:xfrm>
            <a:off x="2415775" y="2044300"/>
            <a:ext cx="34968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And make extensible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8" name="Shape 1988"/>
        <p:cNvGrpSpPr/>
        <p:nvPr/>
      </p:nvGrpSpPr>
      <p:grpSpPr>
        <a:xfrm>
          <a:off x="0" y="0"/>
          <a:ext cx="0" cy="0"/>
          <a:chOff x="0" y="0"/>
          <a:chExt cx="0" cy="0"/>
        </a:xfrm>
      </p:grpSpPr>
      <p:sp>
        <p:nvSpPr>
          <p:cNvPr id="1989" name="Google Shape;1989;p126"/>
          <p:cNvSpPr txBox="1"/>
          <p:nvPr>
            <p:ph type="title"/>
          </p:nvPr>
        </p:nvSpPr>
        <p:spPr>
          <a:xfrm>
            <a:off x="11136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1990" name="Google Shape;1990;p1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1991" name="Google Shape;1991;p12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1992" name="Google Shape;1992;p12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1993" name="Google Shape;1993;p126"/>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1994" name="Google Shape;1994;p126"/>
          <p:cNvGrpSpPr/>
          <p:nvPr/>
        </p:nvGrpSpPr>
        <p:grpSpPr>
          <a:xfrm>
            <a:off x="3733833" y="1381676"/>
            <a:ext cx="458937" cy="422178"/>
            <a:chOff x="8321229" y="3179936"/>
            <a:chExt cx="914400" cy="914400"/>
          </a:xfrm>
        </p:grpSpPr>
        <p:sp>
          <p:nvSpPr>
            <p:cNvPr id="1995" name="Google Shape;1995;p12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96" name="Google Shape;1996;p126"/>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1997" name="Google Shape;1997;p126"/>
          <p:cNvSpPr txBox="1"/>
          <p:nvPr/>
        </p:nvSpPr>
        <p:spPr>
          <a:xfrm>
            <a:off x="600956" y="3464625"/>
            <a:ext cx="108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a:p>
            <a:pPr indent="0" lvl="0" marL="0" rtl="0" algn="ctr">
              <a:spcBef>
                <a:spcPts val="0"/>
              </a:spcBef>
              <a:spcAft>
                <a:spcPts val="0"/>
              </a:spcAft>
              <a:buNone/>
            </a:pPr>
            <a:r>
              <a:rPr lang="en">
                <a:latin typeface="Red Hat Display"/>
                <a:ea typeface="Red Hat Display"/>
                <a:cs typeface="Red Hat Display"/>
                <a:sym typeface="Red Hat Display"/>
              </a:rPr>
              <a:t>Node</a:t>
            </a:r>
            <a:endParaRPr>
              <a:latin typeface="Red Hat Display"/>
              <a:ea typeface="Red Hat Display"/>
              <a:cs typeface="Red Hat Display"/>
              <a:sym typeface="Red Hat Display"/>
            </a:endParaRPr>
          </a:p>
        </p:txBody>
      </p:sp>
      <p:grpSp>
        <p:nvGrpSpPr>
          <p:cNvPr id="1998" name="Google Shape;1998;p126"/>
          <p:cNvGrpSpPr/>
          <p:nvPr/>
        </p:nvGrpSpPr>
        <p:grpSpPr>
          <a:xfrm>
            <a:off x="6202675" y="1704850"/>
            <a:ext cx="5504263" cy="2135182"/>
            <a:chOff x="6202675" y="2390650"/>
            <a:chExt cx="5504263" cy="2135182"/>
          </a:xfrm>
        </p:grpSpPr>
        <p:sp>
          <p:nvSpPr>
            <p:cNvPr id="1999" name="Google Shape;1999;p126"/>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0" name="Google Shape;2000;p126"/>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2001" name="Google Shape;2001;p126"/>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2002" name="Google Shape;2002;p126"/>
            <p:cNvGrpSpPr/>
            <p:nvPr/>
          </p:nvGrpSpPr>
          <p:grpSpPr>
            <a:xfrm>
              <a:off x="7351968" y="2776299"/>
              <a:ext cx="458937" cy="422178"/>
              <a:chOff x="6263829" y="1370716"/>
              <a:chExt cx="914400" cy="914400"/>
            </a:xfrm>
          </p:grpSpPr>
          <p:sp>
            <p:nvSpPr>
              <p:cNvPr id="2003" name="Google Shape;2003;p12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4" name="Google Shape;2004;p126"/>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005" name="Google Shape;2005;p126"/>
            <p:cNvGrpSpPr/>
            <p:nvPr/>
          </p:nvGrpSpPr>
          <p:grpSpPr>
            <a:xfrm>
              <a:off x="6402738" y="2784864"/>
              <a:ext cx="458937" cy="422178"/>
              <a:chOff x="4437340" y="1269451"/>
              <a:chExt cx="914400" cy="914400"/>
            </a:xfrm>
          </p:grpSpPr>
          <p:sp>
            <p:nvSpPr>
              <p:cNvPr id="2006" name="Google Shape;2006;p12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07" name="Google Shape;2007;p12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008" name="Google Shape;2008;p126"/>
            <p:cNvGrpSpPr/>
            <p:nvPr/>
          </p:nvGrpSpPr>
          <p:grpSpPr>
            <a:xfrm>
              <a:off x="8263149" y="2767685"/>
              <a:ext cx="458937" cy="422178"/>
              <a:chOff x="4437340" y="3101261"/>
              <a:chExt cx="914400" cy="914400"/>
            </a:xfrm>
          </p:grpSpPr>
          <p:sp>
            <p:nvSpPr>
              <p:cNvPr id="2009" name="Google Shape;2009;p12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0" name="Google Shape;2010;p12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011" name="Google Shape;2011;p126"/>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2012" name="Google Shape;2012;p126"/>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2013" name="Google Shape;2013;p126"/>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2014" name="Google Shape;2014;p126"/>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2015" name="Google Shape;2015;p126"/>
            <p:cNvGrpSpPr/>
            <p:nvPr/>
          </p:nvGrpSpPr>
          <p:grpSpPr>
            <a:xfrm>
              <a:off x="9177549" y="2767685"/>
              <a:ext cx="458937" cy="422178"/>
              <a:chOff x="4437340" y="3101261"/>
              <a:chExt cx="914400" cy="914400"/>
            </a:xfrm>
          </p:grpSpPr>
          <p:sp>
            <p:nvSpPr>
              <p:cNvPr id="2016" name="Google Shape;2016;p12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7" name="Google Shape;2017;p12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018" name="Google Shape;2018;p126"/>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2019" name="Google Shape;2019;p126"/>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0" name="Google Shape;2020;p126"/>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2021" name="Google Shape;2021;p126"/>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22" name="Google Shape;2022;p126"/>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23" name="Google Shape;2023;p126"/>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2024" name="Google Shape;2024;p126"/>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5" name="Google Shape;2025;p126"/>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2026" name="Google Shape;2026;p126"/>
          <p:cNvGrpSpPr/>
          <p:nvPr/>
        </p:nvGrpSpPr>
        <p:grpSpPr>
          <a:xfrm>
            <a:off x="7351968" y="4681299"/>
            <a:ext cx="458937" cy="422178"/>
            <a:chOff x="6263829" y="1370716"/>
            <a:chExt cx="914400" cy="914400"/>
          </a:xfrm>
        </p:grpSpPr>
        <p:sp>
          <p:nvSpPr>
            <p:cNvPr id="2027" name="Google Shape;2027;p126"/>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8" name="Google Shape;2028;p126"/>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029" name="Google Shape;2029;p126"/>
          <p:cNvGrpSpPr/>
          <p:nvPr/>
        </p:nvGrpSpPr>
        <p:grpSpPr>
          <a:xfrm>
            <a:off x="6402738" y="4689864"/>
            <a:ext cx="458937" cy="422178"/>
            <a:chOff x="4437340" y="1269451"/>
            <a:chExt cx="914400" cy="914400"/>
          </a:xfrm>
        </p:grpSpPr>
        <p:sp>
          <p:nvSpPr>
            <p:cNvPr id="2030" name="Google Shape;2030;p12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1" name="Google Shape;2031;p12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032" name="Google Shape;2032;p126"/>
          <p:cNvGrpSpPr/>
          <p:nvPr/>
        </p:nvGrpSpPr>
        <p:grpSpPr>
          <a:xfrm>
            <a:off x="8263149" y="4672685"/>
            <a:ext cx="458937" cy="422178"/>
            <a:chOff x="4437340" y="3101261"/>
            <a:chExt cx="914400" cy="914400"/>
          </a:xfrm>
        </p:grpSpPr>
        <p:sp>
          <p:nvSpPr>
            <p:cNvPr id="2033" name="Google Shape;2033;p12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34" name="Google Shape;2034;p12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035" name="Google Shape;2035;p126"/>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2036" name="Google Shape;2036;p126"/>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2037" name="Google Shape;2037;p126"/>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2038" name="Google Shape;2038;p126"/>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2039" name="Google Shape;2039;p126"/>
          <p:cNvGrpSpPr/>
          <p:nvPr/>
        </p:nvGrpSpPr>
        <p:grpSpPr>
          <a:xfrm>
            <a:off x="9177549" y="4672685"/>
            <a:ext cx="458937" cy="422178"/>
            <a:chOff x="4437340" y="3101261"/>
            <a:chExt cx="914400" cy="914400"/>
          </a:xfrm>
        </p:grpSpPr>
        <p:sp>
          <p:nvSpPr>
            <p:cNvPr id="2040" name="Google Shape;2040;p126"/>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1" name="Google Shape;2041;p126"/>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042" name="Google Shape;2042;p126"/>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2043" name="Google Shape;2043;p126"/>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44" name="Google Shape;2044;p126"/>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2045" name="Google Shape;2045;p126"/>
          <p:cNvGrpSpPr/>
          <p:nvPr/>
        </p:nvGrpSpPr>
        <p:grpSpPr>
          <a:xfrm>
            <a:off x="6218477" y="5104532"/>
            <a:ext cx="914400" cy="559500"/>
            <a:chOff x="3899025" y="4752650"/>
            <a:chExt cx="914400" cy="559500"/>
          </a:xfrm>
        </p:grpSpPr>
        <p:pic>
          <p:nvPicPr>
            <p:cNvPr id="2046" name="Google Shape;2046;p126"/>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047" name="Google Shape;2047;p126"/>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2048" name="Google Shape;2048;p126"/>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2049" name="Google Shape;2049;p126"/>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2050" name="Google Shape;2050;p126"/>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2051" name="Google Shape;2051;p126"/>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2052" name="Google Shape;2052;p126"/>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2053" name="Google Shape;2053;p126"/>
          <p:cNvSpPr txBox="1"/>
          <p:nvPr/>
        </p:nvSpPr>
        <p:spPr>
          <a:xfrm>
            <a:off x="2415775" y="2071050"/>
            <a:ext cx="34968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 nodes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discovery container for subscription compliance metering</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   +++  And make extensible …</a:t>
            </a:r>
            <a:endParaRPr>
              <a:solidFill>
                <a:schemeClr val="dk1"/>
              </a:solidFill>
              <a:latin typeface="Red Hat Display"/>
              <a:ea typeface="Red Hat Display"/>
              <a:cs typeface="Red Hat Display"/>
              <a:sym typeface="Red Hat Display"/>
            </a:endParaRPr>
          </a:p>
        </p:txBody>
      </p:sp>
      <p:sp>
        <p:nvSpPr>
          <p:cNvPr id="2054" name="Google Shape;2054;p126"/>
          <p:cNvSpPr txBox="1"/>
          <p:nvPr/>
        </p:nvSpPr>
        <p:spPr>
          <a:xfrm>
            <a:off x="6016925"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IdM Primary</a:t>
            </a:r>
            <a:endParaRPr b="1" sz="1200">
              <a:latin typeface="Red Hat Display"/>
              <a:ea typeface="Red Hat Display"/>
              <a:cs typeface="Red Hat Display"/>
              <a:sym typeface="Red Hat Display"/>
            </a:endParaRPr>
          </a:p>
        </p:txBody>
      </p:sp>
      <p:sp>
        <p:nvSpPr>
          <p:cNvPr id="2055" name="Google Shape;2055;p126"/>
          <p:cNvSpPr txBox="1"/>
          <p:nvPr/>
        </p:nvSpPr>
        <p:spPr>
          <a:xfrm>
            <a:off x="6986388"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Satellite</a:t>
            </a:r>
            <a:endParaRPr b="1" sz="1200">
              <a:latin typeface="Red Hat Display"/>
              <a:ea typeface="Red Hat Display"/>
              <a:cs typeface="Red Hat Display"/>
              <a:sym typeface="Red Hat Display"/>
            </a:endParaRPr>
          </a:p>
        </p:txBody>
      </p:sp>
      <p:sp>
        <p:nvSpPr>
          <p:cNvPr id="2056" name="Google Shape;2056;p126"/>
          <p:cNvSpPr txBox="1"/>
          <p:nvPr/>
        </p:nvSpPr>
        <p:spPr>
          <a:xfrm>
            <a:off x="78975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Controller</a:t>
            </a:r>
            <a:endParaRPr b="1" sz="1200">
              <a:latin typeface="Red Hat Display"/>
              <a:ea typeface="Red Hat Display"/>
              <a:cs typeface="Red Hat Display"/>
              <a:sym typeface="Red Hat Display"/>
            </a:endParaRPr>
          </a:p>
        </p:txBody>
      </p:sp>
      <p:sp>
        <p:nvSpPr>
          <p:cNvPr id="2057" name="Google Shape;2057;p126"/>
          <p:cNvSpPr txBox="1"/>
          <p:nvPr/>
        </p:nvSpPr>
        <p:spPr>
          <a:xfrm>
            <a:off x="88119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Private Hub</a:t>
            </a:r>
            <a:endParaRPr b="1" sz="1200">
              <a:latin typeface="Red Hat Display"/>
              <a:ea typeface="Red Hat Display"/>
              <a:cs typeface="Red Hat Display"/>
              <a:sym typeface="Red Hat Display"/>
            </a:endParaRPr>
          </a:p>
        </p:txBody>
      </p:sp>
      <p:sp>
        <p:nvSpPr>
          <p:cNvPr id="2058" name="Google Shape;2058;p126"/>
          <p:cNvSpPr txBox="1"/>
          <p:nvPr/>
        </p:nvSpPr>
        <p:spPr>
          <a:xfrm>
            <a:off x="9726350" y="1029552"/>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sp>
        <p:nvSpPr>
          <p:cNvPr id="2059" name="Google Shape;2059;p126"/>
          <p:cNvSpPr txBox="1"/>
          <p:nvPr/>
        </p:nvSpPr>
        <p:spPr>
          <a:xfrm>
            <a:off x="10654700" y="1029400"/>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pic>
        <p:nvPicPr>
          <p:cNvPr id="2060" name="Google Shape;2060;p126"/>
          <p:cNvPicPr preferRelativeResize="0"/>
          <p:nvPr/>
        </p:nvPicPr>
        <p:blipFill>
          <a:blip r:embed="rId9">
            <a:alphaModFix/>
          </a:blip>
          <a:stretch>
            <a:fillRect/>
          </a:stretch>
        </p:blipFill>
        <p:spPr>
          <a:xfrm>
            <a:off x="10351563" y="2149867"/>
            <a:ext cx="318000" cy="318000"/>
          </a:xfrm>
          <a:prstGeom prst="rect">
            <a:avLst/>
          </a:prstGeom>
          <a:noFill/>
          <a:ln>
            <a:noFill/>
          </a:ln>
        </p:spPr>
      </p:pic>
      <p:pic>
        <p:nvPicPr>
          <p:cNvPr id="2061" name="Google Shape;2061;p126"/>
          <p:cNvPicPr preferRelativeResize="0"/>
          <p:nvPr/>
        </p:nvPicPr>
        <p:blipFill>
          <a:blip r:embed="rId9">
            <a:alphaModFix/>
          </a:blip>
          <a:stretch>
            <a:fillRect/>
          </a:stretch>
        </p:blipFill>
        <p:spPr>
          <a:xfrm>
            <a:off x="11265963" y="2149867"/>
            <a:ext cx="318000" cy="318000"/>
          </a:xfrm>
          <a:prstGeom prst="rect">
            <a:avLst/>
          </a:prstGeom>
          <a:noFill/>
          <a:ln>
            <a:noFill/>
          </a:ln>
        </p:spPr>
      </p:pic>
      <p:pic>
        <p:nvPicPr>
          <p:cNvPr id="2062" name="Google Shape;2062;p126"/>
          <p:cNvPicPr preferRelativeResize="0"/>
          <p:nvPr/>
        </p:nvPicPr>
        <p:blipFill>
          <a:blip r:embed="rId9">
            <a:alphaModFix/>
          </a:blip>
          <a:stretch>
            <a:fillRect/>
          </a:stretch>
        </p:blipFill>
        <p:spPr>
          <a:xfrm>
            <a:off x="10351563" y="4740667"/>
            <a:ext cx="318000" cy="318000"/>
          </a:xfrm>
          <a:prstGeom prst="rect">
            <a:avLst/>
          </a:prstGeom>
          <a:noFill/>
          <a:ln>
            <a:noFill/>
          </a:ln>
        </p:spPr>
      </p:pic>
      <p:pic>
        <p:nvPicPr>
          <p:cNvPr id="2063" name="Google Shape;2063;p126"/>
          <p:cNvPicPr preferRelativeResize="0"/>
          <p:nvPr/>
        </p:nvPicPr>
        <p:blipFill>
          <a:blip r:embed="rId9">
            <a:alphaModFix/>
          </a:blip>
          <a:stretch>
            <a:fillRect/>
          </a:stretch>
        </p:blipFill>
        <p:spPr>
          <a:xfrm>
            <a:off x="11265963" y="4740667"/>
            <a:ext cx="318000" cy="318000"/>
          </a:xfrm>
          <a:prstGeom prst="rect">
            <a:avLst/>
          </a:prstGeom>
          <a:noFill/>
          <a:ln>
            <a:noFill/>
          </a:ln>
        </p:spPr>
      </p:pic>
      <p:sp>
        <p:nvSpPr>
          <p:cNvPr id="2064" name="Google Shape;2064;p126"/>
          <p:cNvSpPr txBox="1"/>
          <p:nvPr/>
        </p:nvSpPr>
        <p:spPr>
          <a:xfrm>
            <a:off x="6550325" y="3785925"/>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On Premise Hypervisor</a:t>
            </a:r>
            <a:endParaRPr b="1" sz="1200">
              <a:latin typeface="Red Hat Display"/>
              <a:ea typeface="Red Hat Display"/>
              <a:cs typeface="Red Hat Display"/>
              <a:sym typeface="Red Hat Display"/>
            </a:endParaRPr>
          </a:p>
        </p:txBody>
      </p:sp>
      <p:sp>
        <p:nvSpPr>
          <p:cNvPr id="2065" name="Google Shape;2065;p126"/>
          <p:cNvSpPr txBox="1"/>
          <p:nvPr/>
        </p:nvSpPr>
        <p:spPr>
          <a:xfrm>
            <a:off x="6550325" y="5676238"/>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Cloud Landing Zone</a:t>
            </a:r>
            <a:endParaRPr b="1" sz="1200">
              <a:latin typeface="Red Hat Display"/>
              <a:ea typeface="Red Hat Display"/>
              <a:cs typeface="Red Hat Display"/>
              <a:sym typeface="Red Hat Display"/>
            </a:endParaRPr>
          </a:p>
        </p:txBody>
      </p:sp>
      <p:sp>
        <p:nvSpPr>
          <p:cNvPr id="2066" name="Google Shape;2066;p126"/>
          <p:cNvSpPr txBox="1"/>
          <p:nvPr/>
        </p:nvSpPr>
        <p:spPr>
          <a:xfrm>
            <a:off x="3109875" y="1804725"/>
            <a:ext cx="17349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console.redhat.com</a:t>
            </a:r>
            <a:endParaRPr b="1" sz="1200">
              <a:latin typeface="Red Hat Display"/>
              <a:ea typeface="Red Hat Display"/>
              <a:cs typeface="Red Hat Display"/>
              <a:sym typeface="Red Hat Display"/>
            </a:endParaRPr>
          </a:p>
        </p:txBody>
      </p:sp>
      <p:sp>
        <p:nvSpPr>
          <p:cNvPr id="2067" name="Google Shape;2067;p126"/>
          <p:cNvSpPr txBox="1"/>
          <p:nvPr/>
        </p:nvSpPr>
        <p:spPr>
          <a:xfrm>
            <a:off x="404850" y="1132850"/>
            <a:ext cx="2455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…or this…</a:t>
            </a:r>
            <a:endParaRPr b="1" sz="3200">
              <a:latin typeface="Red Hat Display"/>
              <a:ea typeface="Red Hat Display"/>
              <a:cs typeface="Red Hat Display"/>
              <a:sym typeface="Red Hat Displ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1" name="Shape 2071"/>
        <p:cNvGrpSpPr/>
        <p:nvPr/>
      </p:nvGrpSpPr>
      <p:grpSpPr>
        <a:xfrm>
          <a:off x="0" y="0"/>
          <a:ext cx="0" cy="0"/>
          <a:chOff x="0" y="0"/>
          <a:chExt cx="0" cy="0"/>
        </a:xfrm>
      </p:grpSpPr>
      <p:sp>
        <p:nvSpPr>
          <p:cNvPr id="2072" name="Google Shape;2072;p12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073" name="Google Shape;2073;p127"/>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Hypervisor Bootstrap</a:t>
            </a:r>
            <a:endParaRPr>
              <a:latin typeface="Red Hat Display Medium"/>
              <a:ea typeface="Red Hat Display Medium"/>
              <a:cs typeface="Red Hat Display Medium"/>
              <a:sym typeface="Red Hat Display Medium"/>
            </a:endParaRPr>
          </a:p>
          <a:p>
            <a:pPr indent="0" lvl="0" marL="0" rtl="0" algn="l">
              <a:spcBef>
                <a:spcPts val="0"/>
              </a:spcBef>
              <a:spcAft>
                <a:spcPts val="0"/>
              </a:spcAft>
              <a:buNone/>
            </a:pPr>
            <a:r>
              <a:rPr lang="en">
                <a:latin typeface="Red Hat Display Medium"/>
                <a:ea typeface="Red Hat Display Medium"/>
                <a:cs typeface="Red Hat Display Medium"/>
                <a:sym typeface="Red Hat Display Medium"/>
              </a:rPr>
              <a:t>Scenario</a:t>
            </a:r>
            <a:endParaRPr>
              <a:latin typeface="Red Hat Display Medium"/>
              <a:ea typeface="Red Hat Display Medium"/>
              <a:cs typeface="Red Hat Display Medium"/>
              <a:sym typeface="Red Hat Display Medium"/>
            </a:endParaRPr>
          </a:p>
        </p:txBody>
      </p:sp>
      <p:sp>
        <p:nvSpPr>
          <p:cNvPr id="2074" name="Google Shape;2074;p12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8" name="Shape 2078"/>
        <p:cNvGrpSpPr/>
        <p:nvPr/>
      </p:nvGrpSpPr>
      <p:grpSpPr>
        <a:xfrm>
          <a:off x="0" y="0"/>
          <a:ext cx="0" cy="0"/>
          <a:chOff x="0" y="0"/>
          <a:chExt cx="0" cy="0"/>
        </a:xfrm>
      </p:grpSpPr>
      <p:sp>
        <p:nvSpPr>
          <p:cNvPr id="2079" name="Google Shape;2079;p128"/>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2080" name="Google Shape;2080;p1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081" name="Google Shape;2081;p12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082" name="Google Shape;2082;p128"/>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2083" name="Google Shape;2083;p128"/>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Delivering on the adoption model</a:t>
            </a:r>
            <a:endParaRPr/>
          </a:p>
        </p:txBody>
      </p:sp>
      <p:sp>
        <p:nvSpPr>
          <p:cNvPr id="2084" name="Google Shape;2084;p12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085" name="Google Shape;2085;p128"/>
          <p:cNvGrpSpPr/>
          <p:nvPr/>
        </p:nvGrpSpPr>
        <p:grpSpPr>
          <a:xfrm>
            <a:off x="3733833" y="1381676"/>
            <a:ext cx="458937" cy="422178"/>
            <a:chOff x="8321229" y="3179936"/>
            <a:chExt cx="914400" cy="914400"/>
          </a:xfrm>
        </p:grpSpPr>
        <p:sp>
          <p:nvSpPr>
            <p:cNvPr id="2086" name="Google Shape;2086;p128"/>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7" name="Google Shape;2087;p128"/>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2088" name="Google Shape;2088;p128"/>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2089" name="Google Shape;2089;p128"/>
          <p:cNvSpPr txBox="1"/>
          <p:nvPr/>
        </p:nvSpPr>
        <p:spPr>
          <a:xfrm>
            <a:off x="680800" y="1226200"/>
            <a:ext cx="36336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Use Imagebuilder to create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your vmdk for building the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and satellite instances.</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If you already have this capability in your hypervisor environment. Build 2 @base installs of RHEL9</a:t>
            </a:r>
            <a:endParaRPr>
              <a:latin typeface="Red Hat Display"/>
              <a:ea typeface="Red Hat Display"/>
              <a:cs typeface="Red Hat Display"/>
              <a:sym typeface="Red Hat Display"/>
            </a:endParaRPr>
          </a:p>
        </p:txBody>
      </p:sp>
      <p:pic>
        <p:nvPicPr>
          <p:cNvPr id="2090" name="Google Shape;2090;p128"/>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091" name="Google Shape;2091;p128"/>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092" name="Google Shape;2092;p128"/>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093" name="Google Shape;2093;p128"/>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Any hypervisor</a:t>
            </a:r>
            <a:r>
              <a:rPr lang="en">
                <a:latin typeface="Red Hat Display"/>
                <a:ea typeface="Red Hat Display"/>
                <a:cs typeface="Red Hat Display"/>
                <a:sym typeface="Red Hat Display"/>
              </a:rPr>
              <a:t>, Azure, AWS, GCP, Baremetal</a:t>
            </a:r>
            <a:endParaRPr>
              <a:latin typeface="Red Hat Display"/>
              <a:ea typeface="Red Hat Display"/>
              <a:cs typeface="Red Hat Display"/>
              <a:sym typeface="Red Hat Displ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7" name="Shape 2097"/>
        <p:cNvGrpSpPr/>
        <p:nvPr/>
      </p:nvGrpSpPr>
      <p:grpSpPr>
        <a:xfrm>
          <a:off x="0" y="0"/>
          <a:ext cx="0" cy="0"/>
          <a:chOff x="0" y="0"/>
          <a:chExt cx="0" cy="0"/>
        </a:xfrm>
      </p:grpSpPr>
      <p:sp>
        <p:nvSpPr>
          <p:cNvPr id="2098" name="Google Shape;2098;p129"/>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1 - build the image</a:t>
            </a:r>
            <a:endParaRPr/>
          </a:p>
        </p:txBody>
      </p:sp>
      <p:sp>
        <p:nvSpPr>
          <p:cNvPr id="2099" name="Google Shape;2099;p12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00" name="Google Shape;2100;p12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101" name="Google Shape;2101;p129"/>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102" name="Google Shape;2102;p129"/>
          <p:cNvGrpSpPr/>
          <p:nvPr/>
        </p:nvGrpSpPr>
        <p:grpSpPr>
          <a:xfrm>
            <a:off x="3506100" y="1849713"/>
            <a:ext cx="914400" cy="559500"/>
            <a:chOff x="3899025" y="4752650"/>
            <a:chExt cx="914400" cy="559500"/>
          </a:xfrm>
        </p:grpSpPr>
        <p:pic>
          <p:nvPicPr>
            <p:cNvPr id="2103" name="Google Shape;2103;p129"/>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104" name="Google Shape;2104;p129"/>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105" name="Google Shape;2105;p129"/>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106" name="Google Shape;2106;p12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107" name="Google Shape;2107;p129"/>
          <p:cNvGrpSpPr/>
          <p:nvPr/>
        </p:nvGrpSpPr>
        <p:grpSpPr>
          <a:xfrm>
            <a:off x="3621987" y="1153338"/>
            <a:ext cx="688452" cy="651693"/>
            <a:chOff x="8321229" y="3179936"/>
            <a:chExt cx="914400" cy="914400"/>
          </a:xfrm>
        </p:grpSpPr>
        <p:sp>
          <p:nvSpPr>
            <p:cNvPr id="2108" name="Google Shape;2108;p129"/>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09" name="Google Shape;2109;p129"/>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110" name="Google Shape;2110;p129"/>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111" name="Google Shape;2111;p129"/>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112" name="Google Shape;2112;p129"/>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113" name="Google Shape;2113;p129"/>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114" name="Google Shape;2114;p129"/>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cxnSp>
        <p:nvCxnSpPr>
          <p:cNvPr id="2115" name="Google Shape;2115;p129"/>
          <p:cNvCxnSpPr>
            <a:stCxn id="2101" idx="3"/>
            <a:endCxn id="2109" idx="1"/>
          </p:cNvCxnSpPr>
          <p:nvPr/>
        </p:nvCxnSpPr>
        <p:spPr>
          <a:xfrm flipH="1" rot="10800000">
            <a:off x="1578891" y="1479204"/>
            <a:ext cx="2043000" cy="1908000"/>
          </a:xfrm>
          <a:prstGeom prst="curvedConnector3">
            <a:avLst>
              <a:gd fmla="val 50002" name="adj1"/>
            </a:avLst>
          </a:prstGeom>
          <a:noFill/>
          <a:ln cap="flat" cmpd="sng" w="9525">
            <a:solidFill>
              <a:schemeClr val="dk2"/>
            </a:solidFill>
            <a:prstDash val="solid"/>
            <a:round/>
            <a:headEnd len="med" w="med" type="triangle"/>
            <a:tailEnd len="med" w="med" type="triangle"/>
          </a:ln>
        </p:spPr>
      </p:cxnSp>
      <p:sp>
        <p:nvSpPr>
          <p:cNvPr id="2116" name="Google Shape;2116;p129"/>
          <p:cNvSpPr txBox="1"/>
          <p:nvPr/>
        </p:nvSpPr>
        <p:spPr>
          <a:xfrm>
            <a:off x="510100" y="1687050"/>
            <a:ext cx="23859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Image Definition</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Initiate Compose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Download Image</a:t>
            </a:r>
            <a:endParaRPr>
              <a:latin typeface="Red Hat Display"/>
              <a:ea typeface="Red Hat Display"/>
              <a:cs typeface="Red Hat Display"/>
              <a:sym typeface="Red Hat Display"/>
            </a:endParaRPr>
          </a:p>
        </p:txBody>
      </p:sp>
      <p:cxnSp>
        <p:nvCxnSpPr>
          <p:cNvPr id="2117" name="Google Shape;2117;p129"/>
          <p:cNvCxnSpPr>
            <a:endCxn id="2111" idx="1"/>
          </p:cNvCxnSpPr>
          <p:nvPr/>
        </p:nvCxnSpPr>
        <p:spPr>
          <a:xfrm>
            <a:off x="1578773" y="3387182"/>
            <a:ext cx="4668300" cy="7305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2118" name="Google Shape;2118;p129"/>
          <p:cNvSpPr txBox="1"/>
          <p:nvPr/>
        </p:nvSpPr>
        <p:spPr>
          <a:xfrm>
            <a:off x="1881700" y="4354050"/>
            <a:ext cx="334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4. Upload Image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5. Create a VM from image for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6. Create a VM </a:t>
            </a:r>
            <a:r>
              <a:rPr lang="en">
                <a:solidFill>
                  <a:schemeClr val="dk1"/>
                </a:solidFill>
                <a:latin typeface="Red Hat Display"/>
                <a:ea typeface="Red Hat Display"/>
                <a:cs typeface="Red Hat Display"/>
                <a:sym typeface="Red Hat Display"/>
              </a:rPr>
              <a:t>from image </a:t>
            </a:r>
            <a:r>
              <a:rPr lang="en">
                <a:latin typeface="Red Hat Display"/>
                <a:ea typeface="Red Hat Display"/>
                <a:cs typeface="Red Hat Display"/>
                <a:sym typeface="Red Hat Display"/>
              </a:rPr>
              <a:t>for Satellite</a:t>
            </a:r>
            <a:endParaRPr>
              <a:latin typeface="Red Hat Display"/>
              <a:ea typeface="Red Hat Display"/>
              <a:cs typeface="Red Hat Display"/>
              <a:sym typeface="Red Hat Display"/>
            </a:endParaRPr>
          </a:p>
        </p:txBody>
      </p:sp>
      <p:pic>
        <p:nvPicPr>
          <p:cNvPr id="2119" name="Google Shape;2119;p129"/>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120" name="Google Shape;2120;p129"/>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pic>
        <p:nvPicPr>
          <p:cNvPr id="2121" name="Google Shape;2121;p129"/>
          <p:cNvPicPr preferRelativeResize="0"/>
          <p:nvPr/>
        </p:nvPicPr>
        <p:blipFill>
          <a:blip r:embed="rId7">
            <a:alphaModFix/>
          </a:blip>
          <a:stretch>
            <a:fillRect/>
          </a:stretch>
        </p:blipFill>
        <p:spPr>
          <a:xfrm>
            <a:off x="3733800" y="2804305"/>
            <a:ext cx="300900" cy="300900"/>
          </a:xfrm>
          <a:prstGeom prst="rect">
            <a:avLst/>
          </a:prstGeom>
          <a:noFill/>
          <a:ln>
            <a:noFill/>
          </a:ln>
        </p:spPr>
      </p:pic>
      <p:pic>
        <p:nvPicPr>
          <p:cNvPr id="2122" name="Google Shape;2122;p129"/>
          <p:cNvPicPr preferRelativeResize="0"/>
          <p:nvPr/>
        </p:nvPicPr>
        <p:blipFill>
          <a:blip r:embed="rId8">
            <a:alphaModFix/>
          </a:blip>
          <a:stretch>
            <a:fillRect/>
          </a:stretch>
        </p:blipFill>
        <p:spPr>
          <a:xfrm>
            <a:off x="2476500" y="1737163"/>
            <a:ext cx="300900" cy="300900"/>
          </a:xfrm>
          <a:prstGeom prst="rect">
            <a:avLst/>
          </a:prstGeom>
          <a:noFill/>
          <a:ln>
            <a:noFill/>
          </a:ln>
        </p:spPr>
      </p:pic>
      <p:pic>
        <p:nvPicPr>
          <p:cNvPr id="2123" name="Google Shape;2123;p129"/>
          <p:cNvPicPr preferRelativeResize="0"/>
          <p:nvPr/>
        </p:nvPicPr>
        <p:blipFill>
          <a:blip r:embed="rId7">
            <a:alphaModFix/>
          </a:blip>
          <a:stretch>
            <a:fillRect/>
          </a:stretch>
        </p:blipFill>
        <p:spPr>
          <a:xfrm>
            <a:off x="4838700" y="4128655"/>
            <a:ext cx="300900" cy="300900"/>
          </a:xfrm>
          <a:prstGeom prst="rect">
            <a:avLst/>
          </a:prstGeom>
          <a:noFill/>
          <a:ln>
            <a:noFill/>
          </a:ln>
        </p:spPr>
      </p:pic>
      <p:cxnSp>
        <p:nvCxnSpPr>
          <p:cNvPr id="2124" name="Google Shape;2124;p129"/>
          <p:cNvCxnSpPr>
            <a:stCxn id="2104" idx="2"/>
          </p:cNvCxnSpPr>
          <p:nvPr/>
        </p:nvCxnSpPr>
        <p:spPr>
          <a:xfrm rot="5400000">
            <a:off x="2288287" y="1624889"/>
            <a:ext cx="1128000" cy="2390400"/>
          </a:xfrm>
          <a:prstGeom prst="curvedConnector2">
            <a:avLst/>
          </a:prstGeom>
          <a:noFill/>
          <a:ln cap="flat" cmpd="sng" w="9525">
            <a:solidFill>
              <a:schemeClr val="dk2"/>
            </a:solidFill>
            <a:prstDash val="solid"/>
            <a:round/>
            <a:headEnd len="med" w="med" type="none"/>
            <a:tailEnd len="med" w="med" type="none"/>
          </a:ln>
        </p:spPr>
      </p:cxnSp>
      <p:sp>
        <p:nvSpPr>
          <p:cNvPr id="2125" name="Google Shape;2125;p129"/>
          <p:cNvSpPr txBox="1"/>
          <p:nvPr/>
        </p:nvSpPr>
        <p:spPr>
          <a:xfrm>
            <a:off x="4651850" y="1736950"/>
            <a:ext cx="282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Red Hat Display"/>
                <a:ea typeface="Red Hat Display"/>
                <a:cs typeface="Red Hat Display"/>
                <a:sym typeface="Red Hat Display"/>
              </a:rPr>
              <a:t>Red Hat Imagebuilder on console.redhat.com</a:t>
            </a:r>
            <a:endParaRPr b="1">
              <a:solidFill>
                <a:schemeClr val="accent1"/>
              </a:solidFill>
              <a:latin typeface="Red Hat Display"/>
              <a:ea typeface="Red Hat Display"/>
              <a:cs typeface="Red Hat Display"/>
              <a:sym typeface="Red Hat Display"/>
            </a:endParaRPr>
          </a:p>
        </p:txBody>
      </p:sp>
      <p:sp>
        <p:nvSpPr>
          <p:cNvPr id="2126" name="Google Shape;2126;p129"/>
          <p:cNvSpPr txBox="1"/>
          <p:nvPr/>
        </p:nvSpPr>
        <p:spPr>
          <a:xfrm>
            <a:off x="926475" y="5417925"/>
            <a:ext cx="7122900" cy="5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Alternately, we can use image builder to create bootable base installations to create the first nodes in a bare metal infrastructure…</a:t>
            </a:r>
            <a:endParaRPr sz="1800">
              <a:latin typeface="Red Hat Display"/>
              <a:ea typeface="Red Hat Display"/>
              <a:cs typeface="Red Hat Display"/>
              <a:sym typeface="Red Hat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sp>
        <p:nvSpPr>
          <p:cNvPr id="2131" name="Google Shape;2131;p13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2 - Deploy and Configure IdM Primary</a:t>
            </a:r>
            <a:endParaRPr/>
          </a:p>
        </p:txBody>
      </p:sp>
      <p:sp>
        <p:nvSpPr>
          <p:cNvPr id="2132" name="Google Shape;2132;p13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33" name="Google Shape;2133;p13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134" name="Google Shape;2134;p130"/>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135" name="Google Shape;2135;p130"/>
          <p:cNvGrpSpPr/>
          <p:nvPr/>
        </p:nvGrpSpPr>
        <p:grpSpPr>
          <a:xfrm>
            <a:off x="3506100" y="1849713"/>
            <a:ext cx="914400" cy="559500"/>
            <a:chOff x="3899025" y="4752650"/>
            <a:chExt cx="914400" cy="559500"/>
          </a:xfrm>
        </p:grpSpPr>
        <p:pic>
          <p:nvPicPr>
            <p:cNvPr id="2136" name="Google Shape;2136;p130"/>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137" name="Google Shape;2137;p130"/>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138" name="Google Shape;2138;p13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139" name="Google Shape;2139;p13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140" name="Google Shape;2140;p130"/>
          <p:cNvGrpSpPr/>
          <p:nvPr/>
        </p:nvGrpSpPr>
        <p:grpSpPr>
          <a:xfrm>
            <a:off x="3733833" y="1381676"/>
            <a:ext cx="458937" cy="422178"/>
            <a:chOff x="8321229" y="3179936"/>
            <a:chExt cx="914400" cy="914400"/>
          </a:xfrm>
        </p:grpSpPr>
        <p:sp>
          <p:nvSpPr>
            <p:cNvPr id="2141" name="Google Shape;2141;p130"/>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2" name="Google Shape;2142;p130"/>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143" name="Google Shape;2143;p130"/>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144" name="Google Shape;2144;p130"/>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145" name="Google Shape;2145;p130"/>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146" name="Google Shape;2146;p130"/>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147" name="Google Shape;2147;p130"/>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148" name="Google Shape;2148;p130"/>
          <p:cNvSpPr txBox="1"/>
          <p:nvPr/>
        </p:nvSpPr>
        <p:spPr>
          <a:xfrm>
            <a:off x="8207400" y="108740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7.  Configure IdM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8. Install IdM with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CA</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AD Trust</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9. Configure Basics of IdM</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 and reverse zones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forwarding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DynDNS update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Users, Groups, Services</a:t>
            </a:r>
            <a:endParaRPr>
              <a:latin typeface="Red Hat Display"/>
              <a:ea typeface="Red Hat Display"/>
              <a:cs typeface="Red Hat Display"/>
              <a:sym typeface="Red Hat Display"/>
            </a:endParaRPr>
          </a:p>
        </p:txBody>
      </p:sp>
      <p:pic>
        <p:nvPicPr>
          <p:cNvPr id="2149" name="Google Shape;2149;p130"/>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150" name="Google Shape;2150;p130"/>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151" name="Google Shape;2151;p130"/>
          <p:cNvGrpSpPr/>
          <p:nvPr/>
        </p:nvGrpSpPr>
        <p:grpSpPr>
          <a:xfrm>
            <a:off x="6296155" y="2556295"/>
            <a:ext cx="688360" cy="643098"/>
            <a:chOff x="4437340" y="1269451"/>
            <a:chExt cx="914400" cy="914400"/>
          </a:xfrm>
        </p:grpSpPr>
        <p:sp>
          <p:nvSpPr>
            <p:cNvPr id="2152" name="Google Shape;2152;p130"/>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3" name="Google Shape;2153;p130"/>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154" name="Google Shape;2154;p130"/>
          <p:cNvCxnSpPr>
            <a:stCxn id="2134" idx="3"/>
            <a:endCxn id="2152" idx="1"/>
          </p:cNvCxnSpPr>
          <p:nvPr/>
        </p:nvCxnSpPr>
        <p:spPr>
          <a:xfrm flipH="1" rot="10800000">
            <a:off x="1578891" y="2877804"/>
            <a:ext cx="4717200" cy="509400"/>
          </a:xfrm>
          <a:prstGeom prst="curvedConnector3">
            <a:avLst>
              <a:gd fmla="val 50001" name="adj1"/>
            </a:avLst>
          </a:prstGeom>
          <a:noFill/>
          <a:ln cap="flat" cmpd="sng" w="9525">
            <a:solidFill>
              <a:schemeClr val="dk2"/>
            </a:solidFill>
            <a:prstDash val="solid"/>
            <a:round/>
            <a:headEnd len="med" w="med" type="none"/>
            <a:tailEnd len="med" w="med" type="triangle"/>
          </a:ln>
        </p:spPr>
      </p:cxnSp>
      <p:sp>
        <p:nvSpPr>
          <p:cNvPr id="2155" name="Google Shape;2155;p130"/>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our example, we are assuming no base services so we deploy IdM first for DNS, Authentication and other basic services.</a:t>
            </a:r>
            <a:endParaRPr sz="1800">
              <a:latin typeface="Red Hat Display"/>
              <a:ea typeface="Red Hat Display"/>
              <a:cs typeface="Red Hat Display"/>
              <a:sym typeface="Red Hat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id="2160" name="Google Shape;2160;p13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161" name="Google Shape;2161;p1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62" name="Google Shape;2162;p13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163" name="Google Shape;2163;p131"/>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164" name="Google Shape;2164;p131"/>
          <p:cNvGrpSpPr/>
          <p:nvPr/>
        </p:nvGrpSpPr>
        <p:grpSpPr>
          <a:xfrm>
            <a:off x="3506100" y="1849713"/>
            <a:ext cx="914400" cy="559500"/>
            <a:chOff x="3899025" y="4752650"/>
            <a:chExt cx="914400" cy="559500"/>
          </a:xfrm>
        </p:grpSpPr>
        <p:pic>
          <p:nvPicPr>
            <p:cNvPr id="2165" name="Google Shape;2165;p131"/>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166" name="Google Shape;2166;p131"/>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167" name="Google Shape;2167;p13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168" name="Google Shape;2168;p13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169" name="Google Shape;2169;p131"/>
          <p:cNvGrpSpPr/>
          <p:nvPr/>
        </p:nvGrpSpPr>
        <p:grpSpPr>
          <a:xfrm>
            <a:off x="3733833" y="1381676"/>
            <a:ext cx="458937" cy="422178"/>
            <a:chOff x="8321229" y="3179936"/>
            <a:chExt cx="914400" cy="914400"/>
          </a:xfrm>
        </p:grpSpPr>
        <p:sp>
          <p:nvSpPr>
            <p:cNvPr id="2170" name="Google Shape;2170;p131"/>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71" name="Google Shape;2171;p131"/>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172" name="Google Shape;2172;p131"/>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173" name="Google Shape;2173;p131"/>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174" name="Google Shape;2174;p131"/>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175" name="Google Shape;2175;p131"/>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176" name="Google Shape;2176;p131"/>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177" name="Google Shape;2177;p131"/>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178" name="Google Shape;2178;p131"/>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179" name="Google Shape;2179;p131"/>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180" name="Google Shape;2180;p131"/>
          <p:cNvGrpSpPr/>
          <p:nvPr/>
        </p:nvGrpSpPr>
        <p:grpSpPr>
          <a:xfrm>
            <a:off x="6402738" y="2784864"/>
            <a:ext cx="458937" cy="422178"/>
            <a:chOff x="4437340" y="1269451"/>
            <a:chExt cx="914400" cy="914400"/>
          </a:xfrm>
        </p:grpSpPr>
        <p:sp>
          <p:nvSpPr>
            <p:cNvPr id="2181" name="Google Shape;2181;p131"/>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2" name="Google Shape;2182;p131"/>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183" name="Google Shape;2183;p131"/>
          <p:cNvCxnSpPr>
            <a:stCxn id="2163" idx="3"/>
            <a:endCxn id="2184"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185" name="Google Shape;2185;p131"/>
          <p:cNvGrpSpPr/>
          <p:nvPr/>
        </p:nvGrpSpPr>
        <p:grpSpPr>
          <a:xfrm>
            <a:off x="7241459" y="2547787"/>
            <a:ext cx="688360" cy="633313"/>
            <a:chOff x="6263829" y="1370716"/>
            <a:chExt cx="914400" cy="914400"/>
          </a:xfrm>
        </p:grpSpPr>
        <p:sp>
          <p:nvSpPr>
            <p:cNvPr id="2186" name="Google Shape;2186;p131"/>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4" name="Google Shape;2184;p131"/>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187" name="Google Shape;2187;p131"/>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functions as the secret </a:t>
            </a:r>
            <a:r>
              <a:rPr lang="en" sz="1800">
                <a:latin typeface="Red Hat Display"/>
                <a:ea typeface="Red Hat Display"/>
                <a:cs typeface="Red Hat Display"/>
                <a:sym typeface="Red Hat Display"/>
              </a:rPr>
              <a:t>sauce</a:t>
            </a:r>
            <a:r>
              <a:rPr lang="en" sz="1800">
                <a:latin typeface="Red Hat Display"/>
                <a:ea typeface="Red Hat Display"/>
                <a:cs typeface="Red Hat Display"/>
                <a:sym typeface="Red Hat Display"/>
              </a:rPr>
              <a:t> that abstracts away our targets environments.</a:t>
            </a:r>
            <a:endParaRPr sz="1800">
              <a:latin typeface="Red Hat Display"/>
              <a:ea typeface="Red Hat Display"/>
              <a:cs typeface="Red Hat Display"/>
              <a:sym typeface="Red Hat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1" name="Shape 2191"/>
        <p:cNvGrpSpPr/>
        <p:nvPr/>
      </p:nvGrpSpPr>
      <p:grpSpPr>
        <a:xfrm>
          <a:off x="0" y="0"/>
          <a:ext cx="0" cy="0"/>
          <a:chOff x="0" y="0"/>
          <a:chExt cx="0" cy="0"/>
        </a:xfrm>
      </p:grpSpPr>
      <p:sp>
        <p:nvSpPr>
          <p:cNvPr id="2192" name="Google Shape;2192;p13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193" name="Google Shape;2193;p1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194" name="Google Shape;2194;p13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195" name="Google Shape;2195;p132"/>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196" name="Google Shape;2196;p132"/>
          <p:cNvGrpSpPr/>
          <p:nvPr/>
        </p:nvGrpSpPr>
        <p:grpSpPr>
          <a:xfrm>
            <a:off x="3506100" y="1849713"/>
            <a:ext cx="914400" cy="559500"/>
            <a:chOff x="3899025" y="4752650"/>
            <a:chExt cx="914400" cy="559500"/>
          </a:xfrm>
        </p:grpSpPr>
        <p:pic>
          <p:nvPicPr>
            <p:cNvPr id="2197" name="Google Shape;2197;p13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198" name="Google Shape;2198;p132"/>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199" name="Google Shape;2199;p13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200" name="Google Shape;2200;p13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201" name="Google Shape;2201;p132"/>
          <p:cNvGrpSpPr/>
          <p:nvPr/>
        </p:nvGrpSpPr>
        <p:grpSpPr>
          <a:xfrm>
            <a:off x="3733833" y="1381676"/>
            <a:ext cx="458937" cy="422178"/>
            <a:chOff x="8321229" y="3179936"/>
            <a:chExt cx="914400" cy="914400"/>
          </a:xfrm>
        </p:grpSpPr>
        <p:sp>
          <p:nvSpPr>
            <p:cNvPr id="2202" name="Google Shape;2202;p132"/>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03" name="Google Shape;2203;p132"/>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204" name="Google Shape;2204;p132"/>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205" name="Google Shape;2205;p132"/>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206" name="Google Shape;2206;p132"/>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207" name="Google Shape;2207;p132"/>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208" name="Google Shape;2208;p132"/>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209" name="Google Shape;2209;p132"/>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210" name="Google Shape;2210;p132"/>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211" name="Google Shape;2211;p132"/>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212" name="Google Shape;2212;p132"/>
          <p:cNvGrpSpPr/>
          <p:nvPr/>
        </p:nvGrpSpPr>
        <p:grpSpPr>
          <a:xfrm>
            <a:off x="6402738" y="2784864"/>
            <a:ext cx="458937" cy="422178"/>
            <a:chOff x="4437340" y="1269451"/>
            <a:chExt cx="914400" cy="914400"/>
          </a:xfrm>
        </p:grpSpPr>
        <p:sp>
          <p:nvSpPr>
            <p:cNvPr id="2213" name="Google Shape;2213;p132"/>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14" name="Google Shape;2214;p132"/>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215" name="Google Shape;2215;p132"/>
          <p:cNvCxnSpPr>
            <a:stCxn id="2195" idx="3"/>
            <a:endCxn id="2216"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217" name="Google Shape;2217;p132"/>
          <p:cNvGrpSpPr/>
          <p:nvPr/>
        </p:nvGrpSpPr>
        <p:grpSpPr>
          <a:xfrm>
            <a:off x="7241459" y="2547787"/>
            <a:ext cx="688360" cy="633313"/>
            <a:chOff x="6263829" y="1370716"/>
            <a:chExt cx="914400" cy="914400"/>
          </a:xfrm>
        </p:grpSpPr>
        <p:sp>
          <p:nvSpPr>
            <p:cNvPr id="2218" name="Google Shape;2218;p132"/>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16" name="Google Shape;2216;p132"/>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219" name="Google Shape;2219;p132"/>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3" name="Shape 2223"/>
        <p:cNvGrpSpPr/>
        <p:nvPr/>
      </p:nvGrpSpPr>
      <p:grpSpPr>
        <a:xfrm>
          <a:off x="0" y="0"/>
          <a:ext cx="0" cy="0"/>
          <a:chOff x="0" y="0"/>
          <a:chExt cx="0" cy="0"/>
        </a:xfrm>
      </p:grpSpPr>
      <p:sp>
        <p:nvSpPr>
          <p:cNvPr id="2224" name="Google Shape;2224;p13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225" name="Google Shape;2225;p1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226" name="Google Shape;2226;p13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227" name="Google Shape;2227;p133"/>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228" name="Google Shape;2228;p133"/>
          <p:cNvGrpSpPr/>
          <p:nvPr/>
        </p:nvGrpSpPr>
        <p:grpSpPr>
          <a:xfrm>
            <a:off x="3506100" y="1849713"/>
            <a:ext cx="914400" cy="559500"/>
            <a:chOff x="3899025" y="4752650"/>
            <a:chExt cx="914400" cy="559500"/>
          </a:xfrm>
        </p:grpSpPr>
        <p:pic>
          <p:nvPicPr>
            <p:cNvPr id="2229" name="Google Shape;2229;p133"/>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230" name="Google Shape;2230;p133"/>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231" name="Google Shape;2231;p133"/>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232" name="Google Shape;2232;p13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233" name="Google Shape;2233;p133"/>
          <p:cNvGrpSpPr/>
          <p:nvPr/>
        </p:nvGrpSpPr>
        <p:grpSpPr>
          <a:xfrm>
            <a:off x="3733833" y="1381676"/>
            <a:ext cx="458937" cy="422178"/>
            <a:chOff x="8321229" y="3179936"/>
            <a:chExt cx="914400" cy="914400"/>
          </a:xfrm>
        </p:grpSpPr>
        <p:sp>
          <p:nvSpPr>
            <p:cNvPr id="2234" name="Google Shape;2234;p133"/>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35" name="Google Shape;2235;p133"/>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236" name="Google Shape;2236;p133"/>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237" name="Google Shape;2237;p133"/>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238" name="Google Shape;2238;p133"/>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239" name="Google Shape;2239;p133"/>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240" name="Google Shape;2240;p133"/>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a:t>
            </a:r>
            <a:r>
              <a:rPr lang="en">
                <a:latin typeface="Red Hat Display"/>
                <a:ea typeface="Red Hat Display"/>
                <a:cs typeface="Red Hat Display"/>
                <a:sym typeface="Red Hat Display"/>
              </a:rPr>
              <a:t>.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241" name="Google Shape;2241;p133"/>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242" name="Google Shape;2242;p133"/>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243" name="Google Shape;2243;p133"/>
          <p:cNvGrpSpPr/>
          <p:nvPr/>
        </p:nvGrpSpPr>
        <p:grpSpPr>
          <a:xfrm>
            <a:off x="6402738" y="2784864"/>
            <a:ext cx="458937" cy="422178"/>
            <a:chOff x="4437340" y="1269451"/>
            <a:chExt cx="914400" cy="914400"/>
          </a:xfrm>
        </p:grpSpPr>
        <p:sp>
          <p:nvSpPr>
            <p:cNvPr id="2244" name="Google Shape;2244;p133"/>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45" name="Google Shape;2245;p133"/>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246" name="Google Shape;2246;p133"/>
          <p:cNvCxnSpPr>
            <a:stCxn id="2227" idx="3"/>
            <a:endCxn id="2247"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248" name="Google Shape;2248;p133"/>
          <p:cNvGrpSpPr/>
          <p:nvPr/>
        </p:nvGrpSpPr>
        <p:grpSpPr>
          <a:xfrm>
            <a:off x="7241459" y="2547787"/>
            <a:ext cx="688360" cy="633313"/>
            <a:chOff x="6263829" y="1370716"/>
            <a:chExt cx="914400" cy="914400"/>
          </a:xfrm>
        </p:grpSpPr>
        <p:sp>
          <p:nvSpPr>
            <p:cNvPr id="2249" name="Google Shape;2249;p133"/>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47" name="Google Shape;2247;p133"/>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250" name="Google Shape;2250;p133"/>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251" name="Google Shape;2251;p133"/>
          <p:cNvSpPr txBox="1"/>
          <p:nvPr/>
        </p:nvSpPr>
        <p:spPr>
          <a:xfrm>
            <a:off x="8159475" y="4520675"/>
            <a:ext cx="40362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Sync git repos for Ansible roles (OSCAP)</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SCAP contents and tailoring 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I</a:t>
            </a:r>
            <a:r>
              <a:rPr lang="en">
                <a:latin typeface="Red Hat Display"/>
                <a:ea typeface="Red Hat Display"/>
                <a:cs typeface="Red Hat Display"/>
                <a:sym typeface="Red Hat Display"/>
              </a:rPr>
              <a:t>mport Ansible roles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host groups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discovery rules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SCAP Policies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Configuration Satellite Settings</a:t>
            </a:r>
            <a:endParaRPr>
              <a:latin typeface="Red Hat Display"/>
              <a:ea typeface="Red Hat Display"/>
              <a:cs typeface="Red Hat Display"/>
              <a:sym typeface="Red Hat Display"/>
            </a:endParaRPr>
          </a:p>
        </p:txBody>
      </p:sp>
      <p:sp>
        <p:nvSpPr>
          <p:cNvPr id="2252" name="Google Shape;2252;p133"/>
          <p:cNvSpPr txBox="1"/>
          <p:nvPr/>
        </p:nvSpPr>
        <p:spPr>
          <a:xfrm>
            <a:off x="916425" y="58348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At this point, we know can deploy the remainder of the environment anywhere, on premise or in the cloud. </a:t>
            </a:r>
            <a:endParaRPr sz="1800">
              <a:latin typeface="Red Hat Display"/>
              <a:ea typeface="Red Hat Display"/>
              <a:cs typeface="Red Hat Display"/>
              <a:sym typeface="Red Hat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134"/>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4 - Deploy and Configure Additional Hosts</a:t>
            </a:r>
            <a:endParaRPr/>
          </a:p>
        </p:txBody>
      </p:sp>
      <p:sp>
        <p:nvSpPr>
          <p:cNvPr id="2258" name="Google Shape;2258;p1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259" name="Google Shape;2259;p13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260" name="Google Shape;2260;p134"/>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261" name="Google Shape;2261;p134"/>
          <p:cNvGrpSpPr/>
          <p:nvPr/>
        </p:nvGrpSpPr>
        <p:grpSpPr>
          <a:xfrm>
            <a:off x="3506100" y="1849713"/>
            <a:ext cx="914400" cy="559500"/>
            <a:chOff x="3899025" y="4752650"/>
            <a:chExt cx="914400" cy="559500"/>
          </a:xfrm>
        </p:grpSpPr>
        <p:pic>
          <p:nvPicPr>
            <p:cNvPr id="2262" name="Google Shape;2262;p134"/>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263" name="Google Shape;2263;p134"/>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264" name="Google Shape;2264;p134"/>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265" name="Google Shape;2265;p13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266" name="Google Shape;2266;p134"/>
          <p:cNvGrpSpPr/>
          <p:nvPr/>
        </p:nvGrpSpPr>
        <p:grpSpPr>
          <a:xfrm>
            <a:off x="3733833" y="1381676"/>
            <a:ext cx="458937" cy="422178"/>
            <a:chOff x="8321229" y="3179936"/>
            <a:chExt cx="914400" cy="914400"/>
          </a:xfrm>
        </p:grpSpPr>
        <p:sp>
          <p:nvSpPr>
            <p:cNvPr id="2267" name="Google Shape;2267;p13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68" name="Google Shape;2268;p134"/>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269" name="Google Shape;2269;p134"/>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270" name="Google Shape;2270;p134"/>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271" name="Google Shape;2271;p134"/>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272" name="Google Shape;2272;p134"/>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pic>
        <p:nvPicPr>
          <p:cNvPr id="2273" name="Google Shape;2273;p134"/>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274" name="Google Shape;2274;p134"/>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275" name="Google Shape;2275;p134"/>
          <p:cNvGrpSpPr/>
          <p:nvPr/>
        </p:nvGrpSpPr>
        <p:grpSpPr>
          <a:xfrm>
            <a:off x="6402738" y="2784864"/>
            <a:ext cx="458937" cy="422178"/>
            <a:chOff x="4437340" y="1269451"/>
            <a:chExt cx="914400" cy="914400"/>
          </a:xfrm>
        </p:grpSpPr>
        <p:sp>
          <p:nvSpPr>
            <p:cNvPr id="2276" name="Google Shape;2276;p13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77" name="Google Shape;2277;p134"/>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278" name="Google Shape;2278;p134"/>
          <p:cNvCxnSpPr>
            <a:stCxn id="2260" idx="3"/>
            <a:endCxn id="2279" idx="0"/>
          </p:cNvCxnSpPr>
          <p:nvPr/>
        </p:nvCxnSpPr>
        <p:spPr>
          <a:xfrm flipH="1" rot="10800000">
            <a:off x="1578891" y="2600604"/>
            <a:ext cx="6902100" cy="786600"/>
          </a:xfrm>
          <a:prstGeom prst="curvedConnector4">
            <a:avLst>
              <a:gd fmla="val 47948" name="adj1"/>
              <a:gd fmla="val 130271" name="adj2"/>
            </a:avLst>
          </a:prstGeom>
          <a:noFill/>
          <a:ln cap="flat" cmpd="sng" w="9525">
            <a:solidFill>
              <a:schemeClr val="dk2"/>
            </a:solidFill>
            <a:prstDash val="solid"/>
            <a:round/>
            <a:headEnd len="med" w="med" type="none"/>
            <a:tailEnd len="med" w="med" type="triangle"/>
          </a:ln>
        </p:spPr>
      </p:cxnSp>
      <p:grpSp>
        <p:nvGrpSpPr>
          <p:cNvPr id="2280" name="Google Shape;2280;p134"/>
          <p:cNvGrpSpPr/>
          <p:nvPr/>
        </p:nvGrpSpPr>
        <p:grpSpPr>
          <a:xfrm>
            <a:off x="7351968" y="2776299"/>
            <a:ext cx="458937" cy="422178"/>
            <a:chOff x="6263829" y="1370716"/>
            <a:chExt cx="914400" cy="914400"/>
          </a:xfrm>
        </p:grpSpPr>
        <p:sp>
          <p:nvSpPr>
            <p:cNvPr id="2281" name="Google Shape;2281;p13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82" name="Google Shape;2282;p134"/>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283" name="Google Shape;2283;p134"/>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4" name="Google Shape;2284;p134"/>
          <p:cNvGrpSpPr/>
          <p:nvPr/>
        </p:nvGrpSpPr>
        <p:grpSpPr>
          <a:xfrm>
            <a:off x="8136775" y="2538980"/>
            <a:ext cx="688360" cy="634045"/>
            <a:chOff x="4437340" y="3101261"/>
            <a:chExt cx="914400" cy="914400"/>
          </a:xfrm>
        </p:grpSpPr>
        <p:sp>
          <p:nvSpPr>
            <p:cNvPr id="2285" name="Google Shape;2285;p13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79" name="Google Shape;2279;p13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2286" name="Google Shape;2286;p134"/>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2287" name="Google Shape;2287;p134"/>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2288" name="Google Shape;2288;p134"/>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2289" name="Google Shape;2289;p134"/>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2290" name="Google Shape;2290;p134"/>
          <p:cNvGrpSpPr/>
          <p:nvPr/>
        </p:nvGrpSpPr>
        <p:grpSpPr>
          <a:xfrm>
            <a:off x="9177549" y="2767685"/>
            <a:ext cx="458937" cy="422178"/>
            <a:chOff x="4437340" y="3101261"/>
            <a:chExt cx="914400" cy="914400"/>
          </a:xfrm>
        </p:grpSpPr>
        <p:sp>
          <p:nvSpPr>
            <p:cNvPr id="2291" name="Google Shape;2291;p13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2" name="Google Shape;2292;p134"/>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2293" name="Google Shape;2293;p134"/>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34"/>
          <p:cNvSpPr txBox="1"/>
          <p:nvPr/>
        </p:nvSpPr>
        <p:spPr>
          <a:xfrm>
            <a:off x="2282425" y="3464625"/>
            <a:ext cx="3813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13</a:t>
            </a:r>
            <a:r>
              <a:rPr lang="en">
                <a:latin typeface="Red Hat Display"/>
                <a:ea typeface="Red Hat Display"/>
                <a:cs typeface="Red Hat Display"/>
                <a:sym typeface="Red Hat Display"/>
              </a:rPr>
              <a:t>.  Create Hosts from Satellite Hostgroups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14. Create a Standalone Automation Controller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get the installation files from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generate the installer template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launch the installer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an execution environment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a source workflow using importer</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 See </a:t>
            </a:r>
            <a:r>
              <a:rPr lang="en" u="sng">
                <a:solidFill>
                  <a:schemeClr val="hlink"/>
                </a:solidFill>
                <a:latin typeface="Red Hat Display"/>
                <a:ea typeface="Red Hat Display"/>
                <a:cs typeface="Red Hat Display"/>
                <a:sym typeface="Red Hat Display"/>
                <a:hlinkClick r:id="rId10"/>
              </a:rPr>
              <a:t>AutomatingContentManagment</a:t>
            </a:r>
            <a:r>
              <a:rPr lang="en">
                <a:latin typeface="Red Hat Display"/>
                <a:ea typeface="Red Hat Display"/>
                <a:cs typeface="Red Hat Display"/>
                <a:sym typeface="Red Hat Display"/>
              </a:rPr>
              <a:t>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295" name="Google Shape;2295;p134"/>
          <p:cNvSpPr txBox="1"/>
          <p:nvPr/>
        </p:nvSpPr>
        <p:spPr>
          <a:xfrm>
            <a:off x="8195650" y="4741700"/>
            <a:ext cx="34935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15. Create a Standalone Automation Hub</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load Execution Environment</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sync from console dot</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16. Create 2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deploy 2 tang containers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tang urls in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pic>
        <p:nvPicPr>
          <p:cNvPr id="2296" name="Google Shape;2296;p134"/>
          <p:cNvPicPr preferRelativeResize="0"/>
          <p:nvPr/>
        </p:nvPicPr>
        <p:blipFill>
          <a:blip r:embed="rId11">
            <a:alphaModFix/>
          </a:blip>
          <a:stretch>
            <a:fillRect/>
          </a:stretch>
        </p:blipFill>
        <p:spPr>
          <a:xfrm>
            <a:off x="10895276" y="2835667"/>
            <a:ext cx="318000" cy="318000"/>
          </a:xfrm>
          <a:prstGeom prst="rect">
            <a:avLst/>
          </a:prstGeom>
          <a:noFill/>
          <a:ln>
            <a:noFill/>
          </a:ln>
        </p:spPr>
      </p:pic>
      <p:pic>
        <p:nvPicPr>
          <p:cNvPr id="2297" name="Google Shape;2297;p134"/>
          <p:cNvPicPr preferRelativeResize="0"/>
          <p:nvPr/>
        </p:nvPicPr>
        <p:blipFill>
          <a:blip r:embed="rId11">
            <a:alphaModFix/>
          </a:blip>
          <a:stretch>
            <a:fillRect/>
          </a:stretch>
        </p:blipFill>
        <p:spPr>
          <a:xfrm>
            <a:off x="9980876" y="2835667"/>
            <a:ext cx="318000" cy="318000"/>
          </a:xfrm>
          <a:prstGeom prst="rect">
            <a:avLst/>
          </a:prstGeom>
          <a:noFill/>
          <a:ln>
            <a:noFill/>
          </a:ln>
        </p:spPr>
      </p:pic>
      <p:sp>
        <p:nvSpPr>
          <p:cNvPr id="2298" name="Google Shape;2298;p134"/>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is used to deploy the remaining nodes in the environment of your choice.</a:t>
            </a:r>
            <a:endParaRPr sz="1800">
              <a:latin typeface="Red Hat Display"/>
              <a:ea typeface="Red Hat Display"/>
              <a:cs typeface="Red Hat Display"/>
              <a:sym typeface="Red Hat Displ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p135"/>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3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5 - Run the Pipeline</a:t>
            </a:r>
            <a:endParaRPr/>
          </a:p>
        </p:txBody>
      </p:sp>
      <p:sp>
        <p:nvSpPr>
          <p:cNvPr id="2305" name="Google Shape;2305;p1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306" name="Google Shape;2306;p13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pic>
        <p:nvPicPr>
          <p:cNvPr id="2307" name="Google Shape;2307;p135"/>
          <p:cNvPicPr preferRelativeResize="0"/>
          <p:nvPr/>
        </p:nvPicPr>
        <p:blipFill>
          <a:blip r:embed="rId3">
            <a:alphaModFix/>
          </a:blip>
          <a:stretch>
            <a:fillRect/>
          </a:stretch>
        </p:blipFill>
        <p:spPr>
          <a:xfrm>
            <a:off x="187625" y="3044675"/>
            <a:ext cx="11771450" cy="2262575"/>
          </a:xfrm>
          <a:prstGeom prst="rect">
            <a:avLst/>
          </a:prstGeom>
          <a:noFill/>
          <a:ln>
            <a:noFill/>
          </a:ln>
        </p:spPr>
      </p:pic>
      <p:sp>
        <p:nvSpPr>
          <p:cNvPr id="2308" name="Google Shape;2308;p135"/>
          <p:cNvSpPr txBox="1"/>
          <p:nvPr/>
        </p:nvSpPr>
        <p:spPr>
          <a:xfrm>
            <a:off x="1197900" y="2156225"/>
            <a:ext cx="57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16. Run the Content Delivery Pipeline</a:t>
            </a:r>
            <a:endParaRPr>
              <a:latin typeface="Red Hat Display"/>
              <a:ea typeface="Red Hat Display"/>
              <a:cs typeface="Red Hat Display"/>
              <a:sym typeface="Red Hat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2" name="Shape 2312"/>
        <p:cNvGrpSpPr/>
        <p:nvPr/>
      </p:nvGrpSpPr>
      <p:grpSpPr>
        <a:xfrm>
          <a:off x="0" y="0"/>
          <a:ext cx="0" cy="0"/>
          <a:chOff x="0" y="0"/>
          <a:chExt cx="0" cy="0"/>
        </a:xfrm>
      </p:grpSpPr>
      <p:sp>
        <p:nvSpPr>
          <p:cNvPr id="2313" name="Google Shape;2313;p13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314" name="Google Shape;2314;p136"/>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latin typeface="Red Hat Display Medium"/>
                <a:ea typeface="Red Hat Display Medium"/>
                <a:cs typeface="Red Hat Display Medium"/>
                <a:sym typeface="Red Hat Display Medium"/>
              </a:rPr>
              <a:t>Baremetal Bootstrap Scenario</a:t>
            </a:r>
            <a:endParaRPr>
              <a:latin typeface="Red Hat Display Medium"/>
              <a:ea typeface="Red Hat Display Medium"/>
              <a:cs typeface="Red Hat Display Medium"/>
              <a:sym typeface="Red Hat Display Medium"/>
            </a:endParaRPr>
          </a:p>
        </p:txBody>
      </p:sp>
      <p:sp>
        <p:nvSpPr>
          <p:cNvPr id="2315" name="Google Shape;2315;p1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Overpass SemiBold"/>
                <a:ea typeface="Overpass SemiBold"/>
                <a:cs typeface="Overpass SemiBold"/>
                <a:sym typeface="Overpass SemiBold"/>
              </a:rPr>
              <a:t>Red Hat Infrastructure Standard Adoption Model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9" name="Shape 2319"/>
        <p:cNvGrpSpPr/>
        <p:nvPr/>
      </p:nvGrpSpPr>
      <p:grpSpPr>
        <a:xfrm>
          <a:off x="0" y="0"/>
          <a:ext cx="0" cy="0"/>
          <a:chOff x="0" y="0"/>
          <a:chExt cx="0" cy="0"/>
        </a:xfrm>
      </p:grpSpPr>
      <p:sp>
        <p:nvSpPr>
          <p:cNvPr id="2320" name="Google Shape;2320;p137"/>
          <p:cNvSpPr txBox="1"/>
          <p:nvPr>
            <p:ph type="title"/>
          </p:nvPr>
        </p:nvSpPr>
        <p:spPr>
          <a:xfrm>
            <a:off x="8850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2321" name="Google Shape;2321;p13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322" name="Google Shape;2322;p13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23" name="Google Shape;2323;p137"/>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2324" name="Google Shape;2324;p137"/>
          <p:cNvSpPr txBox="1"/>
          <p:nvPr>
            <p:ph idx="2" type="subTitle"/>
          </p:nvPr>
        </p:nvSpPr>
        <p:spPr>
          <a:xfrm>
            <a:off x="885125" y="11201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Baremetal Bootstrap Scenario</a:t>
            </a:r>
            <a:endParaRPr/>
          </a:p>
        </p:txBody>
      </p:sp>
      <p:sp>
        <p:nvSpPr>
          <p:cNvPr id="2325" name="Google Shape;2325;p137"/>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326" name="Google Shape;2326;p137"/>
          <p:cNvPicPr preferRelativeResize="0"/>
          <p:nvPr/>
        </p:nvPicPr>
        <p:blipFill rotWithShape="1">
          <a:blip r:embed="rId3">
            <a:alphaModFix/>
          </a:blip>
          <a:srcRect b="25702" l="0" r="0" t="28126"/>
          <a:stretch/>
        </p:blipFill>
        <p:spPr>
          <a:xfrm>
            <a:off x="3427674" y="2414127"/>
            <a:ext cx="1211839" cy="559500"/>
          </a:xfrm>
          <a:prstGeom prst="rect">
            <a:avLst/>
          </a:prstGeom>
          <a:noFill/>
          <a:ln>
            <a:noFill/>
          </a:ln>
        </p:spPr>
      </p:pic>
      <p:sp>
        <p:nvSpPr>
          <p:cNvPr id="2327" name="Google Shape;2327;p137"/>
          <p:cNvSpPr txBox="1"/>
          <p:nvPr/>
        </p:nvSpPr>
        <p:spPr>
          <a:xfrm>
            <a:off x="3564950" y="1490550"/>
            <a:ext cx="7688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This represents 1 NUCLabV3 chassis with 14 systems and an embedded switch. For convenience a supported hypervisor with iSCSI storage has been deployed already in this environment to support virtualized workloads.</a:t>
            </a:r>
            <a:endParaRPr>
              <a:latin typeface="Red Hat Display"/>
              <a:ea typeface="Red Hat Display"/>
              <a:cs typeface="Red Hat Display"/>
              <a:sym typeface="Red Hat Display"/>
            </a:endParaRPr>
          </a:p>
        </p:txBody>
      </p:sp>
      <p:pic>
        <p:nvPicPr>
          <p:cNvPr id="2328" name="Google Shape;2328;p137"/>
          <p:cNvPicPr preferRelativeResize="0"/>
          <p:nvPr/>
        </p:nvPicPr>
        <p:blipFill rotWithShape="1">
          <a:blip r:embed="rId3">
            <a:alphaModFix/>
          </a:blip>
          <a:srcRect b="25702" l="0" r="0" t="28126"/>
          <a:stretch/>
        </p:blipFill>
        <p:spPr>
          <a:xfrm>
            <a:off x="4418274" y="2414127"/>
            <a:ext cx="1211839" cy="559500"/>
          </a:xfrm>
          <a:prstGeom prst="rect">
            <a:avLst/>
          </a:prstGeom>
          <a:noFill/>
          <a:ln>
            <a:noFill/>
          </a:ln>
        </p:spPr>
      </p:pic>
      <p:pic>
        <p:nvPicPr>
          <p:cNvPr id="2329" name="Google Shape;2329;p137"/>
          <p:cNvPicPr preferRelativeResize="0"/>
          <p:nvPr/>
        </p:nvPicPr>
        <p:blipFill rotWithShape="1">
          <a:blip r:embed="rId3">
            <a:alphaModFix/>
          </a:blip>
          <a:srcRect b="25702" l="0" r="0" t="28126"/>
          <a:stretch/>
        </p:blipFill>
        <p:spPr>
          <a:xfrm>
            <a:off x="5408874" y="2414127"/>
            <a:ext cx="1211839" cy="559500"/>
          </a:xfrm>
          <a:prstGeom prst="rect">
            <a:avLst/>
          </a:prstGeom>
          <a:noFill/>
          <a:ln>
            <a:noFill/>
          </a:ln>
        </p:spPr>
      </p:pic>
      <p:pic>
        <p:nvPicPr>
          <p:cNvPr id="2330" name="Google Shape;2330;p137"/>
          <p:cNvPicPr preferRelativeResize="0"/>
          <p:nvPr/>
        </p:nvPicPr>
        <p:blipFill rotWithShape="1">
          <a:blip r:embed="rId3">
            <a:alphaModFix/>
          </a:blip>
          <a:srcRect b="25702" l="0" r="0" t="28126"/>
          <a:stretch/>
        </p:blipFill>
        <p:spPr>
          <a:xfrm>
            <a:off x="6399474" y="2414127"/>
            <a:ext cx="1211839" cy="559500"/>
          </a:xfrm>
          <a:prstGeom prst="rect">
            <a:avLst/>
          </a:prstGeom>
          <a:noFill/>
          <a:ln>
            <a:noFill/>
          </a:ln>
        </p:spPr>
      </p:pic>
      <p:pic>
        <p:nvPicPr>
          <p:cNvPr id="2331" name="Google Shape;2331;p137"/>
          <p:cNvPicPr preferRelativeResize="0"/>
          <p:nvPr/>
        </p:nvPicPr>
        <p:blipFill rotWithShape="1">
          <a:blip r:embed="rId3">
            <a:alphaModFix/>
          </a:blip>
          <a:srcRect b="25702" l="0" r="0" t="28126"/>
          <a:stretch/>
        </p:blipFill>
        <p:spPr>
          <a:xfrm>
            <a:off x="7390074" y="2414127"/>
            <a:ext cx="1211839" cy="559500"/>
          </a:xfrm>
          <a:prstGeom prst="rect">
            <a:avLst/>
          </a:prstGeom>
          <a:noFill/>
          <a:ln>
            <a:noFill/>
          </a:ln>
        </p:spPr>
      </p:pic>
      <p:pic>
        <p:nvPicPr>
          <p:cNvPr id="2332" name="Google Shape;2332;p137"/>
          <p:cNvPicPr preferRelativeResize="0"/>
          <p:nvPr/>
        </p:nvPicPr>
        <p:blipFill rotWithShape="1">
          <a:blip r:embed="rId3">
            <a:alphaModFix/>
          </a:blip>
          <a:srcRect b="25702" l="0" r="0" t="28126"/>
          <a:stretch/>
        </p:blipFill>
        <p:spPr>
          <a:xfrm>
            <a:off x="8380674" y="2414127"/>
            <a:ext cx="1211839" cy="559500"/>
          </a:xfrm>
          <a:prstGeom prst="rect">
            <a:avLst/>
          </a:prstGeom>
          <a:noFill/>
          <a:ln>
            <a:noFill/>
          </a:ln>
        </p:spPr>
      </p:pic>
      <p:pic>
        <p:nvPicPr>
          <p:cNvPr id="2333" name="Google Shape;2333;p137"/>
          <p:cNvPicPr preferRelativeResize="0"/>
          <p:nvPr/>
        </p:nvPicPr>
        <p:blipFill rotWithShape="1">
          <a:blip r:embed="rId3">
            <a:alphaModFix/>
          </a:blip>
          <a:srcRect b="25702" l="0" r="0" t="28126"/>
          <a:stretch/>
        </p:blipFill>
        <p:spPr>
          <a:xfrm>
            <a:off x="9371274" y="2414127"/>
            <a:ext cx="1211839" cy="559500"/>
          </a:xfrm>
          <a:prstGeom prst="rect">
            <a:avLst/>
          </a:prstGeom>
          <a:noFill/>
          <a:ln>
            <a:noFill/>
          </a:ln>
        </p:spPr>
      </p:pic>
      <p:pic>
        <p:nvPicPr>
          <p:cNvPr id="2334" name="Google Shape;2334;p137"/>
          <p:cNvPicPr preferRelativeResize="0"/>
          <p:nvPr/>
        </p:nvPicPr>
        <p:blipFill rotWithShape="1">
          <a:blip r:embed="rId3">
            <a:alphaModFix/>
          </a:blip>
          <a:srcRect b="25702" l="0" r="0" t="28126"/>
          <a:stretch/>
        </p:blipFill>
        <p:spPr>
          <a:xfrm>
            <a:off x="3427674" y="3480927"/>
            <a:ext cx="1211839" cy="559500"/>
          </a:xfrm>
          <a:prstGeom prst="rect">
            <a:avLst/>
          </a:prstGeom>
          <a:noFill/>
          <a:ln>
            <a:noFill/>
          </a:ln>
        </p:spPr>
      </p:pic>
      <p:pic>
        <p:nvPicPr>
          <p:cNvPr id="2335" name="Google Shape;2335;p137"/>
          <p:cNvPicPr preferRelativeResize="0"/>
          <p:nvPr/>
        </p:nvPicPr>
        <p:blipFill rotWithShape="1">
          <a:blip r:embed="rId3">
            <a:alphaModFix/>
          </a:blip>
          <a:srcRect b="25702" l="0" r="0" t="28126"/>
          <a:stretch/>
        </p:blipFill>
        <p:spPr>
          <a:xfrm>
            <a:off x="4418274" y="3480927"/>
            <a:ext cx="1211839" cy="559500"/>
          </a:xfrm>
          <a:prstGeom prst="rect">
            <a:avLst/>
          </a:prstGeom>
          <a:noFill/>
          <a:ln>
            <a:noFill/>
          </a:ln>
        </p:spPr>
      </p:pic>
      <p:pic>
        <p:nvPicPr>
          <p:cNvPr id="2336" name="Google Shape;2336;p137"/>
          <p:cNvPicPr preferRelativeResize="0"/>
          <p:nvPr/>
        </p:nvPicPr>
        <p:blipFill rotWithShape="1">
          <a:blip r:embed="rId3">
            <a:alphaModFix/>
          </a:blip>
          <a:srcRect b="25702" l="0" r="0" t="28126"/>
          <a:stretch/>
        </p:blipFill>
        <p:spPr>
          <a:xfrm>
            <a:off x="5408874" y="3480927"/>
            <a:ext cx="1211839" cy="559500"/>
          </a:xfrm>
          <a:prstGeom prst="rect">
            <a:avLst/>
          </a:prstGeom>
          <a:noFill/>
          <a:ln>
            <a:noFill/>
          </a:ln>
        </p:spPr>
      </p:pic>
      <p:pic>
        <p:nvPicPr>
          <p:cNvPr id="2337" name="Google Shape;2337;p137"/>
          <p:cNvPicPr preferRelativeResize="0"/>
          <p:nvPr/>
        </p:nvPicPr>
        <p:blipFill rotWithShape="1">
          <a:blip r:embed="rId3">
            <a:alphaModFix/>
          </a:blip>
          <a:srcRect b="25702" l="0" r="0" t="28126"/>
          <a:stretch/>
        </p:blipFill>
        <p:spPr>
          <a:xfrm>
            <a:off x="6399474" y="3480927"/>
            <a:ext cx="1211839" cy="559500"/>
          </a:xfrm>
          <a:prstGeom prst="rect">
            <a:avLst/>
          </a:prstGeom>
          <a:noFill/>
          <a:ln>
            <a:noFill/>
          </a:ln>
        </p:spPr>
      </p:pic>
      <p:pic>
        <p:nvPicPr>
          <p:cNvPr id="2338" name="Google Shape;2338;p137"/>
          <p:cNvPicPr preferRelativeResize="0"/>
          <p:nvPr/>
        </p:nvPicPr>
        <p:blipFill rotWithShape="1">
          <a:blip r:embed="rId3">
            <a:alphaModFix/>
          </a:blip>
          <a:srcRect b="25702" l="0" r="0" t="28126"/>
          <a:stretch/>
        </p:blipFill>
        <p:spPr>
          <a:xfrm>
            <a:off x="7390074" y="3480927"/>
            <a:ext cx="1211839" cy="559500"/>
          </a:xfrm>
          <a:prstGeom prst="rect">
            <a:avLst/>
          </a:prstGeom>
          <a:noFill/>
          <a:ln>
            <a:noFill/>
          </a:ln>
        </p:spPr>
      </p:pic>
      <p:pic>
        <p:nvPicPr>
          <p:cNvPr id="2339" name="Google Shape;2339;p137"/>
          <p:cNvPicPr preferRelativeResize="0"/>
          <p:nvPr/>
        </p:nvPicPr>
        <p:blipFill rotWithShape="1">
          <a:blip r:embed="rId3">
            <a:alphaModFix/>
          </a:blip>
          <a:srcRect b="25702" l="0" r="0" t="28126"/>
          <a:stretch/>
        </p:blipFill>
        <p:spPr>
          <a:xfrm>
            <a:off x="8380674" y="3480927"/>
            <a:ext cx="1211839" cy="559500"/>
          </a:xfrm>
          <a:prstGeom prst="rect">
            <a:avLst/>
          </a:prstGeom>
          <a:noFill/>
          <a:ln>
            <a:noFill/>
          </a:ln>
        </p:spPr>
      </p:pic>
      <p:pic>
        <p:nvPicPr>
          <p:cNvPr id="2340" name="Google Shape;2340;p137"/>
          <p:cNvPicPr preferRelativeResize="0"/>
          <p:nvPr/>
        </p:nvPicPr>
        <p:blipFill rotWithShape="1">
          <a:blip r:embed="rId3">
            <a:alphaModFix/>
          </a:blip>
          <a:srcRect b="25702" l="0" r="0" t="28126"/>
          <a:stretch/>
        </p:blipFill>
        <p:spPr>
          <a:xfrm>
            <a:off x="9371274" y="3480927"/>
            <a:ext cx="1211839" cy="559500"/>
          </a:xfrm>
          <a:prstGeom prst="rect">
            <a:avLst/>
          </a:prstGeom>
          <a:noFill/>
          <a:ln>
            <a:noFill/>
          </a:ln>
        </p:spPr>
      </p:pic>
      <p:sp>
        <p:nvSpPr>
          <p:cNvPr id="2341" name="Google Shape;2341;p137"/>
          <p:cNvSpPr txBox="1"/>
          <p:nvPr/>
        </p:nvSpPr>
        <p:spPr>
          <a:xfrm>
            <a:off x="4540744" y="394057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h1.example.ca</a:t>
            </a:r>
            <a:endParaRPr sz="1000">
              <a:latin typeface="Red Hat Display"/>
              <a:ea typeface="Red Hat Display"/>
              <a:cs typeface="Red Hat Display"/>
              <a:sym typeface="Red Hat Display"/>
            </a:endParaRPr>
          </a:p>
        </p:txBody>
      </p:sp>
      <p:sp>
        <p:nvSpPr>
          <p:cNvPr id="2342" name="Google Shape;2342;p137"/>
          <p:cNvSpPr txBox="1"/>
          <p:nvPr/>
        </p:nvSpPr>
        <p:spPr>
          <a:xfrm>
            <a:off x="55199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h2.example.ca</a:t>
            </a:r>
            <a:endParaRPr sz="1000">
              <a:latin typeface="Red Hat Display"/>
              <a:ea typeface="Red Hat Display"/>
              <a:cs typeface="Red Hat Display"/>
              <a:sym typeface="Red Hat Display"/>
            </a:endParaRPr>
          </a:p>
        </p:txBody>
      </p:sp>
      <p:sp>
        <p:nvSpPr>
          <p:cNvPr id="2343" name="Google Shape;2343;p137"/>
          <p:cNvSpPr txBox="1"/>
          <p:nvPr/>
        </p:nvSpPr>
        <p:spPr>
          <a:xfrm>
            <a:off x="65105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h3.example.ca</a:t>
            </a:r>
            <a:endParaRPr sz="1000">
              <a:latin typeface="Red Hat Display"/>
              <a:ea typeface="Red Hat Display"/>
              <a:cs typeface="Red Hat Display"/>
              <a:sym typeface="Red Hat Display"/>
            </a:endParaRPr>
          </a:p>
        </p:txBody>
      </p:sp>
      <p:sp>
        <p:nvSpPr>
          <p:cNvPr id="2344" name="Google Shape;2344;p137"/>
          <p:cNvSpPr txBox="1"/>
          <p:nvPr/>
        </p:nvSpPr>
        <p:spPr>
          <a:xfrm>
            <a:off x="75011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h4.example.ca</a:t>
            </a:r>
            <a:endParaRPr sz="1000">
              <a:latin typeface="Red Hat Display"/>
              <a:ea typeface="Red Hat Display"/>
              <a:cs typeface="Red Hat Display"/>
              <a:sym typeface="Red Hat Display"/>
            </a:endParaRPr>
          </a:p>
        </p:txBody>
      </p:sp>
      <p:sp>
        <p:nvSpPr>
          <p:cNvPr id="2345" name="Google Shape;2345;p137"/>
          <p:cNvSpPr txBox="1"/>
          <p:nvPr/>
        </p:nvSpPr>
        <p:spPr>
          <a:xfrm>
            <a:off x="84917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h5.example.ca</a:t>
            </a:r>
            <a:endParaRPr sz="1000">
              <a:latin typeface="Red Hat Display"/>
              <a:ea typeface="Red Hat Display"/>
              <a:cs typeface="Red Hat Display"/>
              <a:sym typeface="Red Hat Display"/>
            </a:endParaRPr>
          </a:p>
        </p:txBody>
      </p:sp>
      <p:sp>
        <p:nvSpPr>
          <p:cNvPr id="2346" name="Google Shape;2346;p137"/>
          <p:cNvSpPr txBox="1"/>
          <p:nvPr/>
        </p:nvSpPr>
        <p:spPr>
          <a:xfrm>
            <a:off x="94823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h6.example.ca</a:t>
            </a:r>
            <a:endParaRPr sz="1000">
              <a:latin typeface="Red Hat Display"/>
              <a:ea typeface="Red Hat Display"/>
              <a:cs typeface="Red Hat Display"/>
              <a:sym typeface="Red Hat Display"/>
            </a:endParaRPr>
          </a:p>
        </p:txBody>
      </p:sp>
      <p:pic>
        <p:nvPicPr>
          <p:cNvPr id="2347" name="Google Shape;2347;p137" title="Icon-Red_Hat-Router_load_balancer-A-Red-RGB.png"/>
          <p:cNvPicPr preferRelativeResize="0"/>
          <p:nvPr/>
        </p:nvPicPr>
        <p:blipFill rotWithShape="1">
          <a:blip r:embed="rId4">
            <a:alphaModFix/>
          </a:blip>
          <a:srcRect b="24979" l="0" r="0" t="23601"/>
          <a:stretch/>
        </p:blipFill>
        <p:spPr>
          <a:xfrm>
            <a:off x="2008963" y="4460525"/>
            <a:ext cx="1088100" cy="559500"/>
          </a:xfrm>
          <a:prstGeom prst="rect">
            <a:avLst/>
          </a:prstGeom>
          <a:noFill/>
          <a:ln>
            <a:noFill/>
          </a:ln>
        </p:spPr>
      </p:pic>
      <p:sp>
        <p:nvSpPr>
          <p:cNvPr id="2348" name="Google Shape;2348;p137"/>
          <p:cNvSpPr txBox="1"/>
          <p:nvPr/>
        </p:nvSpPr>
        <p:spPr>
          <a:xfrm>
            <a:off x="3281950" y="4553432"/>
            <a:ext cx="735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router</a:t>
            </a:r>
            <a:endParaRPr sz="1000">
              <a:latin typeface="Red Hat Display"/>
              <a:ea typeface="Red Hat Display"/>
              <a:cs typeface="Red Hat Display"/>
              <a:sym typeface="Red Hat Display"/>
            </a:endParaRPr>
          </a:p>
        </p:txBody>
      </p:sp>
      <p:grpSp>
        <p:nvGrpSpPr>
          <p:cNvPr id="2349" name="Google Shape;2349;p137"/>
          <p:cNvGrpSpPr/>
          <p:nvPr/>
        </p:nvGrpSpPr>
        <p:grpSpPr>
          <a:xfrm>
            <a:off x="3733825" y="5220663"/>
            <a:ext cx="914400" cy="559500"/>
            <a:chOff x="3899025" y="4752650"/>
            <a:chExt cx="914400" cy="559500"/>
          </a:xfrm>
        </p:grpSpPr>
        <p:pic>
          <p:nvPicPr>
            <p:cNvPr id="2350" name="Google Shape;2350;p137"/>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351" name="Google Shape;2351;p137"/>
            <p:cNvPicPr preferRelativeResize="0"/>
            <p:nvPr/>
          </p:nvPicPr>
          <p:blipFill>
            <a:blip r:embed="rId6">
              <a:alphaModFix/>
            </a:blip>
            <a:stretch>
              <a:fillRect/>
            </a:stretch>
          </p:blipFill>
          <p:spPr>
            <a:xfrm>
              <a:off x="4302575" y="4883351"/>
              <a:ext cx="275675" cy="275675"/>
            </a:xfrm>
            <a:prstGeom prst="rect">
              <a:avLst/>
            </a:prstGeom>
            <a:noFill/>
            <a:ln>
              <a:noFill/>
            </a:ln>
          </p:spPr>
        </p:pic>
      </p:grpSp>
      <p:sp>
        <p:nvSpPr>
          <p:cNvPr id="2352" name="Google Shape;2352;p137"/>
          <p:cNvSpPr txBox="1"/>
          <p:nvPr/>
        </p:nvSpPr>
        <p:spPr>
          <a:xfrm>
            <a:off x="3707569" y="5712311"/>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cloud resources</a:t>
            </a:r>
            <a:endParaRPr sz="1000">
              <a:latin typeface="Red Hat Display"/>
              <a:ea typeface="Red Hat Display"/>
              <a:cs typeface="Red Hat Display"/>
              <a:sym typeface="Red Hat Display"/>
            </a:endParaRPr>
          </a:p>
        </p:txBody>
      </p:sp>
      <p:grpSp>
        <p:nvGrpSpPr>
          <p:cNvPr id="2353" name="Google Shape;2353;p137"/>
          <p:cNvGrpSpPr/>
          <p:nvPr/>
        </p:nvGrpSpPr>
        <p:grpSpPr>
          <a:xfrm>
            <a:off x="4648225" y="5220663"/>
            <a:ext cx="914400" cy="559500"/>
            <a:chOff x="3899025" y="4752650"/>
            <a:chExt cx="914400" cy="559500"/>
          </a:xfrm>
        </p:grpSpPr>
        <p:pic>
          <p:nvPicPr>
            <p:cNvPr id="2354" name="Google Shape;2354;p137"/>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355" name="Google Shape;2355;p137"/>
            <p:cNvPicPr preferRelativeResize="0"/>
            <p:nvPr/>
          </p:nvPicPr>
          <p:blipFill>
            <a:blip r:embed="rId6">
              <a:alphaModFix/>
            </a:blip>
            <a:stretch>
              <a:fillRect/>
            </a:stretch>
          </p:blipFill>
          <p:spPr>
            <a:xfrm>
              <a:off x="4302575" y="4883351"/>
              <a:ext cx="275675" cy="275675"/>
            </a:xfrm>
            <a:prstGeom prst="rect">
              <a:avLst/>
            </a:prstGeom>
            <a:noFill/>
            <a:ln>
              <a:noFill/>
            </a:ln>
          </p:spPr>
        </p:pic>
      </p:grpSp>
      <p:cxnSp>
        <p:nvCxnSpPr>
          <p:cNvPr id="2356" name="Google Shape;2356;p137"/>
          <p:cNvCxnSpPr>
            <a:stCxn id="2347" idx="2"/>
            <a:endCxn id="2350" idx="1"/>
          </p:cNvCxnSpPr>
          <p:nvPr/>
        </p:nvCxnSpPr>
        <p:spPr>
          <a:xfrm flipH="1" rot="-5400000">
            <a:off x="2903263" y="4669775"/>
            <a:ext cx="480300" cy="1180800"/>
          </a:xfrm>
          <a:prstGeom prst="curvedConnector2">
            <a:avLst/>
          </a:prstGeom>
          <a:noFill/>
          <a:ln cap="flat" cmpd="sng" w="9525">
            <a:solidFill>
              <a:schemeClr val="dk1"/>
            </a:solidFill>
            <a:prstDash val="solid"/>
            <a:round/>
            <a:headEnd len="med" w="med" type="none"/>
            <a:tailEnd len="med" w="med" type="none"/>
          </a:ln>
        </p:spPr>
      </p:cxnSp>
      <p:pic>
        <p:nvPicPr>
          <p:cNvPr id="2357" name="Google Shape;2357;p137" title="Icon-Red_Hat-Router_load_balancer-A-Red-RGB.png"/>
          <p:cNvPicPr preferRelativeResize="0"/>
          <p:nvPr/>
        </p:nvPicPr>
        <p:blipFill rotWithShape="1">
          <a:blip r:embed="rId4">
            <a:alphaModFix/>
          </a:blip>
          <a:srcRect b="24979" l="0" r="0" t="23601"/>
          <a:stretch/>
        </p:blipFill>
        <p:spPr>
          <a:xfrm>
            <a:off x="2847163" y="2876176"/>
            <a:ext cx="1088100" cy="559500"/>
          </a:xfrm>
          <a:prstGeom prst="rect">
            <a:avLst/>
          </a:prstGeom>
          <a:noFill/>
          <a:ln>
            <a:noFill/>
          </a:ln>
        </p:spPr>
      </p:pic>
      <p:sp>
        <p:nvSpPr>
          <p:cNvPr id="2358" name="Google Shape;2358;p137"/>
          <p:cNvSpPr txBox="1"/>
          <p:nvPr/>
        </p:nvSpPr>
        <p:spPr>
          <a:xfrm>
            <a:off x="2332401" y="2676816"/>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switch</a:t>
            </a:r>
            <a:endParaRPr sz="1000">
              <a:latin typeface="Red Hat Display"/>
              <a:ea typeface="Red Hat Display"/>
              <a:cs typeface="Red Hat Display"/>
              <a:sym typeface="Red Hat Display"/>
            </a:endParaRPr>
          </a:p>
        </p:txBody>
      </p:sp>
      <p:cxnSp>
        <p:nvCxnSpPr>
          <p:cNvPr id="2359" name="Google Shape;2359;p137"/>
          <p:cNvCxnSpPr>
            <a:stCxn id="2323" idx="3"/>
            <a:endCxn id="2347" idx="1"/>
          </p:cNvCxnSpPr>
          <p:nvPr/>
        </p:nvCxnSpPr>
        <p:spPr>
          <a:xfrm>
            <a:off x="1426491" y="3155926"/>
            <a:ext cx="582600" cy="1584300"/>
          </a:xfrm>
          <a:prstGeom prst="curvedConnector3">
            <a:avLst>
              <a:gd fmla="val 49989" name="adj1"/>
            </a:avLst>
          </a:prstGeom>
          <a:noFill/>
          <a:ln cap="flat" cmpd="sng" w="9525">
            <a:solidFill>
              <a:schemeClr val="dk1"/>
            </a:solidFill>
            <a:prstDash val="solid"/>
            <a:round/>
            <a:headEnd len="med" w="med" type="none"/>
            <a:tailEnd len="med" w="med" type="none"/>
          </a:ln>
        </p:spPr>
      </p:cxnSp>
      <p:pic>
        <p:nvPicPr>
          <p:cNvPr id="2360" name="Google Shape;2360;p137" title="Icon-Red_Hat-Storage_stack-A-Red-RGB.png"/>
          <p:cNvPicPr preferRelativeResize="0"/>
          <p:nvPr/>
        </p:nvPicPr>
        <p:blipFill>
          <a:blip r:embed="rId7">
            <a:alphaModFix/>
          </a:blip>
          <a:stretch>
            <a:fillRect/>
          </a:stretch>
        </p:blipFill>
        <p:spPr>
          <a:xfrm>
            <a:off x="10908725" y="3892700"/>
            <a:ext cx="816300" cy="816300"/>
          </a:xfrm>
          <a:prstGeom prst="rect">
            <a:avLst/>
          </a:prstGeom>
          <a:noFill/>
          <a:ln>
            <a:noFill/>
          </a:ln>
        </p:spPr>
      </p:pic>
      <p:pic>
        <p:nvPicPr>
          <p:cNvPr id="2361" name="Google Shape;2361;p137" title="Icon-Red_Hat-Router_load_balancer-A-Red-RGB.png"/>
          <p:cNvPicPr preferRelativeResize="0"/>
          <p:nvPr/>
        </p:nvPicPr>
        <p:blipFill rotWithShape="1">
          <a:blip r:embed="rId4">
            <a:alphaModFix/>
          </a:blip>
          <a:srcRect b="24979" l="0" r="0" t="23601"/>
          <a:stretch/>
        </p:blipFill>
        <p:spPr>
          <a:xfrm>
            <a:off x="10772825" y="3159492"/>
            <a:ext cx="1088100" cy="559500"/>
          </a:xfrm>
          <a:prstGeom prst="rect">
            <a:avLst/>
          </a:prstGeom>
          <a:noFill/>
          <a:ln>
            <a:noFill/>
          </a:ln>
        </p:spPr>
      </p:pic>
      <p:cxnSp>
        <p:nvCxnSpPr>
          <p:cNvPr id="2362" name="Google Shape;2362;p137"/>
          <p:cNvCxnSpPr>
            <a:stCxn id="2335" idx="0"/>
            <a:endCxn id="2361" idx="1"/>
          </p:cNvCxnSpPr>
          <p:nvPr/>
        </p:nvCxnSpPr>
        <p:spPr>
          <a:xfrm rot="-5400000">
            <a:off x="7877644" y="585777"/>
            <a:ext cx="41700" cy="5748600"/>
          </a:xfrm>
          <a:prstGeom prst="bentConnector2">
            <a:avLst/>
          </a:prstGeom>
          <a:noFill/>
          <a:ln cap="flat" cmpd="sng" w="9525">
            <a:solidFill>
              <a:srgbClr val="0000FF"/>
            </a:solidFill>
            <a:prstDash val="solid"/>
            <a:round/>
            <a:headEnd len="med" w="med" type="none"/>
            <a:tailEnd len="med" w="med" type="none"/>
          </a:ln>
        </p:spPr>
      </p:cxnSp>
      <p:cxnSp>
        <p:nvCxnSpPr>
          <p:cNvPr id="2363" name="Google Shape;2363;p137"/>
          <p:cNvCxnSpPr>
            <a:stCxn id="2336" idx="0"/>
            <a:endCxn id="2361" idx="1"/>
          </p:cNvCxnSpPr>
          <p:nvPr/>
        </p:nvCxnSpPr>
        <p:spPr>
          <a:xfrm rot="-5400000">
            <a:off x="8372944" y="1081077"/>
            <a:ext cx="41700" cy="4758000"/>
          </a:xfrm>
          <a:prstGeom prst="bentConnector2">
            <a:avLst/>
          </a:prstGeom>
          <a:noFill/>
          <a:ln cap="flat" cmpd="sng" w="9525">
            <a:solidFill>
              <a:srgbClr val="0000FF"/>
            </a:solidFill>
            <a:prstDash val="solid"/>
            <a:round/>
            <a:headEnd len="med" w="med" type="none"/>
            <a:tailEnd len="med" w="med" type="none"/>
          </a:ln>
        </p:spPr>
      </p:cxnSp>
      <p:cxnSp>
        <p:nvCxnSpPr>
          <p:cNvPr id="2364" name="Google Shape;2364;p137"/>
          <p:cNvCxnSpPr>
            <a:stCxn id="2337" idx="0"/>
            <a:endCxn id="2361" idx="1"/>
          </p:cNvCxnSpPr>
          <p:nvPr/>
        </p:nvCxnSpPr>
        <p:spPr>
          <a:xfrm rot="-5400000">
            <a:off x="8868244" y="1576377"/>
            <a:ext cx="41700" cy="3767400"/>
          </a:xfrm>
          <a:prstGeom prst="bentConnector2">
            <a:avLst/>
          </a:prstGeom>
          <a:noFill/>
          <a:ln cap="flat" cmpd="sng" w="9525">
            <a:solidFill>
              <a:srgbClr val="0000FF"/>
            </a:solidFill>
            <a:prstDash val="solid"/>
            <a:round/>
            <a:headEnd len="med" w="med" type="none"/>
            <a:tailEnd len="med" w="med" type="none"/>
          </a:ln>
        </p:spPr>
      </p:cxnSp>
      <p:cxnSp>
        <p:nvCxnSpPr>
          <p:cNvPr id="2365" name="Google Shape;2365;p137"/>
          <p:cNvCxnSpPr>
            <a:stCxn id="2338" idx="0"/>
            <a:endCxn id="2361" idx="1"/>
          </p:cNvCxnSpPr>
          <p:nvPr/>
        </p:nvCxnSpPr>
        <p:spPr>
          <a:xfrm rot="-5400000">
            <a:off x="9363544" y="2071677"/>
            <a:ext cx="41700" cy="2776800"/>
          </a:xfrm>
          <a:prstGeom prst="bentConnector2">
            <a:avLst/>
          </a:prstGeom>
          <a:noFill/>
          <a:ln cap="flat" cmpd="sng" w="9525">
            <a:solidFill>
              <a:srgbClr val="0000FF"/>
            </a:solidFill>
            <a:prstDash val="solid"/>
            <a:round/>
            <a:headEnd len="med" w="med" type="none"/>
            <a:tailEnd len="med" w="med" type="none"/>
          </a:ln>
        </p:spPr>
      </p:cxnSp>
      <p:cxnSp>
        <p:nvCxnSpPr>
          <p:cNvPr id="2366" name="Google Shape;2366;p137"/>
          <p:cNvCxnSpPr>
            <a:stCxn id="2339" idx="0"/>
            <a:endCxn id="2361" idx="1"/>
          </p:cNvCxnSpPr>
          <p:nvPr/>
        </p:nvCxnSpPr>
        <p:spPr>
          <a:xfrm rot="-5400000">
            <a:off x="9858844" y="2566977"/>
            <a:ext cx="41700" cy="1786200"/>
          </a:xfrm>
          <a:prstGeom prst="bentConnector2">
            <a:avLst/>
          </a:prstGeom>
          <a:noFill/>
          <a:ln cap="flat" cmpd="sng" w="9525">
            <a:solidFill>
              <a:srgbClr val="0000FF"/>
            </a:solidFill>
            <a:prstDash val="solid"/>
            <a:round/>
            <a:headEnd len="med" w="med" type="none"/>
            <a:tailEnd len="med" w="med" type="none"/>
          </a:ln>
        </p:spPr>
      </p:cxnSp>
      <p:cxnSp>
        <p:nvCxnSpPr>
          <p:cNvPr id="2367" name="Google Shape;2367;p137"/>
          <p:cNvCxnSpPr>
            <a:stCxn id="2340" idx="0"/>
            <a:endCxn id="2361" idx="1"/>
          </p:cNvCxnSpPr>
          <p:nvPr/>
        </p:nvCxnSpPr>
        <p:spPr>
          <a:xfrm rot="-5400000">
            <a:off x="10354144" y="3062277"/>
            <a:ext cx="41700" cy="795600"/>
          </a:xfrm>
          <a:prstGeom prst="bentConnector2">
            <a:avLst/>
          </a:prstGeom>
          <a:noFill/>
          <a:ln cap="flat" cmpd="sng" w="9525">
            <a:solidFill>
              <a:srgbClr val="0000FF"/>
            </a:solidFill>
            <a:prstDash val="solid"/>
            <a:round/>
            <a:headEnd len="med" w="med" type="none"/>
            <a:tailEnd len="med" w="med" type="none"/>
          </a:ln>
        </p:spPr>
      </p:cxnSp>
      <p:cxnSp>
        <p:nvCxnSpPr>
          <p:cNvPr id="2368" name="Google Shape;2368;p137"/>
          <p:cNvCxnSpPr>
            <a:stCxn id="2361" idx="2"/>
            <a:endCxn id="2360" idx="0"/>
          </p:cNvCxnSpPr>
          <p:nvPr/>
        </p:nvCxnSpPr>
        <p:spPr>
          <a:xfrm flipH="1" rot="-5400000">
            <a:off x="11230325" y="3805543"/>
            <a:ext cx="173700" cy="600"/>
          </a:xfrm>
          <a:prstGeom prst="bentConnector3">
            <a:avLst>
              <a:gd fmla="val 50002" name="adj1"/>
            </a:avLst>
          </a:prstGeom>
          <a:noFill/>
          <a:ln cap="flat" cmpd="sng" w="9525">
            <a:solidFill>
              <a:srgbClr val="0000FF"/>
            </a:solidFill>
            <a:prstDash val="solid"/>
            <a:round/>
            <a:headEnd len="med" w="med" type="none"/>
            <a:tailEnd len="med" w="med" type="none"/>
          </a:ln>
        </p:spPr>
      </p:cxnSp>
      <p:sp>
        <p:nvSpPr>
          <p:cNvPr id="2369" name="Google Shape;2369;p137"/>
          <p:cNvSpPr txBox="1"/>
          <p:nvPr/>
        </p:nvSpPr>
        <p:spPr>
          <a:xfrm>
            <a:off x="10861626" y="461582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NAS</a:t>
            </a:r>
            <a:endParaRPr sz="1000">
              <a:latin typeface="Red Hat Display"/>
              <a:ea typeface="Red Hat Display"/>
              <a:cs typeface="Red Hat Display"/>
              <a:sym typeface="Red Hat Display"/>
            </a:endParaRPr>
          </a:p>
        </p:txBody>
      </p:sp>
      <p:cxnSp>
        <p:nvCxnSpPr>
          <p:cNvPr id="2370" name="Google Shape;2370;p137"/>
          <p:cNvCxnSpPr>
            <a:stCxn id="2357" idx="3"/>
            <a:endCxn id="2326" idx="2"/>
          </p:cNvCxnSpPr>
          <p:nvPr/>
        </p:nvCxnSpPr>
        <p:spPr>
          <a:xfrm flipH="1" rot="10800000">
            <a:off x="3935263" y="2973526"/>
            <a:ext cx="98400" cy="182400"/>
          </a:xfrm>
          <a:prstGeom prst="bentConnector2">
            <a:avLst/>
          </a:prstGeom>
          <a:noFill/>
          <a:ln cap="flat" cmpd="sng" w="9525">
            <a:solidFill>
              <a:schemeClr val="dk1"/>
            </a:solidFill>
            <a:prstDash val="solid"/>
            <a:round/>
            <a:headEnd len="med" w="med" type="none"/>
            <a:tailEnd len="med" w="med" type="none"/>
          </a:ln>
        </p:spPr>
      </p:cxnSp>
      <p:cxnSp>
        <p:nvCxnSpPr>
          <p:cNvPr id="2371" name="Google Shape;2371;p137"/>
          <p:cNvCxnSpPr>
            <a:stCxn id="2357" idx="3"/>
            <a:endCxn id="2328" idx="2"/>
          </p:cNvCxnSpPr>
          <p:nvPr/>
        </p:nvCxnSpPr>
        <p:spPr>
          <a:xfrm flipH="1" rot="10800000">
            <a:off x="3935263" y="2973526"/>
            <a:ext cx="1089000" cy="182400"/>
          </a:xfrm>
          <a:prstGeom prst="bentConnector2">
            <a:avLst/>
          </a:prstGeom>
          <a:noFill/>
          <a:ln cap="flat" cmpd="sng" w="9525">
            <a:solidFill>
              <a:schemeClr val="dk1"/>
            </a:solidFill>
            <a:prstDash val="solid"/>
            <a:round/>
            <a:headEnd len="med" w="med" type="none"/>
            <a:tailEnd len="med" w="med" type="none"/>
          </a:ln>
        </p:spPr>
      </p:cxnSp>
      <p:cxnSp>
        <p:nvCxnSpPr>
          <p:cNvPr id="2372" name="Google Shape;2372;p137"/>
          <p:cNvCxnSpPr>
            <a:stCxn id="2357" idx="3"/>
            <a:endCxn id="2329" idx="2"/>
          </p:cNvCxnSpPr>
          <p:nvPr/>
        </p:nvCxnSpPr>
        <p:spPr>
          <a:xfrm flipH="1" rot="10800000">
            <a:off x="3935263" y="2973526"/>
            <a:ext cx="2079600" cy="182400"/>
          </a:xfrm>
          <a:prstGeom prst="bentConnector2">
            <a:avLst/>
          </a:prstGeom>
          <a:noFill/>
          <a:ln cap="flat" cmpd="sng" w="9525">
            <a:solidFill>
              <a:schemeClr val="dk1"/>
            </a:solidFill>
            <a:prstDash val="solid"/>
            <a:round/>
            <a:headEnd len="med" w="med" type="none"/>
            <a:tailEnd len="med" w="med" type="none"/>
          </a:ln>
        </p:spPr>
      </p:cxnSp>
      <p:cxnSp>
        <p:nvCxnSpPr>
          <p:cNvPr id="2373" name="Google Shape;2373;p137"/>
          <p:cNvCxnSpPr>
            <a:stCxn id="2357" idx="3"/>
            <a:endCxn id="2330" idx="2"/>
          </p:cNvCxnSpPr>
          <p:nvPr/>
        </p:nvCxnSpPr>
        <p:spPr>
          <a:xfrm flipH="1" rot="10800000">
            <a:off x="3935263" y="2973526"/>
            <a:ext cx="3070200" cy="182400"/>
          </a:xfrm>
          <a:prstGeom prst="bentConnector2">
            <a:avLst/>
          </a:prstGeom>
          <a:noFill/>
          <a:ln cap="flat" cmpd="sng" w="9525">
            <a:solidFill>
              <a:schemeClr val="dk1"/>
            </a:solidFill>
            <a:prstDash val="solid"/>
            <a:round/>
            <a:headEnd len="med" w="med" type="none"/>
            <a:tailEnd len="med" w="med" type="none"/>
          </a:ln>
        </p:spPr>
      </p:cxnSp>
      <p:cxnSp>
        <p:nvCxnSpPr>
          <p:cNvPr id="2374" name="Google Shape;2374;p137"/>
          <p:cNvCxnSpPr>
            <a:stCxn id="2357" idx="3"/>
            <a:endCxn id="2331" idx="2"/>
          </p:cNvCxnSpPr>
          <p:nvPr/>
        </p:nvCxnSpPr>
        <p:spPr>
          <a:xfrm flipH="1" rot="10800000">
            <a:off x="3935263" y="2973526"/>
            <a:ext cx="4060800" cy="182400"/>
          </a:xfrm>
          <a:prstGeom prst="bentConnector2">
            <a:avLst/>
          </a:prstGeom>
          <a:noFill/>
          <a:ln cap="flat" cmpd="sng" w="9525">
            <a:solidFill>
              <a:schemeClr val="dk1"/>
            </a:solidFill>
            <a:prstDash val="solid"/>
            <a:round/>
            <a:headEnd len="med" w="med" type="none"/>
            <a:tailEnd len="med" w="med" type="none"/>
          </a:ln>
        </p:spPr>
      </p:cxnSp>
      <p:cxnSp>
        <p:nvCxnSpPr>
          <p:cNvPr id="2375" name="Google Shape;2375;p137"/>
          <p:cNvCxnSpPr>
            <a:stCxn id="2357" idx="3"/>
            <a:endCxn id="2332" idx="2"/>
          </p:cNvCxnSpPr>
          <p:nvPr/>
        </p:nvCxnSpPr>
        <p:spPr>
          <a:xfrm flipH="1" rot="10800000">
            <a:off x="3935263" y="2973526"/>
            <a:ext cx="5051400" cy="182400"/>
          </a:xfrm>
          <a:prstGeom prst="bentConnector2">
            <a:avLst/>
          </a:prstGeom>
          <a:noFill/>
          <a:ln cap="flat" cmpd="sng" w="9525">
            <a:solidFill>
              <a:schemeClr val="dk1"/>
            </a:solidFill>
            <a:prstDash val="solid"/>
            <a:round/>
            <a:headEnd len="med" w="med" type="none"/>
            <a:tailEnd len="med" w="med" type="none"/>
          </a:ln>
        </p:spPr>
      </p:cxnSp>
      <p:cxnSp>
        <p:nvCxnSpPr>
          <p:cNvPr id="2376" name="Google Shape;2376;p137"/>
          <p:cNvCxnSpPr>
            <a:stCxn id="2357" idx="3"/>
            <a:endCxn id="2333" idx="2"/>
          </p:cNvCxnSpPr>
          <p:nvPr/>
        </p:nvCxnSpPr>
        <p:spPr>
          <a:xfrm flipH="1" rot="10800000">
            <a:off x="3935263" y="2973526"/>
            <a:ext cx="6042000" cy="182400"/>
          </a:xfrm>
          <a:prstGeom prst="bentConnector2">
            <a:avLst/>
          </a:prstGeom>
          <a:noFill/>
          <a:ln cap="flat" cmpd="sng" w="9525">
            <a:solidFill>
              <a:schemeClr val="dk1"/>
            </a:solidFill>
            <a:prstDash val="solid"/>
            <a:round/>
            <a:headEnd len="med" w="med" type="none"/>
            <a:tailEnd len="med" w="med" type="none"/>
          </a:ln>
        </p:spPr>
      </p:cxnSp>
      <p:cxnSp>
        <p:nvCxnSpPr>
          <p:cNvPr id="2377" name="Google Shape;2377;p137"/>
          <p:cNvCxnSpPr>
            <a:stCxn id="2357" idx="3"/>
            <a:endCxn id="2334" idx="0"/>
          </p:cNvCxnSpPr>
          <p:nvPr/>
        </p:nvCxnSpPr>
        <p:spPr>
          <a:xfrm>
            <a:off x="3935263" y="3155926"/>
            <a:ext cx="98400" cy="324900"/>
          </a:xfrm>
          <a:prstGeom prst="bentConnector2">
            <a:avLst/>
          </a:prstGeom>
          <a:noFill/>
          <a:ln cap="flat" cmpd="sng" w="9525">
            <a:solidFill>
              <a:schemeClr val="dk1"/>
            </a:solidFill>
            <a:prstDash val="solid"/>
            <a:round/>
            <a:headEnd len="med" w="med" type="none"/>
            <a:tailEnd len="med" w="med" type="none"/>
          </a:ln>
        </p:spPr>
      </p:cxnSp>
      <p:sp>
        <p:nvSpPr>
          <p:cNvPr id="2378" name="Google Shape;2378;p137"/>
          <p:cNvSpPr txBox="1"/>
          <p:nvPr/>
        </p:nvSpPr>
        <p:spPr>
          <a:xfrm>
            <a:off x="1037250" y="1621350"/>
            <a:ext cx="2776800" cy="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Initial Conditions</a:t>
            </a:r>
            <a:endParaRPr sz="1800">
              <a:latin typeface="Red Hat Display"/>
              <a:ea typeface="Red Hat Display"/>
              <a:cs typeface="Red Hat Display"/>
              <a:sym typeface="Red Hat Display"/>
            </a:endParaRPr>
          </a:p>
        </p:txBody>
      </p:sp>
      <p:cxnSp>
        <p:nvCxnSpPr>
          <p:cNvPr id="2379" name="Google Shape;2379;p137"/>
          <p:cNvCxnSpPr>
            <a:stCxn id="2357" idx="1"/>
            <a:endCxn id="2347" idx="0"/>
          </p:cNvCxnSpPr>
          <p:nvPr/>
        </p:nvCxnSpPr>
        <p:spPr>
          <a:xfrm flipH="1">
            <a:off x="2553163" y="3155926"/>
            <a:ext cx="294000" cy="1304700"/>
          </a:xfrm>
          <a:prstGeom prst="curvedConnector2">
            <a:avLst/>
          </a:prstGeom>
          <a:noFill/>
          <a:ln cap="flat" cmpd="sng" w="9525">
            <a:solidFill>
              <a:schemeClr val="dk1"/>
            </a:solidFill>
            <a:prstDash val="solid"/>
            <a:round/>
            <a:headEnd len="med" w="med" type="none"/>
            <a:tailEnd len="med" w="med" type="none"/>
          </a:ln>
        </p:spPr>
      </p:cxnSp>
      <p:sp>
        <p:nvSpPr>
          <p:cNvPr id="2380" name="Google Shape;2380;p137"/>
          <p:cNvSpPr txBox="1"/>
          <p:nvPr/>
        </p:nvSpPr>
        <p:spPr>
          <a:xfrm>
            <a:off x="10696625" y="2975343"/>
            <a:ext cx="12843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storage switch</a:t>
            </a:r>
            <a:endParaRPr sz="1000">
              <a:latin typeface="Red Hat Display"/>
              <a:ea typeface="Red Hat Display"/>
              <a:cs typeface="Red Hat Display"/>
              <a:sym typeface="Red Hat Displ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4" name="Shape 2384"/>
        <p:cNvGrpSpPr/>
        <p:nvPr/>
      </p:nvGrpSpPr>
      <p:grpSpPr>
        <a:xfrm>
          <a:off x="0" y="0"/>
          <a:ext cx="0" cy="0"/>
          <a:chOff x="0" y="0"/>
          <a:chExt cx="0" cy="0"/>
        </a:xfrm>
      </p:grpSpPr>
      <p:sp>
        <p:nvSpPr>
          <p:cNvPr id="2385" name="Google Shape;2385;p138"/>
          <p:cNvSpPr/>
          <p:nvPr/>
        </p:nvSpPr>
        <p:spPr>
          <a:xfrm>
            <a:off x="4540750" y="3242700"/>
            <a:ext cx="7513800" cy="1620900"/>
          </a:xfrm>
          <a:prstGeom prst="rect">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
        <p:nvSpPr>
          <p:cNvPr id="2386" name="Google Shape;2386;p138"/>
          <p:cNvSpPr txBox="1"/>
          <p:nvPr/>
        </p:nvSpPr>
        <p:spPr>
          <a:xfrm>
            <a:off x="5509900" y="4395100"/>
            <a:ext cx="30231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this will become Compute Resource 1</a:t>
            </a:r>
            <a:endParaRPr sz="1200">
              <a:latin typeface="Red Hat Display"/>
              <a:ea typeface="Red Hat Display"/>
              <a:cs typeface="Red Hat Display"/>
              <a:sym typeface="Red Hat Display"/>
            </a:endParaRPr>
          </a:p>
        </p:txBody>
      </p:sp>
      <p:sp>
        <p:nvSpPr>
          <p:cNvPr id="2387" name="Google Shape;2387;p138"/>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2388" name="Google Shape;2388;p13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389" name="Google Shape;2389;p13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390" name="Google Shape;2390;p138"/>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2391" name="Google Shape;2391;p138"/>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Baremetal Bootstrap Scenario</a:t>
            </a:r>
            <a:endParaRPr/>
          </a:p>
        </p:txBody>
      </p:sp>
      <p:sp>
        <p:nvSpPr>
          <p:cNvPr id="2392" name="Google Shape;2392;p138"/>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393" name="Google Shape;2393;p138"/>
          <p:cNvPicPr preferRelativeResize="0"/>
          <p:nvPr/>
        </p:nvPicPr>
        <p:blipFill rotWithShape="1">
          <a:blip r:embed="rId3">
            <a:alphaModFix/>
          </a:blip>
          <a:srcRect b="25702" l="0" r="0" t="28126"/>
          <a:stretch/>
        </p:blipFill>
        <p:spPr>
          <a:xfrm>
            <a:off x="3427674" y="2414127"/>
            <a:ext cx="1211839" cy="559500"/>
          </a:xfrm>
          <a:prstGeom prst="rect">
            <a:avLst/>
          </a:prstGeom>
          <a:noFill/>
          <a:ln>
            <a:noFill/>
          </a:ln>
        </p:spPr>
      </p:pic>
      <p:pic>
        <p:nvPicPr>
          <p:cNvPr id="2394" name="Google Shape;2394;p138"/>
          <p:cNvPicPr preferRelativeResize="0"/>
          <p:nvPr/>
        </p:nvPicPr>
        <p:blipFill rotWithShape="1">
          <a:blip r:embed="rId3">
            <a:alphaModFix/>
          </a:blip>
          <a:srcRect b="25702" l="0" r="0" t="28126"/>
          <a:stretch/>
        </p:blipFill>
        <p:spPr>
          <a:xfrm>
            <a:off x="4418274" y="2414127"/>
            <a:ext cx="1211839" cy="559500"/>
          </a:xfrm>
          <a:prstGeom prst="rect">
            <a:avLst/>
          </a:prstGeom>
          <a:noFill/>
          <a:ln>
            <a:noFill/>
          </a:ln>
        </p:spPr>
      </p:pic>
      <p:pic>
        <p:nvPicPr>
          <p:cNvPr id="2395" name="Google Shape;2395;p138"/>
          <p:cNvPicPr preferRelativeResize="0"/>
          <p:nvPr/>
        </p:nvPicPr>
        <p:blipFill rotWithShape="1">
          <a:blip r:embed="rId3">
            <a:alphaModFix/>
          </a:blip>
          <a:srcRect b="25702" l="0" r="0" t="28126"/>
          <a:stretch/>
        </p:blipFill>
        <p:spPr>
          <a:xfrm>
            <a:off x="5408874" y="2414127"/>
            <a:ext cx="1211839" cy="559500"/>
          </a:xfrm>
          <a:prstGeom prst="rect">
            <a:avLst/>
          </a:prstGeom>
          <a:noFill/>
          <a:ln>
            <a:noFill/>
          </a:ln>
        </p:spPr>
      </p:pic>
      <p:pic>
        <p:nvPicPr>
          <p:cNvPr id="2396" name="Google Shape;2396;p138"/>
          <p:cNvPicPr preferRelativeResize="0"/>
          <p:nvPr/>
        </p:nvPicPr>
        <p:blipFill rotWithShape="1">
          <a:blip r:embed="rId3">
            <a:alphaModFix/>
          </a:blip>
          <a:srcRect b="25702" l="0" r="0" t="28126"/>
          <a:stretch/>
        </p:blipFill>
        <p:spPr>
          <a:xfrm>
            <a:off x="6399474" y="2414127"/>
            <a:ext cx="1211839" cy="559500"/>
          </a:xfrm>
          <a:prstGeom prst="rect">
            <a:avLst/>
          </a:prstGeom>
          <a:noFill/>
          <a:ln>
            <a:noFill/>
          </a:ln>
        </p:spPr>
      </p:pic>
      <p:pic>
        <p:nvPicPr>
          <p:cNvPr id="2397" name="Google Shape;2397;p138"/>
          <p:cNvPicPr preferRelativeResize="0"/>
          <p:nvPr/>
        </p:nvPicPr>
        <p:blipFill rotWithShape="1">
          <a:blip r:embed="rId3">
            <a:alphaModFix/>
          </a:blip>
          <a:srcRect b="25702" l="0" r="0" t="28126"/>
          <a:stretch/>
        </p:blipFill>
        <p:spPr>
          <a:xfrm>
            <a:off x="7390074" y="2414127"/>
            <a:ext cx="1211839" cy="559500"/>
          </a:xfrm>
          <a:prstGeom prst="rect">
            <a:avLst/>
          </a:prstGeom>
          <a:noFill/>
          <a:ln>
            <a:noFill/>
          </a:ln>
        </p:spPr>
      </p:pic>
      <p:pic>
        <p:nvPicPr>
          <p:cNvPr id="2398" name="Google Shape;2398;p138"/>
          <p:cNvPicPr preferRelativeResize="0"/>
          <p:nvPr/>
        </p:nvPicPr>
        <p:blipFill rotWithShape="1">
          <a:blip r:embed="rId3">
            <a:alphaModFix/>
          </a:blip>
          <a:srcRect b="25702" l="0" r="0" t="28126"/>
          <a:stretch/>
        </p:blipFill>
        <p:spPr>
          <a:xfrm>
            <a:off x="8380674" y="2414127"/>
            <a:ext cx="1211839" cy="559500"/>
          </a:xfrm>
          <a:prstGeom prst="rect">
            <a:avLst/>
          </a:prstGeom>
          <a:noFill/>
          <a:ln>
            <a:noFill/>
          </a:ln>
        </p:spPr>
      </p:pic>
      <p:pic>
        <p:nvPicPr>
          <p:cNvPr id="2399" name="Google Shape;2399;p138"/>
          <p:cNvPicPr preferRelativeResize="0"/>
          <p:nvPr/>
        </p:nvPicPr>
        <p:blipFill rotWithShape="1">
          <a:blip r:embed="rId3">
            <a:alphaModFix/>
          </a:blip>
          <a:srcRect b="25702" l="0" r="0" t="28126"/>
          <a:stretch/>
        </p:blipFill>
        <p:spPr>
          <a:xfrm>
            <a:off x="9371274" y="2414127"/>
            <a:ext cx="1211839" cy="559500"/>
          </a:xfrm>
          <a:prstGeom prst="rect">
            <a:avLst/>
          </a:prstGeom>
          <a:noFill/>
          <a:ln>
            <a:noFill/>
          </a:ln>
        </p:spPr>
      </p:pic>
      <p:pic>
        <p:nvPicPr>
          <p:cNvPr id="2400" name="Google Shape;2400;p138"/>
          <p:cNvPicPr preferRelativeResize="0"/>
          <p:nvPr/>
        </p:nvPicPr>
        <p:blipFill rotWithShape="1">
          <a:blip r:embed="rId3">
            <a:alphaModFix/>
          </a:blip>
          <a:srcRect b="25702" l="0" r="0" t="28126"/>
          <a:stretch/>
        </p:blipFill>
        <p:spPr>
          <a:xfrm>
            <a:off x="3427674" y="3480927"/>
            <a:ext cx="1211839" cy="559500"/>
          </a:xfrm>
          <a:prstGeom prst="rect">
            <a:avLst/>
          </a:prstGeom>
          <a:noFill/>
          <a:ln>
            <a:noFill/>
          </a:ln>
        </p:spPr>
      </p:pic>
      <p:pic>
        <p:nvPicPr>
          <p:cNvPr id="2401" name="Google Shape;2401;p138"/>
          <p:cNvPicPr preferRelativeResize="0"/>
          <p:nvPr/>
        </p:nvPicPr>
        <p:blipFill rotWithShape="1">
          <a:blip r:embed="rId3">
            <a:alphaModFix/>
          </a:blip>
          <a:srcRect b="25702" l="0" r="0" t="28126"/>
          <a:stretch/>
        </p:blipFill>
        <p:spPr>
          <a:xfrm>
            <a:off x="4418274" y="3480927"/>
            <a:ext cx="1211839" cy="559500"/>
          </a:xfrm>
          <a:prstGeom prst="rect">
            <a:avLst/>
          </a:prstGeom>
          <a:noFill/>
          <a:ln>
            <a:noFill/>
          </a:ln>
        </p:spPr>
      </p:pic>
      <p:pic>
        <p:nvPicPr>
          <p:cNvPr id="2402" name="Google Shape;2402;p138"/>
          <p:cNvPicPr preferRelativeResize="0"/>
          <p:nvPr/>
        </p:nvPicPr>
        <p:blipFill rotWithShape="1">
          <a:blip r:embed="rId3">
            <a:alphaModFix/>
          </a:blip>
          <a:srcRect b="25702" l="0" r="0" t="28126"/>
          <a:stretch/>
        </p:blipFill>
        <p:spPr>
          <a:xfrm>
            <a:off x="5408874" y="3480927"/>
            <a:ext cx="1211839" cy="559500"/>
          </a:xfrm>
          <a:prstGeom prst="rect">
            <a:avLst/>
          </a:prstGeom>
          <a:noFill/>
          <a:ln>
            <a:noFill/>
          </a:ln>
        </p:spPr>
      </p:pic>
      <p:pic>
        <p:nvPicPr>
          <p:cNvPr id="2403" name="Google Shape;2403;p138"/>
          <p:cNvPicPr preferRelativeResize="0"/>
          <p:nvPr/>
        </p:nvPicPr>
        <p:blipFill rotWithShape="1">
          <a:blip r:embed="rId3">
            <a:alphaModFix/>
          </a:blip>
          <a:srcRect b="25702" l="0" r="0" t="28126"/>
          <a:stretch/>
        </p:blipFill>
        <p:spPr>
          <a:xfrm>
            <a:off x="6399474" y="3480927"/>
            <a:ext cx="1211839" cy="559500"/>
          </a:xfrm>
          <a:prstGeom prst="rect">
            <a:avLst/>
          </a:prstGeom>
          <a:noFill/>
          <a:ln>
            <a:noFill/>
          </a:ln>
        </p:spPr>
      </p:pic>
      <p:pic>
        <p:nvPicPr>
          <p:cNvPr id="2404" name="Google Shape;2404;p138"/>
          <p:cNvPicPr preferRelativeResize="0"/>
          <p:nvPr/>
        </p:nvPicPr>
        <p:blipFill rotWithShape="1">
          <a:blip r:embed="rId3">
            <a:alphaModFix/>
          </a:blip>
          <a:srcRect b="25702" l="0" r="0" t="28126"/>
          <a:stretch/>
        </p:blipFill>
        <p:spPr>
          <a:xfrm>
            <a:off x="7390074" y="3480927"/>
            <a:ext cx="1211839" cy="559500"/>
          </a:xfrm>
          <a:prstGeom prst="rect">
            <a:avLst/>
          </a:prstGeom>
          <a:noFill/>
          <a:ln>
            <a:noFill/>
          </a:ln>
        </p:spPr>
      </p:pic>
      <p:pic>
        <p:nvPicPr>
          <p:cNvPr id="2405" name="Google Shape;2405;p138"/>
          <p:cNvPicPr preferRelativeResize="0"/>
          <p:nvPr/>
        </p:nvPicPr>
        <p:blipFill rotWithShape="1">
          <a:blip r:embed="rId3">
            <a:alphaModFix/>
          </a:blip>
          <a:srcRect b="25702" l="0" r="0" t="28126"/>
          <a:stretch/>
        </p:blipFill>
        <p:spPr>
          <a:xfrm>
            <a:off x="8380674" y="3480927"/>
            <a:ext cx="1211839" cy="559500"/>
          </a:xfrm>
          <a:prstGeom prst="rect">
            <a:avLst/>
          </a:prstGeom>
          <a:noFill/>
          <a:ln>
            <a:noFill/>
          </a:ln>
        </p:spPr>
      </p:pic>
      <p:pic>
        <p:nvPicPr>
          <p:cNvPr id="2406" name="Google Shape;2406;p138"/>
          <p:cNvPicPr preferRelativeResize="0"/>
          <p:nvPr/>
        </p:nvPicPr>
        <p:blipFill rotWithShape="1">
          <a:blip r:embed="rId3">
            <a:alphaModFix/>
          </a:blip>
          <a:srcRect b="25702" l="0" r="0" t="28126"/>
          <a:stretch/>
        </p:blipFill>
        <p:spPr>
          <a:xfrm>
            <a:off x="9371274" y="3480927"/>
            <a:ext cx="1211839" cy="559500"/>
          </a:xfrm>
          <a:prstGeom prst="rect">
            <a:avLst/>
          </a:prstGeom>
          <a:noFill/>
          <a:ln>
            <a:noFill/>
          </a:ln>
        </p:spPr>
      </p:pic>
      <p:sp>
        <p:nvSpPr>
          <p:cNvPr id="2407" name="Google Shape;2407;p138"/>
          <p:cNvSpPr txBox="1"/>
          <p:nvPr/>
        </p:nvSpPr>
        <p:spPr>
          <a:xfrm>
            <a:off x="4540744" y="394057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h1.example.ca</a:t>
            </a:r>
            <a:endParaRPr sz="1000">
              <a:latin typeface="Red Hat Display"/>
              <a:ea typeface="Red Hat Display"/>
              <a:cs typeface="Red Hat Display"/>
              <a:sym typeface="Red Hat Display"/>
            </a:endParaRPr>
          </a:p>
        </p:txBody>
      </p:sp>
      <p:sp>
        <p:nvSpPr>
          <p:cNvPr id="2408" name="Google Shape;2408;p138"/>
          <p:cNvSpPr txBox="1"/>
          <p:nvPr/>
        </p:nvSpPr>
        <p:spPr>
          <a:xfrm>
            <a:off x="55199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h2.example.ca</a:t>
            </a:r>
            <a:endParaRPr sz="1000">
              <a:latin typeface="Red Hat Display"/>
              <a:ea typeface="Red Hat Display"/>
              <a:cs typeface="Red Hat Display"/>
              <a:sym typeface="Red Hat Display"/>
            </a:endParaRPr>
          </a:p>
        </p:txBody>
      </p:sp>
      <p:sp>
        <p:nvSpPr>
          <p:cNvPr id="2409" name="Google Shape;2409;p138"/>
          <p:cNvSpPr txBox="1"/>
          <p:nvPr/>
        </p:nvSpPr>
        <p:spPr>
          <a:xfrm>
            <a:off x="65105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h3.example.ca</a:t>
            </a:r>
            <a:endParaRPr sz="1000">
              <a:latin typeface="Red Hat Display"/>
              <a:ea typeface="Red Hat Display"/>
              <a:cs typeface="Red Hat Display"/>
              <a:sym typeface="Red Hat Display"/>
            </a:endParaRPr>
          </a:p>
        </p:txBody>
      </p:sp>
      <p:sp>
        <p:nvSpPr>
          <p:cNvPr id="2410" name="Google Shape;2410;p138"/>
          <p:cNvSpPr txBox="1"/>
          <p:nvPr/>
        </p:nvSpPr>
        <p:spPr>
          <a:xfrm>
            <a:off x="75011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h4.example.ca</a:t>
            </a:r>
            <a:endParaRPr sz="1000">
              <a:latin typeface="Red Hat Display"/>
              <a:ea typeface="Red Hat Display"/>
              <a:cs typeface="Red Hat Display"/>
              <a:sym typeface="Red Hat Display"/>
            </a:endParaRPr>
          </a:p>
        </p:txBody>
      </p:sp>
      <p:sp>
        <p:nvSpPr>
          <p:cNvPr id="2411" name="Google Shape;2411;p138"/>
          <p:cNvSpPr txBox="1"/>
          <p:nvPr/>
        </p:nvSpPr>
        <p:spPr>
          <a:xfrm>
            <a:off x="84917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h5.example.ca</a:t>
            </a:r>
            <a:endParaRPr sz="1000">
              <a:latin typeface="Red Hat Display"/>
              <a:ea typeface="Red Hat Display"/>
              <a:cs typeface="Red Hat Display"/>
              <a:sym typeface="Red Hat Display"/>
            </a:endParaRPr>
          </a:p>
        </p:txBody>
      </p:sp>
      <p:sp>
        <p:nvSpPr>
          <p:cNvPr id="2412" name="Google Shape;2412;p138"/>
          <p:cNvSpPr txBox="1"/>
          <p:nvPr/>
        </p:nvSpPr>
        <p:spPr>
          <a:xfrm>
            <a:off x="9482344" y="3940575"/>
            <a:ext cx="9897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h6.example.ca</a:t>
            </a:r>
            <a:endParaRPr sz="1000">
              <a:latin typeface="Red Hat Display"/>
              <a:ea typeface="Red Hat Display"/>
              <a:cs typeface="Red Hat Display"/>
              <a:sym typeface="Red Hat Display"/>
            </a:endParaRPr>
          </a:p>
        </p:txBody>
      </p:sp>
      <p:pic>
        <p:nvPicPr>
          <p:cNvPr id="2413" name="Google Shape;2413;p138" title="Icon-Red_Hat-Router_load_balancer-A-Red-RGB.png"/>
          <p:cNvPicPr preferRelativeResize="0"/>
          <p:nvPr/>
        </p:nvPicPr>
        <p:blipFill rotWithShape="1">
          <a:blip r:embed="rId4">
            <a:alphaModFix/>
          </a:blip>
          <a:srcRect b="24979" l="0" r="0" t="23601"/>
          <a:stretch/>
        </p:blipFill>
        <p:spPr>
          <a:xfrm>
            <a:off x="2008963" y="4460525"/>
            <a:ext cx="1088100" cy="559500"/>
          </a:xfrm>
          <a:prstGeom prst="rect">
            <a:avLst/>
          </a:prstGeom>
          <a:noFill/>
          <a:ln>
            <a:noFill/>
          </a:ln>
        </p:spPr>
      </p:pic>
      <p:sp>
        <p:nvSpPr>
          <p:cNvPr id="2414" name="Google Shape;2414;p138"/>
          <p:cNvSpPr txBox="1"/>
          <p:nvPr/>
        </p:nvSpPr>
        <p:spPr>
          <a:xfrm>
            <a:off x="3281950" y="4553432"/>
            <a:ext cx="735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router</a:t>
            </a:r>
            <a:endParaRPr sz="1000">
              <a:latin typeface="Red Hat Display"/>
              <a:ea typeface="Red Hat Display"/>
              <a:cs typeface="Red Hat Display"/>
              <a:sym typeface="Red Hat Display"/>
            </a:endParaRPr>
          </a:p>
        </p:txBody>
      </p:sp>
      <p:grpSp>
        <p:nvGrpSpPr>
          <p:cNvPr id="2415" name="Google Shape;2415;p138"/>
          <p:cNvGrpSpPr/>
          <p:nvPr/>
        </p:nvGrpSpPr>
        <p:grpSpPr>
          <a:xfrm>
            <a:off x="3733825" y="5220663"/>
            <a:ext cx="914400" cy="559500"/>
            <a:chOff x="3899025" y="4752650"/>
            <a:chExt cx="914400" cy="559500"/>
          </a:xfrm>
        </p:grpSpPr>
        <p:pic>
          <p:nvPicPr>
            <p:cNvPr id="2416" name="Google Shape;2416;p138"/>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417" name="Google Shape;2417;p138"/>
            <p:cNvPicPr preferRelativeResize="0"/>
            <p:nvPr/>
          </p:nvPicPr>
          <p:blipFill>
            <a:blip r:embed="rId6">
              <a:alphaModFix/>
            </a:blip>
            <a:stretch>
              <a:fillRect/>
            </a:stretch>
          </p:blipFill>
          <p:spPr>
            <a:xfrm>
              <a:off x="4302575" y="4883351"/>
              <a:ext cx="275675" cy="275675"/>
            </a:xfrm>
            <a:prstGeom prst="rect">
              <a:avLst/>
            </a:prstGeom>
            <a:noFill/>
            <a:ln>
              <a:noFill/>
            </a:ln>
          </p:spPr>
        </p:pic>
      </p:grpSp>
      <p:sp>
        <p:nvSpPr>
          <p:cNvPr id="2418" name="Google Shape;2418;p138"/>
          <p:cNvSpPr txBox="1"/>
          <p:nvPr/>
        </p:nvSpPr>
        <p:spPr>
          <a:xfrm>
            <a:off x="3707569" y="5712311"/>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cloud resources</a:t>
            </a:r>
            <a:endParaRPr sz="1000">
              <a:latin typeface="Red Hat Display"/>
              <a:ea typeface="Red Hat Display"/>
              <a:cs typeface="Red Hat Display"/>
              <a:sym typeface="Red Hat Display"/>
            </a:endParaRPr>
          </a:p>
        </p:txBody>
      </p:sp>
      <p:grpSp>
        <p:nvGrpSpPr>
          <p:cNvPr id="2419" name="Google Shape;2419;p138"/>
          <p:cNvGrpSpPr/>
          <p:nvPr/>
        </p:nvGrpSpPr>
        <p:grpSpPr>
          <a:xfrm>
            <a:off x="4648225" y="5220663"/>
            <a:ext cx="914400" cy="559500"/>
            <a:chOff x="3899025" y="4752650"/>
            <a:chExt cx="914400" cy="559500"/>
          </a:xfrm>
        </p:grpSpPr>
        <p:pic>
          <p:nvPicPr>
            <p:cNvPr id="2420" name="Google Shape;2420;p138"/>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421" name="Google Shape;2421;p138"/>
            <p:cNvPicPr preferRelativeResize="0"/>
            <p:nvPr/>
          </p:nvPicPr>
          <p:blipFill>
            <a:blip r:embed="rId6">
              <a:alphaModFix/>
            </a:blip>
            <a:stretch>
              <a:fillRect/>
            </a:stretch>
          </p:blipFill>
          <p:spPr>
            <a:xfrm>
              <a:off x="4302575" y="4883351"/>
              <a:ext cx="275675" cy="275675"/>
            </a:xfrm>
            <a:prstGeom prst="rect">
              <a:avLst/>
            </a:prstGeom>
            <a:noFill/>
            <a:ln>
              <a:noFill/>
            </a:ln>
          </p:spPr>
        </p:pic>
      </p:grpSp>
      <p:cxnSp>
        <p:nvCxnSpPr>
          <p:cNvPr id="2422" name="Google Shape;2422;p138"/>
          <p:cNvCxnSpPr>
            <a:stCxn id="2413" idx="2"/>
            <a:endCxn id="2416" idx="1"/>
          </p:cNvCxnSpPr>
          <p:nvPr/>
        </p:nvCxnSpPr>
        <p:spPr>
          <a:xfrm flipH="1" rot="-5400000">
            <a:off x="2903263" y="4669775"/>
            <a:ext cx="480300" cy="1180800"/>
          </a:xfrm>
          <a:prstGeom prst="curvedConnector2">
            <a:avLst/>
          </a:prstGeom>
          <a:noFill/>
          <a:ln cap="flat" cmpd="sng" w="9525">
            <a:solidFill>
              <a:schemeClr val="dk1"/>
            </a:solidFill>
            <a:prstDash val="solid"/>
            <a:round/>
            <a:headEnd len="med" w="med" type="none"/>
            <a:tailEnd len="med" w="med" type="none"/>
          </a:ln>
        </p:spPr>
      </p:cxnSp>
      <p:pic>
        <p:nvPicPr>
          <p:cNvPr id="2423" name="Google Shape;2423;p138" title="Icon-Red_Hat-Router_load_balancer-A-Red-RGB.png"/>
          <p:cNvPicPr preferRelativeResize="0"/>
          <p:nvPr/>
        </p:nvPicPr>
        <p:blipFill rotWithShape="1">
          <a:blip r:embed="rId4">
            <a:alphaModFix/>
          </a:blip>
          <a:srcRect b="24979" l="0" r="0" t="23601"/>
          <a:stretch/>
        </p:blipFill>
        <p:spPr>
          <a:xfrm>
            <a:off x="2847163" y="2876176"/>
            <a:ext cx="1088100" cy="559500"/>
          </a:xfrm>
          <a:prstGeom prst="rect">
            <a:avLst/>
          </a:prstGeom>
          <a:noFill/>
          <a:ln>
            <a:noFill/>
          </a:ln>
        </p:spPr>
      </p:pic>
      <p:sp>
        <p:nvSpPr>
          <p:cNvPr id="2424" name="Google Shape;2424;p138"/>
          <p:cNvSpPr txBox="1"/>
          <p:nvPr/>
        </p:nvSpPr>
        <p:spPr>
          <a:xfrm>
            <a:off x="2332401" y="2676816"/>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switch</a:t>
            </a:r>
            <a:endParaRPr sz="1000">
              <a:latin typeface="Red Hat Display"/>
              <a:ea typeface="Red Hat Display"/>
              <a:cs typeface="Red Hat Display"/>
              <a:sym typeface="Red Hat Display"/>
            </a:endParaRPr>
          </a:p>
        </p:txBody>
      </p:sp>
      <p:cxnSp>
        <p:nvCxnSpPr>
          <p:cNvPr id="2425" name="Google Shape;2425;p138"/>
          <p:cNvCxnSpPr>
            <a:stCxn id="2390" idx="3"/>
            <a:endCxn id="2413" idx="1"/>
          </p:cNvCxnSpPr>
          <p:nvPr/>
        </p:nvCxnSpPr>
        <p:spPr>
          <a:xfrm>
            <a:off x="1426491" y="3155926"/>
            <a:ext cx="582600" cy="1584300"/>
          </a:xfrm>
          <a:prstGeom prst="curvedConnector3">
            <a:avLst>
              <a:gd fmla="val 49989" name="adj1"/>
            </a:avLst>
          </a:prstGeom>
          <a:noFill/>
          <a:ln cap="flat" cmpd="sng" w="9525">
            <a:solidFill>
              <a:schemeClr val="dk1"/>
            </a:solidFill>
            <a:prstDash val="solid"/>
            <a:round/>
            <a:headEnd len="med" w="med" type="none"/>
            <a:tailEnd len="med" w="med" type="none"/>
          </a:ln>
        </p:spPr>
      </p:cxnSp>
      <p:pic>
        <p:nvPicPr>
          <p:cNvPr id="2426" name="Google Shape;2426;p138" title="Icon-Red_Hat-Storage_stack-A-Red-RGB.png"/>
          <p:cNvPicPr preferRelativeResize="0"/>
          <p:nvPr/>
        </p:nvPicPr>
        <p:blipFill>
          <a:blip r:embed="rId7">
            <a:alphaModFix/>
          </a:blip>
          <a:stretch>
            <a:fillRect/>
          </a:stretch>
        </p:blipFill>
        <p:spPr>
          <a:xfrm>
            <a:off x="10908725" y="3892700"/>
            <a:ext cx="816300" cy="816300"/>
          </a:xfrm>
          <a:prstGeom prst="rect">
            <a:avLst/>
          </a:prstGeom>
          <a:noFill/>
          <a:ln>
            <a:noFill/>
          </a:ln>
        </p:spPr>
      </p:pic>
      <p:pic>
        <p:nvPicPr>
          <p:cNvPr id="2427" name="Google Shape;2427;p138" title="Icon-Red_Hat-Router_load_balancer-A-Red-RGB.png"/>
          <p:cNvPicPr preferRelativeResize="0"/>
          <p:nvPr/>
        </p:nvPicPr>
        <p:blipFill rotWithShape="1">
          <a:blip r:embed="rId4">
            <a:alphaModFix/>
          </a:blip>
          <a:srcRect b="24979" l="0" r="0" t="23601"/>
          <a:stretch/>
        </p:blipFill>
        <p:spPr>
          <a:xfrm>
            <a:off x="10772825" y="3159492"/>
            <a:ext cx="1088100" cy="559500"/>
          </a:xfrm>
          <a:prstGeom prst="rect">
            <a:avLst/>
          </a:prstGeom>
          <a:noFill/>
          <a:ln>
            <a:noFill/>
          </a:ln>
        </p:spPr>
      </p:pic>
      <p:cxnSp>
        <p:nvCxnSpPr>
          <p:cNvPr id="2428" name="Google Shape;2428;p138"/>
          <p:cNvCxnSpPr>
            <a:stCxn id="2401" idx="0"/>
            <a:endCxn id="2427" idx="1"/>
          </p:cNvCxnSpPr>
          <p:nvPr/>
        </p:nvCxnSpPr>
        <p:spPr>
          <a:xfrm rot="-5400000">
            <a:off x="7877644" y="585777"/>
            <a:ext cx="41700" cy="5748600"/>
          </a:xfrm>
          <a:prstGeom prst="bentConnector2">
            <a:avLst/>
          </a:prstGeom>
          <a:noFill/>
          <a:ln cap="flat" cmpd="sng" w="9525">
            <a:solidFill>
              <a:srgbClr val="0000FF"/>
            </a:solidFill>
            <a:prstDash val="solid"/>
            <a:round/>
            <a:headEnd len="med" w="med" type="none"/>
            <a:tailEnd len="med" w="med" type="none"/>
          </a:ln>
        </p:spPr>
      </p:cxnSp>
      <p:cxnSp>
        <p:nvCxnSpPr>
          <p:cNvPr id="2429" name="Google Shape;2429;p138"/>
          <p:cNvCxnSpPr>
            <a:stCxn id="2402" idx="0"/>
            <a:endCxn id="2427" idx="1"/>
          </p:cNvCxnSpPr>
          <p:nvPr/>
        </p:nvCxnSpPr>
        <p:spPr>
          <a:xfrm rot="-5400000">
            <a:off x="8372944" y="1081077"/>
            <a:ext cx="41700" cy="4758000"/>
          </a:xfrm>
          <a:prstGeom prst="bentConnector2">
            <a:avLst/>
          </a:prstGeom>
          <a:noFill/>
          <a:ln cap="flat" cmpd="sng" w="9525">
            <a:solidFill>
              <a:srgbClr val="0000FF"/>
            </a:solidFill>
            <a:prstDash val="solid"/>
            <a:round/>
            <a:headEnd len="med" w="med" type="none"/>
            <a:tailEnd len="med" w="med" type="none"/>
          </a:ln>
        </p:spPr>
      </p:cxnSp>
      <p:cxnSp>
        <p:nvCxnSpPr>
          <p:cNvPr id="2430" name="Google Shape;2430;p138"/>
          <p:cNvCxnSpPr>
            <a:stCxn id="2403" idx="0"/>
            <a:endCxn id="2427" idx="1"/>
          </p:cNvCxnSpPr>
          <p:nvPr/>
        </p:nvCxnSpPr>
        <p:spPr>
          <a:xfrm rot="-5400000">
            <a:off x="8868244" y="1576377"/>
            <a:ext cx="41700" cy="3767400"/>
          </a:xfrm>
          <a:prstGeom prst="bentConnector2">
            <a:avLst/>
          </a:prstGeom>
          <a:noFill/>
          <a:ln cap="flat" cmpd="sng" w="9525">
            <a:solidFill>
              <a:srgbClr val="0000FF"/>
            </a:solidFill>
            <a:prstDash val="solid"/>
            <a:round/>
            <a:headEnd len="med" w="med" type="none"/>
            <a:tailEnd len="med" w="med" type="none"/>
          </a:ln>
        </p:spPr>
      </p:cxnSp>
      <p:cxnSp>
        <p:nvCxnSpPr>
          <p:cNvPr id="2431" name="Google Shape;2431;p138"/>
          <p:cNvCxnSpPr>
            <a:stCxn id="2404" idx="0"/>
            <a:endCxn id="2427" idx="1"/>
          </p:cNvCxnSpPr>
          <p:nvPr/>
        </p:nvCxnSpPr>
        <p:spPr>
          <a:xfrm rot="-5400000">
            <a:off x="9363544" y="2071677"/>
            <a:ext cx="41700" cy="2776800"/>
          </a:xfrm>
          <a:prstGeom prst="bentConnector2">
            <a:avLst/>
          </a:prstGeom>
          <a:noFill/>
          <a:ln cap="flat" cmpd="sng" w="9525">
            <a:solidFill>
              <a:srgbClr val="0000FF"/>
            </a:solidFill>
            <a:prstDash val="solid"/>
            <a:round/>
            <a:headEnd len="med" w="med" type="none"/>
            <a:tailEnd len="med" w="med" type="none"/>
          </a:ln>
        </p:spPr>
      </p:cxnSp>
      <p:cxnSp>
        <p:nvCxnSpPr>
          <p:cNvPr id="2432" name="Google Shape;2432;p138"/>
          <p:cNvCxnSpPr>
            <a:stCxn id="2405" idx="0"/>
            <a:endCxn id="2427" idx="1"/>
          </p:cNvCxnSpPr>
          <p:nvPr/>
        </p:nvCxnSpPr>
        <p:spPr>
          <a:xfrm rot="-5400000">
            <a:off x="9858844" y="2566977"/>
            <a:ext cx="41700" cy="1786200"/>
          </a:xfrm>
          <a:prstGeom prst="bentConnector2">
            <a:avLst/>
          </a:prstGeom>
          <a:noFill/>
          <a:ln cap="flat" cmpd="sng" w="9525">
            <a:solidFill>
              <a:srgbClr val="0000FF"/>
            </a:solidFill>
            <a:prstDash val="solid"/>
            <a:round/>
            <a:headEnd len="med" w="med" type="none"/>
            <a:tailEnd len="med" w="med" type="none"/>
          </a:ln>
        </p:spPr>
      </p:cxnSp>
      <p:cxnSp>
        <p:nvCxnSpPr>
          <p:cNvPr id="2433" name="Google Shape;2433;p138"/>
          <p:cNvCxnSpPr>
            <a:stCxn id="2406" idx="0"/>
            <a:endCxn id="2427" idx="1"/>
          </p:cNvCxnSpPr>
          <p:nvPr/>
        </p:nvCxnSpPr>
        <p:spPr>
          <a:xfrm rot="-5400000">
            <a:off x="10354144" y="3062277"/>
            <a:ext cx="41700" cy="795600"/>
          </a:xfrm>
          <a:prstGeom prst="bentConnector2">
            <a:avLst/>
          </a:prstGeom>
          <a:noFill/>
          <a:ln cap="flat" cmpd="sng" w="9525">
            <a:solidFill>
              <a:srgbClr val="0000FF"/>
            </a:solidFill>
            <a:prstDash val="solid"/>
            <a:round/>
            <a:headEnd len="med" w="med" type="none"/>
            <a:tailEnd len="med" w="med" type="none"/>
          </a:ln>
        </p:spPr>
      </p:cxnSp>
      <p:cxnSp>
        <p:nvCxnSpPr>
          <p:cNvPr id="2434" name="Google Shape;2434;p138"/>
          <p:cNvCxnSpPr>
            <a:stCxn id="2427" idx="2"/>
            <a:endCxn id="2426" idx="0"/>
          </p:cNvCxnSpPr>
          <p:nvPr/>
        </p:nvCxnSpPr>
        <p:spPr>
          <a:xfrm flipH="1" rot="-5400000">
            <a:off x="11230325" y="3805543"/>
            <a:ext cx="173700" cy="600"/>
          </a:xfrm>
          <a:prstGeom prst="bentConnector3">
            <a:avLst>
              <a:gd fmla="val 50002" name="adj1"/>
            </a:avLst>
          </a:prstGeom>
          <a:noFill/>
          <a:ln cap="flat" cmpd="sng" w="9525">
            <a:solidFill>
              <a:srgbClr val="0000FF"/>
            </a:solidFill>
            <a:prstDash val="solid"/>
            <a:round/>
            <a:headEnd len="med" w="med" type="none"/>
            <a:tailEnd len="med" w="med" type="none"/>
          </a:ln>
        </p:spPr>
      </p:cxnSp>
      <p:sp>
        <p:nvSpPr>
          <p:cNvPr id="2435" name="Google Shape;2435;p138"/>
          <p:cNvSpPr txBox="1"/>
          <p:nvPr/>
        </p:nvSpPr>
        <p:spPr>
          <a:xfrm>
            <a:off x="10861626" y="4615825"/>
            <a:ext cx="966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NAS</a:t>
            </a:r>
            <a:endParaRPr sz="1000">
              <a:latin typeface="Red Hat Display"/>
              <a:ea typeface="Red Hat Display"/>
              <a:cs typeface="Red Hat Display"/>
              <a:sym typeface="Red Hat Display"/>
            </a:endParaRPr>
          </a:p>
        </p:txBody>
      </p:sp>
      <p:cxnSp>
        <p:nvCxnSpPr>
          <p:cNvPr id="2436" name="Google Shape;2436;p138"/>
          <p:cNvCxnSpPr>
            <a:stCxn id="2423" idx="3"/>
            <a:endCxn id="2393" idx="2"/>
          </p:cNvCxnSpPr>
          <p:nvPr/>
        </p:nvCxnSpPr>
        <p:spPr>
          <a:xfrm flipH="1" rot="10800000">
            <a:off x="3935263" y="2973526"/>
            <a:ext cx="98400" cy="182400"/>
          </a:xfrm>
          <a:prstGeom prst="bentConnector2">
            <a:avLst/>
          </a:prstGeom>
          <a:noFill/>
          <a:ln cap="flat" cmpd="sng" w="9525">
            <a:solidFill>
              <a:schemeClr val="dk1"/>
            </a:solidFill>
            <a:prstDash val="solid"/>
            <a:round/>
            <a:headEnd len="med" w="med" type="none"/>
            <a:tailEnd len="med" w="med" type="none"/>
          </a:ln>
        </p:spPr>
      </p:cxnSp>
      <p:cxnSp>
        <p:nvCxnSpPr>
          <p:cNvPr id="2437" name="Google Shape;2437;p138"/>
          <p:cNvCxnSpPr>
            <a:stCxn id="2423" idx="3"/>
            <a:endCxn id="2394" idx="2"/>
          </p:cNvCxnSpPr>
          <p:nvPr/>
        </p:nvCxnSpPr>
        <p:spPr>
          <a:xfrm flipH="1" rot="10800000">
            <a:off x="3935263" y="2973526"/>
            <a:ext cx="1089000" cy="182400"/>
          </a:xfrm>
          <a:prstGeom prst="bentConnector2">
            <a:avLst/>
          </a:prstGeom>
          <a:noFill/>
          <a:ln cap="flat" cmpd="sng" w="9525">
            <a:solidFill>
              <a:schemeClr val="dk1"/>
            </a:solidFill>
            <a:prstDash val="solid"/>
            <a:round/>
            <a:headEnd len="med" w="med" type="none"/>
            <a:tailEnd len="med" w="med" type="none"/>
          </a:ln>
        </p:spPr>
      </p:cxnSp>
      <p:cxnSp>
        <p:nvCxnSpPr>
          <p:cNvPr id="2438" name="Google Shape;2438;p138"/>
          <p:cNvCxnSpPr>
            <a:stCxn id="2423" idx="3"/>
            <a:endCxn id="2395" idx="2"/>
          </p:cNvCxnSpPr>
          <p:nvPr/>
        </p:nvCxnSpPr>
        <p:spPr>
          <a:xfrm flipH="1" rot="10800000">
            <a:off x="3935263" y="2973526"/>
            <a:ext cx="2079600" cy="182400"/>
          </a:xfrm>
          <a:prstGeom prst="bentConnector2">
            <a:avLst/>
          </a:prstGeom>
          <a:noFill/>
          <a:ln cap="flat" cmpd="sng" w="9525">
            <a:solidFill>
              <a:schemeClr val="dk1"/>
            </a:solidFill>
            <a:prstDash val="solid"/>
            <a:round/>
            <a:headEnd len="med" w="med" type="none"/>
            <a:tailEnd len="med" w="med" type="none"/>
          </a:ln>
        </p:spPr>
      </p:cxnSp>
      <p:cxnSp>
        <p:nvCxnSpPr>
          <p:cNvPr id="2439" name="Google Shape;2439;p138"/>
          <p:cNvCxnSpPr>
            <a:stCxn id="2423" idx="3"/>
            <a:endCxn id="2396" idx="2"/>
          </p:cNvCxnSpPr>
          <p:nvPr/>
        </p:nvCxnSpPr>
        <p:spPr>
          <a:xfrm flipH="1" rot="10800000">
            <a:off x="3935263" y="2973526"/>
            <a:ext cx="3070200" cy="182400"/>
          </a:xfrm>
          <a:prstGeom prst="bentConnector2">
            <a:avLst/>
          </a:prstGeom>
          <a:noFill/>
          <a:ln cap="flat" cmpd="sng" w="9525">
            <a:solidFill>
              <a:schemeClr val="dk1"/>
            </a:solidFill>
            <a:prstDash val="solid"/>
            <a:round/>
            <a:headEnd len="med" w="med" type="none"/>
            <a:tailEnd len="med" w="med" type="none"/>
          </a:ln>
        </p:spPr>
      </p:cxnSp>
      <p:cxnSp>
        <p:nvCxnSpPr>
          <p:cNvPr id="2440" name="Google Shape;2440;p138"/>
          <p:cNvCxnSpPr>
            <a:stCxn id="2423" idx="3"/>
            <a:endCxn id="2397" idx="2"/>
          </p:cNvCxnSpPr>
          <p:nvPr/>
        </p:nvCxnSpPr>
        <p:spPr>
          <a:xfrm flipH="1" rot="10800000">
            <a:off x="3935263" y="2973526"/>
            <a:ext cx="4060800" cy="182400"/>
          </a:xfrm>
          <a:prstGeom prst="bentConnector2">
            <a:avLst/>
          </a:prstGeom>
          <a:noFill/>
          <a:ln cap="flat" cmpd="sng" w="9525">
            <a:solidFill>
              <a:schemeClr val="dk1"/>
            </a:solidFill>
            <a:prstDash val="solid"/>
            <a:round/>
            <a:headEnd len="med" w="med" type="none"/>
            <a:tailEnd len="med" w="med" type="none"/>
          </a:ln>
        </p:spPr>
      </p:cxnSp>
      <p:cxnSp>
        <p:nvCxnSpPr>
          <p:cNvPr id="2441" name="Google Shape;2441;p138"/>
          <p:cNvCxnSpPr>
            <a:stCxn id="2423" idx="3"/>
            <a:endCxn id="2398" idx="2"/>
          </p:cNvCxnSpPr>
          <p:nvPr/>
        </p:nvCxnSpPr>
        <p:spPr>
          <a:xfrm flipH="1" rot="10800000">
            <a:off x="3935263" y="2973526"/>
            <a:ext cx="5051400" cy="182400"/>
          </a:xfrm>
          <a:prstGeom prst="bentConnector2">
            <a:avLst/>
          </a:prstGeom>
          <a:noFill/>
          <a:ln cap="flat" cmpd="sng" w="9525">
            <a:solidFill>
              <a:schemeClr val="dk1"/>
            </a:solidFill>
            <a:prstDash val="solid"/>
            <a:round/>
            <a:headEnd len="med" w="med" type="none"/>
            <a:tailEnd len="med" w="med" type="none"/>
          </a:ln>
        </p:spPr>
      </p:cxnSp>
      <p:cxnSp>
        <p:nvCxnSpPr>
          <p:cNvPr id="2442" name="Google Shape;2442;p138"/>
          <p:cNvCxnSpPr>
            <a:stCxn id="2423" idx="3"/>
            <a:endCxn id="2399" idx="2"/>
          </p:cNvCxnSpPr>
          <p:nvPr/>
        </p:nvCxnSpPr>
        <p:spPr>
          <a:xfrm flipH="1" rot="10800000">
            <a:off x="3935263" y="2973526"/>
            <a:ext cx="6042000" cy="182400"/>
          </a:xfrm>
          <a:prstGeom prst="bentConnector2">
            <a:avLst/>
          </a:prstGeom>
          <a:noFill/>
          <a:ln cap="flat" cmpd="sng" w="9525">
            <a:solidFill>
              <a:schemeClr val="dk1"/>
            </a:solidFill>
            <a:prstDash val="solid"/>
            <a:round/>
            <a:headEnd len="med" w="med" type="none"/>
            <a:tailEnd len="med" w="med" type="none"/>
          </a:ln>
        </p:spPr>
      </p:cxnSp>
      <p:cxnSp>
        <p:nvCxnSpPr>
          <p:cNvPr id="2443" name="Google Shape;2443;p138"/>
          <p:cNvCxnSpPr>
            <a:stCxn id="2423" idx="3"/>
            <a:endCxn id="2400" idx="0"/>
          </p:cNvCxnSpPr>
          <p:nvPr/>
        </p:nvCxnSpPr>
        <p:spPr>
          <a:xfrm>
            <a:off x="3935263" y="3155926"/>
            <a:ext cx="98400" cy="324900"/>
          </a:xfrm>
          <a:prstGeom prst="bentConnector2">
            <a:avLst/>
          </a:prstGeom>
          <a:noFill/>
          <a:ln cap="flat" cmpd="sng" w="9525">
            <a:solidFill>
              <a:schemeClr val="dk1"/>
            </a:solidFill>
            <a:prstDash val="solid"/>
            <a:round/>
            <a:headEnd len="med" w="med" type="none"/>
            <a:tailEnd len="med" w="med" type="none"/>
          </a:ln>
        </p:spPr>
      </p:cxnSp>
      <p:cxnSp>
        <p:nvCxnSpPr>
          <p:cNvPr id="2444" name="Google Shape;2444;p138"/>
          <p:cNvCxnSpPr>
            <a:stCxn id="2423" idx="1"/>
            <a:endCxn id="2413" idx="0"/>
          </p:cNvCxnSpPr>
          <p:nvPr/>
        </p:nvCxnSpPr>
        <p:spPr>
          <a:xfrm flipH="1">
            <a:off x="2553163" y="3155926"/>
            <a:ext cx="294000" cy="1304700"/>
          </a:xfrm>
          <a:prstGeom prst="curvedConnector2">
            <a:avLst/>
          </a:prstGeom>
          <a:noFill/>
          <a:ln cap="flat" cmpd="sng" w="9525">
            <a:solidFill>
              <a:schemeClr val="dk1"/>
            </a:solidFill>
            <a:prstDash val="solid"/>
            <a:round/>
            <a:headEnd len="med" w="med" type="none"/>
            <a:tailEnd len="med" w="med" type="none"/>
          </a:ln>
        </p:spPr>
      </p:cxnSp>
      <p:sp>
        <p:nvSpPr>
          <p:cNvPr id="2445" name="Google Shape;2445;p138"/>
          <p:cNvSpPr txBox="1"/>
          <p:nvPr/>
        </p:nvSpPr>
        <p:spPr>
          <a:xfrm>
            <a:off x="10696625" y="2975343"/>
            <a:ext cx="12843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storage switch</a:t>
            </a:r>
            <a:endParaRPr sz="1000">
              <a:latin typeface="Red Hat Display"/>
              <a:ea typeface="Red Hat Display"/>
              <a:cs typeface="Red Hat Display"/>
              <a:sym typeface="Red Hat Display"/>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sp>
        <p:nvSpPr>
          <p:cNvPr id="2450" name="Google Shape;2450;p139"/>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2451" name="Google Shape;2451;p13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452" name="Google Shape;2452;p139"/>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Simplifying</a:t>
            </a:r>
            <a:r>
              <a:rPr lang="en"/>
              <a:t> the view</a:t>
            </a:r>
            <a:endParaRPr/>
          </a:p>
        </p:txBody>
      </p:sp>
      <p:grpSp>
        <p:nvGrpSpPr>
          <p:cNvPr id="2453" name="Google Shape;2453;p139"/>
          <p:cNvGrpSpPr/>
          <p:nvPr/>
        </p:nvGrpSpPr>
        <p:grpSpPr>
          <a:xfrm>
            <a:off x="1134356" y="2716239"/>
            <a:ext cx="1088100" cy="691386"/>
            <a:chOff x="448556" y="2944839"/>
            <a:chExt cx="1088100" cy="691386"/>
          </a:xfrm>
        </p:grpSpPr>
        <p:pic>
          <p:nvPicPr>
            <p:cNvPr id="2454" name="Google Shape;2454;p139"/>
            <p:cNvPicPr preferRelativeResize="0"/>
            <p:nvPr/>
          </p:nvPicPr>
          <p:blipFill rotWithShape="1">
            <a:blip r:embed="rId3">
              <a:alphaModFix/>
            </a:blip>
            <a:srcRect b="25702" l="0" r="0" t="28126"/>
            <a:stretch/>
          </p:blipFill>
          <p:spPr>
            <a:xfrm>
              <a:off x="512091" y="2944839"/>
              <a:ext cx="914400" cy="422175"/>
            </a:xfrm>
            <a:prstGeom prst="rect">
              <a:avLst/>
            </a:prstGeom>
            <a:noFill/>
            <a:ln>
              <a:noFill/>
            </a:ln>
          </p:spPr>
        </p:pic>
        <p:sp>
          <p:nvSpPr>
            <p:cNvPr id="2455" name="Google Shape;2455;p139"/>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pic>
        <p:nvPicPr>
          <p:cNvPr id="2456" name="Google Shape;2456;p139"/>
          <p:cNvPicPr preferRelativeResize="0"/>
          <p:nvPr/>
        </p:nvPicPr>
        <p:blipFill rotWithShape="1">
          <a:blip r:embed="rId3">
            <a:alphaModFix/>
          </a:blip>
          <a:srcRect b="25702" l="0" r="0" t="28126"/>
          <a:stretch/>
        </p:blipFill>
        <p:spPr>
          <a:xfrm rot="-5400000">
            <a:off x="7923474" y="2261727"/>
            <a:ext cx="1211839" cy="559500"/>
          </a:xfrm>
          <a:prstGeom prst="rect">
            <a:avLst/>
          </a:prstGeom>
          <a:noFill/>
          <a:ln>
            <a:noFill/>
          </a:ln>
        </p:spPr>
      </p:pic>
      <p:sp>
        <p:nvSpPr>
          <p:cNvPr id="2457" name="Google Shape;2457;p139"/>
          <p:cNvSpPr txBox="1"/>
          <p:nvPr/>
        </p:nvSpPr>
        <p:spPr>
          <a:xfrm>
            <a:off x="9371975" y="4228275"/>
            <a:ext cx="1579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Compute Resource 1</a:t>
            </a:r>
            <a:endParaRPr sz="1200">
              <a:latin typeface="Red Hat Display"/>
              <a:ea typeface="Red Hat Display"/>
              <a:cs typeface="Red Hat Display"/>
              <a:sym typeface="Red Hat Display"/>
            </a:endParaRPr>
          </a:p>
        </p:txBody>
      </p:sp>
      <p:sp>
        <p:nvSpPr>
          <p:cNvPr id="2458" name="Google Shape;2458;p139"/>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2459" name="Google Shape;2459;p139"/>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pic>
        <p:nvPicPr>
          <p:cNvPr id="2460" name="Google Shape;2460;p139" title="Icon-Red_Hat-Hypervisor-A-Red-RGB.png"/>
          <p:cNvPicPr preferRelativeResize="0"/>
          <p:nvPr/>
        </p:nvPicPr>
        <p:blipFill>
          <a:blip r:embed="rId4">
            <a:alphaModFix/>
          </a:blip>
          <a:stretch>
            <a:fillRect/>
          </a:stretch>
        </p:blipFill>
        <p:spPr>
          <a:xfrm>
            <a:off x="8117875" y="3583225"/>
            <a:ext cx="1365750" cy="1365750"/>
          </a:xfrm>
          <a:prstGeom prst="rect">
            <a:avLst/>
          </a:prstGeom>
          <a:noFill/>
          <a:ln>
            <a:noFill/>
          </a:ln>
        </p:spPr>
      </p:pic>
      <p:grpSp>
        <p:nvGrpSpPr>
          <p:cNvPr id="2461" name="Google Shape;2461;p139"/>
          <p:cNvGrpSpPr/>
          <p:nvPr/>
        </p:nvGrpSpPr>
        <p:grpSpPr>
          <a:xfrm>
            <a:off x="1209155" y="1639263"/>
            <a:ext cx="914400" cy="559500"/>
            <a:chOff x="3899025" y="4752650"/>
            <a:chExt cx="914400" cy="559500"/>
          </a:xfrm>
        </p:grpSpPr>
        <p:pic>
          <p:nvPicPr>
            <p:cNvPr id="2462" name="Google Shape;2462;p139"/>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463" name="Google Shape;2463;p139"/>
            <p:cNvPicPr preferRelativeResize="0"/>
            <p:nvPr/>
          </p:nvPicPr>
          <p:blipFill>
            <a:blip r:embed="rId6">
              <a:alphaModFix/>
            </a:blip>
            <a:stretch>
              <a:fillRect/>
            </a:stretch>
          </p:blipFill>
          <p:spPr>
            <a:xfrm>
              <a:off x="4302575" y="4883351"/>
              <a:ext cx="275675" cy="275675"/>
            </a:xfrm>
            <a:prstGeom prst="rect">
              <a:avLst/>
            </a:prstGeom>
            <a:noFill/>
            <a:ln>
              <a:noFill/>
            </a:ln>
          </p:spPr>
        </p:pic>
      </p:grpSp>
      <p:pic>
        <p:nvPicPr>
          <p:cNvPr id="2464" name="Google Shape;2464;p139"/>
          <p:cNvPicPr preferRelativeResize="0"/>
          <p:nvPr/>
        </p:nvPicPr>
        <p:blipFill rotWithShape="1">
          <a:blip r:embed="rId3">
            <a:alphaModFix/>
          </a:blip>
          <a:srcRect b="25702" l="0" r="0" t="28126"/>
          <a:stretch/>
        </p:blipFill>
        <p:spPr>
          <a:xfrm rot="-5400000">
            <a:off x="8380674" y="2261727"/>
            <a:ext cx="1211839" cy="559500"/>
          </a:xfrm>
          <a:prstGeom prst="rect">
            <a:avLst/>
          </a:prstGeom>
          <a:noFill/>
          <a:ln>
            <a:noFill/>
          </a:ln>
        </p:spPr>
      </p:pic>
      <p:pic>
        <p:nvPicPr>
          <p:cNvPr id="2465" name="Google Shape;2465;p139"/>
          <p:cNvPicPr preferRelativeResize="0"/>
          <p:nvPr/>
        </p:nvPicPr>
        <p:blipFill rotWithShape="1">
          <a:blip r:embed="rId3">
            <a:alphaModFix/>
          </a:blip>
          <a:srcRect b="25702" l="0" r="0" t="28126"/>
          <a:stretch/>
        </p:blipFill>
        <p:spPr>
          <a:xfrm rot="-5400000">
            <a:off x="8837874" y="2261727"/>
            <a:ext cx="1211839" cy="559500"/>
          </a:xfrm>
          <a:prstGeom prst="rect">
            <a:avLst/>
          </a:prstGeom>
          <a:noFill/>
          <a:ln>
            <a:noFill/>
          </a:ln>
        </p:spPr>
      </p:pic>
      <p:pic>
        <p:nvPicPr>
          <p:cNvPr id="2466" name="Google Shape;2466;p139"/>
          <p:cNvPicPr preferRelativeResize="0"/>
          <p:nvPr/>
        </p:nvPicPr>
        <p:blipFill rotWithShape="1">
          <a:blip r:embed="rId3">
            <a:alphaModFix/>
          </a:blip>
          <a:srcRect b="25702" l="0" r="0" t="28126"/>
          <a:stretch/>
        </p:blipFill>
        <p:spPr>
          <a:xfrm rot="-5400000">
            <a:off x="9295074" y="2261727"/>
            <a:ext cx="1211839" cy="559500"/>
          </a:xfrm>
          <a:prstGeom prst="rect">
            <a:avLst/>
          </a:prstGeom>
          <a:noFill/>
          <a:ln>
            <a:noFill/>
          </a:ln>
        </p:spPr>
      </p:pic>
      <p:pic>
        <p:nvPicPr>
          <p:cNvPr id="2467" name="Google Shape;2467;p139"/>
          <p:cNvPicPr preferRelativeResize="0"/>
          <p:nvPr/>
        </p:nvPicPr>
        <p:blipFill rotWithShape="1">
          <a:blip r:embed="rId3">
            <a:alphaModFix/>
          </a:blip>
          <a:srcRect b="25702" l="0" r="0" t="28126"/>
          <a:stretch/>
        </p:blipFill>
        <p:spPr>
          <a:xfrm rot="-5400000">
            <a:off x="9752274" y="2261727"/>
            <a:ext cx="1211839" cy="559500"/>
          </a:xfrm>
          <a:prstGeom prst="rect">
            <a:avLst/>
          </a:prstGeom>
          <a:noFill/>
          <a:ln>
            <a:noFill/>
          </a:ln>
        </p:spPr>
      </p:pic>
      <p:pic>
        <p:nvPicPr>
          <p:cNvPr id="2468" name="Google Shape;2468;p139"/>
          <p:cNvPicPr preferRelativeResize="0"/>
          <p:nvPr/>
        </p:nvPicPr>
        <p:blipFill rotWithShape="1">
          <a:blip r:embed="rId3">
            <a:alphaModFix/>
          </a:blip>
          <a:srcRect b="25702" l="0" r="0" t="28126"/>
          <a:stretch/>
        </p:blipFill>
        <p:spPr>
          <a:xfrm rot="-5400000">
            <a:off x="10209474" y="2261727"/>
            <a:ext cx="1211839" cy="559500"/>
          </a:xfrm>
          <a:prstGeom prst="rect">
            <a:avLst/>
          </a:prstGeom>
          <a:noFill/>
          <a:ln>
            <a:noFill/>
          </a:ln>
        </p:spPr>
      </p:pic>
      <p:sp>
        <p:nvSpPr>
          <p:cNvPr id="2469" name="Google Shape;2469;p139"/>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pic>
        <p:nvPicPr>
          <p:cNvPr id="2470" name="Google Shape;2470;p139"/>
          <p:cNvPicPr preferRelativeResize="0"/>
          <p:nvPr/>
        </p:nvPicPr>
        <p:blipFill rotWithShape="1">
          <a:blip r:embed="rId3">
            <a:alphaModFix/>
          </a:blip>
          <a:srcRect b="25702" l="0" r="0" t="28126"/>
          <a:stretch/>
        </p:blipFill>
        <p:spPr>
          <a:xfrm>
            <a:off x="4707297" y="2785057"/>
            <a:ext cx="1211839" cy="559500"/>
          </a:xfrm>
          <a:prstGeom prst="rect">
            <a:avLst/>
          </a:prstGeom>
          <a:noFill/>
          <a:ln>
            <a:noFill/>
          </a:ln>
        </p:spPr>
      </p:pic>
      <p:pic>
        <p:nvPicPr>
          <p:cNvPr id="2471" name="Google Shape;2471;p139"/>
          <p:cNvPicPr preferRelativeResize="0"/>
          <p:nvPr/>
        </p:nvPicPr>
        <p:blipFill rotWithShape="1">
          <a:blip r:embed="rId3">
            <a:alphaModFix/>
          </a:blip>
          <a:srcRect b="25702" l="0" r="0" t="28126"/>
          <a:stretch/>
        </p:blipFill>
        <p:spPr>
          <a:xfrm>
            <a:off x="6237004" y="2785057"/>
            <a:ext cx="1211839" cy="559500"/>
          </a:xfrm>
          <a:prstGeom prst="rect">
            <a:avLst/>
          </a:prstGeom>
          <a:noFill/>
          <a:ln>
            <a:noFill/>
          </a:ln>
        </p:spPr>
      </p:pic>
      <p:sp>
        <p:nvSpPr>
          <p:cNvPr id="2472" name="Google Shape;2472;p139"/>
          <p:cNvSpPr txBox="1"/>
          <p:nvPr/>
        </p:nvSpPr>
        <p:spPr>
          <a:xfrm>
            <a:off x="8670675" y="1571000"/>
            <a:ext cx="1967400" cy="25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Bare metal nodes</a:t>
            </a:r>
            <a:endParaRPr sz="1800">
              <a:latin typeface="Red Hat Display"/>
              <a:ea typeface="Red Hat Display"/>
              <a:cs typeface="Red Hat Display"/>
              <a:sym typeface="Red Hat Display"/>
            </a:endParaRPr>
          </a:p>
        </p:txBody>
      </p:sp>
      <p:sp>
        <p:nvSpPr>
          <p:cNvPr id="2473" name="Google Shape;2473;p139"/>
          <p:cNvSpPr txBox="1"/>
          <p:nvPr/>
        </p:nvSpPr>
        <p:spPr>
          <a:xfrm>
            <a:off x="4939900" y="3698900"/>
            <a:ext cx="3293700" cy="1299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Name Services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Identity</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Discovery</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Content</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Provisioning</a:t>
            </a:r>
            <a:endParaRPr sz="1200">
              <a:latin typeface="Red Hat Display"/>
              <a:ea typeface="Red Hat Display"/>
              <a:cs typeface="Red Hat Display"/>
              <a:sym typeface="Red Hat Display"/>
            </a:endParaRPr>
          </a:p>
          <a:p>
            <a:pPr indent="0" lvl="0" marL="0" rtl="0" algn="l">
              <a:spcBef>
                <a:spcPts val="0"/>
              </a:spcBef>
              <a:spcAft>
                <a:spcPts val="0"/>
              </a:spcAft>
              <a:buNone/>
            </a:pPr>
            <a:r>
              <a:t/>
            </a:r>
            <a:endParaRPr sz="1200">
              <a:latin typeface="Red Hat Display"/>
              <a:ea typeface="Red Hat Display"/>
              <a:cs typeface="Red Hat Display"/>
              <a:sym typeface="Red Hat Display"/>
            </a:endParaRPr>
          </a:p>
        </p:txBody>
      </p:sp>
      <p:sp>
        <p:nvSpPr>
          <p:cNvPr id="2474" name="Google Shape;2474;p139"/>
          <p:cNvSpPr txBox="1"/>
          <p:nvPr/>
        </p:nvSpPr>
        <p:spPr>
          <a:xfrm>
            <a:off x="453175" y="3575025"/>
            <a:ext cx="3535800" cy="2326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Clone the rhis repositories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Configure the provisioner dependencies</a:t>
            </a:r>
            <a:endParaRPr sz="1200">
              <a:latin typeface="Red Hat Display"/>
              <a:ea typeface="Red Hat Display"/>
              <a:cs typeface="Red Hat Display"/>
              <a:sym typeface="Red Hat Display"/>
            </a:endParaRPr>
          </a:p>
          <a:p>
            <a:pPr indent="-304800" lvl="1" marL="914400" rtl="0" algn="l">
              <a:spcBef>
                <a:spcPts val="0"/>
              </a:spcBef>
              <a:spcAft>
                <a:spcPts val="0"/>
              </a:spcAft>
              <a:buSzPts val="1200"/>
              <a:buFont typeface="Red Hat Display"/>
              <a:buAutoNum type="alphaLcPeriod"/>
            </a:pPr>
            <a:r>
              <a:rPr lang="en" sz="1200">
                <a:latin typeface="Red Hat Display"/>
                <a:ea typeface="Red Hat Display"/>
                <a:cs typeface="Red Hat Display"/>
                <a:sym typeface="Red Hat Display"/>
              </a:rPr>
              <a:t>binaries</a:t>
            </a:r>
            <a:endParaRPr sz="1200">
              <a:latin typeface="Red Hat Display"/>
              <a:ea typeface="Red Hat Display"/>
              <a:cs typeface="Red Hat Display"/>
              <a:sym typeface="Red Hat Display"/>
            </a:endParaRPr>
          </a:p>
          <a:p>
            <a:pPr indent="-304800" lvl="1" marL="914400" rtl="0" algn="l">
              <a:spcBef>
                <a:spcPts val="0"/>
              </a:spcBef>
              <a:spcAft>
                <a:spcPts val="0"/>
              </a:spcAft>
              <a:buSzPts val="1200"/>
              <a:buFont typeface="Red Hat Display"/>
              <a:buAutoNum type="alphaLcPeriod"/>
            </a:pPr>
            <a:r>
              <a:rPr lang="en" sz="1200">
                <a:latin typeface="Red Hat Display"/>
                <a:ea typeface="Red Hat Display"/>
                <a:cs typeface="Red Hat Display"/>
                <a:sym typeface="Red Hat Display"/>
              </a:rPr>
              <a:t>ansible collections</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Create the bootstrap environment</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Run the environment plays</a:t>
            </a:r>
            <a:endParaRPr sz="1200">
              <a:latin typeface="Red Hat Display"/>
              <a:ea typeface="Red Hat Display"/>
              <a:cs typeface="Red Hat Display"/>
              <a:sym typeface="Red Hat Display"/>
            </a:endParaRPr>
          </a:p>
        </p:txBody>
      </p:sp>
      <p:sp>
        <p:nvSpPr>
          <p:cNvPr id="2475" name="Google Shape;2475;p139"/>
          <p:cNvSpPr txBox="1"/>
          <p:nvPr/>
        </p:nvSpPr>
        <p:spPr>
          <a:xfrm>
            <a:off x="220550" y="4836850"/>
            <a:ext cx="2239800" cy="1125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rhis-builder-provisioner</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rhis-builder-idm</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rhis-builder-satellite</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Char char="●"/>
            </a:pPr>
            <a:r>
              <a:rPr lang="en" sz="1200">
                <a:latin typeface="Red Hat Display"/>
                <a:ea typeface="Red Hat Display"/>
                <a:cs typeface="Red Hat Display"/>
                <a:sym typeface="Red Hat Display"/>
              </a:rPr>
              <a:t>rhis-builder-aap</a:t>
            </a:r>
            <a:endParaRPr sz="1200">
              <a:latin typeface="Red Hat Display"/>
              <a:ea typeface="Red Hat Display"/>
              <a:cs typeface="Red Hat Display"/>
              <a:sym typeface="Red Hat Display"/>
            </a:endParaRPr>
          </a:p>
          <a:p>
            <a:pPr indent="0" lvl="0" marL="457200" rtl="0" algn="l">
              <a:spcBef>
                <a:spcPts val="0"/>
              </a:spcBef>
              <a:spcAft>
                <a:spcPts val="0"/>
              </a:spcAft>
              <a:buNone/>
            </a:pPr>
            <a:r>
              <a:t/>
            </a:r>
            <a:endParaRPr sz="1200">
              <a:latin typeface="Red Hat Display"/>
              <a:ea typeface="Red Hat Display"/>
              <a:cs typeface="Red Hat Display"/>
              <a:sym typeface="Red Hat Display"/>
            </a:endParaRPr>
          </a:p>
        </p:txBody>
      </p:sp>
      <p:sp>
        <p:nvSpPr>
          <p:cNvPr id="2476" name="Google Shape;2476;p139"/>
          <p:cNvSpPr txBox="1"/>
          <p:nvPr/>
        </p:nvSpPr>
        <p:spPr>
          <a:xfrm>
            <a:off x="2296074" y="4836525"/>
            <a:ext cx="21078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rhis-builder-pipelines</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rhis-builder-day2</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rhis-builder-nbde</a:t>
            </a:r>
            <a:endParaRPr sz="1200">
              <a:solidFill>
                <a:schemeClr val="dk1"/>
              </a:solidFill>
              <a:latin typeface="Red Hat Display"/>
              <a:ea typeface="Red Hat Display"/>
              <a:cs typeface="Red Hat Display"/>
              <a:sym typeface="Red Hat Display"/>
            </a:endParaRPr>
          </a:p>
          <a:p>
            <a:pPr indent="-304800" lvl="0" marL="457200" rtl="0" algn="l">
              <a:spcBef>
                <a:spcPts val="0"/>
              </a:spcBef>
              <a:spcAft>
                <a:spcPts val="0"/>
              </a:spcAft>
              <a:buClr>
                <a:schemeClr val="dk1"/>
              </a:buClr>
              <a:buSzPts val="1200"/>
              <a:buFont typeface="Red Hat Display"/>
              <a:buChar char="●"/>
            </a:pPr>
            <a:r>
              <a:rPr lang="en" sz="1200">
                <a:solidFill>
                  <a:schemeClr val="dk1"/>
                </a:solidFill>
                <a:latin typeface="Red Hat Display"/>
                <a:ea typeface="Red Hat Display"/>
                <a:cs typeface="Red Hat Display"/>
                <a:sym typeface="Red Hat Display"/>
              </a:rPr>
              <a:t>rhis-builder-...</a:t>
            </a:r>
            <a:endParaRPr sz="1200">
              <a:solidFill>
                <a:schemeClr val="dk1"/>
              </a:solidFill>
              <a:latin typeface="Red Hat Display"/>
              <a:ea typeface="Red Hat Display"/>
              <a:cs typeface="Red Hat Display"/>
              <a:sym typeface="Red Hat Display"/>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0" name="Shape 2480"/>
        <p:cNvGrpSpPr/>
        <p:nvPr/>
      </p:nvGrpSpPr>
      <p:grpSpPr>
        <a:xfrm>
          <a:off x="0" y="0"/>
          <a:ext cx="0" cy="0"/>
          <a:chOff x="0" y="0"/>
          <a:chExt cx="0" cy="0"/>
        </a:xfrm>
      </p:grpSpPr>
      <p:pic>
        <p:nvPicPr>
          <p:cNvPr id="2481" name="Google Shape;2481;p140" title="Icon-Red_Hat-Install-A-Red-CMYK.jpg"/>
          <p:cNvPicPr preferRelativeResize="0"/>
          <p:nvPr/>
        </p:nvPicPr>
        <p:blipFill rotWithShape="1">
          <a:blip r:embed="rId3">
            <a:alphaModFix/>
          </a:blip>
          <a:srcRect b="12216" l="0" r="0" t="9975"/>
          <a:stretch/>
        </p:blipFill>
        <p:spPr>
          <a:xfrm>
            <a:off x="4710127" y="2396416"/>
            <a:ext cx="1211850" cy="942950"/>
          </a:xfrm>
          <a:prstGeom prst="rect">
            <a:avLst/>
          </a:prstGeom>
          <a:noFill/>
          <a:ln>
            <a:noFill/>
          </a:ln>
        </p:spPr>
      </p:pic>
      <p:sp>
        <p:nvSpPr>
          <p:cNvPr id="2482" name="Google Shape;2482;p14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2483" name="Google Shape;2483;p1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484" name="Google Shape;2484;p14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485" name="Google Shape;2485;p14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Bootstrap the Idm Primary and Satellite Server</a:t>
            </a:r>
            <a:endParaRPr/>
          </a:p>
        </p:txBody>
      </p:sp>
      <p:grpSp>
        <p:nvGrpSpPr>
          <p:cNvPr id="2486" name="Google Shape;2486;p140"/>
          <p:cNvGrpSpPr/>
          <p:nvPr/>
        </p:nvGrpSpPr>
        <p:grpSpPr>
          <a:xfrm>
            <a:off x="1134356" y="2716239"/>
            <a:ext cx="1088100" cy="691386"/>
            <a:chOff x="448556" y="2944839"/>
            <a:chExt cx="1088100" cy="691386"/>
          </a:xfrm>
        </p:grpSpPr>
        <p:pic>
          <p:nvPicPr>
            <p:cNvPr id="2487" name="Google Shape;2487;p140"/>
            <p:cNvPicPr preferRelativeResize="0"/>
            <p:nvPr/>
          </p:nvPicPr>
          <p:blipFill rotWithShape="1">
            <a:blip r:embed="rId4">
              <a:alphaModFix/>
            </a:blip>
            <a:srcRect b="25702" l="0" r="0" t="28126"/>
            <a:stretch/>
          </p:blipFill>
          <p:spPr>
            <a:xfrm>
              <a:off x="512091" y="2944839"/>
              <a:ext cx="914400" cy="422175"/>
            </a:xfrm>
            <a:prstGeom prst="rect">
              <a:avLst/>
            </a:prstGeom>
            <a:noFill/>
            <a:ln>
              <a:noFill/>
            </a:ln>
          </p:spPr>
        </p:pic>
        <p:sp>
          <p:nvSpPr>
            <p:cNvPr id="2488" name="Google Shape;2488;p140"/>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pic>
        <p:nvPicPr>
          <p:cNvPr id="2489" name="Google Shape;2489;p140"/>
          <p:cNvPicPr preferRelativeResize="0"/>
          <p:nvPr/>
        </p:nvPicPr>
        <p:blipFill rotWithShape="1">
          <a:blip r:embed="rId4">
            <a:alphaModFix/>
          </a:blip>
          <a:srcRect b="25702" l="0" r="0" t="28126"/>
          <a:stretch/>
        </p:blipFill>
        <p:spPr>
          <a:xfrm rot="-5400000">
            <a:off x="7923474" y="2261727"/>
            <a:ext cx="1211839" cy="559500"/>
          </a:xfrm>
          <a:prstGeom prst="rect">
            <a:avLst/>
          </a:prstGeom>
          <a:noFill/>
          <a:ln>
            <a:noFill/>
          </a:ln>
        </p:spPr>
      </p:pic>
      <p:sp>
        <p:nvSpPr>
          <p:cNvPr id="2490" name="Google Shape;2490;p140"/>
          <p:cNvSpPr txBox="1"/>
          <p:nvPr/>
        </p:nvSpPr>
        <p:spPr>
          <a:xfrm>
            <a:off x="9371975" y="4228275"/>
            <a:ext cx="1579800" cy="3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Compute Resource 1</a:t>
            </a:r>
            <a:endParaRPr sz="1200">
              <a:latin typeface="Red Hat Display"/>
              <a:ea typeface="Red Hat Display"/>
              <a:cs typeface="Red Hat Display"/>
              <a:sym typeface="Red Hat Display"/>
            </a:endParaRPr>
          </a:p>
        </p:txBody>
      </p:sp>
      <p:sp>
        <p:nvSpPr>
          <p:cNvPr id="2491" name="Google Shape;2491;p140"/>
          <p:cNvSpPr txBox="1"/>
          <p:nvPr/>
        </p:nvSpPr>
        <p:spPr>
          <a:xfrm>
            <a:off x="851275" y="3581400"/>
            <a:ext cx="2618400" cy="24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Simple Lab with physical access</a:t>
            </a:r>
            <a:br>
              <a:rPr lang="en" sz="1200">
                <a:latin typeface="Red Hat Display"/>
                <a:ea typeface="Red Hat Display"/>
                <a:cs typeface="Red Hat Display"/>
                <a:sym typeface="Red Hat Display"/>
              </a:rPr>
            </a:b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Generates a ks.cfg based on CIS2. Add to thumbdrive labeled OEMDRV</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Boot IDM and Satellite from standard dvd iso thumbdrive. Systems will be automatically configured from ks.cfg</a:t>
            </a:r>
            <a:endParaRPr sz="1200">
              <a:latin typeface="Red Hat Display"/>
              <a:ea typeface="Red Hat Display"/>
              <a:cs typeface="Red Hat Display"/>
              <a:sym typeface="Red Hat Display"/>
            </a:endParaRPr>
          </a:p>
          <a:p>
            <a:pPr indent="0" lvl="0" marL="0" rtl="0" algn="l">
              <a:spcBef>
                <a:spcPts val="0"/>
              </a:spcBef>
              <a:spcAft>
                <a:spcPts val="0"/>
              </a:spcAft>
              <a:buNone/>
            </a:pPr>
            <a:r>
              <a:t/>
            </a:r>
            <a:endParaRPr sz="1200">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This is simpler and faster for home labs or minimal infrastructures</a:t>
            </a:r>
            <a:endParaRPr sz="1200">
              <a:latin typeface="Red Hat Display"/>
              <a:ea typeface="Red Hat Display"/>
              <a:cs typeface="Red Hat Display"/>
              <a:sym typeface="Red Hat Display"/>
            </a:endParaRPr>
          </a:p>
        </p:txBody>
      </p:sp>
      <p:sp>
        <p:nvSpPr>
          <p:cNvPr id="2492" name="Google Shape;2492;p140"/>
          <p:cNvSpPr txBox="1"/>
          <p:nvPr/>
        </p:nvSpPr>
        <p:spPr>
          <a:xfrm>
            <a:off x="3442075" y="3581400"/>
            <a:ext cx="2618400" cy="24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ed Hat Display"/>
                <a:ea typeface="Red Hat Display"/>
                <a:cs typeface="Red Hat Display"/>
                <a:sym typeface="Red Hat Display"/>
              </a:rPr>
              <a:t>Datacenter/Lab with BMC Access</a:t>
            </a:r>
            <a:br>
              <a:rPr lang="en" sz="1200">
                <a:latin typeface="Red Hat Display"/>
                <a:ea typeface="Red Hat Display"/>
                <a:cs typeface="Red Hat Display"/>
                <a:sym typeface="Red Hat Display"/>
              </a:rPr>
            </a:b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API call to build with ImageBuilder blueprint and download</a:t>
            </a:r>
            <a:endParaRPr sz="1200">
              <a:latin typeface="Red Hat Display"/>
              <a:ea typeface="Red Hat Display"/>
              <a:cs typeface="Red Hat Display"/>
              <a:sym typeface="Red Hat Display"/>
            </a:endParaRPr>
          </a:p>
          <a:p>
            <a:pPr indent="-304800" lvl="0" marL="457200" rtl="0" algn="l">
              <a:spcBef>
                <a:spcPts val="0"/>
              </a:spcBef>
              <a:spcAft>
                <a:spcPts val="0"/>
              </a:spcAft>
              <a:buSzPts val="1200"/>
              <a:buFont typeface="Red Hat Display"/>
              <a:buAutoNum type="arabicPeriod"/>
            </a:pPr>
            <a:r>
              <a:rPr lang="en" sz="1200">
                <a:latin typeface="Red Hat Display"/>
                <a:ea typeface="Red Hat Display"/>
                <a:cs typeface="Red Hat Display"/>
                <a:sym typeface="Red Hat Display"/>
              </a:rPr>
              <a:t>Boot IDM and Satellite from physical deploy iso from imagebuilder.</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sz="1200">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sz="1200">
                <a:solidFill>
                  <a:schemeClr val="dk1"/>
                </a:solidFill>
                <a:latin typeface="Red Hat Display"/>
                <a:ea typeface="Red Hat Display"/>
                <a:cs typeface="Red Hat Display"/>
                <a:sym typeface="Red Hat Display"/>
              </a:rPr>
              <a:t>This is simpler and faster corporate infrastructures.</a:t>
            </a:r>
            <a:endParaRPr sz="1200">
              <a:latin typeface="Red Hat Display"/>
              <a:ea typeface="Red Hat Display"/>
              <a:cs typeface="Red Hat Display"/>
              <a:sym typeface="Red Hat Display"/>
            </a:endParaRPr>
          </a:p>
        </p:txBody>
      </p:sp>
      <p:sp>
        <p:nvSpPr>
          <p:cNvPr id="2493" name="Google Shape;2493;p140"/>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2494" name="Google Shape;2494;p140"/>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satellite.example.ca</a:t>
            </a:r>
            <a:endParaRPr sz="1000">
              <a:latin typeface="Red Hat Display"/>
              <a:ea typeface="Red Hat Display"/>
              <a:cs typeface="Red Hat Display"/>
              <a:sym typeface="Red Hat Display"/>
            </a:endParaRPr>
          </a:p>
        </p:txBody>
      </p:sp>
      <p:pic>
        <p:nvPicPr>
          <p:cNvPr id="2495" name="Google Shape;2495;p140" title="Icon-Red_Hat-Hypervisor-A-Red-RGB.png"/>
          <p:cNvPicPr preferRelativeResize="0"/>
          <p:nvPr/>
        </p:nvPicPr>
        <p:blipFill>
          <a:blip r:embed="rId5">
            <a:alphaModFix/>
          </a:blip>
          <a:stretch>
            <a:fillRect/>
          </a:stretch>
        </p:blipFill>
        <p:spPr>
          <a:xfrm>
            <a:off x="8117875" y="3583225"/>
            <a:ext cx="1365750" cy="1365750"/>
          </a:xfrm>
          <a:prstGeom prst="rect">
            <a:avLst/>
          </a:prstGeom>
          <a:noFill/>
          <a:ln>
            <a:noFill/>
          </a:ln>
        </p:spPr>
      </p:pic>
      <p:pic>
        <p:nvPicPr>
          <p:cNvPr id="2496" name="Google Shape;2496;p140" title="Icon-Red_Hat-Automation-A-Red-RGB.png"/>
          <p:cNvPicPr preferRelativeResize="0"/>
          <p:nvPr/>
        </p:nvPicPr>
        <p:blipFill>
          <a:blip r:embed="rId6">
            <a:alphaModFix/>
          </a:blip>
          <a:stretch>
            <a:fillRect/>
          </a:stretch>
        </p:blipFill>
        <p:spPr>
          <a:xfrm>
            <a:off x="596100" y="2186825"/>
            <a:ext cx="480300" cy="480300"/>
          </a:xfrm>
          <a:prstGeom prst="rect">
            <a:avLst/>
          </a:prstGeom>
          <a:noFill/>
          <a:ln>
            <a:noFill/>
          </a:ln>
        </p:spPr>
      </p:pic>
      <p:pic>
        <p:nvPicPr>
          <p:cNvPr id="2497" name="Google Shape;2497;p140" title="Icon-Red_Hat-Container_image-A-Red-RGB.png"/>
          <p:cNvPicPr preferRelativeResize="0"/>
          <p:nvPr/>
        </p:nvPicPr>
        <p:blipFill>
          <a:blip r:embed="rId7">
            <a:alphaModFix/>
          </a:blip>
          <a:stretch>
            <a:fillRect/>
          </a:stretch>
        </p:blipFill>
        <p:spPr>
          <a:xfrm>
            <a:off x="3443275" y="1449525"/>
            <a:ext cx="642300" cy="642300"/>
          </a:xfrm>
          <a:prstGeom prst="rect">
            <a:avLst/>
          </a:prstGeom>
          <a:noFill/>
          <a:ln>
            <a:noFill/>
          </a:ln>
        </p:spPr>
      </p:pic>
      <p:grpSp>
        <p:nvGrpSpPr>
          <p:cNvPr id="2498" name="Google Shape;2498;p140"/>
          <p:cNvGrpSpPr/>
          <p:nvPr/>
        </p:nvGrpSpPr>
        <p:grpSpPr>
          <a:xfrm>
            <a:off x="1209155" y="1639263"/>
            <a:ext cx="914400" cy="559500"/>
            <a:chOff x="3899025" y="4752650"/>
            <a:chExt cx="914400" cy="559500"/>
          </a:xfrm>
        </p:grpSpPr>
        <p:pic>
          <p:nvPicPr>
            <p:cNvPr id="2499" name="Google Shape;2499;p140"/>
            <p:cNvPicPr preferRelativeResize="0"/>
            <p:nvPr/>
          </p:nvPicPr>
          <p:blipFill rotWithShape="1">
            <a:blip r:embed="rId8">
              <a:alphaModFix/>
            </a:blip>
            <a:srcRect b="19054" l="0" r="0" t="19757"/>
            <a:stretch/>
          </p:blipFill>
          <p:spPr>
            <a:xfrm>
              <a:off x="3899025" y="4752650"/>
              <a:ext cx="914400" cy="559500"/>
            </a:xfrm>
            <a:prstGeom prst="rect">
              <a:avLst/>
            </a:prstGeom>
            <a:noFill/>
            <a:ln>
              <a:noFill/>
            </a:ln>
          </p:spPr>
        </p:pic>
        <p:pic>
          <p:nvPicPr>
            <p:cNvPr id="2500" name="Google Shape;2500;p140"/>
            <p:cNvPicPr preferRelativeResize="0"/>
            <p:nvPr/>
          </p:nvPicPr>
          <p:blipFill>
            <a:blip r:embed="rId9">
              <a:alphaModFix/>
            </a:blip>
            <a:stretch>
              <a:fillRect/>
            </a:stretch>
          </p:blipFill>
          <p:spPr>
            <a:xfrm>
              <a:off x="4302575" y="4883351"/>
              <a:ext cx="275675" cy="275675"/>
            </a:xfrm>
            <a:prstGeom prst="rect">
              <a:avLst/>
            </a:prstGeom>
            <a:noFill/>
            <a:ln>
              <a:noFill/>
            </a:ln>
          </p:spPr>
        </p:pic>
      </p:grpSp>
      <p:pic>
        <p:nvPicPr>
          <p:cNvPr id="2501" name="Google Shape;2501;p140"/>
          <p:cNvPicPr preferRelativeResize="0"/>
          <p:nvPr/>
        </p:nvPicPr>
        <p:blipFill rotWithShape="1">
          <a:blip r:embed="rId4">
            <a:alphaModFix/>
          </a:blip>
          <a:srcRect b="25702" l="0" r="0" t="28126"/>
          <a:stretch/>
        </p:blipFill>
        <p:spPr>
          <a:xfrm rot="-5400000">
            <a:off x="8380674" y="2261727"/>
            <a:ext cx="1211839" cy="559500"/>
          </a:xfrm>
          <a:prstGeom prst="rect">
            <a:avLst/>
          </a:prstGeom>
          <a:noFill/>
          <a:ln>
            <a:noFill/>
          </a:ln>
        </p:spPr>
      </p:pic>
      <p:pic>
        <p:nvPicPr>
          <p:cNvPr id="2502" name="Google Shape;2502;p140"/>
          <p:cNvPicPr preferRelativeResize="0"/>
          <p:nvPr/>
        </p:nvPicPr>
        <p:blipFill rotWithShape="1">
          <a:blip r:embed="rId4">
            <a:alphaModFix/>
          </a:blip>
          <a:srcRect b="25702" l="0" r="0" t="28126"/>
          <a:stretch/>
        </p:blipFill>
        <p:spPr>
          <a:xfrm rot="-5400000">
            <a:off x="8837874" y="2261727"/>
            <a:ext cx="1211839" cy="559500"/>
          </a:xfrm>
          <a:prstGeom prst="rect">
            <a:avLst/>
          </a:prstGeom>
          <a:noFill/>
          <a:ln>
            <a:noFill/>
          </a:ln>
        </p:spPr>
      </p:pic>
      <p:pic>
        <p:nvPicPr>
          <p:cNvPr id="2503" name="Google Shape;2503;p140"/>
          <p:cNvPicPr preferRelativeResize="0"/>
          <p:nvPr/>
        </p:nvPicPr>
        <p:blipFill rotWithShape="1">
          <a:blip r:embed="rId4">
            <a:alphaModFix/>
          </a:blip>
          <a:srcRect b="25702" l="0" r="0" t="28126"/>
          <a:stretch/>
        </p:blipFill>
        <p:spPr>
          <a:xfrm rot="-5400000">
            <a:off x="9295074" y="2261727"/>
            <a:ext cx="1211839" cy="559500"/>
          </a:xfrm>
          <a:prstGeom prst="rect">
            <a:avLst/>
          </a:prstGeom>
          <a:noFill/>
          <a:ln>
            <a:noFill/>
          </a:ln>
        </p:spPr>
      </p:pic>
      <p:pic>
        <p:nvPicPr>
          <p:cNvPr id="2504" name="Google Shape;2504;p140"/>
          <p:cNvPicPr preferRelativeResize="0"/>
          <p:nvPr/>
        </p:nvPicPr>
        <p:blipFill rotWithShape="1">
          <a:blip r:embed="rId4">
            <a:alphaModFix/>
          </a:blip>
          <a:srcRect b="25702" l="0" r="0" t="28126"/>
          <a:stretch/>
        </p:blipFill>
        <p:spPr>
          <a:xfrm rot="-5400000">
            <a:off x="9752274" y="2261727"/>
            <a:ext cx="1211839" cy="559500"/>
          </a:xfrm>
          <a:prstGeom prst="rect">
            <a:avLst/>
          </a:prstGeom>
          <a:noFill/>
          <a:ln>
            <a:noFill/>
          </a:ln>
        </p:spPr>
      </p:pic>
      <p:pic>
        <p:nvPicPr>
          <p:cNvPr id="2505" name="Google Shape;2505;p140"/>
          <p:cNvPicPr preferRelativeResize="0"/>
          <p:nvPr/>
        </p:nvPicPr>
        <p:blipFill rotWithShape="1">
          <a:blip r:embed="rId4">
            <a:alphaModFix/>
          </a:blip>
          <a:srcRect b="25702" l="0" r="0" t="28126"/>
          <a:stretch/>
        </p:blipFill>
        <p:spPr>
          <a:xfrm rot="-5400000">
            <a:off x="10209474" y="2261727"/>
            <a:ext cx="1211839" cy="559500"/>
          </a:xfrm>
          <a:prstGeom prst="rect">
            <a:avLst/>
          </a:prstGeom>
          <a:noFill/>
          <a:ln>
            <a:noFill/>
          </a:ln>
        </p:spPr>
      </p:pic>
      <p:pic>
        <p:nvPicPr>
          <p:cNvPr id="2506" name="Google Shape;2506;p140" title="Icon-Red_Hat-Install-A-Red-CMYK.jpg"/>
          <p:cNvPicPr preferRelativeResize="0"/>
          <p:nvPr/>
        </p:nvPicPr>
        <p:blipFill rotWithShape="1">
          <a:blip r:embed="rId3">
            <a:alphaModFix/>
          </a:blip>
          <a:srcRect b="12216" l="0" r="0" t="9975"/>
          <a:stretch/>
        </p:blipFill>
        <p:spPr>
          <a:xfrm>
            <a:off x="6234127" y="2396416"/>
            <a:ext cx="1211850" cy="942950"/>
          </a:xfrm>
          <a:prstGeom prst="rect">
            <a:avLst/>
          </a:prstGeom>
          <a:noFill/>
          <a:ln>
            <a:noFill/>
          </a:ln>
        </p:spPr>
      </p:pic>
      <p:cxnSp>
        <p:nvCxnSpPr>
          <p:cNvPr id="2507" name="Google Shape;2507;p140"/>
          <p:cNvCxnSpPr>
            <a:stCxn id="2487" idx="1"/>
            <a:endCxn id="2496" idx="2"/>
          </p:cNvCxnSpPr>
          <p:nvPr/>
        </p:nvCxnSpPr>
        <p:spPr>
          <a:xfrm rot="10800000">
            <a:off x="836391" y="2667226"/>
            <a:ext cx="361500" cy="260100"/>
          </a:xfrm>
          <a:prstGeom prst="curvedConnector2">
            <a:avLst/>
          </a:prstGeom>
          <a:noFill/>
          <a:ln cap="flat" cmpd="sng" w="9525">
            <a:solidFill>
              <a:schemeClr val="dk2"/>
            </a:solidFill>
            <a:prstDash val="solid"/>
            <a:round/>
            <a:headEnd len="med" w="med" type="none"/>
            <a:tailEnd len="med" w="med" type="none"/>
          </a:ln>
        </p:spPr>
      </p:cxnSp>
      <p:cxnSp>
        <p:nvCxnSpPr>
          <p:cNvPr id="2508" name="Google Shape;2508;p140"/>
          <p:cNvCxnSpPr>
            <a:stCxn id="2496" idx="0"/>
            <a:endCxn id="2499" idx="1"/>
          </p:cNvCxnSpPr>
          <p:nvPr/>
        </p:nvCxnSpPr>
        <p:spPr>
          <a:xfrm rot="-5400000">
            <a:off x="888750" y="1866425"/>
            <a:ext cx="267900" cy="372900"/>
          </a:xfrm>
          <a:prstGeom prst="curvedConnector2">
            <a:avLst/>
          </a:prstGeom>
          <a:noFill/>
          <a:ln cap="flat" cmpd="sng" w="9525">
            <a:solidFill>
              <a:schemeClr val="dk2"/>
            </a:solidFill>
            <a:prstDash val="solid"/>
            <a:round/>
            <a:headEnd len="med" w="med" type="none"/>
            <a:tailEnd len="med" w="med" type="none"/>
          </a:ln>
        </p:spPr>
      </p:cxnSp>
      <p:sp>
        <p:nvSpPr>
          <p:cNvPr id="2509" name="Google Shape;2509;p140"/>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cxnSp>
        <p:nvCxnSpPr>
          <p:cNvPr id="2510" name="Google Shape;2510;p140"/>
          <p:cNvCxnSpPr>
            <a:stCxn id="2497" idx="1"/>
            <a:endCxn id="2499" idx="3"/>
          </p:cNvCxnSpPr>
          <p:nvPr/>
        </p:nvCxnSpPr>
        <p:spPr>
          <a:xfrm flipH="1">
            <a:off x="2123575" y="1770675"/>
            <a:ext cx="1319700" cy="1482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2511" name="Google Shape;2511;p140"/>
          <p:cNvCxnSpPr>
            <a:stCxn id="2497" idx="3"/>
            <a:endCxn id="2481" idx="0"/>
          </p:cNvCxnSpPr>
          <p:nvPr/>
        </p:nvCxnSpPr>
        <p:spPr>
          <a:xfrm>
            <a:off x="4085575" y="1770675"/>
            <a:ext cx="1230600" cy="625800"/>
          </a:xfrm>
          <a:prstGeom prst="curvedConnector2">
            <a:avLst/>
          </a:prstGeom>
          <a:noFill/>
          <a:ln cap="flat" cmpd="sng" w="9525">
            <a:solidFill>
              <a:schemeClr val="dk2"/>
            </a:solidFill>
            <a:prstDash val="solid"/>
            <a:round/>
            <a:headEnd len="med" w="med" type="none"/>
            <a:tailEnd len="med" w="med" type="none"/>
          </a:ln>
        </p:spPr>
      </p:cxnSp>
      <p:cxnSp>
        <p:nvCxnSpPr>
          <p:cNvPr id="2512" name="Google Shape;2512;p140"/>
          <p:cNvCxnSpPr>
            <a:endCxn id="2506" idx="0"/>
          </p:cNvCxnSpPr>
          <p:nvPr/>
        </p:nvCxnSpPr>
        <p:spPr>
          <a:xfrm>
            <a:off x="4085452" y="1760716"/>
            <a:ext cx="2754600" cy="635700"/>
          </a:xfrm>
          <a:prstGeom prst="curvedConnector2">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6" name="Shape 2516"/>
        <p:cNvGrpSpPr/>
        <p:nvPr/>
      </p:nvGrpSpPr>
      <p:grpSpPr>
        <a:xfrm>
          <a:off x="0" y="0"/>
          <a:ext cx="0" cy="0"/>
          <a:chOff x="0" y="0"/>
          <a:chExt cx="0" cy="0"/>
        </a:xfrm>
      </p:grpSpPr>
      <p:pic>
        <p:nvPicPr>
          <p:cNvPr id="2517" name="Google Shape;2517;p141" title="Icon-Red_Hat-Install-A-Red-CMYK.jpg"/>
          <p:cNvPicPr preferRelativeResize="0"/>
          <p:nvPr/>
        </p:nvPicPr>
        <p:blipFill rotWithShape="1">
          <a:blip r:embed="rId3">
            <a:alphaModFix/>
          </a:blip>
          <a:srcRect b="12216" l="0" r="0" t="9975"/>
          <a:stretch/>
        </p:blipFill>
        <p:spPr>
          <a:xfrm>
            <a:off x="4710127" y="2396416"/>
            <a:ext cx="1211850" cy="942950"/>
          </a:xfrm>
          <a:prstGeom prst="rect">
            <a:avLst/>
          </a:prstGeom>
          <a:noFill/>
          <a:ln>
            <a:noFill/>
          </a:ln>
        </p:spPr>
      </p:pic>
      <p:sp>
        <p:nvSpPr>
          <p:cNvPr id="2518" name="Google Shape;2518;p14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rhis-builder-provisioner to initiate the RH-IS</a:t>
            </a:r>
            <a:endParaRPr/>
          </a:p>
        </p:txBody>
      </p:sp>
      <p:sp>
        <p:nvSpPr>
          <p:cNvPr id="2519" name="Google Shape;2519;p14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520" name="Google Shape;2520;p14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521" name="Google Shape;2521;p14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Satellite Server deploys AAP Platform and additional nodes</a:t>
            </a:r>
            <a:endParaRPr/>
          </a:p>
        </p:txBody>
      </p:sp>
      <p:grpSp>
        <p:nvGrpSpPr>
          <p:cNvPr id="2522" name="Google Shape;2522;p141"/>
          <p:cNvGrpSpPr/>
          <p:nvPr/>
        </p:nvGrpSpPr>
        <p:grpSpPr>
          <a:xfrm>
            <a:off x="1134356" y="2716239"/>
            <a:ext cx="1088100" cy="691386"/>
            <a:chOff x="448556" y="2944839"/>
            <a:chExt cx="1088100" cy="691386"/>
          </a:xfrm>
        </p:grpSpPr>
        <p:pic>
          <p:nvPicPr>
            <p:cNvPr id="2523" name="Google Shape;2523;p141"/>
            <p:cNvPicPr preferRelativeResize="0"/>
            <p:nvPr/>
          </p:nvPicPr>
          <p:blipFill rotWithShape="1">
            <a:blip r:embed="rId4">
              <a:alphaModFix/>
            </a:blip>
            <a:srcRect b="25702" l="0" r="0" t="28126"/>
            <a:stretch/>
          </p:blipFill>
          <p:spPr>
            <a:xfrm>
              <a:off x="512091" y="2944839"/>
              <a:ext cx="914400" cy="422175"/>
            </a:xfrm>
            <a:prstGeom prst="rect">
              <a:avLst/>
            </a:prstGeom>
            <a:noFill/>
            <a:ln>
              <a:noFill/>
            </a:ln>
          </p:spPr>
        </p:pic>
        <p:sp>
          <p:nvSpPr>
            <p:cNvPr id="2524" name="Google Shape;2524;p141"/>
            <p:cNvSpPr txBox="1"/>
            <p:nvPr/>
          </p:nvSpPr>
          <p:spPr>
            <a:xfrm>
              <a:off x="448556" y="32360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grpSp>
      <p:sp>
        <p:nvSpPr>
          <p:cNvPr id="2525" name="Google Shape;2525;p141"/>
          <p:cNvSpPr txBox="1"/>
          <p:nvPr/>
        </p:nvSpPr>
        <p:spPr>
          <a:xfrm>
            <a:off x="4516200" y="3246363"/>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idmprimary.example.ca</a:t>
            </a:r>
            <a:endParaRPr sz="1000">
              <a:latin typeface="Red Hat Display"/>
              <a:ea typeface="Red Hat Display"/>
              <a:cs typeface="Red Hat Display"/>
              <a:sym typeface="Red Hat Display"/>
            </a:endParaRPr>
          </a:p>
        </p:txBody>
      </p:sp>
      <p:sp>
        <p:nvSpPr>
          <p:cNvPr id="2526" name="Google Shape;2526;p141"/>
          <p:cNvSpPr txBox="1"/>
          <p:nvPr/>
        </p:nvSpPr>
        <p:spPr>
          <a:xfrm>
            <a:off x="61467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satellite.example.ca</a:t>
            </a:r>
            <a:endParaRPr sz="1000">
              <a:latin typeface="Red Hat Display"/>
              <a:ea typeface="Red Hat Display"/>
              <a:cs typeface="Red Hat Display"/>
              <a:sym typeface="Red Hat Display"/>
            </a:endParaRPr>
          </a:p>
        </p:txBody>
      </p:sp>
      <p:pic>
        <p:nvPicPr>
          <p:cNvPr id="2527" name="Google Shape;2527;p141" title="Icon-Red_Hat-Automation-A-Red-RGB.png"/>
          <p:cNvPicPr preferRelativeResize="0"/>
          <p:nvPr/>
        </p:nvPicPr>
        <p:blipFill>
          <a:blip r:embed="rId5">
            <a:alphaModFix/>
          </a:blip>
          <a:stretch>
            <a:fillRect/>
          </a:stretch>
        </p:blipFill>
        <p:spPr>
          <a:xfrm>
            <a:off x="596100" y="2186825"/>
            <a:ext cx="480300" cy="480300"/>
          </a:xfrm>
          <a:prstGeom prst="rect">
            <a:avLst/>
          </a:prstGeom>
          <a:noFill/>
          <a:ln>
            <a:noFill/>
          </a:ln>
        </p:spPr>
      </p:pic>
      <p:pic>
        <p:nvPicPr>
          <p:cNvPr id="2528" name="Google Shape;2528;p141" title="Icon-Red_Hat-Container_image-A-Red-RGB.png"/>
          <p:cNvPicPr preferRelativeResize="0"/>
          <p:nvPr/>
        </p:nvPicPr>
        <p:blipFill>
          <a:blip r:embed="rId6">
            <a:alphaModFix/>
          </a:blip>
          <a:stretch>
            <a:fillRect/>
          </a:stretch>
        </p:blipFill>
        <p:spPr>
          <a:xfrm>
            <a:off x="3443275" y="1449525"/>
            <a:ext cx="642300" cy="642300"/>
          </a:xfrm>
          <a:prstGeom prst="rect">
            <a:avLst/>
          </a:prstGeom>
          <a:noFill/>
          <a:ln>
            <a:noFill/>
          </a:ln>
        </p:spPr>
      </p:pic>
      <p:grpSp>
        <p:nvGrpSpPr>
          <p:cNvPr id="2529" name="Google Shape;2529;p141"/>
          <p:cNvGrpSpPr/>
          <p:nvPr/>
        </p:nvGrpSpPr>
        <p:grpSpPr>
          <a:xfrm>
            <a:off x="1209155" y="1639263"/>
            <a:ext cx="914400" cy="559500"/>
            <a:chOff x="3899025" y="4752650"/>
            <a:chExt cx="914400" cy="559500"/>
          </a:xfrm>
        </p:grpSpPr>
        <p:pic>
          <p:nvPicPr>
            <p:cNvPr id="2530" name="Google Shape;2530;p141"/>
            <p:cNvPicPr preferRelativeResize="0"/>
            <p:nvPr/>
          </p:nvPicPr>
          <p:blipFill rotWithShape="1">
            <a:blip r:embed="rId7">
              <a:alphaModFix/>
            </a:blip>
            <a:srcRect b="19054" l="0" r="0" t="19757"/>
            <a:stretch/>
          </p:blipFill>
          <p:spPr>
            <a:xfrm>
              <a:off x="3899025" y="4752650"/>
              <a:ext cx="914400" cy="559500"/>
            </a:xfrm>
            <a:prstGeom prst="rect">
              <a:avLst/>
            </a:prstGeom>
            <a:noFill/>
            <a:ln>
              <a:noFill/>
            </a:ln>
          </p:spPr>
        </p:pic>
        <p:pic>
          <p:nvPicPr>
            <p:cNvPr id="2531" name="Google Shape;2531;p141"/>
            <p:cNvPicPr preferRelativeResize="0"/>
            <p:nvPr/>
          </p:nvPicPr>
          <p:blipFill>
            <a:blip r:embed="rId8">
              <a:alphaModFix/>
            </a:blip>
            <a:stretch>
              <a:fillRect/>
            </a:stretch>
          </p:blipFill>
          <p:spPr>
            <a:xfrm>
              <a:off x="4302575" y="4883351"/>
              <a:ext cx="275675" cy="275675"/>
            </a:xfrm>
            <a:prstGeom prst="rect">
              <a:avLst/>
            </a:prstGeom>
            <a:noFill/>
            <a:ln>
              <a:noFill/>
            </a:ln>
          </p:spPr>
        </p:pic>
      </p:grpSp>
      <p:pic>
        <p:nvPicPr>
          <p:cNvPr id="2532" name="Google Shape;2532;p141"/>
          <p:cNvPicPr preferRelativeResize="0"/>
          <p:nvPr/>
        </p:nvPicPr>
        <p:blipFill rotWithShape="1">
          <a:blip r:embed="rId4">
            <a:alphaModFix/>
          </a:blip>
          <a:srcRect b="25702" l="0" r="0" t="28126"/>
          <a:stretch/>
        </p:blipFill>
        <p:spPr>
          <a:xfrm rot="-5400000">
            <a:off x="9599874" y="2261727"/>
            <a:ext cx="1211839" cy="559500"/>
          </a:xfrm>
          <a:prstGeom prst="rect">
            <a:avLst/>
          </a:prstGeom>
          <a:noFill/>
          <a:ln>
            <a:noFill/>
          </a:ln>
        </p:spPr>
      </p:pic>
      <p:pic>
        <p:nvPicPr>
          <p:cNvPr id="2533" name="Google Shape;2533;p141"/>
          <p:cNvPicPr preferRelativeResize="0"/>
          <p:nvPr/>
        </p:nvPicPr>
        <p:blipFill rotWithShape="1">
          <a:blip r:embed="rId4">
            <a:alphaModFix/>
          </a:blip>
          <a:srcRect b="25702" l="0" r="0" t="28126"/>
          <a:stretch/>
        </p:blipFill>
        <p:spPr>
          <a:xfrm rot="-5400000">
            <a:off x="10057074" y="2261727"/>
            <a:ext cx="1211839" cy="559500"/>
          </a:xfrm>
          <a:prstGeom prst="rect">
            <a:avLst/>
          </a:prstGeom>
          <a:noFill/>
          <a:ln>
            <a:noFill/>
          </a:ln>
        </p:spPr>
      </p:pic>
      <p:pic>
        <p:nvPicPr>
          <p:cNvPr id="2534" name="Google Shape;2534;p141"/>
          <p:cNvPicPr preferRelativeResize="0"/>
          <p:nvPr/>
        </p:nvPicPr>
        <p:blipFill rotWithShape="1">
          <a:blip r:embed="rId4">
            <a:alphaModFix/>
          </a:blip>
          <a:srcRect b="25702" l="0" r="0" t="28126"/>
          <a:stretch/>
        </p:blipFill>
        <p:spPr>
          <a:xfrm rot="-5400000">
            <a:off x="10514274" y="2261727"/>
            <a:ext cx="1211839" cy="559500"/>
          </a:xfrm>
          <a:prstGeom prst="rect">
            <a:avLst/>
          </a:prstGeom>
          <a:noFill/>
          <a:ln>
            <a:noFill/>
          </a:ln>
        </p:spPr>
      </p:pic>
      <p:pic>
        <p:nvPicPr>
          <p:cNvPr id="2535" name="Google Shape;2535;p141"/>
          <p:cNvPicPr preferRelativeResize="0"/>
          <p:nvPr/>
        </p:nvPicPr>
        <p:blipFill rotWithShape="1">
          <a:blip r:embed="rId4">
            <a:alphaModFix/>
          </a:blip>
          <a:srcRect b="25702" l="0" r="0" t="28126"/>
          <a:stretch/>
        </p:blipFill>
        <p:spPr>
          <a:xfrm rot="-5400000">
            <a:off x="10971474" y="2261727"/>
            <a:ext cx="1211839" cy="559500"/>
          </a:xfrm>
          <a:prstGeom prst="rect">
            <a:avLst/>
          </a:prstGeom>
          <a:noFill/>
          <a:ln>
            <a:noFill/>
          </a:ln>
        </p:spPr>
      </p:pic>
      <p:pic>
        <p:nvPicPr>
          <p:cNvPr id="2536" name="Google Shape;2536;p141" title="Icon-Red_Hat-Install-A-Red-CMYK.jpg"/>
          <p:cNvPicPr preferRelativeResize="0"/>
          <p:nvPr/>
        </p:nvPicPr>
        <p:blipFill rotWithShape="1">
          <a:blip r:embed="rId3">
            <a:alphaModFix/>
          </a:blip>
          <a:srcRect b="12216" l="0" r="0" t="9975"/>
          <a:stretch/>
        </p:blipFill>
        <p:spPr>
          <a:xfrm>
            <a:off x="6234127" y="2396416"/>
            <a:ext cx="1211850" cy="942950"/>
          </a:xfrm>
          <a:prstGeom prst="rect">
            <a:avLst/>
          </a:prstGeom>
          <a:noFill/>
          <a:ln>
            <a:noFill/>
          </a:ln>
        </p:spPr>
      </p:pic>
      <p:cxnSp>
        <p:nvCxnSpPr>
          <p:cNvPr id="2537" name="Google Shape;2537;p141"/>
          <p:cNvCxnSpPr>
            <a:stCxn id="2523" idx="1"/>
            <a:endCxn id="2527" idx="2"/>
          </p:cNvCxnSpPr>
          <p:nvPr/>
        </p:nvCxnSpPr>
        <p:spPr>
          <a:xfrm rot="10800000">
            <a:off x="836391" y="2667226"/>
            <a:ext cx="361500" cy="260100"/>
          </a:xfrm>
          <a:prstGeom prst="curvedConnector2">
            <a:avLst/>
          </a:prstGeom>
          <a:noFill/>
          <a:ln cap="flat" cmpd="sng" w="9525">
            <a:solidFill>
              <a:schemeClr val="dk2"/>
            </a:solidFill>
            <a:prstDash val="solid"/>
            <a:round/>
            <a:headEnd len="med" w="med" type="none"/>
            <a:tailEnd len="med" w="med" type="none"/>
          </a:ln>
        </p:spPr>
      </p:cxnSp>
      <p:cxnSp>
        <p:nvCxnSpPr>
          <p:cNvPr id="2538" name="Google Shape;2538;p141"/>
          <p:cNvCxnSpPr>
            <a:stCxn id="2527" idx="0"/>
            <a:endCxn id="2530" idx="1"/>
          </p:cNvCxnSpPr>
          <p:nvPr/>
        </p:nvCxnSpPr>
        <p:spPr>
          <a:xfrm rot="-5400000">
            <a:off x="888750" y="1866425"/>
            <a:ext cx="267900" cy="372900"/>
          </a:xfrm>
          <a:prstGeom prst="curvedConnector2">
            <a:avLst/>
          </a:prstGeom>
          <a:noFill/>
          <a:ln cap="flat" cmpd="sng" w="9525">
            <a:solidFill>
              <a:schemeClr val="dk2"/>
            </a:solidFill>
            <a:prstDash val="solid"/>
            <a:round/>
            <a:headEnd len="med" w="med" type="none"/>
            <a:tailEnd len="med" w="med" type="none"/>
          </a:ln>
        </p:spPr>
      </p:cxnSp>
      <p:sp>
        <p:nvSpPr>
          <p:cNvPr id="2539" name="Google Shape;2539;p141"/>
          <p:cNvSpPr txBox="1"/>
          <p:nvPr/>
        </p:nvSpPr>
        <p:spPr>
          <a:xfrm>
            <a:off x="858600" y="1377281"/>
            <a:ext cx="15798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console.redhat.com</a:t>
            </a:r>
            <a:endParaRPr sz="1000">
              <a:latin typeface="Red Hat Display"/>
              <a:ea typeface="Red Hat Display"/>
              <a:cs typeface="Red Hat Display"/>
              <a:sym typeface="Red Hat Display"/>
            </a:endParaRPr>
          </a:p>
        </p:txBody>
      </p:sp>
      <p:cxnSp>
        <p:nvCxnSpPr>
          <p:cNvPr id="2540" name="Google Shape;2540;p141"/>
          <p:cNvCxnSpPr>
            <a:stCxn id="2528" idx="1"/>
            <a:endCxn id="2530" idx="3"/>
          </p:cNvCxnSpPr>
          <p:nvPr/>
        </p:nvCxnSpPr>
        <p:spPr>
          <a:xfrm flipH="1">
            <a:off x="2123575" y="1770675"/>
            <a:ext cx="1319700" cy="148200"/>
          </a:xfrm>
          <a:prstGeom prst="curvedConnector3">
            <a:avLst>
              <a:gd fmla="val 50001" name="adj1"/>
            </a:avLst>
          </a:prstGeom>
          <a:noFill/>
          <a:ln cap="flat" cmpd="sng" w="9525">
            <a:solidFill>
              <a:schemeClr val="dk2"/>
            </a:solidFill>
            <a:prstDash val="solid"/>
            <a:round/>
            <a:headEnd len="med" w="med" type="none"/>
            <a:tailEnd len="med" w="med" type="none"/>
          </a:ln>
        </p:spPr>
      </p:cxnSp>
      <p:cxnSp>
        <p:nvCxnSpPr>
          <p:cNvPr id="2541" name="Google Shape;2541;p141"/>
          <p:cNvCxnSpPr>
            <a:stCxn id="2528" idx="3"/>
            <a:endCxn id="2517" idx="0"/>
          </p:cNvCxnSpPr>
          <p:nvPr/>
        </p:nvCxnSpPr>
        <p:spPr>
          <a:xfrm>
            <a:off x="4085575" y="1770675"/>
            <a:ext cx="1230600" cy="625800"/>
          </a:xfrm>
          <a:prstGeom prst="curvedConnector2">
            <a:avLst/>
          </a:prstGeom>
          <a:noFill/>
          <a:ln cap="flat" cmpd="sng" w="9525">
            <a:solidFill>
              <a:schemeClr val="dk2"/>
            </a:solidFill>
            <a:prstDash val="solid"/>
            <a:round/>
            <a:headEnd len="med" w="med" type="none"/>
            <a:tailEnd len="med" w="med" type="none"/>
          </a:ln>
        </p:spPr>
      </p:cxnSp>
      <p:cxnSp>
        <p:nvCxnSpPr>
          <p:cNvPr id="2542" name="Google Shape;2542;p141"/>
          <p:cNvCxnSpPr>
            <a:endCxn id="2536" idx="0"/>
          </p:cNvCxnSpPr>
          <p:nvPr/>
        </p:nvCxnSpPr>
        <p:spPr>
          <a:xfrm>
            <a:off x="4085452" y="1760716"/>
            <a:ext cx="2754600" cy="635700"/>
          </a:xfrm>
          <a:prstGeom prst="curvedConnector2">
            <a:avLst/>
          </a:prstGeom>
          <a:noFill/>
          <a:ln cap="flat" cmpd="sng" w="9525">
            <a:solidFill>
              <a:schemeClr val="dk2"/>
            </a:solidFill>
            <a:prstDash val="solid"/>
            <a:round/>
            <a:headEnd len="med" w="med" type="none"/>
            <a:tailEnd len="med" w="med" type="none"/>
          </a:ln>
        </p:spPr>
      </p:cxnSp>
      <p:pic>
        <p:nvPicPr>
          <p:cNvPr id="2543" name="Google Shape;2543;p141" title="Icon-Red_Hat-Install-A-Red-CMYK.jpg"/>
          <p:cNvPicPr preferRelativeResize="0"/>
          <p:nvPr/>
        </p:nvPicPr>
        <p:blipFill rotWithShape="1">
          <a:blip r:embed="rId3">
            <a:alphaModFix/>
          </a:blip>
          <a:srcRect b="12216" l="0" r="0" t="9975"/>
          <a:stretch/>
        </p:blipFill>
        <p:spPr>
          <a:xfrm>
            <a:off x="7529527" y="2396416"/>
            <a:ext cx="1211850" cy="942950"/>
          </a:xfrm>
          <a:prstGeom prst="rect">
            <a:avLst/>
          </a:prstGeom>
          <a:noFill/>
          <a:ln>
            <a:noFill/>
          </a:ln>
        </p:spPr>
      </p:pic>
      <p:pic>
        <p:nvPicPr>
          <p:cNvPr id="2544" name="Google Shape;2544;p141" title="Icon-Red_Hat-Install-A-Red-CMYK.jpg"/>
          <p:cNvPicPr preferRelativeResize="0"/>
          <p:nvPr/>
        </p:nvPicPr>
        <p:blipFill rotWithShape="1">
          <a:blip r:embed="rId3">
            <a:alphaModFix/>
          </a:blip>
          <a:srcRect b="12216" l="0" r="0" t="9975"/>
          <a:stretch/>
        </p:blipFill>
        <p:spPr>
          <a:xfrm>
            <a:off x="8672527" y="2396416"/>
            <a:ext cx="1211850" cy="942950"/>
          </a:xfrm>
          <a:prstGeom prst="rect">
            <a:avLst/>
          </a:prstGeom>
          <a:noFill/>
          <a:ln>
            <a:noFill/>
          </a:ln>
        </p:spPr>
      </p:pic>
      <p:sp>
        <p:nvSpPr>
          <p:cNvPr id="2545" name="Google Shape;2545;p141"/>
          <p:cNvSpPr txBox="1"/>
          <p:nvPr/>
        </p:nvSpPr>
        <p:spPr>
          <a:xfrm>
            <a:off x="74421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controller</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sp>
        <p:nvSpPr>
          <p:cNvPr id="2546" name="Google Shape;2546;p141"/>
          <p:cNvSpPr txBox="1"/>
          <p:nvPr/>
        </p:nvSpPr>
        <p:spPr>
          <a:xfrm>
            <a:off x="8661302" y="3242838"/>
            <a:ext cx="14772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Red Hat Display"/>
                <a:ea typeface="Red Hat Display"/>
                <a:cs typeface="Red Hat Display"/>
                <a:sym typeface="Red Hat Display"/>
              </a:rPr>
              <a:t>hub</a:t>
            </a:r>
            <a:r>
              <a:rPr lang="en" sz="1000">
                <a:latin typeface="Red Hat Display"/>
                <a:ea typeface="Red Hat Display"/>
                <a:cs typeface="Red Hat Display"/>
                <a:sym typeface="Red Hat Display"/>
              </a:rPr>
              <a:t>.example.ca</a:t>
            </a:r>
            <a:endParaRPr sz="1000">
              <a:latin typeface="Red Hat Display"/>
              <a:ea typeface="Red Hat Display"/>
              <a:cs typeface="Red Hat Display"/>
              <a:sym typeface="Red Hat Display"/>
            </a:endParaRPr>
          </a:p>
        </p:txBody>
      </p:sp>
      <p:cxnSp>
        <p:nvCxnSpPr>
          <p:cNvPr id="2547" name="Google Shape;2547;p141"/>
          <p:cNvCxnSpPr>
            <a:stCxn id="2536" idx="0"/>
            <a:endCxn id="2543" idx="0"/>
          </p:cNvCxnSpPr>
          <p:nvPr/>
        </p:nvCxnSpPr>
        <p:spPr>
          <a:xfrm flipH="1" rot="-5400000">
            <a:off x="7487452" y="1749016"/>
            <a:ext cx="600" cy="1295400"/>
          </a:xfrm>
          <a:prstGeom prst="curvedConnector3">
            <a:avLst>
              <a:gd fmla="val -39687500" name="adj1"/>
            </a:avLst>
          </a:prstGeom>
          <a:noFill/>
          <a:ln cap="flat" cmpd="sng" w="9525">
            <a:solidFill>
              <a:schemeClr val="dk2"/>
            </a:solidFill>
            <a:prstDash val="solid"/>
            <a:round/>
            <a:headEnd len="med" w="med" type="none"/>
            <a:tailEnd len="med" w="med" type="none"/>
          </a:ln>
        </p:spPr>
      </p:cxnSp>
      <p:cxnSp>
        <p:nvCxnSpPr>
          <p:cNvPr id="2548" name="Google Shape;2548;p141"/>
          <p:cNvCxnSpPr>
            <a:stCxn id="2536" idx="0"/>
            <a:endCxn id="2544" idx="0"/>
          </p:cNvCxnSpPr>
          <p:nvPr/>
        </p:nvCxnSpPr>
        <p:spPr>
          <a:xfrm flipH="1" rot="-5400000">
            <a:off x="8058952" y="1177516"/>
            <a:ext cx="600" cy="2438400"/>
          </a:xfrm>
          <a:prstGeom prst="curvedConnector3">
            <a:avLst>
              <a:gd fmla="val -55706828" name="adj1"/>
            </a:avLst>
          </a:prstGeom>
          <a:noFill/>
          <a:ln cap="flat" cmpd="sng" w="9525">
            <a:solidFill>
              <a:schemeClr val="dk2"/>
            </a:solidFill>
            <a:prstDash val="solid"/>
            <a:round/>
            <a:headEnd len="med" w="med" type="none"/>
            <a:tailEnd len="med" w="med" type="none"/>
          </a:ln>
        </p:spPr>
      </p:cxnSp>
      <p:grpSp>
        <p:nvGrpSpPr>
          <p:cNvPr id="2549" name="Google Shape;2549;p141"/>
          <p:cNvGrpSpPr/>
          <p:nvPr/>
        </p:nvGrpSpPr>
        <p:grpSpPr>
          <a:xfrm>
            <a:off x="3297100" y="4576375"/>
            <a:ext cx="1477200" cy="1311935"/>
            <a:chOff x="3297100" y="4195375"/>
            <a:chExt cx="1477200" cy="1311935"/>
          </a:xfrm>
        </p:grpSpPr>
        <p:pic>
          <p:nvPicPr>
            <p:cNvPr id="2550" name="Google Shape;2550;p141"/>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2551" name="Google Shape;2551;p141"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2552" name="Google Shape;2552;p141"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2553" name="Google Shape;2553;p141"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2554" name="Google Shape;2554;p141"/>
          <p:cNvGrpSpPr/>
          <p:nvPr/>
        </p:nvGrpSpPr>
        <p:grpSpPr>
          <a:xfrm>
            <a:off x="4516300" y="4576375"/>
            <a:ext cx="1477200" cy="1311935"/>
            <a:chOff x="3297100" y="4195375"/>
            <a:chExt cx="1477200" cy="1311935"/>
          </a:xfrm>
        </p:grpSpPr>
        <p:pic>
          <p:nvPicPr>
            <p:cNvPr id="2555" name="Google Shape;2555;p141"/>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2556" name="Google Shape;2556;p141"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2557" name="Google Shape;2557;p141"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2558" name="Google Shape;2558;p141"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2559" name="Google Shape;2559;p141"/>
          <p:cNvGrpSpPr/>
          <p:nvPr/>
        </p:nvGrpSpPr>
        <p:grpSpPr>
          <a:xfrm>
            <a:off x="5735500" y="4576375"/>
            <a:ext cx="1477200" cy="1311935"/>
            <a:chOff x="3297100" y="4195375"/>
            <a:chExt cx="1477200" cy="1311935"/>
          </a:xfrm>
        </p:grpSpPr>
        <p:pic>
          <p:nvPicPr>
            <p:cNvPr id="2560" name="Google Shape;2560;p141"/>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2561" name="Google Shape;2561;p141"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2562" name="Google Shape;2562;p141"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2563" name="Google Shape;2563;p141"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grpSp>
        <p:nvGrpSpPr>
          <p:cNvPr id="2564" name="Google Shape;2564;p141"/>
          <p:cNvGrpSpPr/>
          <p:nvPr/>
        </p:nvGrpSpPr>
        <p:grpSpPr>
          <a:xfrm>
            <a:off x="6954700" y="4576375"/>
            <a:ext cx="1477200" cy="1311935"/>
            <a:chOff x="3297100" y="4195375"/>
            <a:chExt cx="1477200" cy="1311935"/>
          </a:xfrm>
        </p:grpSpPr>
        <p:pic>
          <p:nvPicPr>
            <p:cNvPr id="2565" name="Google Shape;2565;p141"/>
            <p:cNvPicPr preferRelativeResize="0"/>
            <p:nvPr/>
          </p:nvPicPr>
          <p:blipFill rotWithShape="1">
            <a:blip r:embed="rId4">
              <a:alphaModFix/>
            </a:blip>
            <a:srcRect b="25702" l="0" r="0" t="28126"/>
            <a:stretch/>
          </p:blipFill>
          <p:spPr>
            <a:xfrm>
              <a:off x="3297100" y="4825299"/>
              <a:ext cx="1477200" cy="682010"/>
            </a:xfrm>
            <a:prstGeom prst="rect">
              <a:avLst/>
            </a:prstGeom>
            <a:noFill/>
            <a:ln>
              <a:noFill/>
            </a:ln>
          </p:spPr>
        </p:pic>
        <p:pic>
          <p:nvPicPr>
            <p:cNvPr id="2566" name="Google Shape;2566;p141" title="Icon-Red_Hat-Virtual_server-A-Red-RGB.png"/>
            <p:cNvPicPr preferRelativeResize="0"/>
            <p:nvPr/>
          </p:nvPicPr>
          <p:blipFill rotWithShape="1">
            <a:blip r:embed="rId7">
              <a:alphaModFix/>
            </a:blip>
            <a:srcRect b="21101" l="0" r="0" t="21383"/>
            <a:stretch/>
          </p:blipFill>
          <p:spPr>
            <a:xfrm rot="-5400000">
              <a:off x="3273116" y="4350275"/>
              <a:ext cx="729150" cy="419350"/>
            </a:xfrm>
            <a:prstGeom prst="rect">
              <a:avLst/>
            </a:prstGeom>
            <a:noFill/>
            <a:ln>
              <a:noFill/>
            </a:ln>
          </p:spPr>
        </p:pic>
        <p:pic>
          <p:nvPicPr>
            <p:cNvPr id="2567" name="Google Shape;2567;p141" title="Icon-Red_Hat-Virtual_server-A-Red-RGB.png"/>
            <p:cNvPicPr preferRelativeResize="0"/>
            <p:nvPr/>
          </p:nvPicPr>
          <p:blipFill rotWithShape="1">
            <a:blip r:embed="rId7">
              <a:alphaModFix/>
            </a:blip>
            <a:srcRect b="21101" l="0" r="0" t="21383"/>
            <a:stretch/>
          </p:blipFill>
          <p:spPr>
            <a:xfrm rot="-5400000">
              <a:off x="3654116" y="4350275"/>
              <a:ext cx="729150" cy="419350"/>
            </a:xfrm>
            <a:prstGeom prst="rect">
              <a:avLst/>
            </a:prstGeom>
            <a:noFill/>
            <a:ln>
              <a:noFill/>
            </a:ln>
          </p:spPr>
        </p:pic>
        <p:pic>
          <p:nvPicPr>
            <p:cNvPr id="2568" name="Google Shape;2568;p141" title="Icon-Red_Hat-Virtual_server-A-Red-RGB.png"/>
            <p:cNvPicPr preferRelativeResize="0"/>
            <p:nvPr/>
          </p:nvPicPr>
          <p:blipFill rotWithShape="1">
            <a:blip r:embed="rId7">
              <a:alphaModFix/>
            </a:blip>
            <a:srcRect b="21101" l="0" r="0" t="21383"/>
            <a:stretch/>
          </p:blipFill>
          <p:spPr>
            <a:xfrm rot="-5400000">
              <a:off x="4035116" y="4350275"/>
              <a:ext cx="729150" cy="419350"/>
            </a:xfrm>
            <a:prstGeom prst="rect">
              <a:avLst/>
            </a:prstGeom>
            <a:noFill/>
            <a:ln>
              <a:noFill/>
            </a:ln>
          </p:spPr>
        </p:pic>
      </p:grpSp>
      <p:cxnSp>
        <p:nvCxnSpPr>
          <p:cNvPr id="2569" name="Google Shape;2569;p141"/>
          <p:cNvCxnSpPr>
            <a:stCxn id="2526" idx="2"/>
            <a:endCxn id="2551" idx="3"/>
          </p:cNvCxnSpPr>
          <p:nvPr/>
        </p:nvCxnSpPr>
        <p:spPr>
          <a:xfrm rot="5400000">
            <a:off x="4794902" y="2485938"/>
            <a:ext cx="933300" cy="3247500"/>
          </a:xfrm>
          <a:prstGeom prst="curvedConnector3">
            <a:avLst>
              <a:gd fmla="val 50003" name="adj1"/>
            </a:avLst>
          </a:prstGeom>
          <a:noFill/>
          <a:ln cap="flat" cmpd="sng" w="9525">
            <a:solidFill>
              <a:schemeClr val="dk2"/>
            </a:solidFill>
            <a:prstDash val="solid"/>
            <a:round/>
            <a:headEnd len="med" w="med" type="none"/>
            <a:tailEnd len="med" w="med" type="none"/>
          </a:ln>
        </p:spPr>
      </p:cxnSp>
      <p:cxnSp>
        <p:nvCxnSpPr>
          <p:cNvPr id="2570" name="Google Shape;2570;p141"/>
          <p:cNvCxnSpPr>
            <a:stCxn id="2526" idx="2"/>
            <a:endCxn id="2552" idx="3"/>
          </p:cNvCxnSpPr>
          <p:nvPr/>
        </p:nvCxnSpPr>
        <p:spPr>
          <a:xfrm rot="5400000">
            <a:off x="4985402" y="2676438"/>
            <a:ext cx="933300" cy="28665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1" name="Google Shape;2571;p141"/>
          <p:cNvCxnSpPr>
            <a:stCxn id="2526" idx="2"/>
            <a:endCxn id="2553" idx="3"/>
          </p:cNvCxnSpPr>
          <p:nvPr/>
        </p:nvCxnSpPr>
        <p:spPr>
          <a:xfrm rot="5400000">
            <a:off x="5175902" y="2866938"/>
            <a:ext cx="933300" cy="24855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2" name="Google Shape;2572;p141"/>
          <p:cNvCxnSpPr>
            <a:stCxn id="2526" idx="2"/>
            <a:endCxn id="2556" idx="3"/>
          </p:cNvCxnSpPr>
          <p:nvPr/>
        </p:nvCxnSpPr>
        <p:spPr>
          <a:xfrm rot="5400000">
            <a:off x="5404502" y="3095538"/>
            <a:ext cx="933300" cy="2028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3" name="Google Shape;2573;p141"/>
          <p:cNvCxnSpPr>
            <a:stCxn id="2526" idx="2"/>
            <a:endCxn id="2557" idx="3"/>
          </p:cNvCxnSpPr>
          <p:nvPr/>
        </p:nvCxnSpPr>
        <p:spPr>
          <a:xfrm rot="5400000">
            <a:off x="5595002" y="3286038"/>
            <a:ext cx="933300" cy="1647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4" name="Google Shape;2574;p141"/>
          <p:cNvCxnSpPr>
            <a:stCxn id="2526" idx="2"/>
            <a:endCxn id="2558" idx="3"/>
          </p:cNvCxnSpPr>
          <p:nvPr/>
        </p:nvCxnSpPr>
        <p:spPr>
          <a:xfrm rot="5400000">
            <a:off x="5785502" y="3476538"/>
            <a:ext cx="933300" cy="12663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5" name="Google Shape;2575;p141"/>
          <p:cNvCxnSpPr>
            <a:stCxn id="2526" idx="2"/>
            <a:endCxn id="2561" idx="3"/>
          </p:cNvCxnSpPr>
          <p:nvPr/>
        </p:nvCxnSpPr>
        <p:spPr>
          <a:xfrm rot="5400000">
            <a:off x="6014102" y="3705138"/>
            <a:ext cx="933300" cy="809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6" name="Google Shape;2576;p141"/>
          <p:cNvCxnSpPr>
            <a:stCxn id="2526" idx="2"/>
            <a:endCxn id="2562" idx="3"/>
          </p:cNvCxnSpPr>
          <p:nvPr/>
        </p:nvCxnSpPr>
        <p:spPr>
          <a:xfrm rot="5400000">
            <a:off x="6204602" y="3895638"/>
            <a:ext cx="933300" cy="428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7" name="Google Shape;2577;p141"/>
          <p:cNvCxnSpPr>
            <a:stCxn id="2526" idx="2"/>
            <a:endCxn id="2563" idx="3"/>
          </p:cNvCxnSpPr>
          <p:nvPr/>
        </p:nvCxnSpPr>
        <p:spPr>
          <a:xfrm rot="5400000">
            <a:off x="6395102" y="4086138"/>
            <a:ext cx="933300" cy="47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8" name="Google Shape;2578;p141"/>
          <p:cNvCxnSpPr>
            <a:stCxn id="2526" idx="2"/>
            <a:endCxn id="2566" idx="3"/>
          </p:cNvCxnSpPr>
          <p:nvPr/>
        </p:nvCxnSpPr>
        <p:spPr>
          <a:xfrm flipH="1" rot="-5400000">
            <a:off x="6623702" y="3904638"/>
            <a:ext cx="933300" cy="410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79" name="Google Shape;2579;p141"/>
          <p:cNvCxnSpPr>
            <a:stCxn id="2526" idx="2"/>
            <a:endCxn id="2567" idx="3"/>
          </p:cNvCxnSpPr>
          <p:nvPr/>
        </p:nvCxnSpPr>
        <p:spPr>
          <a:xfrm flipH="1" rot="-5400000">
            <a:off x="6814202" y="3714138"/>
            <a:ext cx="933300" cy="791100"/>
          </a:xfrm>
          <a:prstGeom prst="curvedConnector3">
            <a:avLst>
              <a:gd fmla="val 50002" name="adj1"/>
            </a:avLst>
          </a:prstGeom>
          <a:noFill/>
          <a:ln cap="flat" cmpd="sng" w="9525">
            <a:solidFill>
              <a:schemeClr val="dk2"/>
            </a:solidFill>
            <a:prstDash val="solid"/>
            <a:round/>
            <a:headEnd len="med" w="med" type="none"/>
            <a:tailEnd len="med" w="med" type="none"/>
          </a:ln>
        </p:spPr>
      </p:cxnSp>
      <p:cxnSp>
        <p:nvCxnSpPr>
          <p:cNvPr id="2580" name="Google Shape;2580;p141"/>
          <p:cNvCxnSpPr>
            <a:stCxn id="2526" idx="2"/>
            <a:endCxn id="2568" idx="3"/>
          </p:cNvCxnSpPr>
          <p:nvPr/>
        </p:nvCxnSpPr>
        <p:spPr>
          <a:xfrm flipH="1" rot="-5400000">
            <a:off x="7004702" y="3523638"/>
            <a:ext cx="933300" cy="1172100"/>
          </a:xfrm>
          <a:prstGeom prst="curvedConnector3">
            <a:avLst>
              <a:gd fmla="val 50002"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4" name="Shape 2584"/>
        <p:cNvGrpSpPr/>
        <p:nvPr/>
      </p:nvGrpSpPr>
      <p:grpSpPr>
        <a:xfrm>
          <a:off x="0" y="0"/>
          <a:ext cx="0" cy="0"/>
          <a:chOff x="0" y="0"/>
          <a:chExt cx="0" cy="0"/>
        </a:xfrm>
      </p:grpSpPr>
      <p:sp>
        <p:nvSpPr>
          <p:cNvPr id="2585" name="Google Shape;2585;p142"/>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2586" name="Google Shape;2586;p14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587" name="Google Shape;2587;p14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588" name="Google Shape;2588;p142"/>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589" name="Google Shape;2589;p142"/>
          <p:cNvGrpSpPr/>
          <p:nvPr/>
        </p:nvGrpSpPr>
        <p:grpSpPr>
          <a:xfrm>
            <a:off x="3733825" y="5220663"/>
            <a:ext cx="914400" cy="559500"/>
            <a:chOff x="3899025" y="4752650"/>
            <a:chExt cx="914400" cy="559500"/>
          </a:xfrm>
        </p:grpSpPr>
        <p:pic>
          <p:nvPicPr>
            <p:cNvPr id="2590" name="Google Shape;2590;p142"/>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591" name="Google Shape;2591;p142"/>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592" name="Google Shape;2592;p142"/>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start with a Provisioner node and the project code</a:t>
            </a:r>
            <a:endParaRPr/>
          </a:p>
        </p:txBody>
      </p:sp>
      <p:sp>
        <p:nvSpPr>
          <p:cNvPr id="2593" name="Google Shape;2593;p14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594" name="Google Shape;2594;p142"/>
          <p:cNvGrpSpPr/>
          <p:nvPr/>
        </p:nvGrpSpPr>
        <p:grpSpPr>
          <a:xfrm>
            <a:off x="3733833" y="1381676"/>
            <a:ext cx="458937" cy="422178"/>
            <a:chOff x="8321229" y="3179936"/>
            <a:chExt cx="914400" cy="914400"/>
          </a:xfrm>
        </p:grpSpPr>
        <p:sp>
          <p:nvSpPr>
            <p:cNvPr id="2595" name="Google Shape;2595;p142"/>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6" name="Google Shape;2596;p142"/>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597" name="Google Shape;2597;p142"/>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2598" name="Google Shape;2598;p142"/>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9" name="Google Shape;2599;p142"/>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600" name="Google Shape;2600;p142"/>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601" name="Google Shape;2601;p142"/>
          <p:cNvGrpSpPr/>
          <p:nvPr/>
        </p:nvGrpSpPr>
        <p:grpSpPr>
          <a:xfrm>
            <a:off x="7351968" y="2776299"/>
            <a:ext cx="458937" cy="422178"/>
            <a:chOff x="6263829" y="1370716"/>
            <a:chExt cx="914400" cy="914400"/>
          </a:xfrm>
        </p:grpSpPr>
        <p:sp>
          <p:nvSpPr>
            <p:cNvPr id="2602" name="Google Shape;2602;p142"/>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3" name="Google Shape;2603;p142"/>
            <p:cNvPicPr preferRelativeResize="0"/>
            <p:nvPr/>
          </p:nvPicPr>
          <p:blipFill>
            <a:blip r:embed="rId7">
              <a:alphaModFix/>
            </a:blip>
            <a:stretch>
              <a:fillRect/>
            </a:stretch>
          </p:blipFill>
          <p:spPr>
            <a:xfrm>
              <a:off x="6312879" y="1419766"/>
              <a:ext cx="816300" cy="816300"/>
            </a:xfrm>
            <a:prstGeom prst="rect">
              <a:avLst/>
            </a:prstGeom>
            <a:noFill/>
            <a:ln>
              <a:noFill/>
            </a:ln>
          </p:spPr>
        </p:pic>
      </p:grpSp>
      <p:grpSp>
        <p:nvGrpSpPr>
          <p:cNvPr id="2604" name="Google Shape;2604;p142"/>
          <p:cNvGrpSpPr/>
          <p:nvPr/>
        </p:nvGrpSpPr>
        <p:grpSpPr>
          <a:xfrm>
            <a:off x="6402738" y="2784864"/>
            <a:ext cx="458937" cy="422178"/>
            <a:chOff x="4437340" y="1269451"/>
            <a:chExt cx="914400" cy="914400"/>
          </a:xfrm>
        </p:grpSpPr>
        <p:sp>
          <p:nvSpPr>
            <p:cNvPr id="2605" name="Google Shape;2605;p142"/>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6" name="Google Shape;2606;p142"/>
            <p:cNvPicPr preferRelativeResize="0"/>
            <p:nvPr/>
          </p:nvPicPr>
          <p:blipFill rotWithShape="1">
            <a:blip r:embed="rId8">
              <a:alphaModFix/>
            </a:blip>
            <a:srcRect b="9632" l="15541" r="14164" t="9218"/>
            <a:stretch/>
          </p:blipFill>
          <p:spPr>
            <a:xfrm>
              <a:off x="4537357" y="1303203"/>
              <a:ext cx="739893" cy="850172"/>
            </a:xfrm>
            <a:prstGeom prst="rect">
              <a:avLst/>
            </a:prstGeom>
            <a:noFill/>
            <a:ln>
              <a:noFill/>
            </a:ln>
          </p:spPr>
        </p:pic>
      </p:grpSp>
      <p:grpSp>
        <p:nvGrpSpPr>
          <p:cNvPr id="2607" name="Google Shape;2607;p142"/>
          <p:cNvGrpSpPr/>
          <p:nvPr/>
        </p:nvGrpSpPr>
        <p:grpSpPr>
          <a:xfrm>
            <a:off x="8263149" y="2767685"/>
            <a:ext cx="458937" cy="422178"/>
            <a:chOff x="4437340" y="3101261"/>
            <a:chExt cx="914400" cy="914400"/>
          </a:xfrm>
        </p:grpSpPr>
        <p:sp>
          <p:nvSpPr>
            <p:cNvPr id="2608" name="Google Shape;2608;p142"/>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9" name="Google Shape;2609;p142"/>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2610" name="Google Shape;2610;p142"/>
          <p:cNvSpPr txBox="1"/>
          <p:nvPr/>
        </p:nvSpPr>
        <p:spPr>
          <a:xfrm>
            <a:off x="6243400" y="1607200"/>
            <a:ext cx="3633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Red Hat Display"/>
                <a:ea typeface="Red Hat Display"/>
                <a:cs typeface="Red Hat Display"/>
                <a:sym typeface="Red Hat Display"/>
              </a:rPr>
              <a:t>To this…</a:t>
            </a:r>
            <a:endParaRPr b="1" sz="2400">
              <a:latin typeface="Red Hat Display"/>
              <a:ea typeface="Red Hat Display"/>
              <a:cs typeface="Red Hat Display"/>
              <a:sym typeface="Red Hat Display"/>
            </a:endParaRPr>
          </a:p>
        </p:txBody>
      </p:sp>
      <p:pic>
        <p:nvPicPr>
          <p:cNvPr id="2611" name="Google Shape;2611;p142"/>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2612" name="Google Shape;2612;p142"/>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2613" name="Google Shape;2613;p142"/>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2614" name="Google Shape;2614;p142"/>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2615" name="Google Shape;2615;p142"/>
          <p:cNvGrpSpPr/>
          <p:nvPr/>
        </p:nvGrpSpPr>
        <p:grpSpPr>
          <a:xfrm>
            <a:off x="9177549" y="2767685"/>
            <a:ext cx="458937" cy="422178"/>
            <a:chOff x="4437340" y="3101261"/>
            <a:chExt cx="914400" cy="914400"/>
          </a:xfrm>
        </p:grpSpPr>
        <p:sp>
          <p:nvSpPr>
            <p:cNvPr id="2616" name="Google Shape;2616;p142"/>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7" name="Google Shape;2617;p142"/>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2618" name="Google Shape;2618;p142"/>
          <p:cNvPicPr preferRelativeResize="0"/>
          <p:nvPr/>
        </p:nvPicPr>
        <p:blipFill>
          <a:blip r:embed="rId10">
            <a:alphaModFix/>
          </a:blip>
          <a:stretch>
            <a:fillRect/>
          </a:stretch>
        </p:blipFill>
        <p:spPr>
          <a:xfrm>
            <a:off x="10895276" y="2835667"/>
            <a:ext cx="318000" cy="318000"/>
          </a:xfrm>
          <a:prstGeom prst="rect">
            <a:avLst/>
          </a:prstGeom>
          <a:noFill/>
          <a:ln>
            <a:noFill/>
          </a:ln>
        </p:spPr>
      </p:pic>
      <p:sp>
        <p:nvSpPr>
          <p:cNvPr id="2619" name="Google Shape;2619;p142"/>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20" name="Google Shape;2620;p142"/>
          <p:cNvPicPr preferRelativeResize="0"/>
          <p:nvPr/>
        </p:nvPicPr>
        <p:blipFill>
          <a:blip r:embed="rId10">
            <a:alphaModFix/>
          </a:blip>
          <a:stretch>
            <a:fillRect/>
          </a:stretch>
        </p:blipFill>
        <p:spPr>
          <a:xfrm>
            <a:off x="9980876" y="2835667"/>
            <a:ext cx="318000" cy="318000"/>
          </a:xfrm>
          <a:prstGeom prst="rect">
            <a:avLst/>
          </a:prstGeom>
          <a:noFill/>
          <a:ln>
            <a:noFill/>
          </a:ln>
        </p:spPr>
      </p:pic>
      <p:pic>
        <p:nvPicPr>
          <p:cNvPr id="2621" name="Google Shape;2621;p142"/>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622" name="Google Shape;2622;p142"/>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623" name="Google Shape;2623;p142"/>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624" name="Google Shape;2624;p142"/>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 or Azure </a:t>
            </a:r>
            <a:endParaRPr>
              <a:latin typeface="Red Hat Display"/>
              <a:ea typeface="Red Hat Display"/>
              <a:cs typeface="Red Hat Display"/>
              <a:sym typeface="Red Hat Display"/>
            </a:endParaRPr>
          </a:p>
        </p:txBody>
      </p:sp>
      <p:sp>
        <p:nvSpPr>
          <p:cNvPr id="2625" name="Google Shape;2625;p142"/>
          <p:cNvSpPr txBox="1"/>
          <p:nvPr/>
        </p:nvSpPr>
        <p:spPr>
          <a:xfrm>
            <a:off x="2415775" y="2909250"/>
            <a:ext cx="3496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 All-in-one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Deploy and Configure AAP Hub</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9" name="Shape 2629"/>
        <p:cNvGrpSpPr/>
        <p:nvPr/>
      </p:nvGrpSpPr>
      <p:grpSpPr>
        <a:xfrm>
          <a:off x="0" y="0"/>
          <a:ext cx="0" cy="0"/>
          <a:chOff x="0" y="0"/>
          <a:chExt cx="0" cy="0"/>
        </a:xfrm>
      </p:grpSpPr>
      <p:sp>
        <p:nvSpPr>
          <p:cNvPr id="2630" name="Google Shape;2630;p143"/>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2631" name="Google Shape;2631;p1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632" name="Google Shape;2632;p14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633" name="Google Shape;2633;p143"/>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sp>
        <p:nvSpPr>
          <p:cNvPr id="2634" name="Google Shape;2634;p1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635" name="Google Shape;2635;p143"/>
          <p:cNvGrpSpPr/>
          <p:nvPr/>
        </p:nvGrpSpPr>
        <p:grpSpPr>
          <a:xfrm>
            <a:off x="3733833" y="1381676"/>
            <a:ext cx="458937" cy="422178"/>
            <a:chOff x="8321229" y="3179936"/>
            <a:chExt cx="914400" cy="914400"/>
          </a:xfrm>
        </p:grpSpPr>
        <p:sp>
          <p:nvSpPr>
            <p:cNvPr id="2636" name="Google Shape;2636;p143"/>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37" name="Google Shape;2637;p143"/>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2638" name="Google Shape;2638;p143"/>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sp>
        <p:nvSpPr>
          <p:cNvPr id="2639" name="Google Shape;2639;p143"/>
          <p:cNvSpPr txBox="1"/>
          <p:nvPr/>
        </p:nvSpPr>
        <p:spPr>
          <a:xfrm>
            <a:off x="6243400" y="1302400"/>
            <a:ext cx="3633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200">
                <a:latin typeface="Red Hat Display"/>
                <a:ea typeface="Red Hat Display"/>
                <a:cs typeface="Red Hat Display"/>
                <a:sym typeface="Red Hat Display"/>
              </a:rPr>
              <a:t>…to this…</a:t>
            </a:r>
            <a:endParaRPr b="1" sz="3200">
              <a:latin typeface="Red Hat Display"/>
              <a:ea typeface="Red Hat Display"/>
              <a:cs typeface="Red Hat Display"/>
              <a:sym typeface="Red Hat Display"/>
            </a:endParaRPr>
          </a:p>
        </p:txBody>
      </p:sp>
      <p:grpSp>
        <p:nvGrpSpPr>
          <p:cNvPr id="2640" name="Google Shape;2640;p143"/>
          <p:cNvGrpSpPr/>
          <p:nvPr/>
        </p:nvGrpSpPr>
        <p:grpSpPr>
          <a:xfrm>
            <a:off x="6202675" y="1704850"/>
            <a:ext cx="5504263" cy="2135182"/>
            <a:chOff x="6202675" y="2390650"/>
            <a:chExt cx="5504263" cy="2135182"/>
          </a:xfrm>
        </p:grpSpPr>
        <p:sp>
          <p:nvSpPr>
            <p:cNvPr id="2641" name="Google Shape;2641;p143"/>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2" name="Google Shape;2642;p143"/>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2643" name="Google Shape;2643;p143"/>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2644" name="Google Shape;2644;p143"/>
            <p:cNvGrpSpPr/>
            <p:nvPr/>
          </p:nvGrpSpPr>
          <p:grpSpPr>
            <a:xfrm>
              <a:off x="7351968" y="2776299"/>
              <a:ext cx="458937" cy="422178"/>
              <a:chOff x="6263829" y="1370716"/>
              <a:chExt cx="914400" cy="914400"/>
            </a:xfrm>
          </p:grpSpPr>
          <p:sp>
            <p:nvSpPr>
              <p:cNvPr id="2645" name="Google Shape;2645;p143"/>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6" name="Google Shape;2646;p143"/>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647" name="Google Shape;2647;p143"/>
            <p:cNvGrpSpPr/>
            <p:nvPr/>
          </p:nvGrpSpPr>
          <p:grpSpPr>
            <a:xfrm>
              <a:off x="6402738" y="2784864"/>
              <a:ext cx="458937" cy="422178"/>
              <a:chOff x="4437340" y="1269451"/>
              <a:chExt cx="914400" cy="914400"/>
            </a:xfrm>
          </p:grpSpPr>
          <p:sp>
            <p:nvSpPr>
              <p:cNvPr id="2648" name="Google Shape;2648;p143"/>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9" name="Google Shape;2649;p143"/>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650" name="Google Shape;2650;p143"/>
            <p:cNvGrpSpPr/>
            <p:nvPr/>
          </p:nvGrpSpPr>
          <p:grpSpPr>
            <a:xfrm>
              <a:off x="8263149" y="2767685"/>
              <a:ext cx="458937" cy="422178"/>
              <a:chOff x="4437340" y="3101261"/>
              <a:chExt cx="914400" cy="914400"/>
            </a:xfrm>
          </p:grpSpPr>
          <p:sp>
            <p:nvSpPr>
              <p:cNvPr id="2651" name="Google Shape;2651;p143"/>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52" name="Google Shape;2652;p143"/>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653" name="Google Shape;2653;p143"/>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2654" name="Google Shape;2654;p143"/>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2655" name="Google Shape;2655;p143"/>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2656" name="Google Shape;2656;p143"/>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2657" name="Google Shape;2657;p143"/>
            <p:cNvGrpSpPr/>
            <p:nvPr/>
          </p:nvGrpSpPr>
          <p:grpSpPr>
            <a:xfrm>
              <a:off x="9177549" y="2767685"/>
              <a:ext cx="458937" cy="422178"/>
              <a:chOff x="4437340" y="3101261"/>
              <a:chExt cx="914400" cy="914400"/>
            </a:xfrm>
          </p:grpSpPr>
          <p:sp>
            <p:nvSpPr>
              <p:cNvPr id="2658" name="Google Shape;2658;p143"/>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59" name="Google Shape;2659;p143"/>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660" name="Google Shape;2660;p143"/>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2661" name="Google Shape;2661;p143"/>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2" name="Google Shape;2662;p143"/>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2663" name="Google Shape;2663;p143"/>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664" name="Google Shape;2664;p143"/>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665" name="Google Shape;2665;p143"/>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2666" name="Google Shape;2666;p143"/>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67" name="Google Shape;2667;p143"/>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2668" name="Google Shape;2668;p143"/>
          <p:cNvGrpSpPr/>
          <p:nvPr/>
        </p:nvGrpSpPr>
        <p:grpSpPr>
          <a:xfrm>
            <a:off x="7351968" y="4681299"/>
            <a:ext cx="458937" cy="422178"/>
            <a:chOff x="6263829" y="1370716"/>
            <a:chExt cx="914400" cy="914400"/>
          </a:xfrm>
        </p:grpSpPr>
        <p:sp>
          <p:nvSpPr>
            <p:cNvPr id="2669" name="Google Shape;2669;p143"/>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0" name="Google Shape;2670;p143"/>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671" name="Google Shape;2671;p143"/>
          <p:cNvGrpSpPr/>
          <p:nvPr/>
        </p:nvGrpSpPr>
        <p:grpSpPr>
          <a:xfrm>
            <a:off x="6402738" y="4689864"/>
            <a:ext cx="458937" cy="422178"/>
            <a:chOff x="4437340" y="1269451"/>
            <a:chExt cx="914400" cy="914400"/>
          </a:xfrm>
        </p:grpSpPr>
        <p:sp>
          <p:nvSpPr>
            <p:cNvPr id="2672" name="Google Shape;2672;p143"/>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3" name="Google Shape;2673;p143"/>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674" name="Google Shape;2674;p143"/>
          <p:cNvGrpSpPr/>
          <p:nvPr/>
        </p:nvGrpSpPr>
        <p:grpSpPr>
          <a:xfrm>
            <a:off x="8263149" y="4672685"/>
            <a:ext cx="458937" cy="422178"/>
            <a:chOff x="4437340" y="3101261"/>
            <a:chExt cx="914400" cy="914400"/>
          </a:xfrm>
        </p:grpSpPr>
        <p:sp>
          <p:nvSpPr>
            <p:cNvPr id="2675" name="Google Shape;2675;p143"/>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6" name="Google Shape;2676;p143"/>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677" name="Google Shape;2677;p143"/>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2678" name="Google Shape;2678;p143"/>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2679" name="Google Shape;2679;p143"/>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2680" name="Google Shape;2680;p143"/>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2681" name="Google Shape;2681;p143"/>
          <p:cNvGrpSpPr/>
          <p:nvPr/>
        </p:nvGrpSpPr>
        <p:grpSpPr>
          <a:xfrm>
            <a:off x="9177549" y="4672685"/>
            <a:ext cx="458937" cy="422178"/>
            <a:chOff x="4437340" y="3101261"/>
            <a:chExt cx="914400" cy="914400"/>
          </a:xfrm>
        </p:grpSpPr>
        <p:sp>
          <p:nvSpPr>
            <p:cNvPr id="2682" name="Google Shape;2682;p143"/>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83" name="Google Shape;2683;p143"/>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684" name="Google Shape;2684;p143"/>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2685" name="Google Shape;2685;p143"/>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86" name="Google Shape;2686;p143"/>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2687" name="Google Shape;2687;p143"/>
          <p:cNvGrpSpPr/>
          <p:nvPr/>
        </p:nvGrpSpPr>
        <p:grpSpPr>
          <a:xfrm>
            <a:off x="6218477" y="5104532"/>
            <a:ext cx="914400" cy="559500"/>
            <a:chOff x="3899025" y="4752650"/>
            <a:chExt cx="914400" cy="559500"/>
          </a:xfrm>
        </p:grpSpPr>
        <p:pic>
          <p:nvPicPr>
            <p:cNvPr id="2688" name="Google Shape;2688;p143"/>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689" name="Google Shape;2689;p143"/>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2690" name="Google Shape;2690;p143"/>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2691" name="Google Shape;2691;p143"/>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2692" name="Google Shape;2692;p143"/>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2693" name="Google Shape;2693;p143"/>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2694" name="Google Shape;2694;p143"/>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2695" name="Google Shape;2695;p143"/>
          <p:cNvSpPr txBox="1"/>
          <p:nvPr/>
        </p:nvSpPr>
        <p:spPr>
          <a:xfrm>
            <a:off x="2415775" y="2044300"/>
            <a:ext cx="34968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And make extensible …</a:t>
            </a:r>
            <a:endParaRPr>
              <a:solidFill>
                <a:schemeClr val="dk1"/>
              </a:solidFill>
              <a:latin typeface="Red Hat Display"/>
              <a:ea typeface="Red Hat Display"/>
              <a:cs typeface="Red Hat Display"/>
              <a:sym typeface="Red Hat Displa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9" name="Shape 2699"/>
        <p:cNvGrpSpPr/>
        <p:nvPr/>
      </p:nvGrpSpPr>
      <p:grpSpPr>
        <a:xfrm>
          <a:off x="0" y="0"/>
          <a:ext cx="0" cy="0"/>
          <a:chOff x="0" y="0"/>
          <a:chExt cx="0" cy="0"/>
        </a:xfrm>
      </p:grpSpPr>
      <p:sp>
        <p:nvSpPr>
          <p:cNvPr id="2700" name="Google Shape;2700;p144"/>
          <p:cNvSpPr txBox="1"/>
          <p:nvPr>
            <p:ph type="title"/>
          </p:nvPr>
        </p:nvSpPr>
        <p:spPr>
          <a:xfrm>
            <a:off x="1113650" y="7193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Using rhis-builder to create the RH-IS</a:t>
            </a:r>
            <a:endParaRPr/>
          </a:p>
        </p:txBody>
      </p:sp>
      <p:sp>
        <p:nvSpPr>
          <p:cNvPr id="2701" name="Google Shape;2701;p14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702" name="Google Shape;2702;p14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2703" name="Google Shape;2703;p14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pic>
        <p:nvPicPr>
          <p:cNvPr id="2704" name="Google Shape;2704;p144"/>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705" name="Google Shape;2705;p144"/>
          <p:cNvGrpSpPr/>
          <p:nvPr/>
        </p:nvGrpSpPr>
        <p:grpSpPr>
          <a:xfrm>
            <a:off x="3733833" y="1381676"/>
            <a:ext cx="458937" cy="422178"/>
            <a:chOff x="8321229" y="3179936"/>
            <a:chExt cx="914400" cy="914400"/>
          </a:xfrm>
        </p:grpSpPr>
        <p:sp>
          <p:nvSpPr>
            <p:cNvPr id="2706" name="Google Shape;2706;p144"/>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7" name="Google Shape;2707;p144"/>
            <p:cNvPicPr preferRelativeResize="0"/>
            <p:nvPr/>
          </p:nvPicPr>
          <p:blipFill>
            <a:blip r:embed="rId4">
              <a:alphaModFix/>
            </a:blip>
            <a:stretch>
              <a:fillRect/>
            </a:stretch>
          </p:blipFill>
          <p:spPr>
            <a:xfrm>
              <a:off x="8321229" y="3179936"/>
              <a:ext cx="914400" cy="914400"/>
            </a:xfrm>
            <a:prstGeom prst="rect">
              <a:avLst/>
            </a:prstGeom>
            <a:noFill/>
            <a:ln>
              <a:noFill/>
            </a:ln>
          </p:spPr>
        </p:pic>
      </p:grpSp>
      <p:sp>
        <p:nvSpPr>
          <p:cNvPr id="2708" name="Google Shape;2708;p144"/>
          <p:cNvSpPr txBox="1"/>
          <p:nvPr/>
        </p:nvSpPr>
        <p:spPr>
          <a:xfrm>
            <a:off x="600956" y="3464625"/>
            <a:ext cx="1088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a:p>
            <a:pPr indent="0" lvl="0" marL="0" rtl="0" algn="ctr">
              <a:spcBef>
                <a:spcPts val="0"/>
              </a:spcBef>
              <a:spcAft>
                <a:spcPts val="0"/>
              </a:spcAft>
              <a:buNone/>
            </a:pPr>
            <a:r>
              <a:rPr lang="en">
                <a:latin typeface="Red Hat Display"/>
                <a:ea typeface="Red Hat Display"/>
                <a:cs typeface="Red Hat Display"/>
                <a:sym typeface="Red Hat Display"/>
              </a:rPr>
              <a:t>Node</a:t>
            </a:r>
            <a:endParaRPr>
              <a:latin typeface="Red Hat Display"/>
              <a:ea typeface="Red Hat Display"/>
              <a:cs typeface="Red Hat Display"/>
              <a:sym typeface="Red Hat Display"/>
            </a:endParaRPr>
          </a:p>
        </p:txBody>
      </p:sp>
      <p:grpSp>
        <p:nvGrpSpPr>
          <p:cNvPr id="2709" name="Google Shape;2709;p144"/>
          <p:cNvGrpSpPr/>
          <p:nvPr/>
        </p:nvGrpSpPr>
        <p:grpSpPr>
          <a:xfrm>
            <a:off x="6202675" y="1704850"/>
            <a:ext cx="5504263" cy="2135182"/>
            <a:chOff x="6202675" y="2390650"/>
            <a:chExt cx="5504263" cy="2135182"/>
          </a:xfrm>
        </p:grpSpPr>
        <p:sp>
          <p:nvSpPr>
            <p:cNvPr id="2710" name="Google Shape;2710;p144"/>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11" name="Google Shape;2711;p144"/>
            <p:cNvPicPr preferRelativeResize="0"/>
            <p:nvPr/>
          </p:nvPicPr>
          <p:blipFill rotWithShape="1">
            <a:blip r:embed="rId5">
              <a:alphaModFix/>
            </a:blip>
            <a:srcRect b="19054" l="0" r="0" t="19757"/>
            <a:stretch/>
          </p:blipFill>
          <p:spPr>
            <a:xfrm>
              <a:off x="6202675" y="3191195"/>
              <a:ext cx="914400" cy="559500"/>
            </a:xfrm>
            <a:prstGeom prst="rect">
              <a:avLst/>
            </a:prstGeom>
            <a:noFill/>
            <a:ln>
              <a:noFill/>
            </a:ln>
          </p:spPr>
        </p:pic>
        <p:pic>
          <p:nvPicPr>
            <p:cNvPr id="2712" name="Google Shape;2712;p144"/>
            <p:cNvPicPr preferRelativeResize="0"/>
            <p:nvPr/>
          </p:nvPicPr>
          <p:blipFill rotWithShape="1">
            <a:blip r:embed="rId5">
              <a:alphaModFix/>
            </a:blip>
            <a:srcRect b="19054" l="0" r="0" t="19757"/>
            <a:stretch/>
          </p:blipFill>
          <p:spPr>
            <a:xfrm>
              <a:off x="7134938" y="3191195"/>
              <a:ext cx="914400" cy="559500"/>
            </a:xfrm>
            <a:prstGeom prst="rect">
              <a:avLst/>
            </a:prstGeom>
            <a:noFill/>
            <a:ln>
              <a:noFill/>
            </a:ln>
          </p:spPr>
        </p:pic>
        <p:grpSp>
          <p:nvGrpSpPr>
            <p:cNvPr id="2713" name="Google Shape;2713;p144"/>
            <p:cNvGrpSpPr/>
            <p:nvPr/>
          </p:nvGrpSpPr>
          <p:grpSpPr>
            <a:xfrm>
              <a:off x="7351968" y="2776299"/>
              <a:ext cx="458937" cy="422178"/>
              <a:chOff x="6263829" y="1370716"/>
              <a:chExt cx="914400" cy="914400"/>
            </a:xfrm>
          </p:grpSpPr>
          <p:sp>
            <p:nvSpPr>
              <p:cNvPr id="2714" name="Google Shape;2714;p14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15" name="Google Shape;2715;p144"/>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716" name="Google Shape;2716;p144"/>
            <p:cNvGrpSpPr/>
            <p:nvPr/>
          </p:nvGrpSpPr>
          <p:grpSpPr>
            <a:xfrm>
              <a:off x="6402738" y="2784864"/>
              <a:ext cx="458937" cy="422178"/>
              <a:chOff x="4437340" y="1269451"/>
              <a:chExt cx="914400" cy="914400"/>
            </a:xfrm>
          </p:grpSpPr>
          <p:sp>
            <p:nvSpPr>
              <p:cNvPr id="2717" name="Google Shape;2717;p14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18" name="Google Shape;2718;p144"/>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719" name="Google Shape;2719;p144"/>
            <p:cNvGrpSpPr/>
            <p:nvPr/>
          </p:nvGrpSpPr>
          <p:grpSpPr>
            <a:xfrm>
              <a:off x="8263149" y="2767685"/>
              <a:ext cx="458937" cy="422178"/>
              <a:chOff x="4437340" y="3101261"/>
              <a:chExt cx="914400" cy="914400"/>
            </a:xfrm>
          </p:grpSpPr>
          <p:sp>
            <p:nvSpPr>
              <p:cNvPr id="2720" name="Google Shape;2720;p14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21" name="Google Shape;2721;p144"/>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722" name="Google Shape;2722;p144"/>
            <p:cNvPicPr preferRelativeResize="0"/>
            <p:nvPr/>
          </p:nvPicPr>
          <p:blipFill rotWithShape="1">
            <a:blip r:embed="rId5">
              <a:alphaModFix/>
            </a:blip>
            <a:srcRect b="19054" l="0" r="0" t="19757"/>
            <a:stretch/>
          </p:blipFill>
          <p:spPr>
            <a:xfrm>
              <a:off x="8049338" y="3191195"/>
              <a:ext cx="914400" cy="559500"/>
            </a:xfrm>
            <a:prstGeom prst="rect">
              <a:avLst/>
            </a:prstGeom>
            <a:noFill/>
            <a:ln>
              <a:noFill/>
            </a:ln>
          </p:spPr>
        </p:pic>
        <p:pic>
          <p:nvPicPr>
            <p:cNvPr id="2723" name="Google Shape;2723;p144"/>
            <p:cNvPicPr preferRelativeResize="0"/>
            <p:nvPr/>
          </p:nvPicPr>
          <p:blipFill rotWithShape="1">
            <a:blip r:embed="rId5">
              <a:alphaModFix/>
            </a:blip>
            <a:srcRect b="19054" l="0" r="0" t="19757"/>
            <a:stretch/>
          </p:blipFill>
          <p:spPr>
            <a:xfrm>
              <a:off x="8963738" y="3191195"/>
              <a:ext cx="914400" cy="559500"/>
            </a:xfrm>
            <a:prstGeom prst="rect">
              <a:avLst/>
            </a:prstGeom>
            <a:noFill/>
            <a:ln>
              <a:noFill/>
            </a:ln>
          </p:spPr>
        </p:pic>
        <p:pic>
          <p:nvPicPr>
            <p:cNvPr id="2724" name="Google Shape;2724;p144"/>
            <p:cNvPicPr preferRelativeResize="0"/>
            <p:nvPr/>
          </p:nvPicPr>
          <p:blipFill rotWithShape="1">
            <a:blip r:embed="rId5">
              <a:alphaModFix/>
            </a:blip>
            <a:srcRect b="19054" l="0" r="0" t="19757"/>
            <a:stretch/>
          </p:blipFill>
          <p:spPr>
            <a:xfrm>
              <a:off x="9878138" y="3191195"/>
              <a:ext cx="914400" cy="559500"/>
            </a:xfrm>
            <a:prstGeom prst="rect">
              <a:avLst/>
            </a:prstGeom>
            <a:noFill/>
            <a:ln>
              <a:noFill/>
            </a:ln>
          </p:spPr>
        </p:pic>
        <p:pic>
          <p:nvPicPr>
            <p:cNvPr id="2725" name="Google Shape;2725;p144"/>
            <p:cNvPicPr preferRelativeResize="0"/>
            <p:nvPr/>
          </p:nvPicPr>
          <p:blipFill rotWithShape="1">
            <a:blip r:embed="rId5">
              <a:alphaModFix/>
            </a:blip>
            <a:srcRect b="19054" l="0" r="0" t="19757"/>
            <a:stretch/>
          </p:blipFill>
          <p:spPr>
            <a:xfrm>
              <a:off x="10792538" y="3191195"/>
              <a:ext cx="914400" cy="559500"/>
            </a:xfrm>
            <a:prstGeom prst="rect">
              <a:avLst/>
            </a:prstGeom>
            <a:noFill/>
            <a:ln>
              <a:noFill/>
            </a:ln>
          </p:spPr>
        </p:pic>
        <p:grpSp>
          <p:nvGrpSpPr>
            <p:cNvPr id="2726" name="Google Shape;2726;p144"/>
            <p:cNvGrpSpPr/>
            <p:nvPr/>
          </p:nvGrpSpPr>
          <p:grpSpPr>
            <a:xfrm>
              <a:off x="9177549" y="2767685"/>
              <a:ext cx="458937" cy="422178"/>
              <a:chOff x="4437340" y="3101261"/>
              <a:chExt cx="914400" cy="914400"/>
            </a:xfrm>
          </p:grpSpPr>
          <p:sp>
            <p:nvSpPr>
              <p:cNvPr id="2727" name="Google Shape;2727;p14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28" name="Google Shape;2728;p144"/>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729" name="Google Shape;2729;p144"/>
            <p:cNvPicPr preferRelativeResize="0"/>
            <p:nvPr/>
          </p:nvPicPr>
          <p:blipFill>
            <a:blip r:embed="rId9">
              <a:alphaModFix/>
            </a:blip>
            <a:stretch>
              <a:fillRect/>
            </a:stretch>
          </p:blipFill>
          <p:spPr>
            <a:xfrm>
              <a:off x="10895276" y="2835667"/>
              <a:ext cx="318000" cy="318000"/>
            </a:xfrm>
            <a:prstGeom prst="rect">
              <a:avLst/>
            </a:prstGeom>
            <a:noFill/>
            <a:ln>
              <a:noFill/>
            </a:ln>
          </p:spPr>
        </p:pic>
        <p:sp>
          <p:nvSpPr>
            <p:cNvPr id="2730" name="Google Shape;2730;p144"/>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1" name="Google Shape;2731;p144"/>
            <p:cNvPicPr preferRelativeResize="0"/>
            <p:nvPr/>
          </p:nvPicPr>
          <p:blipFill>
            <a:blip r:embed="rId9">
              <a:alphaModFix/>
            </a:blip>
            <a:stretch>
              <a:fillRect/>
            </a:stretch>
          </p:blipFill>
          <p:spPr>
            <a:xfrm>
              <a:off x="9980876" y="2835667"/>
              <a:ext cx="318000" cy="318000"/>
            </a:xfrm>
            <a:prstGeom prst="rect">
              <a:avLst/>
            </a:prstGeom>
            <a:noFill/>
            <a:ln>
              <a:noFill/>
            </a:ln>
          </p:spPr>
        </p:pic>
        <p:pic>
          <p:nvPicPr>
            <p:cNvPr id="2732" name="Google Shape;2732;p144"/>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733" name="Google Shape;2733;p144"/>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734" name="Google Shape;2734;p144"/>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grpSp>
      <p:sp>
        <p:nvSpPr>
          <p:cNvPr id="2735" name="Google Shape;2735;p144"/>
          <p:cNvSpPr/>
          <p:nvPr/>
        </p:nvSpPr>
        <p:spPr>
          <a:xfrm>
            <a:off x="108553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6" name="Google Shape;2736;p144"/>
          <p:cNvPicPr preferRelativeResize="0"/>
          <p:nvPr/>
        </p:nvPicPr>
        <p:blipFill rotWithShape="1">
          <a:blip r:embed="rId5">
            <a:alphaModFix/>
          </a:blip>
          <a:srcRect b="19054" l="0" r="0" t="19757"/>
          <a:stretch/>
        </p:blipFill>
        <p:spPr>
          <a:xfrm>
            <a:off x="7134938" y="5096195"/>
            <a:ext cx="914400" cy="559500"/>
          </a:xfrm>
          <a:prstGeom prst="rect">
            <a:avLst/>
          </a:prstGeom>
          <a:noFill/>
          <a:ln>
            <a:noFill/>
          </a:ln>
        </p:spPr>
      </p:pic>
      <p:grpSp>
        <p:nvGrpSpPr>
          <p:cNvPr id="2737" name="Google Shape;2737;p144"/>
          <p:cNvGrpSpPr/>
          <p:nvPr/>
        </p:nvGrpSpPr>
        <p:grpSpPr>
          <a:xfrm>
            <a:off x="7351968" y="4681299"/>
            <a:ext cx="458937" cy="422178"/>
            <a:chOff x="6263829" y="1370716"/>
            <a:chExt cx="914400" cy="914400"/>
          </a:xfrm>
        </p:grpSpPr>
        <p:sp>
          <p:nvSpPr>
            <p:cNvPr id="2738" name="Google Shape;2738;p144"/>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9" name="Google Shape;2739;p144"/>
            <p:cNvPicPr preferRelativeResize="0"/>
            <p:nvPr/>
          </p:nvPicPr>
          <p:blipFill>
            <a:blip r:embed="rId6">
              <a:alphaModFix/>
            </a:blip>
            <a:stretch>
              <a:fillRect/>
            </a:stretch>
          </p:blipFill>
          <p:spPr>
            <a:xfrm>
              <a:off x="6312879" y="1419766"/>
              <a:ext cx="816300" cy="816300"/>
            </a:xfrm>
            <a:prstGeom prst="rect">
              <a:avLst/>
            </a:prstGeom>
            <a:noFill/>
            <a:ln>
              <a:noFill/>
            </a:ln>
          </p:spPr>
        </p:pic>
      </p:grpSp>
      <p:grpSp>
        <p:nvGrpSpPr>
          <p:cNvPr id="2740" name="Google Shape;2740;p144"/>
          <p:cNvGrpSpPr/>
          <p:nvPr/>
        </p:nvGrpSpPr>
        <p:grpSpPr>
          <a:xfrm>
            <a:off x="6402738" y="4689864"/>
            <a:ext cx="458937" cy="422178"/>
            <a:chOff x="4437340" y="1269451"/>
            <a:chExt cx="914400" cy="914400"/>
          </a:xfrm>
        </p:grpSpPr>
        <p:sp>
          <p:nvSpPr>
            <p:cNvPr id="2741" name="Google Shape;2741;p144"/>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2" name="Google Shape;2742;p144"/>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grpSp>
        <p:nvGrpSpPr>
          <p:cNvPr id="2743" name="Google Shape;2743;p144"/>
          <p:cNvGrpSpPr/>
          <p:nvPr/>
        </p:nvGrpSpPr>
        <p:grpSpPr>
          <a:xfrm>
            <a:off x="8263149" y="4672685"/>
            <a:ext cx="458937" cy="422178"/>
            <a:chOff x="4437340" y="3101261"/>
            <a:chExt cx="914400" cy="914400"/>
          </a:xfrm>
        </p:grpSpPr>
        <p:sp>
          <p:nvSpPr>
            <p:cNvPr id="2744" name="Google Shape;2744;p14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5" name="Google Shape;2745;p144"/>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746" name="Google Shape;2746;p144"/>
          <p:cNvPicPr preferRelativeResize="0"/>
          <p:nvPr/>
        </p:nvPicPr>
        <p:blipFill rotWithShape="1">
          <a:blip r:embed="rId5">
            <a:alphaModFix/>
          </a:blip>
          <a:srcRect b="19054" l="0" r="0" t="19757"/>
          <a:stretch/>
        </p:blipFill>
        <p:spPr>
          <a:xfrm>
            <a:off x="8049338" y="5096195"/>
            <a:ext cx="914400" cy="559500"/>
          </a:xfrm>
          <a:prstGeom prst="rect">
            <a:avLst/>
          </a:prstGeom>
          <a:noFill/>
          <a:ln>
            <a:noFill/>
          </a:ln>
        </p:spPr>
      </p:pic>
      <p:pic>
        <p:nvPicPr>
          <p:cNvPr id="2747" name="Google Shape;2747;p144"/>
          <p:cNvPicPr preferRelativeResize="0"/>
          <p:nvPr/>
        </p:nvPicPr>
        <p:blipFill rotWithShape="1">
          <a:blip r:embed="rId5">
            <a:alphaModFix/>
          </a:blip>
          <a:srcRect b="19054" l="0" r="0" t="19757"/>
          <a:stretch/>
        </p:blipFill>
        <p:spPr>
          <a:xfrm>
            <a:off x="8963738" y="5096195"/>
            <a:ext cx="914400" cy="559500"/>
          </a:xfrm>
          <a:prstGeom prst="rect">
            <a:avLst/>
          </a:prstGeom>
          <a:noFill/>
          <a:ln>
            <a:noFill/>
          </a:ln>
        </p:spPr>
      </p:pic>
      <p:pic>
        <p:nvPicPr>
          <p:cNvPr id="2748" name="Google Shape;2748;p144"/>
          <p:cNvPicPr preferRelativeResize="0"/>
          <p:nvPr/>
        </p:nvPicPr>
        <p:blipFill rotWithShape="1">
          <a:blip r:embed="rId5">
            <a:alphaModFix/>
          </a:blip>
          <a:srcRect b="19054" l="0" r="0" t="19757"/>
          <a:stretch/>
        </p:blipFill>
        <p:spPr>
          <a:xfrm>
            <a:off x="9878138" y="5096195"/>
            <a:ext cx="914400" cy="559500"/>
          </a:xfrm>
          <a:prstGeom prst="rect">
            <a:avLst/>
          </a:prstGeom>
          <a:noFill/>
          <a:ln>
            <a:noFill/>
          </a:ln>
        </p:spPr>
      </p:pic>
      <p:pic>
        <p:nvPicPr>
          <p:cNvPr id="2749" name="Google Shape;2749;p144"/>
          <p:cNvPicPr preferRelativeResize="0"/>
          <p:nvPr/>
        </p:nvPicPr>
        <p:blipFill rotWithShape="1">
          <a:blip r:embed="rId5">
            <a:alphaModFix/>
          </a:blip>
          <a:srcRect b="19054" l="0" r="0" t="19757"/>
          <a:stretch/>
        </p:blipFill>
        <p:spPr>
          <a:xfrm>
            <a:off x="10792538" y="5096195"/>
            <a:ext cx="914400" cy="559500"/>
          </a:xfrm>
          <a:prstGeom prst="rect">
            <a:avLst/>
          </a:prstGeom>
          <a:noFill/>
          <a:ln>
            <a:noFill/>
          </a:ln>
        </p:spPr>
      </p:pic>
      <p:grpSp>
        <p:nvGrpSpPr>
          <p:cNvPr id="2750" name="Google Shape;2750;p144"/>
          <p:cNvGrpSpPr/>
          <p:nvPr/>
        </p:nvGrpSpPr>
        <p:grpSpPr>
          <a:xfrm>
            <a:off x="9177549" y="4672685"/>
            <a:ext cx="458937" cy="422178"/>
            <a:chOff x="4437340" y="3101261"/>
            <a:chExt cx="914400" cy="914400"/>
          </a:xfrm>
        </p:grpSpPr>
        <p:sp>
          <p:nvSpPr>
            <p:cNvPr id="2751" name="Google Shape;2751;p144"/>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2" name="Google Shape;2752;p144"/>
            <p:cNvPicPr preferRelativeResize="0"/>
            <p:nvPr/>
          </p:nvPicPr>
          <p:blipFill rotWithShape="1">
            <a:blip r:embed="rId8">
              <a:alphaModFix/>
            </a:blip>
            <a:srcRect b="13122" l="12810" r="11523" t="12272"/>
            <a:stretch/>
          </p:blipFill>
          <p:spPr>
            <a:xfrm>
              <a:off x="4518236" y="3190157"/>
              <a:ext cx="752608" cy="736608"/>
            </a:xfrm>
            <a:prstGeom prst="rect">
              <a:avLst/>
            </a:prstGeom>
            <a:noFill/>
            <a:ln>
              <a:noFill/>
            </a:ln>
          </p:spPr>
        </p:pic>
      </p:grpSp>
      <p:pic>
        <p:nvPicPr>
          <p:cNvPr id="2753" name="Google Shape;2753;p144"/>
          <p:cNvPicPr preferRelativeResize="0"/>
          <p:nvPr/>
        </p:nvPicPr>
        <p:blipFill>
          <a:blip r:embed="rId9">
            <a:alphaModFix/>
          </a:blip>
          <a:stretch>
            <a:fillRect/>
          </a:stretch>
        </p:blipFill>
        <p:spPr>
          <a:xfrm>
            <a:off x="10895276" y="4740667"/>
            <a:ext cx="318000" cy="318000"/>
          </a:xfrm>
          <a:prstGeom prst="rect">
            <a:avLst/>
          </a:prstGeom>
          <a:noFill/>
          <a:ln>
            <a:noFill/>
          </a:ln>
        </p:spPr>
      </p:pic>
      <p:sp>
        <p:nvSpPr>
          <p:cNvPr id="2754" name="Google Shape;2754;p144"/>
          <p:cNvSpPr/>
          <p:nvPr/>
        </p:nvSpPr>
        <p:spPr>
          <a:xfrm>
            <a:off x="9940950" y="4295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5" name="Google Shape;2755;p144"/>
          <p:cNvPicPr preferRelativeResize="0"/>
          <p:nvPr/>
        </p:nvPicPr>
        <p:blipFill>
          <a:blip r:embed="rId9">
            <a:alphaModFix/>
          </a:blip>
          <a:stretch>
            <a:fillRect/>
          </a:stretch>
        </p:blipFill>
        <p:spPr>
          <a:xfrm>
            <a:off x="9980876" y="4740667"/>
            <a:ext cx="318000" cy="318000"/>
          </a:xfrm>
          <a:prstGeom prst="rect">
            <a:avLst/>
          </a:prstGeom>
          <a:noFill/>
          <a:ln>
            <a:noFill/>
          </a:ln>
        </p:spPr>
      </p:pic>
      <p:grpSp>
        <p:nvGrpSpPr>
          <p:cNvPr id="2756" name="Google Shape;2756;p144"/>
          <p:cNvGrpSpPr/>
          <p:nvPr/>
        </p:nvGrpSpPr>
        <p:grpSpPr>
          <a:xfrm>
            <a:off x="6218477" y="5104532"/>
            <a:ext cx="914400" cy="559500"/>
            <a:chOff x="3899025" y="4752650"/>
            <a:chExt cx="914400" cy="559500"/>
          </a:xfrm>
        </p:grpSpPr>
        <p:pic>
          <p:nvPicPr>
            <p:cNvPr id="2757" name="Google Shape;2757;p144"/>
            <p:cNvPicPr preferRelativeResize="0"/>
            <p:nvPr/>
          </p:nvPicPr>
          <p:blipFill rotWithShape="1">
            <a:blip r:embed="rId5">
              <a:alphaModFix/>
            </a:blip>
            <a:srcRect b="19054" l="0" r="0" t="19757"/>
            <a:stretch/>
          </p:blipFill>
          <p:spPr>
            <a:xfrm>
              <a:off x="3899025" y="4752650"/>
              <a:ext cx="914400" cy="559500"/>
            </a:xfrm>
            <a:prstGeom prst="rect">
              <a:avLst/>
            </a:prstGeom>
            <a:noFill/>
            <a:ln>
              <a:noFill/>
            </a:ln>
          </p:spPr>
        </p:pic>
        <p:pic>
          <p:nvPicPr>
            <p:cNvPr id="2758" name="Google Shape;2758;p144"/>
            <p:cNvPicPr preferRelativeResize="0"/>
            <p:nvPr/>
          </p:nvPicPr>
          <p:blipFill>
            <a:blip r:embed="rId10">
              <a:alphaModFix/>
            </a:blip>
            <a:stretch>
              <a:fillRect/>
            </a:stretch>
          </p:blipFill>
          <p:spPr>
            <a:xfrm>
              <a:off x="4302575" y="4883351"/>
              <a:ext cx="275675" cy="275675"/>
            </a:xfrm>
            <a:prstGeom prst="rect">
              <a:avLst/>
            </a:prstGeom>
            <a:noFill/>
            <a:ln>
              <a:noFill/>
            </a:ln>
          </p:spPr>
        </p:pic>
      </p:grpSp>
      <p:pic>
        <p:nvPicPr>
          <p:cNvPr id="2759" name="Google Shape;2759;p144"/>
          <p:cNvPicPr preferRelativeResize="0"/>
          <p:nvPr/>
        </p:nvPicPr>
        <p:blipFill>
          <a:blip r:embed="rId10">
            <a:alphaModFix/>
          </a:blip>
          <a:stretch>
            <a:fillRect/>
          </a:stretch>
        </p:blipFill>
        <p:spPr>
          <a:xfrm>
            <a:off x="7536427" y="5225251"/>
            <a:ext cx="275675" cy="275675"/>
          </a:xfrm>
          <a:prstGeom prst="rect">
            <a:avLst/>
          </a:prstGeom>
          <a:noFill/>
          <a:ln>
            <a:noFill/>
          </a:ln>
        </p:spPr>
      </p:pic>
      <p:pic>
        <p:nvPicPr>
          <p:cNvPr id="2760" name="Google Shape;2760;p144"/>
          <p:cNvPicPr preferRelativeResize="0"/>
          <p:nvPr/>
        </p:nvPicPr>
        <p:blipFill>
          <a:blip r:embed="rId10">
            <a:alphaModFix/>
          </a:blip>
          <a:stretch>
            <a:fillRect/>
          </a:stretch>
        </p:blipFill>
        <p:spPr>
          <a:xfrm>
            <a:off x="8453822" y="5225251"/>
            <a:ext cx="275675" cy="275675"/>
          </a:xfrm>
          <a:prstGeom prst="rect">
            <a:avLst/>
          </a:prstGeom>
          <a:noFill/>
          <a:ln>
            <a:noFill/>
          </a:ln>
        </p:spPr>
      </p:pic>
      <p:pic>
        <p:nvPicPr>
          <p:cNvPr id="2761" name="Google Shape;2761;p144"/>
          <p:cNvPicPr preferRelativeResize="0"/>
          <p:nvPr/>
        </p:nvPicPr>
        <p:blipFill>
          <a:blip r:embed="rId10">
            <a:alphaModFix/>
          </a:blip>
          <a:stretch>
            <a:fillRect/>
          </a:stretch>
        </p:blipFill>
        <p:spPr>
          <a:xfrm>
            <a:off x="9368222" y="5225251"/>
            <a:ext cx="275675" cy="275675"/>
          </a:xfrm>
          <a:prstGeom prst="rect">
            <a:avLst/>
          </a:prstGeom>
          <a:noFill/>
          <a:ln>
            <a:noFill/>
          </a:ln>
        </p:spPr>
      </p:pic>
      <p:pic>
        <p:nvPicPr>
          <p:cNvPr id="2762" name="Google Shape;2762;p144"/>
          <p:cNvPicPr preferRelativeResize="0"/>
          <p:nvPr/>
        </p:nvPicPr>
        <p:blipFill>
          <a:blip r:embed="rId10">
            <a:alphaModFix/>
          </a:blip>
          <a:stretch>
            <a:fillRect/>
          </a:stretch>
        </p:blipFill>
        <p:spPr>
          <a:xfrm>
            <a:off x="10282622" y="5225251"/>
            <a:ext cx="275675" cy="275675"/>
          </a:xfrm>
          <a:prstGeom prst="rect">
            <a:avLst/>
          </a:prstGeom>
          <a:noFill/>
          <a:ln>
            <a:noFill/>
          </a:ln>
        </p:spPr>
      </p:pic>
      <p:pic>
        <p:nvPicPr>
          <p:cNvPr id="2763" name="Google Shape;2763;p144"/>
          <p:cNvPicPr preferRelativeResize="0"/>
          <p:nvPr/>
        </p:nvPicPr>
        <p:blipFill>
          <a:blip r:embed="rId10">
            <a:alphaModFix/>
          </a:blip>
          <a:stretch>
            <a:fillRect/>
          </a:stretch>
        </p:blipFill>
        <p:spPr>
          <a:xfrm>
            <a:off x="11197022" y="5225251"/>
            <a:ext cx="275675" cy="275675"/>
          </a:xfrm>
          <a:prstGeom prst="rect">
            <a:avLst/>
          </a:prstGeom>
          <a:noFill/>
          <a:ln>
            <a:noFill/>
          </a:ln>
        </p:spPr>
      </p:pic>
      <p:sp>
        <p:nvSpPr>
          <p:cNvPr id="2764" name="Google Shape;2764;p144"/>
          <p:cNvSpPr txBox="1"/>
          <p:nvPr/>
        </p:nvSpPr>
        <p:spPr>
          <a:xfrm>
            <a:off x="2415775" y="2071050"/>
            <a:ext cx="34968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Deploy Bastion nodes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Deploy and Configure IdM Primary</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replicas</a:t>
            </a:r>
            <a:endParaRPr>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Satellite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capsules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AAP</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controllers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database server</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hub nodes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execution environments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(decision environments)</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Deploy and Configure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tang servers for NBDE</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discovery container for subscription compliance metering</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   +++  And make extensible …</a:t>
            </a:r>
            <a:endParaRPr>
              <a:solidFill>
                <a:schemeClr val="dk1"/>
              </a:solidFill>
              <a:latin typeface="Red Hat Display"/>
              <a:ea typeface="Red Hat Display"/>
              <a:cs typeface="Red Hat Display"/>
              <a:sym typeface="Red Hat Display"/>
            </a:endParaRPr>
          </a:p>
        </p:txBody>
      </p:sp>
      <p:sp>
        <p:nvSpPr>
          <p:cNvPr id="2765" name="Google Shape;2765;p144"/>
          <p:cNvSpPr txBox="1"/>
          <p:nvPr/>
        </p:nvSpPr>
        <p:spPr>
          <a:xfrm>
            <a:off x="6016925"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IdM Primary</a:t>
            </a:r>
            <a:endParaRPr b="1" sz="1200">
              <a:latin typeface="Red Hat Display"/>
              <a:ea typeface="Red Hat Display"/>
              <a:cs typeface="Red Hat Display"/>
              <a:sym typeface="Red Hat Display"/>
            </a:endParaRPr>
          </a:p>
        </p:txBody>
      </p:sp>
      <p:sp>
        <p:nvSpPr>
          <p:cNvPr id="2766" name="Google Shape;2766;p144"/>
          <p:cNvSpPr txBox="1"/>
          <p:nvPr/>
        </p:nvSpPr>
        <p:spPr>
          <a:xfrm>
            <a:off x="6986388" y="1652325"/>
            <a:ext cx="11901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Satellite</a:t>
            </a:r>
            <a:endParaRPr b="1" sz="1200">
              <a:latin typeface="Red Hat Display"/>
              <a:ea typeface="Red Hat Display"/>
              <a:cs typeface="Red Hat Display"/>
              <a:sym typeface="Red Hat Display"/>
            </a:endParaRPr>
          </a:p>
        </p:txBody>
      </p:sp>
      <p:sp>
        <p:nvSpPr>
          <p:cNvPr id="2767" name="Google Shape;2767;p144"/>
          <p:cNvSpPr txBox="1"/>
          <p:nvPr/>
        </p:nvSpPr>
        <p:spPr>
          <a:xfrm>
            <a:off x="78975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Controller</a:t>
            </a:r>
            <a:endParaRPr b="1" sz="1200">
              <a:latin typeface="Red Hat Display"/>
              <a:ea typeface="Red Hat Display"/>
              <a:cs typeface="Red Hat Display"/>
              <a:sym typeface="Red Hat Display"/>
            </a:endParaRPr>
          </a:p>
        </p:txBody>
      </p:sp>
      <p:sp>
        <p:nvSpPr>
          <p:cNvPr id="2768" name="Google Shape;2768;p144"/>
          <p:cNvSpPr txBox="1"/>
          <p:nvPr/>
        </p:nvSpPr>
        <p:spPr>
          <a:xfrm>
            <a:off x="8811950" y="1489594"/>
            <a:ext cx="1190100" cy="48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AAP </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Private Hub</a:t>
            </a:r>
            <a:endParaRPr b="1" sz="1200">
              <a:latin typeface="Red Hat Display"/>
              <a:ea typeface="Red Hat Display"/>
              <a:cs typeface="Red Hat Display"/>
              <a:sym typeface="Red Hat Display"/>
            </a:endParaRPr>
          </a:p>
        </p:txBody>
      </p:sp>
      <p:sp>
        <p:nvSpPr>
          <p:cNvPr id="2769" name="Google Shape;2769;p144"/>
          <p:cNvSpPr txBox="1"/>
          <p:nvPr/>
        </p:nvSpPr>
        <p:spPr>
          <a:xfrm>
            <a:off x="9726350" y="1029552"/>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sp>
        <p:nvSpPr>
          <p:cNvPr id="2770" name="Google Shape;2770;p144"/>
          <p:cNvSpPr txBox="1"/>
          <p:nvPr/>
        </p:nvSpPr>
        <p:spPr>
          <a:xfrm>
            <a:off x="10654700" y="1029400"/>
            <a:ext cx="1190100" cy="6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Container</a:t>
            </a:r>
            <a:endParaRPr b="1" sz="1200">
              <a:latin typeface="Red Hat Display"/>
              <a:ea typeface="Red Hat Display"/>
              <a:cs typeface="Red Hat Display"/>
              <a:sym typeface="Red Hat Display"/>
            </a:endParaRPr>
          </a:p>
          <a:p>
            <a:pPr indent="0" lvl="0" marL="0" rtl="0" algn="ctr">
              <a:spcBef>
                <a:spcPts val="0"/>
              </a:spcBef>
              <a:spcAft>
                <a:spcPts val="0"/>
              </a:spcAft>
              <a:buNone/>
            </a:pPr>
            <a:r>
              <a:rPr b="1" lang="en" sz="1200">
                <a:latin typeface="Red Hat Display"/>
                <a:ea typeface="Red Hat Display"/>
                <a:cs typeface="Red Hat Display"/>
                <a:sym typeface="Red Hat Display"/>
              </a:rPr>
              <a:t>Server</a:t>
            </a:r>
            <a:endParaRPr b="1" sz="1200">
              <a:latin typeface="Red Hat Display"/>
              <a:ea typeface="Red Hat Display"/>
              <a:cs typeface="Red Hat Display"/>
              <a:sym typeface="Red Hat Display"/>
            </a:endParaRPr>
          </a:p>
        </p:txBody>
      </p:sp>
      <p:pic>
        <p:nvPicPr>
          <p:cNvPr id="2771" name="Google Shape;2771;p144"/>
          <p:cNvPicPr preferRelativeResize="0"/>
          <p:nvPr/>
        </p:nvPicPr>
        <p:blipFill>
          <a:blip r:embed="rId9">
            <a:alphaModFix/>
          </a:blip>
          <a:stretch>
            <a:fillRect/>
          </a:stretch>
        </p:blipFill>
        <p:spPr>
          <a:xfrm>
            <a:off x="10351563" y="2149867"/>
            <a:ext cx="318000" cy="318000"/>
          </a:xfrm>
          <a:prstGeom prst="rect">
            <a:avLst/>
          </a:prstGeom>
          <a:noFill/>
          <a:ln>
            <a:noFill/>
          </a:ln>
        </p:spPr>
      </p:pic>
      <p:pic>
        <p:nvPicPr>
          <p:cNvPr id="2772" name="Google Shape;2772;p144"/>
          <p:cNvPicPr preferRelativeResize="0"/>
          <p:nvPr/>
        </p:nvPicPr>
        <p:blipFill>
          <a:blip r:embed="rId9">
            <a:alphaModFix/>
          </a:blip>
          <a:stretch>
            <a:fillRect/>
          </a:stretch>
        </p:blipFill>
        <p:spPr>
          <a:xfrm>
            <a:off x="11265963" y="2149867"/>
            <a:ext cx="318000" cy="318000"/>
          </a:xfrm>
          <a:prstGeom prst="rect">
            <a:avLst/>
          </a:prstGeom>
          <a:noFill/>
          <a:ln>
            <a:noFill/>
          </a:ln>
        </p:spPr>
      </p:pic>
      <p:pic>
        <p:nvPicPr>
          <p:cNvPr id="2773" name="Google Shape;2773;p144"/>
          <p:cNvPicPr preferRelativeResize="0"/>
          <p:nvPr/>
        </p:nvPicPr>
        <p:blipFill>
          <a:blip r:embed="rId9">
            <a:alphaModFix/>
          </a:blip>
          <a:stretch>
            <a:fillRect/>
          </a:stretch>
        </p:blipFill>
        <p:spPr>
          <a:xfrm>
            <a:off x="10351563" y="4740667"/>
            <a:ext cx="318000" cy="318000"/>
          </a:xfrm>
          <a:prstGeom prst="rect">
            <a:avLst/>
          </a:prstGeom>
          <a:noFill/>
          <a:ln>
            <a:noFill/>
          </a:ln>
        </p:spPr>
      </p:pic>
      <p:pic>
        <p:nvPicPr>
          <p:cNvPr id="2774" name="Google Shape;2774;p144"/>
          <p:cNvPicPr preferRelativeResize="0"/>
          <p:nvPr/>
        </p:nvPicPr>
        <p:blipFill>
          <a:blip r:embed="rId9">
            <a:alphaModFix/>
          </a:blip>
          <a:stretch>
            <a:fillRect/>
          </a:stretch>
        </p:blipFill>
        <p:spPr>
          <a:xfrm>
            <a:off x="11265963" y="4740667"/>
            <a:ext cx="318000" cy="318000"/>
          </a:xfrm>
          <a:prstGeom prst="rect">
            <a:avLst/>
          </a:prstGeom>
          <a:noFill/>
          <a:ln>
            <a:noFill/>
          </a:ln>
        </p:spPr>
      </p:pic>
      <p:sp>
        <p:nvSpPr>
          <p:cNvPr id="2775" name="Google Shape;2775;p144"/>
          <p:cNvSpPr txBox="1"/>
          <p:nvPr/>
        </p:nvSpPr>
        <p:spPr>
          <a:xfrm>
            <a:off x="6550325" y="3785925"/>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On Premise Hypervisor</a:t>
            </a:r>
            <a:endParaRPr b="1" sz="1200">
              <a:latin typeface="Red Hat Display"/>
              <a:ea typeface="Red Hat Display"/>
              <a:cs typeface="Red Hat Display"/>
              <a:sym typeface="Red Hat Display"/>
            </a:endParaRPr>
          </a:p>
        </p:txBody>
      </p:sp>
      <p:sp>
        <p:nvSpPr>
          <p:cNvPr id="2776" name="Google Shape;2776;p144"/>
          <p:cNvSpPr txBox="1"/>
          <p:nvPr/>
        </p:nvSpPr>
        <p:spPr>
          <a:xfrm>
            <a:off x="6550325" y="5676238"/>
            <a:ext cx="49224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Cloud Landing Zone</a:t>
            </a:r>
            <a:endParaRPr b="1" sz="1200">
              <a:latin typeface="Red Hat Display"/>
              <a:ea typeface="Red Hat Display"/>
              <a:cs typeface="Red Hat Display"/>
              <a:sym typeface="Red Hat Display"/>
            </a:endParaRPr>
          </a:p>
        </p:txBody>
      </p:sp>
      <p:sp>
        <p:nvSpPr>
          <p:cNvPr id="2777" name="Google Shape;2777;p144"/>
          <p:cNvSpPr txBox="1"/>
          <p:nvPr/>
        </p:nvSpPr>
        <p:spPr>
          <a:xfrm>
            <a:off x="3109875" y="1804725"/>
            <a:ext cx="1734900" cy="31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console.redhat.com</a:t>
            </a:r>
            <a:endParaRPr b="1" sz="1200">
              <a:latin typeface="Red Hat Display"/>
              <a:ea typeface="Red Hat Display"/>
              <a:cs typeface="Red Hat Display"/>
              <a:sym typeface="Red Hat Display"/>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1" name="Shape 2781"/>
        <p:cNvGrpSpPr/>
        <p:nvPr/>
      </p:nvGrpSpPr>
      <p:grpSpPr>
        <a:xfrm>
          <a:off x="0" y="0"/>
          <a:ext cx="0" cy="0"/>
          <a:chOff x="0" y="0"/>
          <a:chExt cx="0" cy="0"/>
        </a:xfrm>
      </p:grpSpPr>
      <p:sp>
        <p:nvSpPr>
          <p:cNvPr id="2782" name="Google Shape;2782;p145"/>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1 - build the image</a:t>
            </a:r>
            <a:endParaRPr/>
          </a:p>
        </p:txBody>
      </p:sp>
      <p:sp>
        <p:nvSpPr>
          <p:cNvPr id="2783" name="Google Shape;2783;p1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784" name="Google Shape;2784;p14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785" name="Google Shape;2785;p145"/>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786" name="Google Shape;2786;p145"/>
          <p:cNvGrpSpPr/>
          <p:nvPr/>
        </p:nvGrpSpPr>
        <p:grpSpPr>
          <a:xfrm>
            <a:off x="3506100" y="1849713"/>
            <a:ext cx="914400" cy="559500"/>
            <a:chOff x="3899025" y="4752650"/>
            <a:chExt cx="914400" cy="559500"/>
          </a:xfrm>
        </p:grpSpPr>
        <p:pic>
          <p:nvPicPr>
            <p:cNvPr id="2787" name="Google Shape;2787;p145"/>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788" name="Google Shape;2788;p145"/>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789" name="Google Shape;2789;p145"/>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790" name="Google Shape;2790;p14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791" name="Google Shape;2791;p145"/>
          <p:cNvGrpSpPr/>
          <p:nvPr/>
        </p:nvGrpSpPr>
        <p:grpSpPr>
          <a:xfrm>
            <a:off x="3621987" y="1153338"/>
            <a:ext cx="688452" cy="651693"/>
            <a:chOff x="8321229" y="3179936"/>
            <a:chExt cx="914400" cy="914400"/>
          </a:xfrm>
        </p:grpSpPr>
        <p:sp>
          <p:nvSpPr>
            <p:cNvPr id="2792" name="Google Shape;2792;p145"/>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93" name="Google Shape;2793;p145"/>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794" name="Google Shape;2794;p145"/>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795" name="Google Shape;2795;p145"/>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796" name="Google Shape;2796;p145"/>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797" name="Google Shape;2797;p145"/>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798" name="Google Shape;2798;p145"/>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cxnSp>
        <p:nvCxnSpPr>
          <p:cNvPr id="2799" name="Google Shape;2799;p145"/>
          <p:cNvCxnSpPr>
            <a:stCxn id="2785" idx="3"/>
            <a:endCxn id="2793" idx="1"/>
          </p:cNvCxnSpPr>
          <p:nvPr/>
        </p:nvCxnSpPr>
        <p:spPr>
          <a:xfrm flipH="1" rot="10800000">
            <a:off x="1578891" y="1479204"/>
            <a:ext cx="2043000" cy="1908000"/>
          </a:xfrm>
          <a:prstGeom prst="curvedConnector3">
            <a:avLst>
              <a:gd fmla="val 50002" name="adj1"/>
            </a:avLst>
          </a:prstGeom>
          <a:noFill/>
          <a:ln cap="flat" cmpd="sng" w="9525">
            <a:solidFill>
              <a:schemeClr val="dk2"/>
            </a:solidFill>
            <a:prstDash val="solid"/>
            <a:round/>
            <a:headEnd len="med" w="med" type="triangle"/>
            <a:tailEnd len="med" w="med" type="triangle"/>
          </a:ln>
        </p:spPr>
      </p:cxnSp>
      <p:sp>
        <p:nvSpPr>
          <p:cNvPr id="2800" name="Google Shape;2800;p145"/>
          <p:cNvSpPr txBox="1"/>
          <p:nvPr/>
        </p:nvSpPr>
        <p:spPr>
          <a:xfrm>
            <a:off x="510100" y="1687050"/>
            <a:ext cx="23859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Image Definition</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Initiate Compose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AutoNum type="arabicPeriod"/>
            </a:pPr>
            <a:r>
              <a:rPr lang="en">
                <a:latin typeface="Red Hat Display"/>
                <a:ea typeface="Red Hat Display"/>
                <a:cs typeface="Red Hat Display"/>
                <a:sym typeface="Red Hat Display"/>
              </a:rPr>
              <a:t>Download Image</a:t>
            </a:r>
            <a:endParaRPr>
              <a:latin typeface="Red Hat Display"/>
              <a:ea typeface="Red Hat Display"/>
              <a:cs typeface="Red Hat Display"/>
              <a:sym typeface="Red Hat Display"/>
            </a:endParaRPr>
          </a:p>
        </p:txBody>
      </p:sp>
      <p:cxnSp>
        <p:nvCxnSpPr>
          <p:cNvPr id="2801" name="Google Shape;2801;p145"/>
          <p:cNvCxnSpPr>
            <a:endCxn id="2795" idx="1"/>
          </p:cNvCxnSpPr>
          <p:nvPr/>
        </p:nvCxnSpPr>
        <p:spPr>
          <a:xfrm>
            <a:off x="1578773" y="3387182"/>
            <a:ext cx="4668300" cy="730500"/>
          </a:xfrm>
          <a:prstGeom prst="curvedConnector3">
            <a:avLst>
              <a:gd fmla="val 50000" name="adj1"/>
            </a:avLst>
          </a:prstGeom>
          <a:noFill/>
          <a:ln cap="flat" cmpd="sng" w="9525">
            <a:solidFill>
              <a:schemeClr val="dk2"/>
            </a:solidFill>
            <a:prstDash val="solid"/>
            <a:round/>
            <a:headEnd len="med" w="med" type="none"/>
            <a:tailEnd len="med" w="med" type="triangle"/>
          </a:ln>
        </p:spPr>
      </p:cxnSp>
      <p:sp>
        <p:nvSpPr>
          <p:cNvPr id="2802" name="Google Shape;2802;p145"/>
          <p:cNvSpPr txBox="1"/>
          <p:nvPr/>
        </p:nvSpPr>
        <p:spPr>
          <a:xfrm>
            <a:off x="1881700" y="4354050"/>
            <a:ext cx="3349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4. Upload Image</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5. Create a VM from image for IdM</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6. Create a VM </a:t>
            </a:r>
            <a:r>
              <a:rPr lang="en">
                <a:solidFill>
                  <a:schemeClr val="dk1"/>
                </a:solidFill>
                <a:latin typeface="Red Hat Display"/>
                <a:ea typeface="Red Hat Display"/>
                <a:cs typeface="Red Hat Display"/>
                <a:sym typeface="Red Hat Display"/>
              </a:rPr>
              <a:t>from image </a:t>
            </a:r>
            <a:r>
              <a:rPr lang="en">
                <a:latin typeface="Red Hat Display"/>
                <a:ea typeface="Red Hat Display"/>
                <a:cs typeface="Red Hat Display"/>
                <a:sym typeface="Red Hat Display"/>
              </a:rPr>
              <a:t>for Satellite</a:t>
            </a:r>
            <a:endParaRPr>
              <a:latin typeface="Red Hat Display"/>
              <a:ea typeface="Red Hat Display"/>
              <a:cs typeface="Red Hat Display"/>
              <a:sym typeface="Red Hat Display"/>
            </a:endParaRPr>
          </a:p>
        </p:txBody>
      </p:sp>
      <p:pic>
        <p:nvPicPr>
          <p:cNvPr id="2803" name="Google Shape;2803;p145"/>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804" name="Google Shape;2804;p145"/>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pic>
        <p:nvPicPr>
          <p:cNvPr id="2805" name="Google Shape;2805;p145"/>
          <p:cNvPicPr preferRelativeResize="0"/>
          <p:nvPr/>
        </p:nvPicPr>
        <p:blipFill>
          <a:blip r:embed="rId7">
            <a:alphaModFix/>
          </a:blip>
          <a:stretch>
            <a:fillRect/>
          </a:stretch>
        </p:blipFill>
        <p:spPr>
          <a:xfrm>
            <a:off x="3733800" y="2804305"/>
            <a:ext cx="300900" cy="300900"/>
          </a:xfrm>
          <a:prstGeom prst="rect">
            <a:avLst/>
          </a:prstGeom>
          <a:noFill/>
          <a:ln>
            <a:noFill/>
          </a:ln>
        </p:spPr>
      </p:pic>
      <p:pic>
        <p:nvPicPr>
          <p:cNvPr id="2806" name="Google Shape;2806;p145"/>
          <p:cNvPicPr preferRelativeResize="0"/>
          <p:nvPr/>
        </p:nvPicPr>
        <p:blipFill>
          <a:blip r:embed="rId8">
            <a:alphaModFix/>
          </a:blip>
          <a:stretch>
            <a:fillRect/>
          </a:stretch>
        </p:blipFill>
        <p:spPr>
          <a:xfrm>
            <a:off x="2476500" y="1737163"/>
            <a:ext cx="300900" cy="300900"/>
          </a:xfrm>
          <a:prstGeom prst="rect">
            <a:avLst/>
          </a:prstGeom>
          <a:noFill/>
          <a:ln>
            <a:noFill/>
          </a:ln>
        </p:spPr>
      </p:pic>
      <p:pic>
        <p:nvPicPr>
          <p:cNvPr id="2807" name="Google Shape;2807;p145"/>
          <p:cNvPicPr preferRelativeResize="0"/>
          <p:nvPr/>
        </p:nvPicPr>
        <p:blipFill>
          <a:blip r:embed="rId7">
            <a:alphaModFix/>
          </a:blip>
          <a:stretch>
            <a:fillRect/>
          </a:stretch>
        </p:blipFill>
        <p:spPr>
          <a:xfrm>
            <a:off x="4838700" y="4128655"/>
            <a:ext cx="300900" cy="300900"/>
          </a:xfrm>
          <a:prstGeom prst="rect">
            <a:avLst/>
          </a:prstGeom>
          <a:noFill/>
          <a:ln>
            <a:noFill/>
          </a:ln>
        </p:spPr>
      </p:pic>
      <p:cxnSp>
        <p:nvCxnSpPr>
          <p:cNvPr id="2808" name="Google Shape;2808;p145"/>
          <p:cNvCxnSpPr>
            <a:stCxn id="2788" idx="2"/>
          </p:cNvCxnSpPr>
          <p:nvPr/>
        </p:nvCxnSpPr>
        <p:spPr>
          <a:xfrm rot="5400000">
            <a:off x="2288287" y="1624889"/>
            <a:ext cx="1128000" cy="2390400"/>
          </a:xfrm>
          <a:prstGeom prst="curvedConnector2">
            <a:avLst/>
          </a:prstGeom>
          <a:noFill/>
          <a:ln cap="flat" cmpd="sng" w="9525">
            <a:solidFill>
              <a:schemeClr val="dk2"/>
            </a:solidFill>
            <a:prstDash val="solid"/>
            <a:round/>
            <a:headEnd len="med" w="med" type="none"/>
            <a:tailEnd len="med" w="med" type="none"/>
          </a:ln>
        </p:spPr>
      </p:cxnSp>
      <p:sp>
        <p:nvSpPr>
          <p:cNvPr id="2809" name="Google Shape;2809;p145"/>
          <p:cNvSpPr txBox="1"/>
          <p:nvPr/>
        </p:nvSpPr>
        <p:spPr>
          <a:xfrm>
            <a:off x="4651850" y="1736950"/>
            <a:ext cx="282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accent1"/>
                </a:solidFill>
                <a:latin typeface="Red Hat Display"/>
                <a:ea typeface="Red Hat Display"/>
                <a:cs typeface="Red Hat Display"/>
                <a:sym typeface="Red Hat Display"/>
              </a:rPr>
              <a:t>Red Hat Imagebuilder on console.redhat.com</a:t>
            </a:r>
            <a:endParaRPr b="1">
              <a:solidFill>
                <a:schemeClr val="accent1"/>
              </a:solidFill>
              <a:latin typeface="Red Hat Display"/>
              <a:ea typeface="Red Hat Display"/>
              <a:cs typeface="Red Hat Display"/>
              <a:sym typeface="Red Hat Display"/>
            </a:endParaRPr>
          </a:p>
        </p:txBody>
      </p:sp>
      <p:sp>
        <p:nvSpPr>
          <p:cNvPr id="2810" name="Google Shape;2810;p145"/>
          <p:cNvSpPr txBox="1"/>
          <p:nvPr/>
        </p:nvSpPr>
        <p:spPr>
          <a:xfrm>
            <a:off x="926475" y="5417925"/>
            <a:ext cx="7122900" cy="55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Alternately, we can use image builder to create bootable base installations to create the first nodes in a bare metal infrastructure…</a:t>
            </a:r>
            <a:endParaRPr sz="1800">
              <a:latin typeface="Red Hat Display"/>
              <a:ea typeface="Red Hat Display"/>
              <a:cs typeface="Red Hat Display"/>
              <a:sym typeface="Red Hat Display"/>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4" name="Shape 2814"/>
        <p:cNvGrpSpPr/>
        <p:nvPr/>
      </p:nvGrpSpPr>
      <p:grpSpPr>
        <a:xfrm>
          <a:off x="0" y="0"/>
          <a:ext cx="0" cy="0"/>
          <a:chOff x="0" y="0"/>
          <a:chExt cx="0" cy="0"/>
        </a:xfrm>
      </p:grpSpPr>
      <p:sp>
        <p:nvSpPr>
          <p:cNvPr id="2815" name="Google Shape;2815;p146"/>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2 - Deploy and Configure IdM Primary</a:t>
            </a:r>
            <a:endParaRPr/>
          </a:p>
        </p:txBody>
      </p:sp>
      <p:sp>
        <p:nvSpPr>
          <p:cNvPr id="2816" name="Google Shape;2816;p1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817" name="Google Shape;2817;p14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818" name="Google Shape;2818;p146"/>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819" name="Google Shape;2819;p146"/>
          <p:cNvGrpSpPr/>
          <p:nvPr/>
        </p:nvGrpSpPr>
        <p:grpSpPr>
          <a:xfrm>
            <a:off x="3506100" y="1849713"/>
            <a:ext cx="914400" cy="559500"/>
            <a:chOff x="3899025" y="4752650"/>
            <a:chExt cx="914400" cy="559500"/>
          </a:xfrm>
        </p:grpSpPr>
        <p:pic>
          <p:nvPicPr>
            <p:cNvPr id="2820" name="Google Shape;2820;p146"/>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821" name="Google Shape;2821;p146"/>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822" name="Google Shape;2822;p146"/>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823" name="Google Shape;2823;p14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824" name="Google Shape;2824;p146"/>
          <p:cNvGrpSpPr/>
          <p:nvPr/>
        </p:nvGrpSpPr>
        <p:grpSpPr>
          <a:xfrm>
            <a:off x="3733833" y="1381676"/>
            <a:ext cx="458937" cy="422178"/>
            <a:chOff x="8321229" y="3179936"/>
            <a:chExt cx="914400" cy="914400"/>
          </a:xfrm>
        </p:grpSpPr>
        <p:sp>
          <p:nvSpPr>
            <p:cNvPr id="2825" name="Google Shape;2825;p146"/>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26" name="Google Shape;2826;p146"/>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827" name="Google Shape;2827;p146"/>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828" name="Google Shape;2828;p146"/>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829" name="Google Shape;2829;p146"/>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830" name="Google Shape;2830;p146"/>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831" name="Google Shape;2831;p146"/>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832" name="Google Shape;2832;p146"/>
          <p:cNvSpPr txBox="1"/>
          <p:nvPr/>
        </p:nvSpPr>
        <p:spPr>
          <a:xfrm>
            <a:off x="8207400" y="108740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7.  Configure IdM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8. Install IdM with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CA</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AD Trust</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9. Configure Basics of IdM</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 and reverse zones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DNS forwarding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DynDNS update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Users, Groups, Services</a:t>
            </a:r>
            <a:endParaRPr>
              <a:latin typeface="Red Hat Display"/>
              <a:ea typeface="Red Hat Display"/>
              <a:cs typeface="Red Hat Display"/>
              <a:sym typeface="Red Hat Display"/>
            </a:endParaRPr>
          </a:p>
        </p:txBody>
      </p:sp>
      <p:pic>
        <p:nvPicPr>
          <p:cNvPr id="2833" name="Google Shape;2833;p146"/>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834" name="Google Shape;2834;p146"/>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835" name="Google Shape;2835;p146"/>
          <p:cNvGrpSpPr/>
          <p:nvPr/>
        </p:nvGrpSpPr>
        <p:grpSpPr>
          <a:xfrm>
            <a:off x="6296155" y="2556295"/>
            <a:ext cx="688360" cy="643098"/>
            <a:chOff x="4437340" y="1269451"/>
            <a:chExt cx="914400" cy="914400"/>
          </a:xfrm>
        </p:grpSpPr>
        <p:sp>
          <p:nvSpPr>
            <p:cNvPr id="2836" name="Google Shape;2836;p146"/>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37" name="Google Shape;2837;p146"/>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838" name="Google Shape;2838;p146"/>
          <p:cNvCxnSpPr>
            <a:stCxn id="2818" idx="3"/>
            <a:endCxn id="2836" idx="1"/>
          </p:cNvCxnSpPr>
          <p:nvPr/>
        </p:nvCxnSpPr>
        <p:spPr>
          <a:xfrm flipH="1" rot="10800000">
            <a:off x="1578891" y="2877804"/>
            <a:ext cx="4717200" cy="509400"/>
          </a:xfrm>
          <a:prstGeom prst="curvedConnector3">
            <a:avLst>
              <a:gd fmla="val 50001" name="adj1"/>
            </a:avLst>
          </a:prstGeom>
          <a:noFill/>
          <a:ln cap="flat" cmpd="sng" w="9525">
            <a:solidFill>
              <a:schemeClr val="dk2"/>
            </a:solidFill>
            <a:prstDash val="solid"/>
            <a:round/>
            <a:headEnd len="med" w="med" type="none"/>
            <a:tailEnd len="med" w="med" type="triangle"/>
          </a:ln>
        </p:spPr>
      </p:cxnSp>
      <p:sp>
        <p:nvSpPr>
          <p:cNvPr id="2839" name="Google Shape;2839;p146"/>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our example, we are assuming no base services so we deploy IdM first for DNS, Authentication and other basic services.</a:t>
            </a:r>
            <a:endParaRPr sz="1800">
              <a:latin typeface="Red Hat Display"/>
              <a:ea typeface="Red Hat Display"/>
              <a:cs typeface="Red Hat Display"/>
              <a:sym typeface="Red Hat Displ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3" name="Shape 2843"/>
        <p:cNvGrpSpPr/>
        <p:nvPr/>
      </p:nvGrpSpPr>
      <p:grpSpPr>
        <a:xfrm>
          <a:off x="0" y="0"/>
          <a:ext cx="0" cy="0"/>
          <a:chOff x="0" y="0"/>
          <a:chExt cx="0" cy="0"/>
        </a:xfrm>
      </p:grpSpPr>
      <p:sp>
        <p:nvSpPr>
          <p:cNvPr id="2844" name="Google Shape;2844;p147"/>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845" name="Google Shape;2845;p1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846" name="Google Shape;2846;p14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847" name="Google Shape;2847;p147"/>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848" name="Google Shape;2848;p147"/>
          <p:cNvGrpSpPr/>
          <p:nvPr/>
        </p:nvGrpSpPr>
        <p:grpSpPr>
          <a:xfrm>
            <a:off x="3506100" y="1849713"/>
            <a:ext cx="914400" cy="559500"/>
            <a:chOff x="3899025" y="4752650"/>
            <a:chExt cx="914400" cy="559500"/>
          </a:xfrm>
        </p:grpSpPr>
        <p:pic>
          <p:nvPicPr>
            <p:cNvPr id="2849" name="Google Shape;2849;p147"/>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850" name="Google Shape;2850;p147"/>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851" name="Google Shape;2851;p147"/>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852" name="Google Shape;2852;p14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853" name="Google Shape;2853;p147"/>
          <p:cNvGrpSpPr/>
          <p:nvPr/>
        </p:nvGrpSpPr>
        <p:grpSpPr>
          <a:xfrm>
            <a:off x="3733833" y="1381676"/>
            <a:ext cx="458937" cy="422178"/>
            <a:chOff x="8321229" y="3179936"/>
            <a:chExt cx="914400" cy="914400"/>
          </a:xfrm>
        </p:grpSpPr>
        <p:sp>
          <p:nvSpPr>
            <p:cNvPr id="2854" name="Google Shape;2854;p147"/>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55" name="Google Shape;2855;p147"/>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856" name="Google Shape;2856;p147"/>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857" name="Google Shape;2857;p147"/>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858" name="Google Shape;2858;p147"/>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859" name="Google Shape;2859;p147"/>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860" name="Google Shape;2860;p147"/>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861" name="Google Shape;2861;p147"/>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862" name="Google Shape;2862;p147"/>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863" name="Google Shape;2863;p147"/>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864" name="Google Shape;2864;p147"/>
          <p:cNvGrpSpPr/>
          <p:nvPr/>
        </p:nvGrpSpPr>
        <p:grpSpPr>
          <a:xfrm>
            <a:off x="6402738" y="2784864"/>
            <a:ext cx="458937" cy="422178"/>
            <a:chOff x="4437340" y="1269451"/>
            <a:chExt cx="914400" cy="914400"/>
          </a:xfrm>
        </p:grpSpPr>
        <p:sp>
          <p:nvSpPr>
            <p:cNvPr id="2865" name="Google Shape;2865;p147"/>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6" name="Google Shape;2866;p147"/>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867" name="Google Shape;2867;p147"/>
          <p:cNvCxnSpPr>
            <a:stCxn id="2847" idx="3"/>
            <a:endCxn id="2868"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869" name="Google Shape;2869;p147"/>
          <p:cNvGrpSpPr/>
          <p:nvPr/>
        </p:nvGrpSpPr>
        <p:grpSpPr>
          <a:xfrm>
            <a:off x="7241459" y="2547787"/>
            <a:ext cx="688360" cy="633313"/>
            <a:chOff x="6263829" y="1370716"/>
            <a:chExt cx="914400" cy="914400"/>
          </a:xfrm>
        </p:grpSpPr>
        <p:sp>
          <p:nvSpPr>
            <p:cNvPr id="2870" name="Google Shape;2870;p147"/>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8" name="Google Shape;2868;p147"/>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871" name="Google Shape;2871;p147"/>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functions as the secret sauce that abstracts away our targets environments.</a:t>
            </a:r>
            <a:endParaRPr sz="1800">
              <a:latin typeface="Red Hat Display"/>
              <a:ea typeface="Red Hat Display"/>
              <a:cs typeface="Red Hat Display"/>
              <a:sym typeface="Red Hat Display"/>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5" name="Shape 2875"/>
        <p:cNvGrpSpPr/>
        <p:nvPr/>
      </p:nvGrpSpPr>
      <p:grpSpPr>
        <a:xfrm>
          <a:off x="0" y="0"/>
          <a:ext cx="0" cy="0"/>
          <a:chOff x="0" y="0"/>
          <a:chExt cx="0" cy="0"/>
        </a:xfrm>
      </p:grpSpPr>
      <p:sp>
        <p:nvSpPr>
          <p:cNvPr id="2876" name="Google Shape;2876;p148"/>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877" name="Google Shape;2877;p14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878" name="Google Shape;2878;p14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879" name="Google Shape;2879;p148"/>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880" name="Google Shape;2880;p148"/>
          <p:cNvGrpSpPr/>
          <p:nvPr/>
        </p:nvGrpSpPr>
        <p:grpSpPr>
          <a:xfrm>
            <a:off x="3506100" y="1849713"/>
            <a:ext cx="914400" cy="559500"/>
            <a:chOff x="3899025" y="4752650"/>
            <a:chExt cx="914400" cy="559500"/>
          </a:xfrm>
        </p:grpSpPr>
        <p:pic>
          <p:nvPicPr>
            <p:cNvPr id="2881" name="Google Shape;2881;p148"/>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882" name="Google Shape;2882;p148"/>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883" name="Google Shape;2883;p148"/>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884" name="Google Shape;2884;p14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885" name="Google Shape;2885;p148"/>
          <p:cNvGrpSpPr/>
          <p:nvPr/>
        </p:nvGrpSpPr>
        <p:grpSpPr>
          <a:xfrm>
            <a:off x="3733833" y="1381676"/>
            <a:ext cx="458937" cy="422178"/>
            <a:chOff x="8321229" y="3179936"/>
            <a:chExt cx="914400" cy="914400"/>
          </a:xfrm>
        </p:grpSpPr>
        <p:sp>
          <p:nvSpPr>
            <p:cNvPr id="2886" name="Google Shape;2886;p148"/>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87" name="Google Shape;2887;p148"/>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888" name="Google Shape;2888;p148"/>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889" name="Google Shape;2889;p148"/>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890" name="Google Shape;2890;p148"/>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891" name="Google Shape;2891;p148"/>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892" name="Google Shape;2892;p148"/>
          <p:cNvSpPr txBox="1"/>
          <p:nvPr/>
        </p:nvSpPr>
        <p:spPr>
          <a:xfrm>
            <a:off x="6578500" y="4581975"/>
            <a:ext cx="4728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VMware Infrastructure</a:t>
            </a:r>
            <a:endParaRPr>
              <a:latin typeface="Red Hat Display"/>
              <a:ea typeface="Red Hat Display"/>
              <a:cs typeface="Red Hat Display"/>
              <a:sym typeface="Red Hat Display"/>
            </a:endParaRPr>
          </a:p>
        </p:txBody>
      </p:sp>
      <p:sp>
        <p:nvSpPr>
          <p:cNvPr id="2893" name="Google Shape;2893;p148"/>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894" name="Google Shape;2894;p148"/>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895" name="Google Shape;2895;p148"/>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896" name="Google Shape;2896;p148"/>
          <p:cNvGrpSpPr/>
          <p:nvPr/>
        </p:nvGrpSpPr>
        <p:grpSpPr>
          <a:xfrm>
            <a:off x="6402738" y="2784864"/>
            <a:ext cx="458937" cy="422178"/>
            <a:chOff x="4437340" y="1269451"/>
            <a:chExt cx="914400" cy="914400"/>
          </a:xfrm>
        </p:grpSpPr>
        <p:sp>
          <p:nvSpPr>
            <p:cNvPr id="2897" name="Google Shape;2897;p148"/>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98" name="Google Shape;2898;p148"/>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899" name="Google Shape;2899;p148"/>
          <p:cNvCxnSpPr>
            <a:stCxn id="2879" idx="3"/>
            <a:endCxn id="2900"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901" name="Google Shape;2901;p148"/>
          <p:cNvGrpSpPr/>
          <p:nvPr/>
        </p:nvGrpSpPr>
        <p:grpSpPr>
          <a:xfrm>
            <a:off x="7241459" y="2547787"/>
            <a:ext cx="688360" cy="633313"/>
            <a:chOff x="6263829" y="1370716"/>
            <a:chExt cx="914400" cy="914400"/>
          </a:xfrm>
        </p:grpSpPr>
        <p:sp>
          <p:nvSpPr>
            <p:cNvPr id="2902" name="Google Shape;2902;p148"/>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00" name="Google Shape;2900;p148"/>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903" name="Google Shape;2903;p148"/>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7" name="Shape 2907"/>
        <p:cNvGrpSpPr/>
        <p:nvPr/>
      </p:nvGrpSpPr>
      <p:grpSpPr>
        <a:xfrm>
          <a:off x="0" y="0"/>
          <a:ext cx="0" cy="0"/>
          <a:chOff x="0" y="0"/>
          <a:chExt cx="0" cy="0"/>
        </a:xfrm>
      </p:grpSpPr>
      <p:sp>
        <p:nvSpPr>
          <p:cNvPr id="2908" name="Google Shape;2908;p149"/>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3 - Deploy and Configure Satellite</a:t>
            </a:r>
            <a:endParaRPr/>
          </a:p>
        </p:txBody>
      </p:sp>
      <p:sp>
        <p:nvSpPr>
          <p:cNvPr id="2909" name="Google Shape;2909;p1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910" name="Google Shape;2910;p1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911" name="Google Shape;2911;p149"/>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912" name="Google Shape;2912;p149"/>
          <p:cNvGrpSpPr/>
          <p:nvPr/>
        </p:nvGrpSpPr>
        <p:grpSpPr>
          <a:xfrm>
            <a:off x="3506100" y="1849713"/>
            <a:ext cx="914400" cy="559500"/>
            <a:chOff x="3899025" y="4752650"/>
            <a:chExt cx="914400" cy="559500"/>
          </a:xfrm>
        </p:grpSpPr>
        <p:pic>
          <p:nvPicPr>
            <p:cNvPr id="2913" name="Google Shape;2913;p149"/>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914" name="Google Shape;2914;p149"/>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915" name="Google Shape;2915;p149"/>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916" name="Google Shape;2916;p14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917" name="Google Shape;2917;p149"/>
          <p:cNvGrpSpPr/>
          <p:nvPr/>
        </p:nvGrpSpPr>
        <p:grpSpPr>
          <a:xfrm>
            <a:off x="3733833" y="1381676"/>
            <a:ext cx="458937" cy="422178"/>
            <a:chOff x="8321229" y="3179936"/>
            <a:chExt cx="914400" cy="914400"/>
          </a:xfrm>
        </p:grpSpPr>
        <p:sp>
          <p:nvSpPr>
            <p:cNvPr id="2918" name="Google Shape;2918;p149"/>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19" name="Google Shape;2919;p149"/>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920" name="Google Shape;2920;p149"/>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921" name="Google Shape;2921;p149"/>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922" name="Google Shape;2922;p149"/>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923" name="Google Shape;2923;p149"/>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sp>
        <p:nvSpPr>
          <p:cNvPr id="2924" name="Google Shape;2924;p149"/>
          <p:cNvSpPr txBox="1"/>
          <p:nvPr/>
        </p:nvSpPr>
        <p:spPr>
          <a:xfrm>
            <a:off x="8616675" y="1167874"/>
            <a:ext cx="33492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10.  Configure Satellite Prerequisites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11. Install Satellite with *EVERYTHING*</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12. Completely Configure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download, install manifest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Red Hat and Custom Products </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and Sync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Sync Plans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Lifecyle Environments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and Publish CVs and CCVs</a:t>
            </a:r>
            <a:endParaRPr>
              <a:latin typeface="Red Hat Display"/>
              <a:ea typeface="Red Hat Display"/>
              <a:cs typeface="Red Hat Display"/>
              <a:sym typeface="Red Hat Display"/>
            </a:endParaRPr>
          </a:p>
        </p:txBody>
      </p:sp>
      <p:pic>
        <p:nvPicPr>
          <p:cNvPr id="2925" name="Google Shape;2925;p149"/>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926" name="Google Shape;2926;p149"/>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927" name="Google Shape;2927;p149"/>
          <p:cNvGrpSpPr/>
          <p:nvPr/>
        </p:nvGrpSpPr>
        <p:grpSpPr>
          <a:xfrm>
            <a:off x="6402738" y="2784864"/>
            <a:ext cx="458937" cy="422178"/>
            <a:chOff x="4437340" y="1269451"/>
            <a:chExt cx="914400" cy="914400"/>
          </a:xfrm>
        </p:grpSpPr>
        <p:sp>
          <p:nvSpPr>
            <p:cNvPr id="2928" name="Google Shape;2928;p149"/>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29" name="Google Shape;2929;p149"/>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930" name="Google Shape;2930;p149"/>
          <p:cNvCxnSpPr>
            <a:stCxn id="2911" idx="3"/>
            <a:endCxn id="2931" idx="0"/>
          </p:cNvCxnSpPr>
          <p:nvPr/>
        </p:nvCxnSpPr>
        <p:spPr>
          <a:xfrm flipH="1" rot="10800000">
            <a:off x="1578891" y="2581704"/>
            <a:ext cx="6006600" cy="805500"/>
          </a:xfrm>
          <a:prstGeom prst="curvedConnector4">
            <a:avLst>
              <a:gd fmla="val 47444" name="adj1"/>
              <a:gd fmla="val 129556" name="adj2"/>
            </a:avLst>
          </a:prstGeom>
          <a:noFill/>
          <a:ln cap="flat" cmpd="sng" w="9525">
            <a:solidFill>
              <a:schemeClr val="dk2"/>
            </a:solidFill>
            <a:prstDash val="solid"/>
            <a:round/>
            <a:headEnd len="med" w="med" type="none"/>
            <a:tailEnd len="med" w="med" type="triangle"/>
          </a:ln>
        </p:spPr>
      </p:cxnSp>
      <p:grpSp>
        <p:nvGrpSpPr>
          <p:cNvPr id="2932" name="Google Shape;2932;p149"/>
          <p:cNvGrpSpPr/>
          <p:nvPr/>
        </p:nvGrpSpPr>
        <p:grpSpPr>
          <a:xfrm>
            <a:off x="7241459" y="2547787"/>
            <a:ext cx="688360" cy="633313"/>
            <a:chOff x="6263829" y="1370716"/>
            <a:chExt cx="914400" cy="914400"/>
          </a:xfrm>
        </p:grpSpPr>
        <p:sp>
          <p:nvSpPr>
            <p:cNvPr id="2933" name="Google Shape;2933;p149"/>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31" name="Google Shape;2931;p149"/>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934" name="Google Shape;2934;p149"/>
          <p:cNvSpPr txBox="1"/>
          <p:nvPr/>
        </p:nvSpPr>
        <p:spPr>
          <a:xfrm>
            <a:off x="2215875" y="3453875"/>
            <a:ext cx="40362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Filters, Filter rules,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LEAPP repositories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Global Parameters (for all templates)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All templates (ptables, provisioning, etc..)</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Operating Systems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Activation Keys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Domains, Realms, Subnets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Prepare the Realm for use with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Compute resources, Compute Profiles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Virt-who configuration</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935" name="Google Shape;2935;p149"/>
          <p:cNvSpPr txBox="1"/>
          <p:nvPr/>
        </p:nvSpPr>
        <p:spPr>
          <a:xfrm>
            <a:off x="8159475" y="4520675"/>
            <a:ext cx="4036200" cy="1693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Sync git repos for Ansible roles (OSCAP)</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SCAP contents and tailoring files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Import Ansible roles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Define host groups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Configure discovery rules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SCAP Policies</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Configuration Satellite Settings</a:t>
            </a:r>
            <a:endParaRPr>
              <a:latin typeface="Red Hat Display"/>
              <a:ea typeface="Red Hat Display"/>
              <a:cs typeface="Red Hat Display"/>
              <a:sym typeface="Red Hat Display"/>
            </a:endParaRPr>
          </a:p>
        </p:txBody>
      </p:sp>
      <p:sp>
        <p:nvSpPr>
          <p:cNvPr id="2936" name="Google Shape;2936;p149"/>
          <p:cNvSpPr txBox="1"/>
          <p:nvPr/>
        </p:nvSpPr>
        <p:spPr>
          <a:xfrm>
            <a:off x="916425" y="58348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At this point, we know can deploy the remainder of the environment anywhere, on premise or in the cloud. </a:t>
            </a:r>
            <a:endParaRPr sz="1800">
              <a:latin typeface="Red Hat Display"/>
              <a:ea typeface="Red Hat Display"/>
              <a:cs typeface="Red Hat Display"/>
              <a:sym typeface="Red Hat Display"/>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0" name="Shape 2940"/>
        <p:cNvGrpSpPr/>
        <p:nvPr/>
      </p:nvGrpSpPr>
      <p:grpSpPr>
        <a:xfrm>
          <a:off x="0" y="0"/>
          <a:ext cx="0" cy="0"/>
          <a:chOff x="0" y="0"/>
          <a:chExt cx="0" cy="0"/>
        </a:xfrm>
      </p:grpSpPr>
      <p:sp>
        <p:nvSpPr>
          <p:cNvPr id="2941" name="Google Shape;2941;p150"/>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4 - Deploy and Configure Additional Hosts</a:t>
            </a:r>
            <a:endParaRPr/>
          </a:p>
        </p:txBody>
      </p:sp>
      <p:sp>
        <p:nvSpPr>
          <p:cNvPr id="2942" name="Google Shape;2942;p1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943" name="Google Shape;2943;p15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2944" name="Google Shape;2944;p150"/>
          <p:cNvPicPr preferRelativeResize="0"/>
          <p:nvPr/>
        </p:nvPicPr>
        <p:blipFill rotWithShape="1">
          <a:blip r:embed="rId3">
            <a:alphaModFix/>
          </a:blip>
          <a:srcRect b="25702" l="0" r="0" t="28126"/>
          <a:stretch/>
        </p:blipFill>
        <p:spPr>
          <a:xfrm>
            <a:off x="664491" y="3176117"/>
            <a:ext cx="914400" cy="422175"/>
          </a:xfrm>
          <a:prstGeom prst="rect">
            <a:avLst/>
          </a:prstGeom>
          <a:noFill/>
          <a:ln>
            <a:noFill/>
          </a:ln>
        </p:spPr>
      </p:pic>
      <p:grpSp>
        <p:nvGrpSpPr>
          <p:cNvPr id="2945" name="Google Shape;2945;p150"/>
          <p:cNvGrpSpPr/>
          <p:nvPr/>
        </p:nvGrpSpPr>
        <p:grpSpPr>
          <a:xfrm>
            <a:off x="3506100" y="1849713"/>
            <a:ext cx="914400" cy="559500"/>
            <a:chOff x="3899025" y="4752650"/>
            <a:chExt cx="914400" cy="559500"/>
          </a:xfrm>
        </p:grpSpPr>
        <p:pic>
          <p:nvPicPr>
            <p:cNvPr id="2946" name="Google Shape;2946;p150"/>
            <p:cNvPicPr preferRelativeResize="0"/>
            <p:nvPr/>
          </p:nvPicPr>
          <p:blipFill rotWithShape="1">
            <a:blip r:embed="rId4">
              <a:alphaModFix/>
            </a:blip>
            <a:srcRect b="19054" l="0" r="0" t="19757"/>
            <a:stretch/>
          </p:blipFill>
          <p:spPr>
            <a:xfrm>
              <a:off x="3899025" y="4752650"/>
              <a:ext cx="914400" cy="559500"/>
            </a:xfrm>
            <a:prstGeom prst="rect">
              <a:avLst/>
            </a:prstGeom>
            <a:noFill/>
            <a:ln>
              <a:noFill/>
            </a:ln>
          </p:spPr>
        </p:pic>
        <p:pic>
          <p:nvPicPr>
            <p:cNvPr id="2947" name="Google Shape;2947;p150"/>
            <p:cNvPicPr preferRelativeResize="0"/>
            <p:nvPr/>
          </p:nvPicPr>
          <p:blipFill>
            <a:blip r:embed="rId5">
              <a:alphaModFix/>
            </a:blip>
            <a:stretch>
              <a:fillRect/>
            </a:stretch>
          </p:blipFill>
          <p:spPr>
            <a:xfrm>
              <a:off x="4302575" y="4883351"/>
              <a:ext cx="275675" cy="275675"/>
            </a:xfrm>
            <a:prstGeom prst="rect">
              <a:avLst/>
            </a:prstGeom>
            <a:noFill/>
            <a:ln>
              <a:noFill/>
            </a:ln>
          </p:spPr>
        </p:pic>
      </p:grpSp>
      <p:sp>
        <p:nvSpPr>
          <p:cNvPr id="2948" name="Google Shape;2948;p150"/>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sp>
        <p:nvSpPr>
          <p:cNvPr id="2949" name="Google Shape;2949;p15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grpSp>
        <p:nvGrpSpPr>
          <p:cNvPr id="2950" name="Google Shape;2950;p150"/>
          <p:cNvGrpSpPr/>
          <p:nvPr/>
        </p:nvGrpSpPr>
        <p:grpSpPr>
          <a:xfrm>
            <a:off x="3733833" y="1381676"/>
            <a:ext cx="458937" cy="422178"/>
            <a:chOff x="8321229" y="3179936"/>
            <a:chExt cx="914400" cy="914400"/>
          </a:xfrm>
        </p:grpSpPr>
        <p:sp>
          <p:nvSpPr>
            <p:cNvPr id="2951" name="Google Shape;2951;p150"/>
            <p:cNvSpPr/>
            <p:nvPr/>
          </p:nvSpPr>
          <p:spPr>
            <a:xfrm>
              <a:off x="8321229" y="3179936"/>
              <a:ext cx="914400" cy="914400"/>
            </a:xfrm>
            <a:prstGeom prst="roundRect">
              <a:avLst>
                <a:gd fmla="val 21845" name="adj"/>
              </a:avLst>
            </a:pr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52" name="Google Shape;2952;p150"/>
            <p:cNvPicPr preferRelativeResize="0"/>
            <p:nvPr/>
          </p:nvPicPr>
          <p:blipFill>
            <a:blip r:embed="rId6">
              <a:alphaModFix/>
            </a:blip>
            <a:stretch>
              <a:fillRect/>
            </a:stretch>
          </p:blipFill>
          <p:spPr>
            <a:xfrm>
              <a:off x="8321229" y="3179936"/>
              <a:ext cx="914400" cy="914400"/>
            </a:xfrm>
            <a:prstGeom prst="rect">
              <a:avLst/>
            </a:prstGeom>
            <a:noFill/>
            <a:ln>
              <a:noFill/>
            </a:ln>
          </p:spPr>
        </p:pic>
      </p:grpSp>
      <p:sp>
        <p:nvSpPr>
          <p:cNvPr id="2953" name="Google Shape;2953;p150"/>
          <p:cNvSpPr txBox="1"/>
          <p:nvPr/>
        </p:nvSpPr>
        <p:spPr>
          <a:xfrm>
            <a:off x="600956" y="3464625"/>
            <a:ext cx="108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Provisioner</a:t>
            </a:r>
            <a:endParaRPr>
              <a:latin typeface="Red Hat Display"/>
              <a:ea typeface="Red Hat Display"/>
              <a:cs typeface="Red Hat Display"/>
              <a:sym typeface="Red Hat Display"/>
            </a:endParaRPr>
          </a:p>
        </p:txBody>
      </p:sp>
      <p:pic>
        <p:nvPicPr>
          <p:cNvPr id="2954" name="Google Shape;2954;p150"/>
          <p:cNvPicPr preferRelativeResize="0"/>
          <p:nvPr/>
        </p:nvPicPr>
        <p:blipFill rotWithShape="1">
          <a:blip r:embed="rId3">
            <a:alphaModFix/>
          </a:blip>
          <a:srcRect b="25702" l="0" r="0" t="28126"/>
          <a:stretch/>
        </p:blipFill>
        <p:spPr>
          <a:xfrm>
            <a:off x="6247073" y="3709532"/>
            <a:ext cx="1768046" cy="816300"/>
          </a:xfrm>
          <a:prstGeom prst="rect">
            <a:avLst/>
          </a:prstGeom>
          <a:noFill/>
          <a:ln>
            <a:noFill/>
          </a:ln>
        </p:spPr>
      </p:pic>
      <p:pic>
        <p:nvPicPr>
          <p:cNvPr id="2955" name="Google Shape;2955;p150"/>
          <p:cNvPicPr preferRelativeResize="0"/>
          <p:nvPr/>
        </p:nvPicPr>
        <p:blipFill rotWithShape="1">
          <a:blip r:embed="rId3">
            <a:alphaModFix/>
          </a:blip>
          <a:srcRect b="25702" l="0" r="0" t="28126"/>
          <a:stretch/>
        </p:blipFill>
        <p:spPr>
          <a:xfrm>
            <a:off x="8092178" y="3709532"/>
            <a:ext cx="1768046" cy="816300"/>
          </a:xfrm>
          <a:prstGeom prst="rect">
            <a:avLst/>
          </a:prstGeom>
          <a:noFill/>
          <a:ln>
            <a:noFill/>
          </a:ln>
        </p:spPr>
      </p:pic>
      <p:pic>
        <p:nvPicPr>
          <p:cNvPr id="2956" name="Google Shape;2956;p150"/>
          <p:cNvPicPr preferRelativeResize="0"/>
          <p:nvPr/>
        </p:nvPicPr>
        <p:blipFill rotWithShape="1">
          <a:blip r:embed="rId3">
            <a:alphaModFix/>
          </a:blip>
          <a:srcRect b="25702" l="0" r="0" t="28126"/>
          <a:stretch/>
        </p:blipFill>
        <p:spPr>
          <a:xfrm>
            <a:off x="9920978" y="3709532"/>
            <a:ext cx="1768046" cy="816300"/>
          </a:xfrm>
          <a:prstGeom prst="rect">
            <a:avLst/>
          </a:prstGeom>
          <a:noFill/>
          <a:ln>
            <a:noFill/>
          </a:ln>
        </p:spPr>
      </p:pic>
      <p:pic>
        <p:nvPicPr>
          <p:cNvPr id="2957" name="Google Shape;2957;p150"/>
          <p:cNvPicPr preferRelativeResize="0"/>
          <p:nvPr/>
        </p:nvPicPr>
        <p:blipFill rotWithShape="1">
          <a:blip r:embed="rId4">
            <a:alphaModFix/>
          </a:blip>
          <a:srcRect b="19054" l="0" r="0" t="19757"/>
          <a:stretch/>
        </p:blipFill>
        <p:spPr>
          <a:xfrm>
            <a:off x="6202675" y="3191195"/>
            <a:ext cx="914400" cy="559500"/>
          </a:xfrm>
          <a:prstGeom prst="rect">
            <a:avLst/>
          </a:prstGeom>
          <a:noFill/>
          <a:ln>
            <a:noFill/>
          </a:ln>
        </p:spPr>
      </p:pic>
      <p:pic>
        <p:nvPicPr>
          <p:cNvPr id="2958" name="Google Shape;2958;p150"/>
          <p:cNvPicPr preferRelativeResize="0"/>
          <p:nvPr/>
        </p:nvPicPr>
        <p:blipFill rotWithShape="1">
          <a:blip r:embed="rId4">
            <a:alphaModFix/>
          </a:blip>
          <a:srcRect b="19054" l="0" r="0" t="19757"/>
          <a:stretch/>
        </p:blipFill>
        <p:spPr>
          <a:xfrm>
            <a:off x="7134938" y="3191195"/>
            <a:ext cx="914400" cy="559500"/>
          </a:xfrm>
          <a:prstGeom prst="rect">
            <a:avLst/>
          </a:prstGeom>
          <a:noFill/>
          <a:ln>
            <a:noFill/>
          </a:ln>
        </p:spPr>
      </p:pic>
      <p:grpSp>
        <p:nvGrpSpPr>
          <p:cNvPr id="2959" name="Google Shape;2959;p150"/>
          <p:cNvGrpSpPr/>
          <p:nvPr/>
        </p:nvGrpSpPr>
        <p:grpSpPr>
          <a:xfrm>
            <a:off x="6402738" y="2784864"/>
            <a:ext cx="458937" cy="422178"/>
            <a:chOff x="4437340" y="1269451"/>
            <a:chExt cx="914400" cy="914400"/>
          </a:xfrm>
        </p:grpSpPr>
        <p:sp>
          <p:nvSpPr>
            <p:cNvPr id="2960" name="Google Shape;2960;p150"/>
            <p:cNvSpPr/>
            <p:nvPr/>
          </p:nvSpPr>
          <p:spPr>
            <a:xfrm>
              <a:off x="4437340" y="126945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1" name="Google Shape;2961;p150"/>
            <p:cNvPicPr preferRelativeResize="0"/>
            <p:nvPr/>
          </p:nvPicPr>
          <p:blipFill rotWithShape="1">
            <a:blip r:embed="rId7">
              <a:alphaModFix/>
            </a:blip>
            <a:srcRect b="9632" l="15541" r="14164" t="9218"/>
            <a:stretch/>
          </p:blipFill>
          <p:spPr>
            <a:xfrm>
              <a:off x="4537357" y="1303203"/>
              <a:ext cx="739893" cy="850172"/>
            </a:xfrm>
            <a:prstGeom prst="rect">
              <a:avLst/>
            </a:prstGeom>
            <a:noFill/>
            <a:ln>
              <a:noFill/>
            </a:ln>
          </p:spPr>
        </p:pic>
      </p:grpSp>
      <p:cxnSp>
        <p:nvCxnSpPr>
          <p:cNvPr id="2962" name="Google Shape;2962;p150"/>
          <p:cNvCxnSpPr>
            <a:stCxn id="2944" idx="3"/>
            <a:endCxn id="2963" idx="0"/>
          </p:cNvCxnSpPr>
          <p:nvPr/>
        </p:nvCxnSpPr>
        <p:spPr>
          <a:xfrm flipH="1" rot="10800000">
            <a:off x="1578891" y="2600604"/>
            <a:ext cx="6902100" cy="786600"/>
          </a:xfrm>
          <a:prstGeom prst="curvedConnector4">
            <a:avLst>
              <a:gd fmla="val 47948" name="adj1"/>
              <a:gd fmla="val 130271" name="adj2"/>
            </a:avLst>
          </a:prstGeom>
          <a:noFill/>
          <a:ln cap="flat" cmpd="sng" w="9525">
            <a:solidFill>
              <a:schemeClr val="dk2"/>
            </a:solidFill>
            <a:prstDash val="solid"/>
            <a:round/>
            <a:headEnd len="med" w="med" type="none"/>
            <a:tailEnd len="med" w="med" type="triangle"/>
          </a:ln>
        </p:spPr>
      </p:cxnSp>
      <p:grpSp>
        <p:nvGrpSpPr>
          <p:cNvPr id="2964" name="Google Shape;2964;p150"/>
          <p:cNvGrpSpPr/>
          <p:nvPr/>
        </p:nvGrpSpPr>
        <p:grpSpPr>
          <a:xfrm>
            <a:off x="7351968" y="2776299"/>
            <a:ext cx="458937" cy="422178"/>
            <a:chOff x="6263829" y="1370716"/>
            <a:chExt cx="914400" cy="914400"/>
          </a:xfrm>
        </p:grpSpPr>
        <p:sp>
          <p:nvSpPr>
            <p:cNvPr id="2965" name="Google Shape;2965;p150"/>
            <p:cNvSpPr/>
            <p:nvPr/>
          </p:nvSpPr>
          <p:spPr>
            <a:xfrm>
              <a:off x="6263829" y="1370716"/>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6" name="Google Shape;2966;p150"/>
            <p:cNvPicPr preferRelativeResize="0"/>
            <p:nvPr/>
          </p:nvPicPr>
          <p:blipFill>
            <a:blip r:embed="rId8">
              <a:alphaModFix/>
            </a:blip>
            <a:stretch>
              <a:fillRect/>
            </a:stretch>
          </p:blipFill>
          <p:spPr>
            <a:xfrm>
              <a:off x="6312879" y="1419766"/>
              <a:ext cx="816300" cy="816300"/>
            </a:xfrm>
            <a:prstGeom prst="rect">
              <a:avLst/>
            </a:prstGeom>
            <a:noFill/>
            <a:ln>
              <a:noFill/>
            </a:ln>
          </p:spPr>
        </p:pic>
      </p:grpSp>
      <p:sp>
        <p:nvSpPr>
          <p:cNvPr id="2967" name="Google Shape;2967;p150"/>
          <p:cNvSpPr/>
          <p:nvPr/>
        </p:nvSpPr>
        <p:spPr>
          <a:xfrm>
            <a:off x="108553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8" name="Google Shape;2968;p150"/>
          <p:cNvGrpSpPr/>
          <p:nvPr/>
        </p:nvGrpSpPr>
        <p:grpSpPr>
          <a:xfrm>
            <a:off x="8136775" y="2538980"/>
            <a:ext cx="688360" cy="634045"/>
            <a:chOff x="4437340" y="3101261"/>
            <a:chExt cx="914400" cy="914400"/>
          </a:xfrm>
        </p:grpSpPr>
        <p:sp>
          <p:nvSpPr>
            <p:cNvPr id="2969" name="Google Shape;2969;p150"/>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3" name="Google Shape;2963;p150"/>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pic>
        <p:nvPicPr>
          <p:cNvPr id="2970" name="Google Shape;2970;p150"/>
          <p:cNvPicPr preferRelativeResize="0"/>
          <p:nvPr/>
        </p:nvPicPr>
        <p:blipFill rotWithShape="1">
          <a:blip r:embed="rId4">
            <a:alphaModFix/>
          </a:blip>
          <a:srcRect b="19054" l="0" r="0" t="19757"/>
          <a:stretch/>
        </p:blipFill>
        <p:spPr>
          <a:xfrm>
            <a:off x="8049338" y="3191195"/>
            <a:ext cx="914400" cy="559500"/>
          </a:xfrm>
          <a:prstGeom prst="rect">
            <a:avLst/>
          </a:prstGeom>
          <a:noFill/>
          <a:ln>
            <a:noFill/>
          </a:ln>
        </p:spPr>
      </p:pic>
      <p:pic>
        <p:nvPicPr>
          <p:cNvPr id="2971" name="Google Shape;2971;p150"/>
          <p:cNvPicPr preferRelativeResize="0"/>
          <p:nvPr/>
        </p:nvPicPr>
        <p:blipFill rotWithShape="1">
          <a:blip r:embed="rId4">
            <a:alphaModFix/>
          </a:blip>
          <a:srcRect b="19054" l="0" r="0" t="19757"/>
          <a:stretch/>
        </p:blipFill>
        <p:spPr>
          <a:xfrm>
            <a:off x="8963738" y="3191195"/>
            <a:ext cx="914400" cy="559500"/>
          </a:xfrm>
          <a:prstGeom prst="rect">
            <a:avLst/>
          </a:prstGeom>
          <a:noFill/>
          <a:ln>
            <a:noFill/>
          </a:ln>
        </p:spPr>
      </p:pic>
      <p:pic>
        <p:nvPicPr>
          <p:cNvPr id="2972" name="Google Shape;2972;p150"/>
          <p:cNvPicPr preferRelativeResize="0"/>
          <p:nvPr/>
        </p:nvPicPr>
        <p:blipFill rotWithShape="1">
          <a:blip r:embed="rId4">
            <a:alphaModFix/>
          </a:blip>
          <a:srcRect b="19054" l="0" r="0" t="19757"/>
          <a:stretch/>
        </p:blipFill>
        <p:spPr>
          <a:xfrm>
            <a:off x="9878138" y="3191195"/>
            <a:ext cx="914400" cy="559500"/>
          </a:xfrm>
          <a:prstGeom prst="rect">
            <a:avLst/>
          </a:prstGeom>
          <a:noFill/>
          <a:ln>
            <a:noFill/>
          </a:ln>
        </p:spPr>
      </p:pic>
      <p:pic>
        <p:nvPicPr>
          <p:cNvPr id="2973" name="Google Shape;2973;p150"/>
          <p:cNvPicPr preferRelativeResize="0"/>
          <p:nvPr/>
        </p:nvPicPr>
        <p:blipFill rotWithShape="1">
          <a:blip r:embed="rId4">
            <a:alphaModFix/>
          </a:blip>
          <a:srcRect b="19054" l="0" r="0" t="19757"/>
          <a:stretch/>
        </p:blipFill>
        <p:spPr>
          <a:xfrm>
            <a:off x="10792538" y="3191195"/>
            <a:ext cx="914400" cy="559500"/>
          </a:xfrm>
          <a:prstGeom prst="rect">
            <a:avLst/>
          </a:prstGeom>
          <a:noFill/>
          <a:ln>
            <a:noFill/>
          </a:ln>
        </p:spPr>
      </p:pic>
      <p:grpSp>
        <p:nvGrpSpPr>
          <p:cNvPr id="2974" name="Google Shape;2974;p150"/>
          <p:cNvGrpSpPr/>
          <p:nvPr/>
        </p:nvGrpSpPr>
        <p:grpSpPr>
          <a:xfrm>
            <a:off x="9177549" y="2767685"/>
            <a:ext cx="458937" cy="422178"/>
            <a:chOff x="4437340" y="3101261"/>
            <a:chExt cx="914400" cy="914400"/>
          </a:xfrm>
        </p:grpSpPr>
        <p:sp>
          <p:nvSpPr>
            <p:cNvPr id="2975" name="Google Shape;2975;p150"/>
            <p:cNvSpPr/>
            <p:nvPr/>
          </p:nvSpPr>
          <p:spPr>
            <a:xfrm>
              <a:off x="4437340" y="3101261"/>
              <a:ext cx="914400" cy="914400"/>
            </a:xfrm>
            <a:prstGeom prst="roundRect">
              <a:avLst>
                <a:gd fmla="val 21845"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76" name="Google Shape;2976;p150"/>
            <p:cNvPicPr preferRelativeResize="0"/>
            <p:nvPr/>
          </p:nvPicPr>
          <p:blipFill rotWithShape="1">
            <a:blip r:embed="rId9">
              <a:alphaModFix/>
            </a:blip>
            <a:srcRect b="13122" l="12810" r="11523" t="12272"/>
            <a:stretch/>
          </p:blipFill>
          <p:spPr>
            <a:xfrm>
              <a:off x="4518236" y="3190157"/>
              <a:ext cx="752608" cy="736608"/>
            </a:xfrm>
            <a:prstGeom prst="rect">
              <a:avLst/>
            </a:prstGeom>
            <a:noFill/>
            <a:ln>
              <a:noFill/>
            </a:ln>
          </p:spPr>
        </p:pic>
      </p:grpSp>
      <p:sp>
        <p:nvSpPr>
          <p:cNvPr id="2977" name="Google Shape;2977;p150"/>
          <p:cNvSpPr/>
          <p:nvPr/>
        </p:nvSpPr>
        <p:spPr>
          <a:xfrm>
            <a:off x="9940950" y="2390650"/>
            <a:ext cx="774300" cy="816300"/>
          </a:xfrm>
          <a:prstGeom prst="roundRect">
            <a:avLst>
              <a:gd fmla="val 11042" name="adj"/>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50"/>
          <p:cNvSpPr txBox="1"/>
          <p:nvPr/>
        </p:nvSpPr>
        <p:spPr>
          <a:xfrm>
            <a:off x="2282425" y="3464625"/>
            <a:ext cx="38136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13.  Create Hosts from Satellite Hostgroups</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14. Create a Standalone Automation Controller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get the installation files from Satellite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generate the installer template</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launch the installer</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create an execution environment</a:t>
            </a:r>
            <a:endParaRPr>
              <a:latin typeface="Red Hat Display"/>
              <a:ea typeface="Red Hat Display"/>
              <a:cs typeface="Red Hat Display"/>
              <a:sym typeface="Red Hat Display"/>
            </a:endParaRPr>
          </a:p>
          <a:p>
            <a:pPr indent="-317500" lvl="0" marL="457200" rtl="0" algn="l">
              <a:spcBef>
                <a:spcPts val="0"/>
              </a:spcBef>
              <a:spcAft>
                <a:spcPts val="0"/>
              </a:spcAft>
              <a:buSzPts val="1400"/>
              <a:buFont typeface="Red Hat Display"/>
              <a:buChar char="-"/>
            </a:pPr>
            <a:r>
              <a:rPr lang="en">
                <a:latin typeface="Red Hat Display"/>
                <a:ea typeface="Red Hat Display"/>
                <a:cs typeface="Red Hat Display"/>
                <a:sym typeface="Red Hat Display"/>
              </a:rPr>
              <a:t>load a source workflow using importer</a:t>
            </a:r>
            <a:endParaRPr>
              <a:latin typeface="Red Hat Display"/>
              <a:ea typeface="Red Hat Display"/>
              <a:cs typeface="Red Hat Display"/>
              <a:sym typeface="Red Hat Display"/>
            </a:endParaRPr>
          </a:p>
          <a:p>
            <a:pPr indent="0" lvl="0" marL="457200" rtl="0" algn="l">
              <a:spcBef>
                <a:spcPts val="0"/>
              </a:spcBef>
              <a:spcAft>
                <a:spcPts val="0"/>
              </a:spcAft>
              <a:buNone/>
            </a:pPr>
            <a:r>
              <a:rPr lang="en">
                <a:latin typeface="Red Hat Display"/>
                <a:ea typeface="Red Hat Display"/>
                <a:cs typeface="Red Hat Display"/>
                <a:sym typeface="Red Hat Display"/>
              </a:rPr>
              <a:t>( See </a:t>
            </a:r>
            <a:r>
              <a:rPr lang="en" u="sng">
                <a:solidFill>
                  <a:schemeClr val="hlink"/>
                </a:solidFill>
                <a:latin typeface="Red Hat Display"/>
                <a:ea typeface="Red Hat Display"/>
                <a:cs typeface="Red Hat Display"/>
                <a:sym typeface="Red Hat Display"/>
                <a:hlinkClick r:id="rId10"/>
              </a:rPr>
              <a:t>AutomatingContentManagment</a:t>
            </a:r>
            <a:r>
              <a:rPr lang="en">
                <a:latin typeface="Red Hat Display"/>
                <a:ea typeface="Red Hat Display"/>
                <a:cs typeface="Red Hat Display"/>
                <a:sym typeface="Red Hat Display"/>
              </a:rPr>
              <a:t>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sp>
        <p:nvSpPr>
          <p:cNvPr id="2979" name="Google Shape;2979;p150"/>
          <p:cNvSpPr txBox="1"/>
          <p:nvPr/>
        </p:nvSpPr>
        <p:spPr>
          <a:xfrm>
            <a:off x="8195650" y="4741700"/>
            <a:ext cx="34935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15. Create a Standalone Automation Hub</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load Execution Environment</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sync from console dot</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16. Create 2 Container Hosts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deploy 2 tang containers</a:t>
            </a:r>
            <a:endParaRPr>
              <a:solidFill>
                <a:schemeClr val="dk1"/>
              </a:solidFill>
              <a:latin typeface="Red Hat Display"/>
              <a:ea typeface="Red Hat Display"/>
              <a:cs typeface="Red Hat Display"/>
              <a:sym typeface="Red Hat Display"/>
            </a:endParaRPr>
          </a:p>
          <a:p>
            <a:pPr indent="-317500" lvl="0" marL="457200" rtl="0" algn="l">
              <a:spcBef>
                <a:spcPts val="0"/>
              </a:spcBef>
              <a:spcAft>
                <a:spcPts val="0"/>
              </a:spcAft>
              <a:buClr>
                <a:schemeClr val="dk1"/>
              </a:buClr>
              <a:buSzPts val="1400"/>
              <a:buFont typeface="Red Hat Display"/>
              <a:buChar char="-"/>
            </a:pPr>
            <a:r>
              <a:rPr lang="en">
                <a:solidFill>
                  <a:schemeClr val="dk1"/>
                </a:solidFill>
                <a:latin typeface="Red Hat Display"/>
                <a:ea typeface="Red Hat Display"/>
                <a:cs typeface="Red Hat Display"/>
                <a:sym typeface="Red Hat Display"/>
              </a:rPr>
              <a:t>configure tang urls in Satellite</a:t>
            </a:r>
            <a:endParaRPr>
              <a:solidFill>
                <a:schemeClr val="dk1"/>
              </a:solidFill>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p:txBody>
      </p:sp>
      <p:pic>
        <p:nvPicPr>
          <p:cNvPr id="2980" name="Google Shape;2980;p150"/>
          <p:cNvPicPr preferRelativeResize="0"/>
          <p:nvPr/>
        </p:nvPicPr>
        <p:blipFill>
          <a:blip r:embed="rId11">
            <a:alphaModFix/>
          </a:blip>
          <a:stretch>
            <a:fillRect/>
          </a:stretch>
        </p:blipFill>
        <p:spPr>
          <a:xfrm>
            <a:off x="10895276" y="2835667"/>
            <a:ext cx="318000" cy="318000"/>
          </a:xfrm>
          <a:prstGeom prst="rect">
            <a:avLst/>
          </a:prstGeom>
          <a:noFill/>
          <a:ln>
            <a:noFill/>
          </a:ln>
        </p:spPr>
      </p:pic>
      <p:pic>
        <p:nvPicPr>
          <p:cNvPr id="2981" name="Google Shape;2981;p150"/>
          <p:cNvPicPr preferRelativeResize="0"/>
          <p:nvPr/>
        </p:nvPicPr>
        <p:blipFill>
          <a:blip r:embed="rId11">
            <a:alphaModFix/>
          </a:blip>
          <a:stretch>
            <a:fillRect/>
          </a:stretch>
        </p:blipFill>
        <p:spPr>
          <a:xfrm>
            <a:off x="9980876" y="2835667"/>
            <a:ext cx="318000" cy="318000"/>
          </a:xfrm>
          <a:prstGeom prst="rect">
            <a:avLst/>
          </a:prstGeom>
          <a:noFill/>
          <a:ln>
            <a:noFill/>
          </a:ln>
        </p:spPr>
      </p:pic>
      <p:sp>
        <p:nvSpPr>
          <p:cNvPr id="2982" name="Google Shape;2982;p150"/>
          <p:cNvSpPr txBox="1"/>
          <p:nvPr/>
        </p:nvSpPr>
        <p:spPr>
          <a:xfrm>
            <a:off x="916425" y="5377650"/>
            <a:ext cx="6495600" cy="6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Satellite is used to deploy the remaining nodes in the environment of your choice.</a:t>
            </a:r>
            <a:endParaRPr sz="1800">
              <a:latin typeface="Red Hat Display"/>
              <a:ea typeface="Red Hat Display"/>
              <a:cs typeface="Red Hat Display"/>
              <a:sym typeface="Red Hat Displ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6" name="Shape 2986"/>
        <p:cNvGrpSpPr/>
        <p:nvPr/>
      </p:nvGrpSpPr>
      <p:grpSpPr>
        <a:xfrm>
          <a:off x="0" y="0"/>
          <a:ext cx="0" cy="0"/>
          <a:chOff x="0" y="0"/>
          <a:chExt cx="0" cy="0"/>
        </a:xfrm>
      </p:grpSpPr>
      <p:sp>
        <p:nvSpPr>
          <p:cNvPr id="2987" name="Google Shape;2987;p151"/>
          <p:cNvSpPr/>
          <p:nvPr/>
        </p:nvSpPr>
        <p:spPr>
          <a:xfrm>
            <a:off x="-152400" y="1328950"/>
            <a:ext cx="12573000" cy="4728900"/>
          </a:xfrm>
          <a:prstGeom prst="rect">
            <a:avLst/>
          </a:prstGeom>
          <a:solidFill>
            <a:srgbClr val="F7F7F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151"/>
          <p:cNvSpPr txBox="1"/>
          <p:nvPr>
            <p:ph type="title"/>
          </p:nvPr>
        </p:nvSpPr>
        <p:spPr>
          <a:xfrm>
            <a:off x="885050" y="566950"/>
            <a:ext cx="10422000" cy="400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Phase 5 - Run the Pipeline</a:t>
            </a:r>
            <a:endParaRPr/>
          </a:p>
        </p:txBody>
      </p:sp>
      <p:sp>
        <p:nvSpPr>
          <p:cNvPr id="2989" name="Google Shape;2989;p1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accent1"/>
                </a:solidFill>
              </a:rPr>
              <a:t>Red Hat Infrastructure Standard Adoption Model</a:t>
            </a:r>
            <a:endParaRPr sz="900">
              <a:solidFill>
                <a:schemeClr val="accent1"/>
              </a:solidFill>
            </a:endParaRPr>
          </a:p>
        </p:txBody>
      </p:sp>
      <p:sp>
        <p:nvSpPr>
          <p:cNvPr id="2990" name="Google Shape;2990;p151"/>
          <p:cNvSpPr txBox="1"/>
          <p:nvPr>
            <p:ph idx="2" type="subTitle"/>
          </p:nvPr>
        </p:nvSpPr>
        <p:spPr>
          <a:xfrm>
            <a:off x="885125" y="967750"/>
            <a:ext cx="10422000" cy="3180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VMware on-Premise Example</a:t>
            </a:r>
            <a:endParaRPr/>
          </a:p>
        </p:txBody>
      </p:sp>
      <p:pic>
        <p:nvPicPr>
          <p:cNvPr id="2991" name="Google Shape;2991;p151"/>
          <p:cNvPicPr preferRelativeResize="0"/>
          <p:nvPr/>
        </p:nvPicPr>
        <p:blipFill>
          <a:blip r:embed="rId3">
            <a:alphaModFix/>
          </a:blip>
          <a:stretch>
            <a:fillRect/>
          </a:stretch>
        </p:blipFill>
        <p:spPr>
          <a:xfrm>
            <a:off x="187625" y="3044675"/>
            <a:ext cx="11771450" cy="2262575"/>
          </a:xfrm>
          <a:prstGeom prst="rect">
            <a:avLst/>
          </a:prstGeom>
          <a:noFill/>
          <a:ln>
            <a:noFill/>
          </a:ln>
        </p:spPr>
      </p:pic>
      <p:sp>
        <p:nvSpPr>
          <p:cNvPr id="2992" name="Google Shape;2992;p151"/>
          <p:cNvSpPr txBox="1"/>
          <p:nvPr/>
        </p:nvSpPr>
        <p:spPr>
          <a:xfrm>
            <a:off x="1197900" y="2156225"/>
            <a:ext cx="579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Display"/>
                <a:ea typeface="Red Hat Display"/>
                <a:cs typeface="Red Hat Display"/>
                <a:sym typeface="Red Hat Display"/>
              </a:rPr>
              <a:t>16. Run the Content Delivery Pipeline</a:t>
            </a:r>
            <a:endParaRPr>
              <a:latin typeface="Red Hat Display"/>
              <a:ea typeface="Red Hat Display"/>
              <a:cs typeface="Red Hat Display"/>
              <a:sym typeface="Red Hat Display"/>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6" name="Shape 2996"/>
        <p:cNvGrpSpPr/>
        <p:nvPr/>
      </p:nvGrpSpPr>
      <p:grpSpPr>
        <a:xfrm>
          <a:off x="0" y="0"/>
          <a:ext cx="0" cy="0"/>
          <a:chOff x="0" y="0"/>
          <a:chExt cx="0" cy="0"/>
        </a:xfrm>
      </p:grpSpPr>
      <p:sp>
        <p:nvSpPr>
          <p:cNvPr id="2997" name="Google Shape;2997;p152"/>
          <p:cNvSpPr txBox="1"/>
          <p:nvPr>
            <p:ph idx="1" type="subTitle"/>
          </p:nvPr>
        </p:nvSpPr>
        <p:spPr>
          <a:xfrm>
            <a:off x="1752600" y="14026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What, how, and why</a:t>
            </a:r>
            <a:endParaRPr/>
          </a:p>
        </p:txBody>
      </p:sp>
      <p:sp>
        <p:nvSpPr>
          <p:cNvPr id="2998" name="Google Shape;2998;p152"/>
          <p:cNvSpPr txBox="1"/>
          <p:nvPr>
            <p:ph type="title"/>
          </p:nvPr>
        </p:nvSpPr>
        <p:spPr>
          <a:xfrm>
            <a:off x="1752600" y="946000"/>
            <a:ext cx="8686800" cy="4566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2700">
                <a:latin typeface="Red Hat Display Medium"/>
                <a:ea typeface="Red Hat Display Medium"/>
                <a:cs typeface="Red Hat Display Medium"/>
                <a:sym typeface="Red Hat Display Medium"/>
              </a:rPr>
              <a:t>Standard Infrastructure Deployment</a:t>
            </a:r>
            <a:endParaRPr sz="2700">
              <a:latin typeface="Red Hat Display Medium"/>
              <a:ea typeface="Red Hat Display Medium"/>
              <a:cs typeface="Red Hat Display Medium"/>
              <a:sym typeface="Red Hat Display Medium"/>
            </a:endParaRPr>
          </a:p>
        </p:txBody>
      </p:sp>
      <p:sp>
        <p:nvSpPr>
          <p:cNvPr id="2999" name="Google Shape;2999;p15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Red Hat Infrastructure Standard Adoption Model</a:t>
            </a:r>
            <a:endParaRPr/>
          </a:p>
        </p:txBody>
      </p:sp>
      <p:sp>
        <p:nvSpPr>
          <p:cNvPr id="3000" name="Google Shape;3000;p15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01" name="Google Shape;3001;p152"/>
          <p:cNvSpPr txBox="1"/>
          <p:nvPr>
            <p:ph idx="3" type="subTitle"/>
          </p:nvPr>
        </p:nvSpPr>
        <p:spPr>
          <a:xfrm>
            <a:off x="885050" y="6169550"/>
            <a:ext cx="91830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002" name="Google Shape;3002;p152"/>
          <p:cNvSpPr/>
          <p:nvPr/>
        </p:nvSpPr>
        <p:spPr>
          <a:xfrm>
            <a:off x="646500" y="2834921"/>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Fragility</a:t>
            </a:r>
            <a:endParaRPr>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inflexible scripts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complex procedures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reuse and revision difficult</a:t>
            </a:r>
            <a:endParaRPr sz="1200">
              <a:solidFill>
                <a:srgbClr val="000000"/>
              </a:solidFill>
              <a:latin typeface="Red Hat Display"/>
              <a:ea typeface="Red Hat Display"/>
              <a:cs typeface="Red Hat Display"/>
              <a:sym typeface="Red Hat Display"/>
            </a:endParaRPr>
          </a:p>
        </p:txBody>
      </p:sp>
      <p:sp>
        <p:nvSpPr>
          <p:cNvPr id="3003" name="Google Shape;3003;p152"/>
          <p:cNvSpPr/>
          <p:nvPr/>
        </p:nvSpPr>
        <p:spPr>
          <a:xfrm>
            <a:off x="8064900" y="2834925"/>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Flexibility</a:t>
            </a:r>
            <a:r>
              <a:rPr b="1" lang="en" sz="1200">
                <a:solidFill>
                  <a:srgbClr val="EE0000"/>
                </a:solidFill>
                <a:latin typeface="Red Hat Display"/>
                <a:ea typeface="Red Hat Display"/>
                <a:cs typeface="Red Hat Display"/>
                <a:sym typeface="Red Hat Display"/>
              </a:rPr>
              <a:t> </a:t>
            </a:r>
            <a:endParaRPr b="1">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independently updatable</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recombine easily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streamline </a:t>
            </a:r>
            <a:r>
              <a:rPr lang="en" sz="1200">
                <a:latin typeface="Red Hat Display"/>
                <a:ea typeface="Red Hat Display"/>
                <a:cs typeface="Red Hat Display"/>
                <a:sym typeface="Red Hat Display"/>
              </a:rPr>
              <a:t>definition and maintenance</a:t>
            </a:r>
            <a:endParaRPr sz="1200">
              <a:solidFill>
                <a:srgbClr val="FFFFFF"/>
              </a:solidFill>
              <a:latin typeface="Red Hat Display"/>
              <a:ea typeface="Red Hat Display"/>
              <a:cs typeface="Red Hat Display"/>
              <a:sym typeface="Red Hat Display"/>
            </a:endParaRPr>
          </a:p>
        </p:txBody>
      </p:sp>
      <p:sp>
        <p:nvSpPr>
          <p:cNvPr id="3004" name="Google Shape;3004;p152"/>
          <p:cNvSpPr/>
          <p:nvPr/>
        </p:nvSpPr>
        <p:spPr>
          <a:xfrm>
            <a:off x="4279500" y="2834925"/>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Refactor </a:t>
            </a:r>
            <a:endParaRPr b="1">
              <a:solidFill>
                <a:srgbClr val="000000"/>
              </a:solidFill>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define </a:t>
            </a:r>
            <a:r>
              <a:rPr lang="en" sz="1200">
                <a:latin typeface="Red Hat Display"/>
                <a:ea typeface="Red Hat Display"/>
                <a:cs typeface="Red Hat Display"/>
                <a:sym typeface="Red Hat Display"/>
              </a:rPr>
              <a:t>functional layers </a:t>
            </a:r>
            <a:endParaRPr sz="1200">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reusable elements</a:t>
            </a:r>
            <a:endParaRPr sz="1200">
              <a:latin typeface="Red Hat Display"/>
              <a:ea typeface="Red Hat Display"/>
              <a:cs typeface="Red Hat Display"/>
              <a:sym typeface="Red Hat Display"/>
            </a:endParaRPr>
          </a:p>
          <a:p>
            <a:pPr indent="0" lvl="0" marL="45720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component-based approach</a:t>
            </a:r>
            <a:endParaRPr b="1" sz="1200">
              <a:solidFill>
                <a:srgbClr val="FFFFFF"/>
              </a:solidFill>
              <a:latin typeface="Red Hat Display"/>
              <a:ea typeface="Red Hat Display"/>
              <a:cs typeface="Red Hat Display"/>
              <a:sym typeface="Red Hat Display"/>
            </a:endParaRPr>
          </a:p>
        </p:txBody>
      </p:sp>
      <p:graphicFrame>
        <p:nvGraphicFramePr>
          <p:cNvPr id="3005" name="Google Shape;3005;p152"/>
          <p:cNvGraphicFramePr/>
          <p:nvPr/>
        </p:nvGraphicFramePr>
        <p:xfrm>
          <a:off x="646491" y="1935639"/>
          <a:ext cx="3000000" cy="3000000"/>
        </p:xfrm>
        <a:graphic>
          <a:graphicData uri="http://schemas.openxmlformats.org/drawingml/2006/table">
            <a:tbl>
              <a:tblPr>
                <a:noFill/>
                <a:tableStyleId>{BC771196-E630-4DE3-AAF9-2413F8488AD1}</a:tableStyleId>
              </a:tblPr>
              <a:tblGrid>
                <a:gridCol w="715975"/>
                <a:gridCol w="2917025"/>
                <a:gridCol w="737225"/>
                <a:gridCol w="2895775"/>
                <a:gridCol w="777175"/>
                <a:gridCol w="2855825"/>
              </a:tblGrid>
              <a:tr h="594450">
                <a:tc>
                  <a:txBody>
                    <a:bodyPr/>
                    <a:lstStyle/>
                    <a:p>
                      <a:pPr indent="0" lvl="0" marL="0" rtl="0" algn="l">
                        <a:spcBef>
                          <a:spcPts val="0"/>
                        </a:spcBef>
                        <a:spcAft>
                          <a:spcPts val="0"/>
                        </a:spcAft>
                        <a:buNone/>
                      </a:pPr>
                      <a:r>
                        <a:t/>
                      </a:r>
                      <a:endParaRPr b="1" sz="1600">
                        <a:solidFill>
                          <a:srgbClr val="EE0000"/>
                        </a:solidFill>
                        <a:latin typeface="Overpass"/>
                        <a:ea typeface="Overpass"/>
                        <a:cs typeface="Overpass"/>
                        <a:sym typeface="Overpass"/>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Challenge</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600"/>
                        <a:buFont typeface="Arial"/>
                        <a:buNone/>
                      </a:pPr>
                      <a:r>
                        <a:rPr b="1" lang="en" sz="1600">
                          <a:solidFill>
                            <a:srgbClr val="EE0000"/>
                          </a:solidFill>
                          <a:latin typeface="Red Hat Display"/>
                          <a:ea typeface="Red Hat Display"/>
                          <a:cs typeface="Red Hat Display"/>
                          <a:sym typeface="Red Hat Display"/>
                        </a:rPr>
                        <a:t>Approach</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b="1" sz="1600">
                        <a:solidFill>
                          <a:srgbClr val="EE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b="1" lang="en" sz="1600">
                          <a:solidFill>
                            <a:srgbClr val="EE0000"/>
                          </a:solidFill>
                          <a:latin typeface="Red Hat Display"/>
                          <a:ea typeface="Red Hat Display"/>
                          <a:cs typeface="Red Hat Display"/>
                          <a:sym typeface="Red Hat Display"/>
                        </a:rPr>
                        <a:t>Benefits</a:t>
                      </a:r>
                      <a:endParaRPr b="1" sz="1300" u="none" cap="none" strike="noStrike">
                        <a:solidFill>
                          <a:srgbClr val="000000"/>
                        </a:solidFill>
                        <a:latin typeface="Red Hat Display"/>
                        <a:ea typeface="Red Hat Display"/>
                        <a:cs typeface="Red Hat Display"/>
                        <a:sym typeface="Red Hat Display"/>
                      </a:endParaRPr>
                    </a:p>
                  </a:txBody>
                  <a:tcPr marT="100250" marB="100250" marR="100250" marL="100250" anchor="ctr">
                    <a:lnL cap="flat" cmpd="sng" w="28575">
                      <a:solidFill>
                        <a:srgbClr val="B7B7B7">
                          <a:alpha val="0"/>
                        </a:srgbClr>
                      </a:solidFill>
                      <a:prstDash val="solid"/>
                      <a:round/>
                      <a:headEnd len="sm" w="sm" type="none"/>
                      <a:tailEnd len="sm" w="sm" type="none"/>
                    </a:lnL>
                    <a:lnR cap="flat" cmpd="sng" w="28575">
                      <a:solidFill>
                        <a:srgbClr val="B7B7B7">
                          <a:alpha val="0"/>
                        </a:srgbClr>
                      </a:solidFill>
                      <a:prstDash val="solid"/>
                      <a:round/>
                      <a:headEnd len="sm" w="sm" type="none"/>
                      <a:tailEnd len="sm" w="sm" type="none"/>
                    </a:lnR>
                    <a:lnT cap="flat" cmpd="sng" w="28575">
                      <a:solidFill>
                        <a:srgbClr val="B7B7B7">
                          <a:alpha val="0"/>
                        </a:srgbClr>
                      </a:solidFill>
                      <a:prstDash val="solid"/>
                      <a:round/>
                      <a:headEnd len="sm" w="sm" type="none"/>
                      <a:tailEnd len="sm" w="sm" type="none"/>
                    </a:lnT>
                    <a:lnB cap="flat" cmpd="sng" w="28575">
                      <a:solidFill>
                        <a:srgbClr val="B7B7B7">
                          <a:alpha val="0"/>
                        </a:srgbClr>
                      </a:solidFill>
                      <a:prstDash val="solid"/>
                      <a:round/>
                      <a:headEnd len="sm" w="sm" type="none"/>
                      <a:tailEnd len="sm" w="sm" type="none"/>
                    </a:lnB>
                  </a:tcPr>
                </a:tc>
              </a:tr>
            </a:tbl>
          </a:graphicData>
        </a:graphic>
      </p:graphicFrame>
      <p:sp>
        <p:nvSpPr>
          <p:cNvPr id="3006" name="Google Shape;3006;p152"/>
          <p:cNvSpPr/>
          <p:nvPr/>
        </p:nvSpPr>
        <p:spPr>
          <a:xfrm>
            <a:off x="646500" y="3885154"/>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Variability</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inconsistent view of content</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inconsistent application of content</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inconsistencies get multiplied</a:t>
            </a:r>
            <a:endParaRPr sz="1200">
              <a:solidFill>
                <a:srgbClr val="000000"/>
              </a:solidFill>
              <a:latin typeface="Red Hat Display"/>
              <a:ea typeface="Red Hat Display"/>
              <a:cs typeface="Red Hat Display"/>
              <a:sym typeface="Red Hat Display"/>
            </a:endParaRPr>
          </a:p>
        </p:txBody>
      </p:sp>
      <p:sp>
        <p:nvSpPr>
          <p:cNvPr id="3007" name="Google Shape;3007;p152"/>
          <p:cNvSpPr/>
          <p:nvPr/>
        </p:nvSpPr>
        <p:spPr>
          <a:xfrm>
            <a:off x="8064900" y="3885154"/>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Efficiency </a:t>
            </a:r>
            <a:endParaRPr b="1" sz="1200">
              <a:solidFill>
                <a:srgbClr val="EE0000"/>
              </a:solidFill>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e</a:t>
            </a:r>
            <a:r>
              <a:rPr lang="en" sz="1200">
                <a:latin typeface="Red Hat Display"/>
                <a:ea typeface="Red Hat Display"/>
                <a:cs typeface="Red Hat Display"/>
                <a:sym typeface="Red Hat Display"/>
              </a:rPr>
              <a:t>asily monitor and manage </a:t>
            </a:r>
            <a:endParaRPr sz="1200">
              <a:latin typeface="Red Hat Display"/>
              <a:ea typeface="Red Hat Display"/>
              <a:cs typeface="Red Hat Display"/>
              <a:sym typeface="Red Hat Display"/>
            </a:endParaRPr>
          </a:p>
          <a:p>
            <a:pPr indent="0" lvl="0" marL="45720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drift, version, and compliance</a:t>
            </a:r>
            <a:endParaRPr sz="1200">
              <a:latin typeface="Red Hat Display"/>
              <a:ea typeface="Red Hat Display"/>
              <a:cs typeface="Red Hat Display"/>
              <a:sym typeface="Red Hat Display"/>
            </a:endParaRPr>
          </a:p>
          <a:p>
            <a:pPr indent="0" lvl="0" marL="45720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fleet or system level remediation</a:t>
            </a:r>
            <a:endParaRPr sz="1200">
              <a:solidFill>
                <a:srgbClr val="EE0000"/>
              </a:solidFill>
              <a:latin typeface="Red Hat Display"/>
              <a:ea typeface="Red Hat Display"/>
              <a:cs typeface="Red Hat Display"/>
              <a:sym typeface="Red Hat Display"/>
            </a:endParaRPr>
          </a:p>
        </p:txBody>
      </p:sp>
      <p:sp>
        <p:nvSpPr>
          <p:cNvPr id="3008" name="Google Shape;3008;p152"/>
          <p:cNvSpPr/>
          <p:nvPr/>
        </p:nvSpPr>
        <p:spPr>
          <a:xfrm>
            <a:off x="4279500" y="3893968"/>
            <a:ext cx="3785400" cy="824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Standardize </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a:t>
            </a:r>
            <a:r>
              <a:rPr lang="en" sz="1200">
                <a:latin typeface="Red Hat Display"/>
                <a:ea typeface="Red Hat Display"/>
                <a:cs typeface="Red Hat Display"/>
                <a:sym typeface="Red Hat Display"/>
              </a:rPr>
              <a:t>odify </a:t>
            </a:r>
            <a:r>
              <a:rPr lang="en" sz="1200">
                <a:latin typeface="Red Hat Display"/>
                <a:ea typeface="Red Hat Display"/>
                <a:cs typeface="Red Hat Display"/>
                <a:sym typeface="Red Hat Display"/>
              </a:rPr>
              <a:t>content delivery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configuration</a:t>
            </a:r>
            <a:r>
              <a:rPr lang="en" sz="1200">
                <a:latin typeface="Red Hat Display"/>
                <a:ea typeface="Red Hat Display"/>
                <a:cs typeface="Red Hat Display"/>
                <a:sym typeface="Red Hat Display"/>
              </a:rPr>
              <a:t>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lifecycle management</a:t>
            </a:r>
            <a:endParaRPr sz="1200">
              <a:solidFill>
                <a:srgbClr val="FFFFFF"/>
              </a:solidFill>
              <a:latin typeface="Red Hat Display"/>
              <a:ea typeface="Red Hat Display"/>
              <a:cs typeface="Red Hat Display"/>
              <a:sym typeface="Red Hat Display"/>
            </a:endParaRPr>
          </a:p>
        </p:txBody>
      </p:sp>
      <p:sp>
        <p:nvSpPr>
          <p:cNvPr id="3009" name="Google Shape;3009;p152"/>
          <p:cNvSpPr/>
          <p:nvPr/>
        </p:nvSpPr>
        <p:spPr>
          <a:xfrm>
            <a:off x="646500" y="4922137"/>
            <a:ext cx="3633000" cy="833100"/>
          </a:xfrm>
          <a:prstGeom prst="homePlate">
            <a:avLst>
              <a:gd fmla="val 20993" name="adj"/>
            </a:avLst>
          </a:prstGeom>
          <a:solidFill>
            <a:srgbClr val="BFBFBF">
              <a:alpha val="49800"/>
            </a:srgbClr>
          </a:solid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chemeClr val="accent1"/>
                </a:solidFill>
                <a:latin typeface="Red Hat Display"/>
                <a:ea typeface="Red Hat Display"/>
                <a:cs typeface="Red Hat Display"/>
                <a:sym typeface="Red Hat Display"/>
              </a:rPr>
              <a:t>Complexity</a:t>
            </a:r>
            <a:endParaRPr b="1" sz="1200">
              <a:solidFill>
                <a:schemeClr val="accent1"/>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m</a:t>
            </a:r>
            <a:r>
              <a:rPr lang="en" sz="1200">
                <a:latin typeface="Red Hat Display"/>
                <a:ea typeface="Red Hat Display"/>
                <a:cs typeface="Red Hat Display"/>
                <a:sym typeface="Red Hat Display"/>
              </a:rPr>
              <a:t>anual processes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complex </a:t>
            </a:r>
            <a:r>
              <a:rPr lang="en" sz="1200">
                <a:latin typeface="Red Hat Display"/>
                <a:ea typeface="Red Hat Display"/>
                <a:cs typeface="Red Hat Display"/>
                <a:sym typeface="Red Hat Display"/>
              </a:rPr>
              <a:t>script</a:t>
            </a:r>
            <a:r>
              <a:rPr lang="en" sz="1200">
                <a:latin typeface="Red Hat Display"/>
                <a:ea typeface="Red Hat Display"/>
                <a:cs typeface="Red Hat Display"/>
                <a:sym typeface="Red Hat Display"/>
              </a:rPr>
              <a:t>s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hard to isolate and resolve errors</a:t>
            </a:r>
            <a:endParaRPr sz="1200">
              <a:solidFill>
                <a:srgbClr val="000000"/>
              </a:solidFill>
              <a:latin typeface="Red Hat Display"/>
              <a:ea typeface="Red Hat Display"/>
              <a:cs typeface="Red Hat Display"/>
              <a:sym typeface="Red Hat Display"/>
            </a:endParaRPr>
          </a:p>
        </p:txBody>
      </p:sp>
      <p:sp>
        <p:nvSpPr>
          <p:cNvPr id="3010" name="Google Shape;3010;p152"/>
          <p:cNvSpPr/>
          <p:nvPr/>
        </p:nvSpPr>
        <p:spPr>
          <a:xfrm>
            <a:off x="8064900" y="4922137"/>
            <a:ext cx="36330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Reliability </a:t>
            </a:r>
            <a:endParaRPr b="1">
              <a:solidFill>
                <a:srgbClr val="000000"/>
              </a:solidFill>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Rapid and repeatable processes</a:t>
            </a:r>
            <a:endParaRPr sz="1200">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trusted automation</a:t>
            </a:r>
            <a:endParaRPr sz="1200">
              <a:latin typeface="Red Hat Display"/>
              <a:ea typeface="Red Hat Display"/>
              <a:cs typeface="Red Hat Display"/>
              <a:sym typeface="Red Hat Display"/>
            </a:endParaRPr>
          </a:p>
          <a:p>
            <a:pPr indent="457200" lvl="0" marL="0" marR="0" rtl="0" algn="l">
              <a:lnSpc>
                <a:spcPct val="100000"/>
              </a:lnSpc>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validated patterns</a:t>
            </a:r>
            <a:endParaRPr sz="1200">
              <a:latin typeface="Red Hat Display"/>
              <a:ea typeface="Red Hat Display"/>
              <a:cs typeface="Red Hat Display"/>
              <a:sym typeface="Red Hat Display"/>
            </a:endParaRPr>
          </a:p>
        </p:txBody>
      </p:sp>
      <p:sp>
        <p:nvSpPr>
          <p:cNvPr id="3011" name="Google Shape;3011;p152"/>
          <p:cNvSpPr/>
          <p:nvPr/>
        </p:nvSpPr>
        <p:spPr>
          <a:xfrm>
            <a:off x="4279500" y="4922130"/>
            <a:ext cx="3785400" cy="833100"/>
          </a:xfrm>
          <a:prstGeom prst="chevron">
            <a:avLst>
              <a:gd fmla="val 20993" name="adj"/>
            </a:avLst>
          </a:prstGeom>
          <a:no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Overpass"/>
              <a:buNone/>
            </a:pPr>
            <a:r>
              <a:rPr b="1" lang="en" sz="1200">
                <a:solidFill>
                  <a:srgbClr val="EE0000"/>
                </a:solidFill>
                <a:latin typeface="Red Hat Display"/>
                <a:ea typeface="Red Hat Display"/>
                <a:cs typeface="Red Hat Display"/>
                <a:sym typeface="Red Hat Display"/>
              </a:rPr>
              <a:t>Automate </a:t>
            </a:r>
            <a:endParaRPr b="1">
              <a:solidFill>
                <a:srgbClr val="000000"/>
              </a:solidFill>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s</a:t>
            </a:r>
            <a:r>
              <a:rPr lang="en" sz="1200">
                <a:latin typeface="Red Hat Display"/>
                <a:ea typeface="Red Hat Display"/>
                <a:cs typeface="Red Hat Display"/>
                <a:sym typeface="Red Hat Display"/>
              </a:rPr>
              <a:t>pecify system build and config</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human readable </a:t>
            </a:r>
            <a:endParaRPr sz="1200">
              <a:latin typeface="Red Hat Display"/>
              <a:ea typeface="Red Hat Display"/>
              <a:cs typeface="Red Hat Display"/>
              <a:sym typeface="Red Hat Display"/>
            </a:endParaRPr>
          </a:p>
          <a:p>
            <a:pPr indent="457200" lvl="0" marL="0" rtl="0" algn="l">
              <a:spcBef>
                <a:spcPts val="0"/>
              </a:spcBef>
              <a:spcAft>
                <a:spcPts val="0"/>
              </a:spcAft>
              <a:buClr>
                <a:srgbClr val="000000"/>
              </a:buClr>
              <a:buSzPts val="1100"/>
              <a:buFont typeface="Overpass"/>
              <a:buNone/>
            </a:pPr>
            <a:r>
              <a:rPr lang="en" sz="1200">
                <a:latin typeface="Red Hat Display"/>
                <a:ea typeface="Red Hat Display"/>
                <a:cs typeface="Red Hat Display"/>
                <a:sym typeface="Red Hat Display"/>
              </a:rPr>
              <a:t>test and validate delivery in lab</a:t>
            </a:r>
            <a:endParaRPr sz="1200">
              <a:solidFill>
                <a:srgbClr val="FFFFFF"/>
              </a:solidFill>
              <a:latin typeface="Red Hat Display"/>
              <a:ea typeface="Red Hat Display"/>
              <a:cs typeface="Red Hat Display"/>
              <a:sym typeface="Red Hat Display"/>
            </a:endParaRPr>
          </a:p>
        </p:txBody>
      </p:sp>
      <p:pic>
        <p:nvPicPr>
          <p:cNvPr id="3012" name="Google Shape;3012;p152"/>
          <p:cNvPicPr preferRelativeResize="0"/>
          <p:nvPr/>
        </p:nvPicPr>
        <p:blipFill>
          <a:blip r:embed="rId3">
            <a:alphaModFix/>
          </a:blip>
          <a:stretch>
            <a:fillRect/>
          </a:stretch>
        </p:blipFill>
        <p:spPr>
          <a:xfrm>
            <a:off x="695750" y="1885425"/>
            <a:ext cx="715325" cy="715325"/>
          </a:xfrm>
          <a:prstGeom prst="rect">
            <a:avLst/>
          </a:prstGeom>
          <a:noFill/>
          <a:ln>
            <a:noFill/>
          </a:ln>
        </p:spPr>
      </p:pic>
      <p:grpSp>
        <p:nvGrpSpPr>
          <p:cNvPr id="3013" name="Google Shape;3013;p152"/>
          <p:cNvGrpSpPr/>
          <p:nvPr/>
        </p:nvGrpSpPr>
        <p:grpSpPr>
          <a:xfrm>
            <a:off x="7972307" y="1880344"/>
            <a:ext cx="729105" cy="729105"/>
            <a:chOff x="1104900" y="4690337"/>
            <a:chExt cx="1215175" cy="1215175"/>
          </a:xfrm>
        </p:grpSpPr>
        <p:pic>
          <p:nvPicPr>
            <p:cNvPr id="3014" name="Google Shape;3014;p152"/>
            <p:cNvPicPr preferRelativeResize="0"/>
            <p:nvPr/>
          </p:nvPicPr>
          <p:blipFill>
            <a:blip r:embed="rId4">
              <a:alphaModFix/>
            </a:blip>
            <a:stretch>
              <a:fillRect/>
            </a:stretch>
          </p:blipFill>
          <p:spPr>
            <a:xfrm>
              <a:off x="1104900" y="4690337"/>
              <a:ext cx="1215175" cy="1215175"/>
            </a:xfrm>
            <a:prstGeom prst="rect">
              <a:avLst/>
            </a:prstGeom>
            <a:noFill/>
            <a:ln>
              <a:noFill/>
            </a:ln>
          </p:spPr>
        </p:pic>
        <p:pic>
          <p:nvPicPr>
            <p:cNvPr id="3015" name="Google Shape;3015;p152"/>
            <p:cNvPicPr preferRelativeResize="0"/>
            <p:nvPr/>
          </p:nvPicPr>
          <p:blipFill rotWithShape="1">
            <a:blip r:embed="rId5">
              <a:alphaModFix/>
            </a:blip>
            <a:srcRect b="9001" l="10213" r="8854" t="9392"/>
            <a:stretch/>
          </p:blipFill>
          <p:spPr>
            <a:xfrm>
              <a:off x="1290556" y="5382490"/>
              <a:ext cx="341850" cy="341825"/>
            </a:xfrm>
            <a:prstGeom prst="rect">
              <a:avLst/>
            </a:prstGeom>
            <a:noFill/>
            <a:ln cap="flat" cmpd="sng" w="19050">
              <a:solidFill>
                <a:schemeClr val="accent1"/>
              </a:solidFill>
              <a:prstDash val="solid"/>
              <a:round/>
              <a:headEnd len="sm" w="sm" type="none"/>
              <a:tailEnd len="sm" w="sm" type="none"/>
            </a:ln>
          </p:spPr>
        </p:pic>
      </p:grpSp>
      <p:pic>
        <p:nvPicPr>
          <p:cNvPr id="3016" name="Google Shape;3016;p152"/>
          <p:cNvPicPr preferRelativeResize="0"/>
          <p:nvPr/>
        </p:nvPicPr>
        <p:blipFill>
          <a:blip r:embed="rId6">
            <a:alphaModFix/>
          </a:blip>
          <a:stretch>
            <a:fillRect/>
          </a:stretch>
        </p:blipFill>
        <p:spPr>
          <a:xfrm>
            <a:off x="4202538" y="1840338"/>
            <a:ext cx="824100" cy="824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0" name="Shape 3020"/>
        <p:cNvGrpSpPr/>
        <p:nvPr/>
      </p:nvGrpSpPr>
      <p:grpSpPr>
        <a:xfrm>
          <a:off x="0" y="0"/>
          <a:ext cx="0" cy="0"/>
          <a:chOff x="0" y="0"/>
          <a:chExt cx="0" cy="0"/>
        </a:xfrm>
      </p:grpSpPr>
      <p:sp>
        <p:nvSpPr>
          <p:cNvPr id="3021" name="Google Shape;3021;p153"/>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4800"/>
              <a:t>Red Hat COP</a:t>
            </a:r>
            <a:endParaRPr b="1" sz="4800"/>
          </a:p>
          <a:p>
            <a:pPr indent="0" lvl="0" marL="0" rtl="0" algn="l">
              <a:spcBef>
                <a:spcPts val="0"/>
              </a:spcBef>
              <a:spcAft>
                <a:spcPts val="0"/>
              </a:spcAft>
              <a:buClr>
                <a:schemeClr val="dk1"/>
              </a:buClr>
              <a:buSzPts val="1500"/>
              <a:buFont typeface="Arial"/>
              <a:buNone/>
            </a:pPr>
            <a:r>
              <a:rPr b="1" lang="en" sz="4800"/>
              <a:t>rhis-code</a:t>
            </a:r>
            <a:endParaRPr b="1" sz="4800"/>
          </a:p>
          <a:p>
            <a:pPr indent="0" lvl="0" marL="0" rtl="0" algn="l">
              <a:spcBef>
                <a:spcPts val="0"/>
              </a:spcBef>
              <a:spcAft>
                <a:spcPts val="0"/>
              </a:spcAft>
              <a:buClr>
                <a:schemeClr val="dk1"/>
              </a:buClr>
              <a:buSzPts val="1500"/>
              <a:buFont typeface="Arial"/>
              <a:buNone/>
            </a:pPr>
            <a:r>
              <a:rPr b="1" lang="en" sz="4800"/>
              <a:t>Enablement</a:t>
            </a:r>
            <a:endParaRPr b="1" sz="4800"/>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3022" name="Google Shape;3022;p15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23" name="Google Shape;3023;p1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7" name="Shape 3027"/>
        <p:cNvGrpSpPr/>
        <p:nvPr/>
      </p:nvGrpSpPr>
      <p:grpSpPr>
        <a:xfrm>
          <a:off x="0" y="0"/>
          <a:ext cx="0" cy="0"/>
          <a:chOff x="0" y="0"/>
          <a:chExt cx="0" cy="0"/>
        </a:xfrm>
      </p:grpSpPr>
      <p:sp>
        <p:nvSpPr>
          <p:cNvPr id="3028" name="Google Shape;3028;p1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3029" name="Google Shape;3029;p1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3030" name="Google Shape;3030;p15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If you are looking for building in your own lab see: </a:t>
            </a:r>
            <a:r>
              <a:rPr lang="en" sz="1200" u="sng">
                <a:solidFill>
                  <a:schemeClr val="hlink"/>
                </a:solidFill>
                <a:hlinkClick action="ppaction://hlinksldjump" r:id="rId3"/>
              </a:rPr>
              <a:t>Upstream Repos</a:t>
            </a:r>
            <a:endParaRPr sz="1200"/>
          </a:p>
        </p:txBody>
      </p:sp>
      <p:sp>
        <p:nvSpPr>
          <p:cNvPr id="3031" name="Google Shape;3031;p154"/>
          <p:cNvSpPr txBox="1"/>
          <p:nvPr>
            <p:ph idx="4" type="body"/>
          </p:nvPr>
        </p:nvSpPr>
        <p:spPr>
          <a:xfrm>
            <a:off x="5486400" y="1600200"/>
            <a:ext cx="5839500" cy="45633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latin typeface="Red Hat Display Medium"/>
                <a:ea typeface="Red Hat Display Medium"/>
                <a:cs typeface="Red Hat Display Medium"/>
                <a:sym typeface="Red Hat Display Medium"/>
              </a:rPr>
              <a:t>Day 1</a:t>
            </a:r>
            <a:endParaRPr sz="2700">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t>Getting repo</a:t>
            </a:r>
            <a:endParaRPr/>
          </a:p>
          <a:p>
            <a:pPr indent="-342900" lvl="0" marL="457200" rtl="0" algn="l">
              <a:spcBef>
                <a:spcPts val="0"/>
              </a:spcBef>
              <a:spcAft>
                <a:spcPts val="0"/>
              </a:spcAft>
              <a:buSzPts val="1800"/>
              <a:buChar char="▸"/>
            </a:pPr>
            <a:r>
              <a:rPr lang="en"/>
              <a:t>The repo (current) organization</a:t>
            </a:r>
            <a:endParaRPr/>
          </a:p>
          <a:p>
            <a:pPr indent="-342900" lvl="0" marL="457200" rtl="0" algn="l">
              <a:spcBef>
                <a:spcPts val="0"/>
              </a:spcBef>
              <a:spcAft>
                <a:spcPts val="0"/>
              </a:spcAft>
              <a:buSzPts val="1800"/>
              <a:buChar char="▸"/>
            </a:pPr>
            <a:r>
              <a:rPr lang="en"/>
              <a:t>The bootstrap targets</a:t>
            </a:r>
            <a:endParaRPr/>
          </a:p>
          <a:p>
            <a:pPr indent="-342900" lvl="0" marL="457200" rtl="0" algn="l">
              <a:spcBef>
                <a:spcPts val="0"/>
              </a:spcBef>
              <a:spcAft>
                <a:spcPts val="0"/>
              </a:spcAft>
              <a:buSzPts val="1800"/>
              <a:buChar char="▸"/>
            </a:pPr>
            <a:r>
              <a:rPr lang="en"/>
              <a:t>The rhisbuilder_vars.yml file and variables</a:t>
            </a:r>
            <a:endParaRPr/>
          </a:p>
          <a:p>
            <a:pPr indent="-342900" lvl="0" marL="457200" rtl="0" algn="l">
              <a:spcBef>
                <a:spcPts val="0"/>
              </a:spcBef>
              <a:spcAft>
                <a:spcPts val="0"/>
              </a:spcAft>
              <a:buSzPts val="1800"/>
              <a:buChar char="▸"/>
            </a:pPr>
            <a:r>
              <a:rPr lang="en"/>
              <a:t>Builder variables</a:t>
            </a:r>
            <a:endParaRPr/>
          </a:p>
          <a:p>
            <a:pPr indent="-342900" lvl="0" marL="457200" rtl="0" algn="l">
              <a:spcBef>
                <a:spcPts val="0"/>
              </a:spcBef>
              <a:spcAft>
                <a:spcPts val="0"/>
              </a:spcAft>
              <a:buSzPts val="1800"/>
              <a:buChar char="▸"/>
            </a:pPr>
            <a:r>
              <a:rPr lang="en"/>
              <a:t>AWS Variables</a:t>
            </a:r>
            <a:endParaRPr/>
          </a:p>
          <a:p>
            <a:pPr indent="-342900" lvl="0" marL="457200" rtl="0" algn="l">
              <a:spcBef>
                <a:spcPts val="0"/>
              </a:spcBef>
              <a:spcAft>
                <a:spcPts val="0"/>
              </a:spcAft>
              <a:buSzPts val="1800"/>
              <a:buChar char="▸"/>
            </a:pPr>
            <a:r>
              <a:rPr lang="en"/>
              <a:t>VMware Variables</a:t>
            </a:r>
            <a:endParaRPr/>
          </a:p>
          <a:p>
            <a:pPr indent="-342900" lvl="0" marL="457200" rtl="0" algn="l">
              <a:spcBef>
                <a:spcPts val="0"/>
              </a:spcBef>
              <a:spcAft>
                <a:spcPts val="0"/>
              </a:spcAft>
              <a:buSzPts val="1800"/>
              <a:buChar char="▸"/>
            </a:pPr>
            <a:r>
              <a:rPr b="1" lang="en">
                <a:solidFill>
                  <a:schemeClr val="dk1"/>
                </a:solidFill>
              </a:rPr>
              <a:t>Running Phase 1</a:t>
            </a:r>
            <a:endParaRPr b="1"/>
          </a:p>
          <a:p>
            <a:pPr indent="-342900" lvl="0" marL="457200" rtl="0" algn="l">
              <a:spcBef>
                <a:spcPts val="0"/>
              </a:spcBef>
              <a:spcAft>
                <a:spcPts val="0"/>
              </a:spcAft>
              <a:buSzPts val="1800"/>
              <a:buChar char="▸"/>
            </a:pPr>
            <a:r>
              <a:rPr lang="en"/>
              <a:t>Identity Management Variables</a:t>
            </a:r>
            <a:endParaRPr/>
          </a:p>
          <a:p>
            <a:pPr indent="-342900" lvl="0" marL="457200" rtl="0" algn="l">
              <a:spcBef>
                <a:spcPts val="0"/>
              </a:spcBef>
              <a:spcAft>
                <a:spcPts val="0"/>
              </a:spcAft>
              <a:buSzPts val="1800"/>
              <a:buChar char="▸"/>
            </a:pPr>
            <a:r>
              <a:rPr b="1" lang="en">
                <a:solidFill>
                  <a:schemeClr val="dk1"/>
                </a:solidFill>
              </a:rPr>
              <a:t>Running Phase 2</a:t>
            </a:r>
            <a:endParaRPr b="1"/>
          </a:p>
          <a:p>
            <a:pPr indent="-342900" lvl="0" marL="457200" rtl="0" algn="l">
              <a:spcBef>
                <a:spcPts val="0"/>
              </a:spcBef>
              <a:spcAft>
                <a:spcPts val="0"/>
              </a:spcAft>
              <a:buSzPts val="1800"/>
              <a:buChar char="▸"/>
            </a:pPr>
            <a:r>
              <a:rPr lang="en"/>
              <a:t>Satellite Variables</a:t>
            </a:r>
            <a:endParaRPr/>
          </a:p>
          <a:p>
            <a:pPr indent="-342900" lvl="0" marL="457200" rtl="0" algn="l">
              <a:spcBef>
                <a:spcPts val="0"/>
              </a:spcBef>
              <a:spcAft>
                <a:spcPts val="0"/>
              </a:spcAft>
              <a:buSzPts val="1800"/>
              <a:buChar char="▸"/>
            </a:pPr>
            <a:r>
              <a:rPr b="1" lang="en">
                <a:solidFill>
                  <a:schemeClr val="dk1"/>
                </a:solidFill>
              </a:rPr>
              <a:t>Running Phase 3</a:t>
            </a:r>
            <a:endParaRPr b="1">
              <a:solidFill>
                <a:schemeClr val="dk1"/>
              </a:solidFill>
            </a:endParaRPr>
          </a:p>
          <a:p>
            <a:pPr indent="0" lvl="0" marL="457200" rtl="0" algn="l">
              <a:spcBef>
                <a:spcPts val="2000"/>
              </a:spcBef>
              <a:spcAft>
                <a:spcPts val="2000"/>
              </a:spcAft>
              <a:buNone/>
            </a:pPr>
            <a:r>
              <a:t/>
            </a:r>
            <a:endParaRPr>
              <a:solidFill>
                <a:schemeClr val="dk1"/>
              </a:solidFill>
            </a:endParaRPr>
          </a:p>
        </p:txBody>
      </p:sp>
      <p:sp>
        <p:nvSpPr>
          <p:cNvPr id="3032" name="Google Shape;3032;p154"/>
          <p:cNvSpPr txBox="1"/>
          <p:nvPr>
            <p:ph type="title"/>
          </p:nvPr>
        </p:nvSpPr>
        <p:spPr>
          <a:xfrm>
            <a:off x="900275" y="1736428"/>
            <a:ext cx="3885900" cy="161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3033" name="Google Shape;3033;p154"/>
          <p:cNvSpPr txBox="1"/>
          <p:nvPr/>
        </p:nvSpPr>
        <p:spPr>
          <a:xfrm>
            <a:off x="1127900" y="3353425"/>
            <a:ext cx="2759400" cy="4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rhis-code is </a:t>
            </a:r>
            <a:r>
              <a:rPr lang="en" sz="1800">
                <a:latin typeface="Red Hat Display"/>
                <a:ea typeface="Red Hat Display"/>
                <a:cs typeface="Red Hat Display"/>
                <a:sym typeface="Red Hat Display"/>
              </a:rPr>
              <a:t>currently</a:t>
            </a:r>
            <a:r>
              <a:rPr lang="en" sz="1800">
                <a:latin typeface="Red Hat Display"/>
                <a:ea typeface="Red Hat Display"/>
                <a:cs typeface="Red Hat Display"/>
                <a:sym typeface="Red Hat Display"/>
              </a:rPr>
              <a:t> specific to Azure</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Day 0</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Get an Azure account :-)</a:t>
            </a:r>
            <a:endParaRPr sz="1800">
              <a:latin typeface="Red Hat Display"/>
              <a:ea typeface="Red Hat Display"/>
              <a:cs typeface="Red Hat Display"/>
              <a:sym typeface="Red Hat Displ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7" name="Shape 3037"/>
        <p:cNvGrpSpPr/>
        <p:nvPr/>
      </p:nvGrpSpPr>
      <p:grpSpPr>
        <a:xfrm>
          <a:off x="0" y="0"/>
          <a:ext cx="0" cy="0"/>
          <a:chOff x="0" y="0"/>
          <a:chExt cx="0" cy="0"/>
        </a:xfrm>
      </p:grpSpPr>
      <p:sp>
        <p:nvSpPr>
          <p:cNvPr id="3038" name="Google Shape;3038;p1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3039" name="Google Shape;3039;p15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3040" name="Google Shape;3040;p15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041" name="Google Shape;3041;p155"/>
          <p:cNvSpPr txBox="1"/>
          <p:nvPr>
            <p:ph idx="4" type="body"/>
          </p:nvPr>
        </p:nvSpPr>
        <p:spPr>
          <a:xfrm>
            <a:off x="5486400" y="1600200"/>
            <a:ext cx="5839500" cy="33051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solidFill>
                  <a:schemeClr val="dk1"/>
                </a:solidFill>
                <a:latin typeface="Red Hat Display Medium"/>
                <a:ea typeface="Red Hat Display Medium"/>
                <a:cs typeface="Red Hat Display Medium"/>
                <a:sym typeface="Red Hat Display Medium"/>
              </a:rPr>
              <a:t>Day 2</a:t>
            </a:r>
            <a:endParaRPr sz="2700">
              <a:solidFill>
                <a:schemeClr val="dk1"/>
              </a:solidFill>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solidFill>
                  <a:schemeClr val="dk1"/>
                </a:solidFill>
              </a:rPr>
              <a:t>Creating Hosts with Satellite Automation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AAP, Hub, and Container System Variables</a:t>
            </a:r>
            <a:endParaRPr>
              <a:solidFill>
                <a:schemeClr val="dk1"/>
              </a:solidFill>
            </a:endParaRPr>
          </a:p>
          <a:p>
            <a:pPr indent="-342900" lvl="0" marL="457200" rtl="0" algn="l">
              <a:spcBef>
                <a:spcPts val="0"/>
              </a:spcBef>
              <a:spcAft>
                <a:spcPts val="0"/>
              </a:spcAft>
              <a:buSzPts val="1800"/>
              <a:buChar char="▸"/>
            </a:pPr>
            <a:r>
              <a:rPr lang="en">
                <a:solidFill>
                  <a:schemeClr val="dk1"/>
                </a:solidFill>
              </a:rPr>
              <a:t>RHIS Post variables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4</a:t>
            </a:r>
            <a:endParaRPr b="1">
              <a:solidFill>
                <a:schemeClr val="dk1"/>
              </a:solidFill>
            </a:endParaRPr>
          </a:p>
          <a:p>
            <a:pPr indent="-342900" lvl="0" marL="457200" rtl="0" algn="l">
              <a:spcBef>
                <a:spcPts val="0"/>
              </a:spcBef>
              <a:spcAft>
                <a:spcPts val="0"/>
              </a:spcAft>
              <a:buSzPts val="1800"/>
              <a:buChar char="▸"/>
            </a:pPr>
            <a:r>
              <a:rPr lang="en">
                <a:solidFill>
                  <a:schemeClr val="dk1"/>
                </a:solidFill>
              </a:rPr>
              <a:t>Validating the Configuration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Handling Failures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5</a:t>
            </a:r>
            <a:r>
              <a:rPr lang="en">
                <a:solidFill>
                  <a:schemeClr val="dk1"/>
                </a:solidFill>
              </a:rPr>
              <a:t> - Launching the Workflow</a:t>
            </a:r>
            <a:endParaRPr/>
          </a:p>
          <a:p>
            <a:pPr indent="0" lvl="0" marL="457200" rtl="0" algn="l">
              <a:spcBef>
                <a:spcPts val="2000"/>
              </a:spcBef>
              <a:spcAft>
                <a:spcPts val="2000"/>
              </a:spcAft>
              <a:buNone/>
            </a:pPr>
            <a:r>
              <a:rPr lang="en">
                <a:solidFill>
                  <a:schemeClr val="dk1"/>
                </a:solidFill>
              </a:rPr>
              <a:t>Questions</a:t>
            </a:r>
            <a:endParaRPr>
              <a:solidFill>
                <a:schemeClr val="dk1"/>
              </a:solidFill>
            </a:endParaRPr>
          </a:p>
        </p:txBody>
      </p:sp>
      <p:sp>
        <p:nvSpPr>
          <p:cNvPr id="3042" name="Google Shape;3042;p155"/>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3043" name="Google Shape;3043;p155"/>
          <p:cNvSpPr txBox="1"/>
          <p:nvPr/>
        </p:nvSpPr>
        <p:spPr>
          <a:xfrm>
            <a:off x="900275" y="5299300"/>
            <a:ext cx="6167700" cy="6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Red Hat Display"/>
                <a:ea typeface="Red Hat Display"/>
                <a:cs typeface="Red Hat Display"/>
                <a:sym typeface="Red Hat Display"/>
                <a:hlinkClick r:id="rId3"/>
              </a:rPr>
              <a:t>https://github.com/redhat-cop/rhis-builder</a:t>
            </a:r>
            <a:endParaRPr sz="1800">
              <a:latin typeface="Red Hat Display"/>
              <a:ea typeface="Red Hat Display"/>
              <a:cs typeface="Red Hat Display"/>
              <a:sym typeface="Red Hat Displa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7" name="Shape 3047"/>
        <p:cNvGrpSpPr/>
        <p:nvPr/>
      </p:nvGrpSpPr>
      <p:grpSpPr>
        <a:xfrm>
          <a:off x="0" y="0"/>
          <a:ext cx="0" cy="0"/>
          <a:chOff x="0" y="0"/>
          <a:chExt cx="0" cy="0"/>
        </a:xfrm>
      </p:grpSpPr>
      <p:sp>
        <p:nvSpPr>
          <p:cNvPr id="3048" name="Google Shape;3048;p156"/>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sz="4800"/>
              <a:t>Upstream</a:t>
            </a:r>
            <a:endParaRPr b="1" sz="4800"/>
          </a:p>
          <a:p>
            <a:pPr indent="0" lvl="0" marL="0" rtl="0" algn="l">
              <a:spcBef>
                <a:spcPts val="0"/>
              </a:spcBef>
              <a:spcAft>
                <a:spcPts val="0"/>
              </a:spcAft>
              <a:buClr>
                <a:schemeClr val="dk1"/>
              </a:buClr>
              <a:buSzPts val="1500"/>
              <a:buFont typeface="Arial"/>
              <a:buNone/>
            </a:pPr>
            <a:r>
              <a:rPr b="1" lang="en" sz="4800"/>
              <a:t>rhis-builder</a:t>
            </a:r>
            <a:endParaRPr b="1" sz="4800"/>
          </a:p>
          <a:p>
            <a:pPr indent="0" lvl="0" marL="0" rtl="0" algn="l">
              <a:spcBef>
                <a:spcPts val="0"/>
              </a:spcBef>
              <a:spcAft>
                <a:spcPts val="0"/>
              </a:spcAft>
              <a:buClr>
                <a:schemeClr val="dk1"/>
              </a:buClr>
              <a:buSzPts val="1500"/>
              <a:buFont typeface="Arial"/>
              <a:buNone/>
            </a:pPr>
            <a:r>
              <a:rPr b="1" lang="en" sz="4800"/>
              <a:t>Enablement</a:t>
            </a:r>
            <a:endParaRPr b="1" sz="4800"/>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3049" name="Google Shape;3049;p15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50" name="Google Shape;3050;p1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4" name="Shape 3054"/>
        <p:cNvGrpSpPr/>
        <p:nvPr/>
      </p:nvGrpSpPr>
      <p:grpSpPr>
        <a:xfrm>
          <a:off x="0" y="0"/>
          <a:ext cx="0" cy="0"/>
          <a:chOff x="0" y="0"/>
          <a:chExt cx="0" cy="0"/>
        </a:xfrm>
      </p:grpSpPr>
      <p:sp>
        <p:nvSpPr>
          <p:cNvPr id="3055" name="Google Shape;3055;p157"/>
          <p:cNvSpPr txBox="1"/>
          <p:nvPr>
            <p:ph type="title"/>
          </p:nvPr>
        </p:nvSpPr>
        <p:spPr>
          <a:xfrm>
            <a:off x="2076025" y="1883250"/>
            <a:ext cx="7992000" cy="307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Introduction to the rhis-builder-* repos</a:t>
            </a:r>
            <a:endParaRPr/>
          </a:p>
        </p:txBody>
      </p:sp>
      <p:sp>
        <p:nvSpPr>
          <p:cNvPr id="3056" name="Google Shape;3056;p15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 projects</a:t>
            </a:r>
            <a:endParaRPr/>
          </a:p>
        </p:txBody>
      </p:sp>
      <p:sp>
        <p:nvSpPr>
          <p:cNvPr id="3057" name="Google Shape;3057;p1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1" name="Shape 3061"/>
        <p:cNvGrpSpPr/>
        <p:nvPr/>
      </p:nvGrpSpPr>
      <p:grpSpPr>
        <a:xfrm>
          <a:off x="0" y="0"/>
          <a:ext cx="0" cy="0"/>
          <a:chOff x="0" y="0"/>
          <a:chExt cx="0" cy="0"/>
        </a:xfrm>
      </p:grpSpPr>
      <p:sp>
        <p:nvSpPr>
          <p:cNvPr id="3062" name="Google Shape;3062;p158"/>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rhis-builder enablement</a:t>
            </a:r>
            <a:endParaRPr/>
          </a:p>
        </p:txBody>
      </p:sp>
      <p:sp>
        <p:nvSpPr>
          <p:cNvPr id="3063" name="Google Shape;3063;p1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64" name="Google Shape;3064;p15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065" name="Google Shape;3065;p158"/>
          <p:cNvSpPr txBox="1"/>
          <p:nvPr>
            <p:ph idx="3" type="body"/>
          </p:nvPr>
        </p:nvSpPr>
        <p:spPr>
          <a:xfrm>
            <a:off x="2438400" y="1981200"/>
            <a:ext cx="7309800" cy="1218600"/>
          </a:xfrm>
          <a:prstGeom prst="rect">
            <a:avLst/>
          </a:prstGeom>
        </p:spPr>
        <p:txBody>
          <a:bodyPr anchorCtr="0" anchor="t" bIns="0" lIns="0" spcFirstLastPara="1" rIns="0" wrap="square" tIns="0">
            <a:noAutofit/>
          </a:bodyPr>
          <a:lstStyle/>
          <a:p>
            <a:pPr indent="0" lvl="0" marL="0" rtl="0" algn="l">
              <a:spcBef>
                <a:spcPts val="1000"/>
              </a:spcBef>
              <a:spcAft>
                <a:spcPts val="1000"/>
              </a:spcAft>
              <a:buNone/>
            </a:pPr>
            <a:r>
              <a:rPr lang="en"/>
              <a:t>In the </a:t>
            </a:r>
            <a:r>
              <a:rPr lang="en"/>
              <a:t>current</a:t>
            </a:r>
            <a:r>
              <a:rPr lang="en"/>
              <a:t> iteration of rhis-builder we have separated each of the components into their own repos to allow for better isolation and ease of development.</a:t>
            </a:r>
            <a:endParaRPr/>
          </a:p>
        </p:txBody>
      </p:sp>
      <p:sp>
        <p:nvSpPr>
          <p:cNvPr id="3066" name="Google Shape;3066;p158"/>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basic set of repositories</a:t>
            </a:r>
            <a:endParaRPr/>
          </a:p>
        </p:txBody>
      </p:sp>
      <p:sp>
        <p:nvSpPr>
          <p:cNvPr id="3067" name="Google Shape;3067;p158"/>
          <p:cNvSpPr txBox="1"/>
          <p:nvPr>
            <p:ph idx="3" type="body"/>
          </p:nvPr>
        </p:nvSpPr>
        <p:spPr>
          <a:xfrm>
            <a:off x="2382350" y="3097045"/>
            <a:ext cx="3401100" cy="2442600"/>
          </a:xfrm>
          <a:prstGeom prst="rect">
            <a:avLst/>
          </a:prstGeom>
        </p:spPr>
        <p:txBody>
          <a:bodyPr anchorCtr="0" anchor="t" bIns="0" lIns="0" spcFirstLastPara="1" rIns="0" wrap="square" tIns="0">
            <a:noAutofit/>
          </a:bodyPr>
          <a:lstStyle/>
          <a:p>
            <a:pPr indent="-342900" lvl="0" marL="457200" rtl="0" algn="l">
              <a:spcBef>
                <a:spcPts val="1000"/>
              </a:spcBef>
              <a:spcAft>
                <a:spcPts val="0"/>
              </a:spcAft>
              <a:buClr>
                <a:srgbClr val="274E13"/>
              </a:buClr>
              <a:buSzPts val="1800"/>
              <a:buChar char="▸"/>
            </a:pPr>
            <a:r>
              <a:rPr b="1" lang="en">
                <a:solidFill>
                  <a:srgbClr val="274E13"/>
                </a:solidFill>
              </a:rPr>
              <a:t>rhis-builder-idm</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rhis-builder-satellite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rhis-builder-aap</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rhis-builder-pipelines</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rhis-builder-nbde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rhis-builder-day-2-ops</a:t>
            </a:r>
            <a:endParaRPr b="1">
              <a:solidFill>
                <a:srgbClr val="274E13"/>
              </a:solidFill>
            </a:endParaRPr>
          </a:p>
        </p:txBody>
      </p:sp>
      <p:sp>
        <p:nvSpPr>
          <p:cNvPr id="3068" name="Google Shape;3068;p158"/>
          <p:cNvSpPr txBox="1"/>
          <p:nvPr>
            <p:ph idx="3" type="body"/>
          </p:nvPr>
        </p:nvSpPr>
        <p:spPr>
          <a:xfrm>
            <a:off x="6096000" y="3097045"/>
            <a:ext cx="3510600" cy="2442600"/>
          </a:xfrm>
          <a:prstGeom prst="rect">
            <a:avLst/>
          </a:prstGeom>
        </p:spPr>
        <p:txBody>
          <a:bodyPr anchorCtr="0" anchor="t" bIns="0" lIns="0" spcFirstLastPara="1" rIns="0" wrap="square" tIns="0">
            <a:noAutofit/>
          </a:bodyPr>
          <a:lstStyle/>
          <a:p>
            <a:pPr indent="-342900" lvl="0" marL="457200" rtl="0" algn="l">
              <a:spcBef>
                <a:spcPts val="1000"/>
              </a:spcBef>
              <a:spcAft>
                <a:spcPts val="0"/>
              </a:spcAft>
              <a:buClr>
                <a:srgbClr val="274E13"/>
              </a:buClr>
              <a:buSzPts val="1800"/>
              <a:buChar char="▸"/>
            </a:pPr>
            <a:r>
              <a:rPr b="1" lang="en">
                <a:solidFill>
                  <a:srgbClr val="274E13"/>
                </a:solidFill>
              </a:rPr>
              <a:t>rhis-builder-imagebuilder</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rhis_ansible_ee</a:t>
            </a:r>
            <a:endParaRPr b="1">
              <a:solidFill>
                <a:srgbClr val="274E13"/>
              </a:solidFill>
            </a:endParaRPr>
          </a:p>
          <a:p>
            <a:pPr indent="-342900" lvl="0" marL="457200" rtl="0" algn="l">
              <a:spcBef>
                <a:spcPts val="0"/>
              </a:spcBef>
              <a:spcAft>
                <a:spcPts val="0"/>
              </a:spcAft>
              <a:buClr>
                <a:srgbClr val="274E13"/>
              </a:buClr>
              <a:buSzPts val="1800"/>
              <a:buChar char="▸"/>
            </a:pPr>
            <a:r>
              <a:rPr b="1" lang="en">
                <a:solidFill>
                  <a:srgbClr val="274E13"/>
                </a:solidFill>
              </a:rPr>
              <a:t>rhis-builder-yubi (PIV)</a:t>
            </a:r>
            <a:endParaRPr b="1">
              <a:solidFill>
                <a:srgbClr val="274E13"/>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rhis-builder-ipu</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rhis-builder-azurelz*</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rhis-builder-awslz*</a:t>
            </a:r>
            <a:endParaRPr>
              <a:solidFill>
                <a:schemeClr val="accent4"/>
              </a:solidFill>
            </a:endParaRPr>
          </a:p>
          <a:p>
            <a:pPr indent="-342900" lvl="0" marL="457200" rtl="0" algn="l">
              <a:spcBef>
                <a:spcPts val="0"/>
              </a:spcBef>
              <a:spcAft>
                <a:spcPts val="0"/>
              </a:spcAft>
              <a:buClr>
                <a:schemeClr val="accent4"/>
              </a:buClr>
              <a:buSzPts val="1800"/>
              <a:buChar char="▸"/>
            </a:pPr>
            <a:r>
              <a:rPr lang="en">
                <a:solidFill>
                  <a:schemeClr val="accent4"/>
                </a:solidFill>
              </a:rPr>
              <a:t>rhis-builder-gcplz*</a:t>
            </a:r>
            <a:endParaRPr>
              <a:solidFill>
                <a:schemeClr val="accent4"/>
              </a:solidFill>
            </a:endParaRPr>
          </a:p>
        </p:txBody>
      </p:sp>
      <p:sp>
        <p:nvSpPr>
          <p:cNvPr id="3069" name="Google Shape;3069;p158"/>
          <p:cNvSpPr txBox="1"/>
          <p:nvPr/>
        </p:nvSpPr>
        <p:spPr>
          <a:xfrm>
            <a:off x="2499150" y="5720025"/>
            <a:ext cx="11580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274E13"/>
                </a:solidFill>
                <a:latin typeface="Red Hat Display"/>
                <a:ea typeface="Red Hat Display"/>
                <a:cs typeface="Red Hat Display"/>
                <a:sym typeface="Red Hat Display"/>
              </a:rPr>
              <a:t>Complete</a:t>
            </a:r>
            <a:endParaRPr b="1" sz="1300">
              <a:solidFill>
                <a:srgbClr val="274E13"/>
              </a:solidFill>
              <a:latin typeface="Red Hat Display"/>
              <a:ea typeface="Red Hat Display"/>
              <a:cs typeface="Red Hat Display"/>
              <a:sym typeface="Red Hat Display"/>
            </a:endParaRPr>
          </a:p>
        </p:txBody>
      </p:sp>
      <p:sp>
        <p:nvSpPr>
          <p:cNvPr id="3070" name="Google Shape;3070;p158"/>
          <p:cNvSpPr txBox="1"/>
          <p:nvPr/>
        </p:nvSpPr>
        <p:spPr>
          <a:xfrm>
            <a:off x="6918750" y="5720025"/>
            <a:ext cx="23013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accent4"/>
                </a:solidFill>
                <a:latin typeface="Red Hat Display"/>
                <a:ea typeface="Red Hat Display"/>
                <a:cs typeface="Red Hat Display"/>
                <a:sym typeface="Red Hat Display"/>
              </a:rPr>
              <a:t>In-Progress / Planned</a:t>
            </a:r>
            <a:endParaRPr sz="1300">
              <a:solidFill>
                <a:schemeClr val="accent4"/>
              </a:solidFill>
              <a:latin typeface="Red Hat Display"/>
              <a:ea typeface="Red Hat Display"/>
              <a:cs typeface="Red Hat Display"/>
              <a:sym typeface="Red Hat Displa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4" name="Shape 3074"/>
        <p:cNvGrpSpPr/>
        <p:nvPr/>
      </p:nvGrpSpPr>
      <p:grpSpPr>
        <a:xfrm>
          <a:off x="0" y="0"/>
          <a:ext cx="0" cy="0"/>
          <a:chOff x="0" y="0"/>
          <a:chExt cx="0" cy="0"/>
        </a:xfrm>
      </p:grpSpPr>
      <p:sp>
        <p:nvSpPr>
          <p:cNvPr id="3075" name="Google Shape;3075;p1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76" name="Google Shape;3076;p159"/>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077" name="Google Shape;3077;p159"/>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3078" name="Google Shape;3078;p15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Basic Upstream Repository Model</a:t>
            </a:r>
            <a:endParaRPr/>
          </a:p>
        </p:txBody>
      </p:sp>
      <p:sp>
        <p:nvSpPr>
          <p:cNvPr id="3079" name="Google Shape;3079;p159"/>
          <p:cNvSpPr txBox="1"/>
          <p:nvPr/>
        </p:nvSpPr>
        <p:spPr>
          <a:xfrm>
            <a:off x="2024175" y="2291700"/>
            <a:ext cx="8630400" cy="2336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Follows ansible project standards for the most part.</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Secrets are typically stored in the executing users home directory</a:t>
            </a:r>
            <a:endParaRPr sz="1800">
              <a:latin typeface="Red Hat Display"/>
              <a:ea typeface="Red Hat Display"/>
              <a:cs typeface="Red Hat Display"/>
              <a:sym typeface="Red Hat Display"/>
            </a:endParaRPr>
          </a:p>
          <a:p>
            <a:pPr indent="-342900" lvl="0" marL="4572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should always be 3 helper plays.</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run_role.yml</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run_role_task.yml</a:t>
            </a:r>
            <a:endParaRPr sz="1800">
              <a:latin typeface="Red Hat Display"/>
              <a:ea typeface="Red Hat Display"/>
              <a:cs typeface="Red Hat Display"/>
              <a:sym typeface="Red Hat Display"/>
            </a:endParaRPr>
          </a:p>
          <a:p>
            <a:pPr indent="-342900" lvl="1" marL="914400" rtl="0" algn="l">
              <a:spcBef>
                <a:spcPts val="0"/>
              </a:spcBef>
              <a:spcAft>
                <a:spcPts val="0"/>
              </a:spcAft>
              <a:buSzPts val="1800"/>
              <a:buFont typeface="Red Hat Display"/>
              <a:buChar char="○"/>
            </a:pPr>
            <a:r>
              <a:rPr lang="en" sz="1800">
                <a:latin typeface="Red Hat Display"/>
                <a:ea typeface="Red Hat Display"/>
                <a:cs typeface="Red Hat Display"/>
                <a:sym typeface="Red Hat Display"/>
              </a:rPr>
              <a:t>run_task.yml</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The helper plays are great for debugging, but also really useful for targeting code execution when tags can be too cumbersome. </a:t>
            </a:r>
            <a:endParaRPr sz="1800">
              <a:latin typeface="Red Hat Display"/>
              <a:ea typeface="Red Hat Display"/>
              <a:cs typeface="Red Hat Display"/>
              <a:sym typeface="Red Hat Display"/>
            </a:endParaRPr>
          </a:p>
          <a:p>
            <a:pPr indent="0" lvl="0" marL="0" rtl="0" algn="l">
              <a:spcBef>
                <a:spcPts val="0"/>
              </a:spcBef>
              <a:spcAft>
                <a:spcPts val="0"/>
              </a:spcAft>
              <a:buNone/>
            </a:pPr>
            <a:r>
              <a:t/>
            </a:r>
            <a:endParaRPr sz="1800">
              <a:latin typeface="Red Hat Display"/>
              <a:ea typeface="Red Hat Display"/>
              <a:cs typeface="Red Hat Display"/>
              <a:sym typeface="Red Hat Display"/>
            </a:endParaRPr>
          </a:p>
          <a:p>
            <a:pPr indent="0" lvl="0" marL="0" rtl="0" algn="l">
              <a:spcBef>
                <a:spcPts val="0"/>
              </a:spcBef>
              <a:spcAft>
                <a:spcPts val="0"/>
              </a:spcAft>
              <a:buNone/>
            </a:pPr>
            <a:r>
              <a:rPr lang="en" sz="1800">
                <a:latin typeface="Red Hat Display"/>
                <a:ea typeface="Red Hat Display"/>
                <a:cs typeface="Red Hat Display"/>
                <a:sym typeface="Red Hat Display"/>
              </a:rPr>
              <a:t>The helper plays accept specific vault files and variable directories or files as parameters. </a:t>
            </a:r>
            <a:br>
              <a:rPr lang="en" sz="1800">
                <a:latin typeface="Red Hat Display"/>
                <a:ea typeface="Red Hat Display"/>
                <a:cs typeface="Red Hat Display"/>
                <a:sym typeface="Red Hat Display"/>
              </a:rPr>
            </a:br>
            <a:br>
              <a:rPr lang="en" sz="1800">
                <a:latin typeface="Red Hat Display"/>
                <a:ea typeface="Red Hat Display"/>
                <a:cs typeface="Red Hat Display"/>
                <a:sym typeface="Red Hat Display"/>
              </a:rPr>
            </a:br>
            <a:endParaRPr sz="1800">
              <a:latin typeface="Red Hat Display"/>
              <a:ea typeface="Red Hat Display"/>
              <a:cs typeface="Red Hat Display"/>
              <a:sym typeface="Red Hat Display"/>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3" name="Shape 3083"/>
        <p:cNvGrpSpPr/>
        <p:nvPr/>
      </p:nvGrpSpPr>
      <p:grpSpPr>
        <a:xfrm>
          <a:off x="0" y="0"/>
          <a:ext cx="0" cy="0"/>
          <a:chOff x="0" y="0"/>
          <a:chExt cx="0" cy="0"/>
        </a:xfrm>
      </p:grpSpPr>
      <p:sp>
        <p:nvSpPr>
          <p:cNvPr id="3084" name="Google Shape;3084;p1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085" name="Google Shape;3085;p160"/>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 If you are not in Canada, you can name your domain however you choose, eh.</a:t>
            </a:r>
            <a:endParaRPr sz="1200"/>
          </a:p>
        </p:txBody>
      </p:sp>
      <p:sp>
        <p:nvSpPr>
          <p:cNvPr id="3086" name="Google Shape;3086;p160"/>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3087" name="Google Shape;3087;p160"/>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3088" name="Google Shape;3088;p160"/>
          <p:cNvSpPr/>
          <p:nvPr/>
        </p:nvSpPr>
        <p:spPr>
          <a:xfrm>
            <a:off x="2336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3089" name="Google Shape;3089;p160"/>
          <p:cNvSpPr/>
          <p:nvPr/>
        </p:nvSpPr>
        <p:spPr>
          <a:xfrm>
            <a:off x="13732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Use your laptop or deploy a machine to serve as your provisioner node.</a:t>
            </a:r>
            <a:endParaRPr b="1">
              <a:latin typeface="Red Hat Display"/>
              <a:ea typeface="Red Hat Display"/>
              <a:cs typeface="Red Hat Display"/>
              <a:sym typeface="Red Hat Display"/>
            </a:endParaRPr>
          </a:p>
        </p:txBody>
      </p:sp>
      <p:sp>
        <p:nvSpPr>
          <p:cNvPr id="3090" name="Google Shape;3090;p160"/>
          <p:cNvSpPr/>
          <p:nvPr/>
        </p:nvSpPr>
        <p:spPr>
          <a:xfrm>
            <a:off x="36592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Fork the rhis-builder-* repos that you want to use to your github account.</a:t>
            </a:r>
            <a:endParaRPr>
              <a:latin typeface="Red Hat Display"/>
              <a:ea typeface="Red Hat Display"/>
              <a:cs typeface="Red Hat Display"/>
              <a:sym typeface="Red Hat Display"/>
            </a:endParaRPr>
          </a:p>
        </p:txBody>
      </p:sp>
      <p:sp>
        <p:nvSpPr>
          <p:cNvPr id="3091" name="Google Shape;3091;p160"/>
          <p:cNvSpPr/>
          <p:nvPr/>
        </p:nvSpPr>
        <p:spPr>
          <a:xfrm>
            <a:off x="85360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Start with the rhis-builder-provisioner repo</a:t>
            </a:r>
            <a:r>
              <a:rPr lang="en">
                <a:latin typeface="Red Hat Display"/>
                <a:ea typeface="Red Hat Display"/>
                <a:cs typeface="Red Hat Display"/>
                <a:sym typeface="Red Hat Display"/>
              </a:rPr>
              <a:t>. Set up your inventory.</a:t>
            </a:r>
            <a:endParaRPr>
              <a:latin typeface="Red Hat Display"/>
              <a:ea typeface="Red Hat Display"/>
              <a:cs typeface="Red Hat Display"/>
              <a:sym typeface="Red Hat Display"/>
            </a:endParaRPr>
          </a:p>
        </p:txBody>
      </p:sp>
      <p:sp>
        <p:nvSpPr>
          <p:cNvPr id="3092" name="Google Shape;3092;p160"/>
          <p:cNvSpPr/>
          <p:nvPr/>
        </p:nvSpPr>
        <p:spPr>
          <a:xfrm>
            <a:off x="5945275" y="2145025"/>
            <a:ext cx="21918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Clone the</a:t>
            </a:r>
            <a:r>
              <a:rPr lang="en">
                <a:latin typeface="Red Hat Display"/>
                <a:ea typeface="Red Hat Display"/>
                <a:cs typeface="Red Hat Display"/>
                <a:sym typeface="Red Hat Display"/>
              </a:rPr>
              <a:t> rhis-builder-provisioner  repo to your provisioner node.</a:t>
            </a:r>
            <a:endParaRPr>
              <a:latin typeface="Red Hat Display"/>
              <a:ea typeface="Red Hat Display"/>
              <a:cs typeface="Red Hat Display"/>
              <a:sym typeface="Red Hat Display"/>
            </a:endParaRPr>
          </a:p>
        </p:txBody>
      </p:sp>
      <p:sp>
        <p:nvSpPr>
          <p:cNvPr id="3093" name="Google Shape;3093;p160"/>
          <p:cNvSpPr/>
          <p:nvPr/>
        </p:nvSpPr>
        <p:spPr>
          <a:xfrm>
            <a:off x="98314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Examine the variable files under group_vars for </a:t>
            </a:r>
            <a:r>
              <a:rPr b="1" lang="en">
                <a:latin typeface="Red Hat Display"/>
                <a:ea typeface="Red Hat Display"/>
                <a:cs typeface="Red Hat Display"/>
                <a:sym typeface="Red Hat Display"/>
              </a:rPr>
              <a:t>provisioner</a:t>
            </a:r>
            <a:endParaRPr b="1">
              <a:latin typeface="Red Hat Display"/>
              <a:ea typeface="Red Hat Display"/>
              <a:cs typeface="Red Hat Display"/>
              <a:sym typeface="Red Hat Display"/>
            </a:endParaRPr>
          </a:p>
        </p:txBody>
      </p:sp>
      <p:sp>
        <p:nvSpPr>
          <p:cNvPr id="3094" name="Google Shape;3094;p160"/>
          <p:cNvSpPr/>
          <p:nvPr/>
        </p:nvSpPr>
        <p:spPr>
          <a:xfrm>
            <a:off x="7538189"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Configure the variables to meet your specifications.</a:t>
            </a:r>
            <a:endParaRPr b="1">
              <a:latin typeface="Red Hat Display"/>
              <a:ea typeface="Red Hat Display"/>
              <a:cs typeface="Red Hat Display"/>
              <a:sym typeface="Red Hat Display"/>
            </a:endParaRPr>
          </a:p>
        </p:txBody>
      </p:sp>
      <p:sp>
        <p:nvSpPr>
          <p:cNvPr id="3095" name="Google Shape;3095;p160"/>
          <p:cNvSpPr/>
          <p:nvPr/>
        </p:nvSpPr>
        <p:spPr>
          <a:xfrm>
            <a:off x="3207902" y="3440425"/>
            <a:ext cx="4020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Copy rhis_builder_vault_SAMPLE.yml to the home directory of the user that will run your automation on the provisioner node. Rename the file rhis_builder_vault.yml or something similar.</a:t>
            </a:r>
            <a:endParaRPr>
              <a:latin typeface="Red Hat Display"/>
              <a:ea typeface="Red Hat Display"/>
              <a:cs typeface="Red Hat Display"/>
              <a:sym typeface="Red Hat Display"/>
            </a:endParaRPr>
          </a:p>
        </p:txBody>
      </p:sp>
      <p:sp>
        <p:nvSpPr>
          <p:cNvPr id="3096" name="Google Shape;3096;p160"/>
          <p:cNvSpPr/>
          <p:nvPr/>
        </p:nvSpPr>
        <p:spPr>
          <a:xfrm>
            <a:off x="631416" y="3440425"/>
            <a:ext cx="22671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READ THE FILE. Set up your global variables. Reference this in all your rhis-builder-*  plays.</a:t>
            </a:r>
            <a:endParaRPr>
              <a:latin typeface="Red Hat Display"/>
              <a:ea typeface="Red Hat Display"/>
              <a:cs typeface="Red Hat Display"/>
              <a:sym typeface="Red Hat Display"/>
            </a:endParaRPr>
          </a:p>
        </p:txBody>
      </p:sp>
      <p:sp>
        <p:nvSpPr>
          <p:cNvPr id="3097" name="Google Shape;3097;p160"/>
          <p:cNvSpPr/>
          <p:nvPr/>
        </p:nvSpPr>
        <p:spPr>
          <a:xfrm>
            <a:off x="594728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It will allow you to build your idm and satellite baremetal servers with a base build.</a:t>
            </a:r>
            <a:endParaRPr b="1">
              <a:latin typeface="Red Hat Display"/>
              <a:ea typeface="Red Hat Display"/>
              <a:cs typeface="Red Hat Display"/>
              <a:sym typeface="Red Hat Display"/>
            </a:endParaRPr>
          </a:p>
        </p:txBody>
      </p:sp>
      <p:sp>
        <p:nvSpPr>
          <p:cNvPr id="3098" name="Google Shape;3098;p160"/>
          <p:cNvSpPr/>
          <p:nvPr/>
        </p:nvSpPr>
        <p:spPr>
          <a:xfrm>
            <a:off x="822925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connectivity to your systems</a:t>
            </a:r>
            <a:endParaRPr b="1">
              <a:latin typeface="Red Hat Display"/>
              <a:ea typeface="Red Hat Display"/>
              <a:cs typeface="Red Hat Display"/>
              <a:sym typeface="Red Hat Display"/>
            </a:endParaRPr>
          </a:p>
        </p:txBody>
      </p:sp>
      <p:sp>
        <p:nvSpPr>
          <p:cNvPr id="3099" name="Google Shape;3099;p160"/>
          <p:cNvSpPr/>
          <p:nvPr/>
        </p:nvSpPr>
        <p:spPr>
          <a:xfrm>
            <a:off x="10511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3100" name="Google Shape;3100;p160"/>
          <p:cNvCxnSpPr>
            <a:stCxn id="3088" idx="6"/>
            <a:endCxn id="3089" idx="1"/>
          </p:cNvCxnSpPr>
          <p:nvPr/>
        </p:nvCxnSpPr>
        <p:spPr>
          <a:xfrm>
            <a:off x="965325" y="2603268"/>
            <a:ext cx="408000" cy="0"/>
          </a:xfrm>
          <a:prstGeom prst="straightConnector1">
            <a:avLst/>
          </a:prstGeom>
          <a:noFill/>
          <a:ln cap="flat" cmpd="sng" w="9525">
            <a:solidFill>
              <a:schemeClr val="dk2"/>
            </a:solidFill>
            <a:prstDash val="solid"/>
            <a:round/>
            <a:headEnd len="med" w="med" type="none"/>
            <a:tailEnd len="med" w="med" type="triangle"/>
          </a:ln>
        </p:spPr>
      </p:cxnSp>
      <p:cxnSp>
        <p:nvCxnSpPr>
          <p:cNvPr id="3101" name="Google Shape;3101;p160"/>
          <p:cNvCxnSpPr>
            <a:stCxn id="3089" idx="3"/>
            <a:endCxn id="3090" idx="1"/>
          </p:cNvCxnSpPr>
          <p:nvPr/>
        </p:nvCxnSpPr>
        <p:spPr>
          <a:xfrm>
            <a:off x="33571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3102" name="Google Shape;3102;p160"/>
          <p:cNvCxnSpPr>
            <a:stCxn id="3090" idx="3"/>
            <a:endCxn id="3092" idx="1"/>
          </p:cNvCxnSpPr>
          <p:nvPr/>
        </p:nvCxnSpPr>
        <p:spPr>
          <a:xfrm>
            <a:off x="56431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3103" name="Google Shape;3103;p160"/>
          <p:cNvCxnSpPr>
            <a:stCxn id="3092" idx="3"/>
            <a:endCxn id="3091" idx="1"/>
          </p:cNvCxnSpPr>
          <p:nvPr/>
        </p:nvCxnSpPr>
        <p:spPr>
          <a:xfrm>
            <a:off x="8137075" y="2603275"/>
            <a:ext cx="399000" cy="0"/>
          </a:xfrm>
          <a:prstGeom prst="straightConnector1">
            <a:avLst/>
          </a:prstGeom>
          <a:noFill/>
          <a:ln cap="flat" cmpd="sng" w="9525">
            <a:solidFill>
              <a:schemeClr val="dk2"/>
            </a:solidFill>
            <a:prstDash val="solid"/>
            <a:round/>
            <a:headEnd len="med" w="med" type="none"/>
            <a:tailEnd len="med" w="med" type="triangle"/>
          </a:ln>
        </p:spPr>
      </p:cxnSp>
      <p:cxnSp>
        <p:nvCxnSpPr>
          <p:cNvPr id="3104" name="Google Shape;3104;p160"/>
          <p:cNvCxnSpPr>
            <a:stCxn id="3094" idx="1"/>
            <a:endCxn id="3095" idx="3"/>
          </p:cNvCxnSpPr>
          <p:nvPr/>
        </p:nvCxnSpPr>
        <p:spPr>
          <a:xfrm rot="10800000">
            <a:off x="7228889" y="3898668"/>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3105" name="Google Shape;3105;p160"/>
          <p:cNvCxnSpPr>
            <a:stCxn id="3097" idx="3"/>
            <a:endCxn id="3098" idx="1"/>
          </p:cNvCxnSpPr>
          <p:nvPr/>
        </p:nvCxnSpPr>
        <p:spPr>
          <a:xfrm>
            <a:off x="793118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3106" name="Google Shape;3106;p160"/>
          <p:cNvCxnSpPr>
            <a:stCxn id="3098" idx="3"/>
            <a:endCxn id="3099" idx="2"/>
          </p:cNvCxnSpPr>
          <p:nvPr/>
        </p:nvCxnSpPr>
        <p:spPr>
          <a:xfrm>
            <a:off x="10213155" y="5194068"/>
            <a:ext cx="298200" cy="0"/>
          </a:xfrm>
          <a:prstGeom prst="straightConnector1">
            <a:avLst/>
          </a:prstGeom>
          <a:noFill/>
          <a:ln cap="flat" cmpd="sng" w="9525">
            <a:solidFill>
              <a:schemeClr val="dk2"/>
            </a:solidFill>
            <a:prstDash val="solid"/>
            <a:round/>
            <a:headEnd len="med" w="med" type="none"/>
            <a:tailEnd len="med" w="med" type="triangle"/>
          </a:ln>
        </p:spPr>
      </p:cxnSp>
      <p:sp>
        <p:nvSpPr>
          <p:cNvPr id="3107" name="Google Shape;3107;p160"/>
          <p:cNvSpPr/>
          <p:nvPr/>
        </p:nvSpPr>
        <p:spPr>
          <a:xfrm>
            <a:off x="138334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Examine and Run provisioner_prep.yml on your provisioner node.</a:t>
            </a:r>
            <a:endParaRPr b="1">
              <a:latin typeface="Red Hat Display"/>
              <a:ea typeface="Red Hat Display"/>
              <a:cs typeface="Red Hat Display"/>
              <a:sym typeface="Red Hat Display"/>
            </a:endParaRPr>
          </a:p>
        </p:txBody>
      </p:sp>
      <p:sp>
        <p:nvSpPr>
          <p:cNvPr id="3108" name="Google Shape;3108;p160"/>
          <p:cNvSpPr/>
          <p:nvPr/>
        </p:nvSpPr>
        <p:spPr>
          <a:xfrm>
            <a:off x="3665315"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If you are running bare metal, you may find rhis-builder-baremetal-init repo useful.</a:t>
            </a:r>
            <a:endParaRPr b="1">
              <a:latin typeface="Red Hat Display"/>
              <a:ea typeface="Red Hat Display"/>
              <a:cs typeface="Red Hat Display"/>
              <a:sym typeface="Red Hat Display"/>
            </a:endParaRPr>
          </a:p>
        </p:txBody>
      </p:sp>
      <p:cxnSp>
        <p:nvCxnSpPr>
          <p:cNvPr id="3109" name="Google Shape;3109;p160"/>
          <p:cNvCxnSpPr>
            <a:stCxn id="3093" idx="1"/>
            <a:endCxn id="3094" idx="3"/>
          </p:cNvCxnSpPr>
          <p:nvPr/>
        </p:nvCxnSpPr>
        <p:spPr>
          <a:xfrm rot="10800000">
            <a:off x="9522175" y="3898668"/>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3110" name="Google Shape;3110;p160"/>
          <p:cNvCxnSpPr>
            <a:stCxn id="3095" idx="1"/>
            <a:endCxn id="3096" idx="3"/>
          </p:cNvCxnSpPr>
          <p:nvPr/>
        </p:nvCxnSpPr>
        <p:spPr>
          <a:xfrm rot="10800000">
            <a:off x="2898602" y="3898675"/>
            <a:ext cx="309300" cy="0"/>
          </a:xfrm>
          <a:prstGeom prst="straightConnector1">
            <a:avLst/>
          </a:prstGeom>
          <a:noFill/>
          <a:ln cap="flat" cmpd="sng" w="9525">
            <a:solidFill>
              <a:schemeClr val="dk2"/>
            </a:solidFill>
            <a:prstDash val="solid"/>
            <a:round/>
            <a:headEnd len="med" w="med" type="none"/>
            <a:tailEnd len="med" w="med" type="triangle"/>
          </a:ln>
        </p:spPr>
      </p:cxnSp>
      <p:cxnSp>
        <p:nvCxnSpPr>
          <p:cNvPr id="3111" name="Google Shape;3111;p160"/>
          <p:cNvCxnSpPr>
            <a:stCxn id="3107" idx="3"/>
            <a:endCxn id="3108" idx="1"/>
          </p:cNvCxnSpPr>
          <p:nvPr/>
        </p:nvCxnSpPr>
        <p:spPr>
          <a:xfrm>
            <a:off x="336724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3112" name="Google Shape;3112;p160"/>
          <p:cNvCxnSpPr>
            <a:stCxn id="3108" idx="3"/>
            <a:endCxn id="3097" idx="1"/>
          </p:cNvCxnSpPr>
          <p:nvPr/>
        </p:nvCxnSpPr>
        <p:spPr>
          <a:xfrm>
            <a:off x="5649215" y="5194068"/>
            <a:ext cx="298200" cy="0"/>
          </a:xfrm>
          <a:prstGeom prst="straightConnector1">
            <a:avLst/>
          </a:prstGeom>
          <a:noFill/>
          <a:ln cap="flat" cmpd="sng" w="9525">
            <a:solidFill>
              <a:schemeClr val="dk2"/>
            </a:solidFill>
            <a:prstDash val="solid"/>
            <a:round/>
            <a:headEnd len="med" w="med" type="none"/>
            <a:tailEnd len="med" w="med" type="triangle"/>
          </a:ln>
        </p:spPr>
      </p:cxnSp>
      <p:cxnSp>
        <p:nvCxnSpPr>
          <p:cNvPr id="3113" name="Google Shape;3113;p160"/>
          <p:cNvCxnSpPr>
            <a:stCxn id="3091" idx="3"/>
            <a:endCxn id="3093" idx="3"/>
          </p:cNvCxnSpPr>
          <p:nvPr/>
        </p:nvCxnSpPr>
        <p:spPr>
          <a:xfrm>
            <a:off x="10519975" y="2603268"/>
            <a:ext cx="1295400" cy="1295400"/>
          </a:xfrm>
          <a:prstGeom prst="curvedConnector3">
            <a:avLst>
              <a:gd fmla="val 118382" name="adj1"/>
            </a:avLst>
          </a:prstGeom>
          <a:noFill/>
          <a:ln cap="flat" cmpd="sng" w="9525">
            <a:solidFill>
              <a:schemeClr val="dk2"/>
            </a:solidFill>
            <a:prstDash val="solid"/>
            <a:round/>
            <a:headEnd len="med" w="med" type="none"/>
            <a:tailEnd len="med" w="med" type="triangle"/>
          </a:ln>
        </p:spPr>
      </p:cxnSp>
      <p:cxnSp>
        <p:nvCxnSpPr>
          <p:cNvPr id="3114" name="Google Shape;3114;p160"/>
          <p:cNvCxnSpPr>
            <a:stCxn id="3096" idx="1"/>
            <a:endCxn id="3107" idx="1"/>
          </p:cNvCxnSpPr>
          <p:nvPr/>
        </p:nvCxnSpPr>
        <p:spPr>
          <a:xfrm>
            <a:off x="631416" y="3898675"/>
            <a:ext cx="751800" cy="1295400"/>
          </a:xfrm>
          <a:prstGeom prst="curvedConnector3">
            <a:avLst>
              <a:gd fmla="val -31674" name="adj1"/>
            </a:avLst>
          </a:prstGeom>
          <a:noFill/>
          <a:ln cap="flat" cmpd="sng" w="9525">
            <a:solidFill>
              <a:schemeClr val="dk2"/>
            </a:solidFill>
            <a:prstDash val="solid"/>
            <a:round/>
            <a:headEnd len="med" w="med" type="none"/>
            <a:tailEnd len="med" w="med" type="triangle"/>
          </a:ln>
        </p:spPr>
      </p:cxnSp>
      <p:sp>
        <p:nvSpPr>
          <p:cNvPr id="3115" name="Google Shape;3115;p160"/>
          <p:cNvSpPr txBox="1"/>
          <p:nvPr/>
        </p:nvSpPr>
        <p:spPr>
          <a:xfrm>
            <a:off x="306450" y="1491813"/>
            <a:ext cx="4456800" cy="49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Start Here: </a:t>
            </a:r>
            <a:r>
              <a:rPr lang="en" sz="1800" u="sng">
                <a:solidFill>
                  <a:schemeClr val="hlink"/>
                </a:solidFill>
                <a:latin typeface="Red Hat Display"/>
                <a:ea typeface="Red Hat Display"/>
                <a:cs typeface="Red Hat Display"/>
                <a:sym typeface="Red Hat Display"/>
                <a:hlinkClick r:id="rId3"/>
              </a:rPr>
              <a:t>rhis-builder-provisioner/wiki</a:t>
            </a:r>
            <a:endParaRPr sz="1800">
              <a:latin typeface="Red Hat Display"/>
              <a:ea typeface="Red Hat Display"/>
              <a:cs typeface="Red Hat Display"/>
              <a:sym typeface="Red Hat Display"/>
            </a:endParaRPr>
          </a:p>
        </p:txBody>
      </p:sp>
      <p:sp>
        <p:nvSpPr>
          <p:cNvPr id="3116" name="Google Shape;3116;p160"/>
          <p:cNvSpPr/>
          <p:nvPr/>
        </p:nvSpPr>
        <p:spPr>
          <a:xfrm rot="5394760">
            <a:off x="4544075" y="-1287000"/>
            <a:ext cx="196800" cy="6606300"/>
          </a:xfrm>
          <a:prstGeom prst="leftBrace">
            <a:avLst>
              <a:gd fmla="val 50000" name="adj1"/>
              <a:gd fmla="val 75653" name="adj2"/>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Display"/>
              <a:ea typeface="Red Hat Display"/>
              <a:cs typeface="Red Hat Display"/>
              <a:sym typeface="Red Hat Display"/>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0" name="Shape 3120"/>
        <p:cNvGrpSpPr/>
        <p:nvPr/>
      </p:nvGrpSpPr>
      <p:grpSpPr>
        <a:xfrm>
          <a:off x="0" y="0"/>
          <a:ext cx="0" cy="0"/>
          <a:chOff x="0" y="0"/>
          <a:chExt cx="0" cy="0"/>
        </a:xfrm>
      </p:grpSpPr>
      <p:sp>
        <p:nvSpPr>
          <p:cNvPr id="3121" name="Google Shape;3121;p1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122" name="Google Shape;3122;p16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3123" name="Google Shape;3123;p161"/>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3124" name="Google Shape;3124;p161"/>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3125" name="Google Shape;3125;p161"/>
          <p:cNvSpPr/>
          <p:nvPr/>
        </p:nvSpPr>
        <p:spPr>
          <a:xfrm>
            <a:off x="11480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3126" name="Google Shape;3126;p161"/>
          <p:cNvSpPr/>
          <p:nvPr/>
        </p:nvSpPr>
        <p:spPr>
          <a:xfrm>
            <a:off x="2287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Next, use the rhis-builder-satellite repo</a:t>
            </a:r>
            <a:endParaRPr b="1">
              <a:solidFill>
                <a:schemeClr val="accent3"/>
              </a:solidFill>
              <a:latin typeface="Red Hat Display"/>
              <a:ea typeface="Red Hat Display"/>
              <a:cs typeface="Red Hat Display"/>
              <a:sym typeface="Red Hat Display"/>
            </a:endParaRPr>
          </a:p>
        </p:txBody>
      </p:sp>
      <p:sp>
        <p:nvSpPr>
          <p:cNvPr id="3127" name="Google Shape;3127;p161"/>
          <p:cNvSpPr/>
          <p:nvPr/>
        </p:nvSpPr>
        <p:spPr>
          <a:xfrm>
            <a:off x="4573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Examine the variable files under host_vars for </a:t>
            </a:r>
            <a:r>
              <a:rPr b="1" lang="en">
                <a:solidFill>
                  <a:schemeClr val="dk1"/>
                </a:solidFill>
                <a:latin typeface="Red Hat Display"/>
                <a:ea typeface="Red Hat Display"/>
                <a:cs typeface="Red Hat Display"/>
                <a:sym typeface="Red Hat Display"/>
              </a:rPr>
              <a:t>satellite.example.ca</a:t>
            </a:r>
            <a:endParaRPr>
              <a:latin typeface="Red Hat Display"/>
              <a:ea typeface="Red Hat Display"/>
              <a:cs typeface="Red Hat Display"/>
              <a:sym typeface="Red Hat Display"/>
            </a:endParaRPr>
          </a:p>
        </p:txBody>
      </p:sp>
      <p:sp>
        <p:nvSpPr>
          <p:cNvPr id="3128" name="Google Shape;3128;p161"/>
          <p:cNvSpPr/>
          <p:nvPr/>
        </p:nvSpPr>
        <p:spPr>
          <a:xfrm>
            <a:off x="9145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This repo has been built with rhisam and user configs. See next slide.</a:t>
            </a:r>
            <a:endParaRPr>
              <a:latin typeface="Red Hat Display"/>
              <a:ea typeface="Red Hat Display"/>
              <a:cs typeface="Red Hat Display"/>
              <a:sym typeface="Red Hat Display"/>
            </a:endParaRPr>
          </a:p>
        </p:txBody>
      </p:sp>
      <p:sp>
        <p:nvSpPr>
          <p:cNvPr id="3129" name="Google Shape;3129;p161"/>
          <p:cNvSpPr/>
          <p:nvPr/>
        </p:nvSpPr>
        <p:spPr>
          <a:xfrm>
            <a:off x="685967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WARNING: THERE IS LOTS OF CONFIG</a:t>
            </a:r>
            <a:endParaRPr>
              <a:latin typeface="Red Hat Display"/>
              <a:ea typeface="Red Hat Display"/>
              <a:cs typeface="Red Hat Display"/>
              <a:sym typeface="Red Hat Display"/>
            </a:endParaRPr>
          </a:p>
          <a:p>
            <a:pPr indent="0" lvl="0" marL="0" rtl="0" algn="l">
              <a:spcBef>
                <a:spcPts val="0"/>
              </a:spcBef>
              <a:spcAft>
                <a:spcPts val="0"/>
              </a:spcAft>
              <a:buNone/>
            </a:pPr>
            <a:r>
              <a:rPr lang="en" sz="1200">
                <a:latin typeface="Red Hat Display"/>
                <a:ea typeface="Red Hat Display"/>
                <a:cs typeface="Red Hat Display"/>
                <a:sym typeface="Red Hat Display"/>
              </a:rPr>
              <a:t>if you are not a satellite person - get one to help</a:t>
            </a:r>
            <a:endParaRPr sz="1200">
              <a:latin typeface="Red Hat Display"/>
              <a:ea typeface="Red Hat Display"/>
              <a:cs typeface="Red Hat Display"/>
              <a:sym typeface="Red Hat Display"/>
            </a:endParaRPr>
          </a:p>
        </p:txBody>
      </p:sp>
      <p:sp>
        <p:nvSpPr>
          <p:cNvPr id="3130" name="Google Shape;3130;p161"/>
          <p:cNvSpPr/>
          <p:nvPr/>
        </p:nvSpPr>
        <p:spPr>
          <a:xfrm>
            <a:off x="87646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Define user</a:t>
            </a:r>
            <a:r>
              <a:rPr lang="en">
                <a:latin typeface="Red Hat Display"/>
                <a:ea typeface="Red Hat Display"/>
                <a:cs typeface="Red Hat Display"/>
                <a:sym typeface="Red Hat Display"/>
              </a:rPr>
              <a:t> variables </a:t>
            </a:r>
            <a:r>
              <a:rPr b="1" lang="en">
                <a:latin typeface="Red Hat Display"/>
                <a:ea typeface="Red Hat Display"/>
                <a:cs typeface="Red Hat Display"/>
                <a:sym typeface="Red Hat Display"/>
              </a:rPr>
              <a:t>after you investigate</a:t>
            </a:r>
            <a:endParaRPr b="1">
              <a:latin typeface="Red Hat Display"/>
              <a:ea typeface="Red Hat Display"/>
              <a:cs typeface="Red Hat Display"/>
              <a:sym typeface="Red Hat Display"/>
            </a:endParaRPr>
          </a:p>
        </p:txBody>
      </p:sp>
      <p:sp>
        <p:nvSpPr>
          <p:cNvPr id="3131" name="Google Shape;3131;p161"/>
          <p:cNvSpPr/>
          <p:nvPr/>
        </p:nvSpPr>
        <p:spPr>
          <a:xfrm>
            <a:off x="3887875" y="3443110"/>
            <a:ext cx="4269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Set up your global variables in rhisbuilder-vault.yml</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This will contain usernames, passwords and cdn credentials that we don’t want to publish.</a:t>
            </a:r>
            <a:endParaRPr>
              <a:latin typeface="Red Hat Display"/>
              <a:ea typeface="Red Hat Display"/>
              <a:cs typeface="Red Hat Display"/>
              <a:sym typeface="Red Hat Display"/>
            </a:endParaRPr>
          </a:p>
        </p:txBody>
      </p:sp>
      <p:sp>
        <p:nvSpPr>
          <p:cNvPr id="3132" name="Google Shape;3132;p161"/>
          <p:cNvSpPr/>
          <p:nvPr/>
        </p:nvSpPr>
        <p:spPr>
          <a:xfrm>
            <a:off x="5028850"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Run main.yml</a:t>
            </a:r>
            <a:endParaRPr b="1">
              <a:latin typeface="Red Hat Display"/>
              <a:ea typeface="Red Hat Display"/>
              <a:cs typeface="Red Hat Display"/>
              <a:sym typeface="Red Hat Display"/>
            </a:endParaRPr>
          </a:p>
        </p:txBody>
      </p:sp>
      <p:sp>
        <p:nvSpPr>
          <p:cNvPr id="3133" name="Google Shape;3133;p161"/>
          <p:cNvSpPr/>
          <p:nvPr/>
        </p:nvSpPr>
        <p:spPr>
          <a:xfrm>
            <a:off x="7770038"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your Satellite Server</a:t>
            </a:r>
            <a:endParaRPr b="1">
              <a:latin typeface="Red Hat Display"/>
              <a:ea typeface="Red Hat Display"/>
              <a:cs typeface="Red Hat Display"/>
              <a:sym typeface="Red Hat Display"/>
            </a:endParaRPr>
          </a:p>
        </p:txBody>
      </p:sp>
      <p:sp>
        <p:nvSpPr>
          <p:cNvPr id="3134" name="Google Shape;3134;p161"/>
          <p:cNvSpPr/>
          <p:nvPr/>
        </p:nvSpPr>
        <p:spPr>
          <a:xfrm>
            <a:off x="10511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3135" name="Google Shape;3135;p161"/>
          <p:cNvCxnSpPr>
            <a:stCxn id="3125" idx="6"/>
            <a:endCxn id="3126" idx="1"/>
          </p:cNvCxnSpPr>
          <p:nvPr/>
        </p:nvCxnSpPr>
        <p:spPr>
          <a:xfrm>
            <a:off x="1879725" y="2603268"/>
            <a:ext cx="408000" cy="0"/>
          </a:xfrm>
          <a:prstGeom prst="straightConnector1">
            <a:avLst/>
          </a:prstGeom>
          <a:noFill/>
          <a:ln cap="flat" cmpd="sng" w="9525">
            <a:solidFill>
              <a:schemeClr val="dk2"/>
            </a:solidFill>
            <a:prstDash val="solid"/>
            <a:round/>
            <a:headEnd len="med" w="med" type="none"/>
            <a:tailEnd len="med" w="med" type="triangle"/>
          </a:ln>
        </p:spPr>
      </p:cxnSp>
      <p:cxnSp>
        <p:nvCxnSpPr>
          <p:cNvPr id="3136" name="Google Shape;3136;p161"/>
          <p:cNvCxnSpPr>
            <a:stCxn id="3126" idx="3"/>
            <a:endCxn id="3127" idx="1"/>
          </p:cNvCxnSpPr>
          <p:nvPr/>
        </p:nvCxnSpPr>
        <p:spPr>
          <a:xfrm>
            <a:off x="4271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3137" name="Google Shape;3137;p161"/>
          <p:cNvCxnSpPr>
            <a:stCxn id="3127" idx="3"/>
            <a:endCxn id="3129" idx="1"/>
          </p:cNvCxnSpPr>
          <p:nvPr/>
        </p:nvCxnSpPr>
        <p:spPr>
          <a:xfrm>
            <a:off x="6557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3138" name="Google Shape;3138;p161"/>
          <p:cNvCxnSpPr>
            <a:stCxn id="3129" idx="3"/>
            <a:endCxn id="3128" idx="1"/>
          </p:cNvCxnSpPr>
          <p:nvPr/>
        </p:nvCxnSpPr>
        <p:spPr>
          <a:xfrm>
            <a:off x="8843575" y="2603268"/>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3139" name="Google Shape;3139;p161"/>
          <p:cNvCxnSpPr>
            <a:stCxn id="3128" idx="3"/>
            <a:endCxn id="3130" idx="3"/>
          </p:cNvCxnSpPr>
          <p:nvPr/>
        </p:nvCxnSpPr>
        <p:spPr>
          <a:xfrm flipH="1">
            <a:off x="10748575" y="2603268"/>
            <a:ext cx="381000" cy="1295400"/>
          </a:xfrm>
          <a:prstGeom prst="curvedConnector3">
            <a:avLst>
              <a:gd fmla="val -62500" name="adj1"/>
            </a:avLst>
          </a:prstGeom>
          <a:noFill/>
          <a:ln cap="flat" cmpd="sng" w="9525">
            <a:solidFill>
              <a:schemeClr val="dk2"/>
            </a:solidFill>
            <a:prstDash val="solid"/>
            <a:round/>
            <a:headEnd len="med" w="med" type="none"/>
            <a:tailEnd len="med" w="med" type="triangle"/>
          </a:ln>
        </p:spPr>
      </p:cxnSp>
      <p:cxnSp>
        <p:nvCxnSpPr>
          <p:cNvPr id="3140" name="Google Shape;3140;p161"/>
          <p:cNvCxnSpPr>
            <a:stCxn id="3130" idx="1"/>
            <a:endCxn id="3131" idx="3"/>
          </p:cNvCxnSpPr>
          <p:nvPr/>
        </p:nvCxnSpPr>
        <p:spPr>
          <a:xfrm flipH="1">
            <a:off x="8157775" y="3898668"/>
            <a:ext cx="606900" cy="2700"/>
          </a:xfrm>
          <a:prstGeom prst="straightConnector1">
            <a:avLst/>
          </a:prstGeom>
          <a:noFill/>
          <a:ln cap="flat" cmpd="sng" w="9525">
            <a:solidFill>
              <a:schemeClr val="dk2"/>
            </a:solidFill>
            <a:prstDash val="solid"/>
            <a:round/>
            <a:headEnd len="med" w="med" type="none"/>
            <a:tailEnd len="med" w="med" type="triangle"/>
          </a:ln>
        </p:spPr>
      </p:cxnSp>
      <p:cxnSp>
        <p:nvCxnSpPr>
          <p:cNvPr id="3141" name="Google Shape;3141;p161"/>
          <p:cNvCxnSpPr>
            <a:stCxn id="3142" idx="3"/>
            <a:endCxn id="3132" idx="1"/>
          </p:cNvCxnSpPr>
          <p:nvPr/>
        </p:nvCxnSpPr>
        <p:spPr>
          <a:xfrm flipH="1" rot="10800000">
            <a:off x="4271563" y="5194018"/>
            <a:ext cx="757200" cy="5400"/>
          </a:xfrm>
          <a:prstGeom prst="straightConnector1">
            <a:avLst/>
          </a:prstGeom>
          <a:noFill/>
          <a:ln cap="flat" cmpd="sng" w="9525">
            <a:solidFill>
              <a:schemeClr val="dk2"/>
            </a:solidFill>
            <a:prstDash val="solid"/>
            <a:round/>
            <a:headEnd len="med" w="med" type="none"/>
            <a:tailEnd len="med" w="med" type="triangle"/>
          </a:ln>
        </p:spPr>
      </p:cxnSp>
      <p:cxnSp>
        <p:nvCxnSpPr>
          <p:cNvPr id="3143" name="Google Shape;3143;p161"/>
          <p:cNvCxnSpPr>
            <a:stCxn id="3132" idx="3"/>
            <a:endCxn id="3133" idx="1"/>
          </p:cNvCxnSpPr>
          <p:nvPr/>
        </p:nvCxnSpPr>
        <p:spPr>
          <a:xfrm>
            <a:off x="7012750" y="5194068"/>
            <a:ext cx="757200" cy="0"/>
          </a:xfrm>
          <a:prstGeom prst="straightConnector1">
            <a:avLst/>
          </a:prstGeom>
          <a:noFill/>
          <a:ln cap="flat" cmpd="sng" w="9525">
            <a:solidFill>
              <a:schemeClr val="dk2"/>
            </a:solidFill>
            <a:prstDash val="solid"/>
            <a:round/>
            <a:headEnd len="med" w="med" type="none"/>
            <a:tailEnd len="med" w="med" type="triangle"/>
          </a:ln>
        </p:spPr>
      </p:cxnSp>
      <p:cxnSp>
        <p:nvCxnSpPr>
          <p:cNvPr id="3144" name="Google Shape;3144;p161"/>
          <p:cNvCxnSpPr>
            <a:stCxn id="3133" idx="3"/>
            <a:endCxn id="3134" idx="2"/>
          </p:cNvCxnSpPr>
          <p:nvPr/>
        </p:nvCxnSpPr>
        <p:spPr>
          <a:xfrm>
            <a:off x="9753938" y="5194068"/>
            <a:ext cx="757200" cy="0"/>
          </a:xfrm>
          <a:prstGeom prst="straightConnector1">
            <a:avLst/>
          </a:prstGeom>
          <a:noFill/>
          <a:ln cap="flat" cmpd="sng" w="9525">
            <a:solidFill>
              <a:schemeClr val="dk2"/>
            </a:solidFill>
            <a:prstDash val="solid"/>
            <a:round/>
            <a:headEnd len="med" w="med" type="none"/>
            <a:tailEnd len="med" w="med" type="triangle"/>
          </a:ln>
        </p:spPr>
      </p:cxnSp>
      <p:sp>
        <p:nvSpPr>
          <p:cNvPr id="3145" name="Google Shape;3145;p161"/>
          <p:cNvSpPr/>
          <p:nvPr/>
        </p:nvSpPr>
        <p:spPr>
          <a:xfrm>
            <a:off x="1297075"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If you decided to run without IdM, r</a:t>
            </a:r>
            <a:r>
              <a:rPr lang="en">
                <a:latin typeface="Red Hat Display"/>
                <a:ea typeface="Red Hat Display"/>
                <a:cs typeface="Red Hat Display"/>
                <a:sym typeface="Red Hat Display"/>
              </a:rPr>
              <a:t>un provisioner.yml to setup your provisioner.</a:t>
            </a:r>
            <a:endParaRPr b="1">
              <a:latin typeface="Red Hat Display"/>
              <a:ea typeface="Red Hat Display"/>
              <a:cs typeface="Red Hat Display"/>
              <a:sym typeface="Red Hat Display"/>
            </a:endParaRPr>
          </a:p>
        </p:txBody>
      </p:sp>
      <p:sp>
        <p:nvSpPr>
          <p:cNvPr id="3142" name="Google Shape;3142;p161"/>
          <p:cNvSpPr/>
          <p:nvPr/>
        </p:nvSpPr>
        <p:spPr>
          <a:xfrm>
            <a:off x="2287663" y="474116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You can run roles or tasks individually using the helper plays or…</a:t>
            </a:r>
            <a:endParaRPr b="1">
              <a:latin typeface="Red Hat Display"/>
              <a:ea typeface="Red Hat Display"/>
              <a:cs typeface="Red Hat Display"/>
              <a:sym typeface="Red Hat Display"/>
            </a:endParaRPr>
          </a:p>
        </p:txBody>
      </p:sp>
      <p:cxnSp>
        <p:nvCxnSpPr>
          <p:cNvPr id="3146" name="Google Shape;3146;p161"/>
          <p:cNvCxnSpPr>
            <a:stCxn id="3131" idx="1"/>
            <a:endCxn id="3145" idx="3"/>
          </p:cNvCxnSpPr>
          <p:nvPr/>
        </p:nvCxnSpPr>
        <p:spPr>
          <a:xfrm rot="10800000">
            <a:off x="3280975" y="3898660"/>
            <a:ext cx="606900" cy="2700"/>
          </a:xfrm>
          <a:prstGeom prst="straightConnector1">
            <a:avLst/>
          </a:prstGeom>
          <a:noFill/>
          <a:ln cap="flat" cmpd="sng" w="9525">
            <a:solidFill>
              <a:schemeClr val="dk2"/>
            </a:solidFill>
            <a:prstDash val="solid"/>
            <a:round/>
            <a:headEnd len="med" w="med" type="none"/>
            <a:tailEnd len="med" w="med" type="triangle"/>
          </a:ln>
        </p:spPr>
      </p:cxnSp>
      <p:cxnSp>
        <p:nvCxnSpPr>
          <p:cNvPr id="3147" name="Google Shape;3147;p161"/>
          <p:cNvCxnSpPr>
            <a:stCxn id="3145" idx="1"/>
            <a:endCxn id="3142" idx="1"/>
          </p:cNvCxnSpPr>
          <p:nvPr/>
        </p:nvCxnSpPr>
        <p:spPr>
          <a:xfrm>
            <a:off x="1297075" y="3898668"/>
            <a:ext cx="990600" cy="1300800"/>
          </a:xfrm>
          <a:prstGeom prst="curvedConnector3">
            <a:avLst>
              <a:gd fmla="val -24038"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1" name="Shape 3151"/>
        <p:cNvGrpSpPr/>
        <p:nvPr/>
      </p:nvGrpSpPr>
      <p:grpSpPr>
        <a:xfrm>
          <a:off x="0" y="0"/>
          <a:ext cx="0" cy="0"/>
          <a:chOff x="0" y="0"/>
          <a:chExt cx="0" cy="0"/>
        </a:xfrm>
      </p:grpSpPr>
      <p:sp>
        <p:nvSpPr>
          <p:cNvPr id="3152" name="Google Shape;3152;p1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153" name="Google Shape;3153;p162"/>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3154" name="Google Shape;3154;p162"/>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3155" name="Google Shape;3155;p162"/>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 quick note about rhisam and user labels</a:t>
            </a:r>
            <a:endParaRPr/>
          </a:p>
        </p:txBody>
      </p:sp>
      <p:sp>
        <p:nvSpPr>
          <p:cNvPr id="3156" name="Google Shape;3156;p162"/>
          <p:cNvSpPr txBox="1"/>
          <p:nvPr/>
        </p:nvSpPr>
        <p:spPr>
          <a:xfrm>
            <a:off x="2557900" y="2648525"/>
            <a:ext cx="7522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Roboto Mono"/>
                <a:ea typeface="Roboto Mono"/>
                <a:cs typeface="Roboto Mono"/>
                <a:sym typeface="Roboto Mono"/>
              </a:rPr>
              <a:t>domains</a:t>
            </a:r>
            <a:r>
              <a:rPr b="1" lang="en">
                <a:solidFill>
                  <a:schemeClr val="accent1"/>
                </a:solidFill>
                <a:latin typeface="Roboto Mono"/>
                <a:ea typeface="Roboto Mono"/>
                <a:cs typeface="Roboto Mono"/>
                <a:sym typeface="Roboto Mono"/>
              </a:rPr>
              <a:t>_rhisam</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The domain of the Satellite Server</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name: "{{ satellite_domain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description: "{{ satellite_domain }} - root domain for the installation"</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dns_capsule: "{{ satellite_fqdn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organizations:</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 satellite_organization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locations:</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 "{{ satellite_location }}"</a:t>
            </a:r>
            <a:endParaRPr>
              <a:latin typeface="Roboto Mono"/>
              <a:ea typeface="Roboto Mono"/>
              <a:cs typeface="Roboto Mono"/>
              <a:sym typeface="Roboto Mono"/>
            </a:endParaRPr>
          </a:p>
          <a:p>
            <a:pPr indent="0" lvl="0" marL="0" rtl="0" algn="l">
              <a:spcBef>
                <a:spcPts val="0"/>
              </a:spcBef>
              <a:spcAft>
                <a:spcPts val="0"/>
              </a:spcAft>
              <a:buNone/>
            </a:pPr>
            <a:r>
              <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a:t>
            </a:r>
            <a:r>
              <a:rPr b="1" lang="en">
                <a:latin typeface="Roboto Mono"/>
                <a:ea typeface="Roboto Mono"/>
                <a:cs typeface="Roboto Mono"/>
                <a:sym typeface="Roboto Mono"/>
              </a:rPr>
              <a:t>domains</a:t>
            </a:r>
            <a:r>
              <a:rPr b="1" lang="en">
                <a:solidFill>
                  <a:srgbClr val="0000FF"/>
                </a:solidFill>
                <a:latin typeface="Roboto Mono"/>
                <a:ea typeface="Roboto Mono"/>
                <a:cs typeface="Roboto Mono"/>
                <a:sym typeface="Roboto Mono"/>
              </a:rPr>
              <a:t>_user</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 uncomment and add your user domains here</a:t>
            </a:r>
            <a:endParaRPr>
              <a:latin typeface="Roboto Mono"/>
              <a:ea typeface="Roboto Mono"/>
              <a:cs typeface="Roboto Mono"/>
              <a:sym typeface="Roboto Mono"/>
            </a:endParaRPr>
          </a:p>
        </p:txBody>
      </p:sp>
      <p:sp>
        <p:nvSpPr>
          <p:cNvPr id="3157" name="Google Shape;3157;p162"/>
          <p:cNvSpPr txBox="1"/>
          <p:nvPr/>
        </p:nvSpPr>
        <p:spPr>
          <a:xfrm>
            <a:off x="1591125" y="1893250"/>
            <a:ext cx="4005600" cy="60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Let’s use “domains” as a example:</a:t>
            </a:r>
            <a:endParaRPr sz="1800">
              <a:latin typeface="Red Hat Display"/>
              <a:ea typeface="Red Hat Display"/>
              <a:cs typeface="Red Hat Display"/>
              <a:sym typeface="Red Hat Display"/>
            </a:endParaRPr>
          </a:p>
        </p:txBody>
      </p:sp>
      <p:sp>
        <p:nvSpPr>
          <p:cNvPr id="3158" name="Google Shape;3158;p162"/>
          <p:cNvSpPr/>
          <p:nvPr/>
        </p:nvSpPr>
        <p:spPr>
          <a:xfrm>
            <a:off x="9486400" y="2900300"/>
            <a:ext cx="251700" cy="2175300"/>
          </a:xfrm>
          <a:prstGeom prst="rightBrace">
            <a:avLst>
              <a:gd fmla="val 50000" name="adj1"/>
              <a:gd fmla="val 50000" name="adj2"/>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59" name="Google Shape;3159;p162"/>
          <p:cNvSpPr txBox="1"/>
          <p:nvPr/>
        </p:nvSpPr>
        <p:spPr>
          <a:xfrm>
            <a:off x="9959700" y="2970800"/>
            <a:ext cx="1973700" cy="21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This section specifies the standard rhisam build. Designed to work and show good practice. It is the example.</a:t>
            </a:r>
            <a:endParaRPr sz="1800">
              <a:latin typeface="Red Hat Display"/>
              <a:ea typeface="Red Hat Display"/>
              <a:cs typeface="Red Hat Display"/>
              <a:sym typeface="Red Hat Display"/>
            </a:endParaRPr>
          </a:p>
        </p:txBody>
      </p:sp>
      <p:sp>
        <p:nvSpPr>
          <p:cNvPr id="3160" name="Google Shape;3160;p162"/>
          <p:cNvSpPr/>
          <p:nvPr/>
        </p:nvSpPr>
        <p:spPr>
          <a:xfrm>
            <a:off x="9486400" y="5338700"/>
            <a:ext cx="251700" cy="604200"/>
          </a:xfrm>
          <a:prstGeom prst="rightBrace">
            <a:avLst>
              <a:gd fmla="val 50000" name="adj1"/>
              <a:gd fmla="val 50000" name="adj2"/>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61" name="Google Shape;3161;p162"/>
          <p:cNvSpPr txBox="1"/>
          <p:nvPr/>
        </p:nvSpPr>
        <p:spPr>
          <a:xfrm>
            <a:off x="9959700" y="5409200"/>
            <a:ext cx="2124900" cy="81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ed Hat Display"/>
                <a:ea typeface="Red Hat Display"/>
                <a:cs typeface="Red Hat Display"/>
                <a:sym typeface="Red Hat Display"/>
              </a:rPr>
              <a:t>In t</a:t>
            </a:r>
            <a:r>
              <a:rPr lang="en" sz="1800">
                <a:latin typeface="Red Hat Display"/>
                <a:ea typeface="Red Hat Display"/>
                <a:cs typeface="Red Hat Display"/>
                <a:sym typeface="Red Hat Display"/>
              </a:rPr>
              <a:t>his section you get to decide!</a:t>
            </a:r>
            <a:endParaRPr sz="1800">
              <a:latin typeface="Red Hat Display"/>
              <a:ea typeface="Red Hat Display"/>
              <a:cs typeface="Red Hat Display"/>
              <a:sym typeface="Red Hat Display"/>
            </a:endParaRPr>
          </a:p>
        </p:txBody>
      </p:sp>
      <p:sp>
        <p:nvSpPr>
          <p:cNvPr id="3162" name="Google Shape;3162;p162"/>
          <p:cNvSpPr txBox="1"/>
          <p:nvPr/>
        </p:nvSpPr>
        <p:spPr>
          <a:xfrm>
            <a:off x="422950" y="2789525"/>
            <a:ext cx="1822800" cy="29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ansible code in the project is tagged with: </a:t>
            </a:r>
            <a:endParaRPr>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i="1" lang="en">
                <a:latin typeface="Red Hat Display"/>
                <a:ea typeface="Red Hat Display"/>
                <a:cs typeface="Red Hat Display"/>
                <a:sym typeface="Red Hat Display"/>
              </a:rPr>
              <a:t>tags_rhism</a:t>
            </a:r>
            <a:endParaRPr i="1">
              <a:latin typeface="Red Hat Display"/>
              <a:ea typeface="Red Hat Display"/>
              <a:cs typeface="Red Hat Display"/>
              <a:sym typeface="Red Hat Display"/>
            </a:endParaRPr>
          </a:p>
          <a:p>
            <a:pPr indent="0" lvl="0" marL="0" rtl="0" algn="l">
              <a:spcBef>
                <a:spcPts val="0"/>
              </a:spcBef>
              <a:spcAft>
                <a:spcPts val="0"/>
              </a:spcAft>
              <a:buNone/>
            </a:pPr>
            <a:r>
              <a:rPr i="1" lang="en">
                <a:latin typeface="Red Hat Display"/>
                <a:ea typeface="Red Hat Display"/>
                <a:cs typeface="Red Hat Display"/>
                <a:sym typeface="Red Hat Display"/>
              </a:rPr>
              <a:t>tags_user</a:t>
            </a:r>
            <a:endParaRPr i="1">
              <a:latin typeface="Red Hat Display"/>
              <a:ea typeface="Red Hat Display"/>
              <a:cs typeface="Red Hat Display"/>
              <a:sym typeface="Red Hat Display"/>
            </a:endParaRPr>
          </a:p>
          <a:p>
            <a:pPr indent="0" lvl="0" marL="0" rtl="0" algn="l">
              <a:spcBef>
                <a:spcPts val="0"/>
              </a:spcBef>
              <a:spcAft>
                <a:spcPts val="0"/>
              </a:spcAft>
              <a:buNone/>
            </a:pPr>
            <a:r>
              <a:t/>
            </a:r>
            <a:endParaRPr>
              <a:latin typeface="Red Hat Display"/>
              <a:ea typeface="Red Hat Display"/>
              <a:cs typeface="Red Hat Display"/>
              <a:sym typeface="Red Hat Display"/>
            </a:endParaRPr>
          </a:p>
          <a:p>
            <a:pPr indent="0" lvl="0" marL="0" rtl="0" algn="l">
              <a:spcBef>
                <a:spcPts val="0"/>
              </a:spcBef>
              <a:spcAft>
                <a:spcPts val="0"/>
              </a:spcAft>
              <a:buNone/>
            </a:pPr>
            <a:r>
              <a:rPr lang="en">
                <a:latin typeface="Red Hat Display"/>
                <a:ea typeface="Red Hat Display"/>
                <a:cs typeface="Red Hat Display"/>
                <a:sym typeface="Red Hat Display"/>
              </a:rPr>
              <a:t>to allow you to select what you want to run without deleting configuration</a:t>
            </a:r>
            <a:endParaRPr>
              <a:latin typeface="Red Hat Display"/>
              <a:ea typeface="Red Hat Display"/>
              <a:cs typeface="Red Hat Display"/>
              <a:sym typeface="Red Hat Display"/>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6" name="Shape 3166"/>
        <p:cNvGrpSpPr/>
        <p:nvPr/>
      </p:nvGrpSpPr>
      <p:grpSpPr>
        <a:xfrm>
          <a:off x="0" y="0"/>
          <a:ext cx="0" cy="0"/>
          <a:chOff x="0" y="0"/>
          <a:chExt cx="0" cy="0"/>
        </a:xfrm>
      </p:grpSpPr>
      <p:sp>
        <p:nvSpPr>
          <p:cNvPr id="3167" name="Google Shape;3167;p1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3168" name="Google Shape;3168;p163"/>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sz="1200"/>
          </a:p>
        </p:txBody>
      </p:sp>
      <p:sp>
        <p:nvSpPr>
          <p:cNvPr id="3169" name="Google Shape;3169;p163"/>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rhis-builder enablement</a:t>
            </a:r>
            <a:endParaRPr/>
          </a:p>
          <a:p>
            <a:pPr indent="0" lvl="0" marL="0" rtl="0" algn="l">
              <a:spcBef>
                <a:spcPts val="0"/>
              </a:spcBef>
              <a:spcAft>
                <a:spcPts val="0"/>
              </a:spcAft>
              <a:buNone/>
            </a:pPr>
            <a:r>
              <a:t/>
            </a:r>
            <a:endParaRPr/>
          </a:p>
        </p:txBody>
      </p:sp>
      <p:sp>
        <p:nvSpPr>
          <p:cNvPr id="3170" name="Google Shape;3170;p163"/>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The Optimal Path for Upstream Repos</a:t>
            </a:r>
            <a:endParaRPr/>
          </a:p>
        </p:txBody>
      </p:sp>
      <p:sp>
        <p:nvSpPr>
          <p:cNvPr id="3171" name="Google Shape;3171;p163"/>
          <p:cNvSpPr/>
          <p:nvPr/>
        </p:nvSpPr>
        <p:spPr>
          <a:xfrm>
            <a:off x="1148025" y="22360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Start</a:t>
            </a:r>
            <a:endParaRPr b="1" sz="1100">
              <a:solidFill>
                <a:schemeClr val="lt1"/>
              </a:solidFill>
              <a:latin typeface="Red Hat Display"/>
              <a:ea typeface="Red Hat Display"/>
              <a:cs typeface="Red Hat Display"/>
              <a:sym typeface="Red Hat Display"/>
            </a:endParaRPr>
          </a:p>
        </p:txBody>
      </p:sp>
      <p:sp>
        <p:nvSpPr>
          <p:cNvPr id="3172" name="Google Shape;3172;p163"/>
          <p:cNvSpPr/>
          <p:nvPr/>
        </p:nvSpPr>
        <p:spPr>
          <a:xfrm>
            <a:off x="24957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Red Hat Display"/>
                <a:ea typeface="Red Hat Display"/>
                <a:cs typeface="Red Hat Display"/>
                <a:sym typeface="Red Hat Display"/>
              </a:rPr>
              <a:t>Next, use the rhis-builder-aap repo</a:t>
            </a:r>
            <a:endParaRPr b="1">
              <a:solidFill>
                <a:schemeClr val="accent3"/>
              </a:solidFill>
              <a:latin typeface="Red Hat Display"/>
              <a:ea typeface="Red Hat Display"/>
              <a:cs typeface="Red Hat Display"/>
              <a:sym typeface="Red Hat Display"/>
            </a:endParaRPr>
          </a:p>
        </p:txBody>
      </p:sp>
      <p:sp>
        <p:nvSpPr>
          <p:cNvPr id="3173" name="Google Shape;3173;p163"/>
          <p:cNvSpPr/>
          <p:nvPr/>
        </p:nvSpPr>
        <p:spPr>
          <a:xfrm>
            <a:off x="50956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Examine the variable files under host_vars for </a:t>
            </a:r>
            <a:r>
              <a:rPr b="1" lang="en">
                <a:solidFill>
                  <a:schemeClr val="dk1"/>
                </a:solidFill>
                <a:latin typeface="Red Hat Display"/>
                <a:ea typeface="Red Hat Display"/>
                <a:cs typeface="Red Hat Display"/>
                <a:sym typeface="Red Hat Display"/>
              </a:rPr>
              <a:t>your aap hosts</a:t>
            </a:r>
            <a:endParaRPr>
              <a:latin typeface="Red Hat Display"/>
              <a:ea typeface="Red Hat Display"/>
              <a:cs typeface="Red Hat Display"/>
              <a:sym typeface="Red Hat Display"/>
            </a:endParaRPr>
          </a:p>
        </p:txBody>
      </p:sp>
      <p:sp>
        <p:nvSpPr>
          <p:cNvPr id="3174" name="Google Shape;3174;p163"/>
          <p:cNvSpPr/>
          <p:nvPr/>
        </p:nvSpPr>
        <p:spPr>
          <a:xfrm>
            <a:off x="7695525" y="21450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THIS deploys AAP 2.4 or 2.5 models. Plan appropriately.</a:t>
            </a:r>
            <a:endParaRPr sz="1200">
              <a:latin typeface="Red Hat Display"/>
              <a:ea typeface="Red Hat Display"/>
              <a:cs typeface="Red Hat Display"/>
              <a:sym typeface="Red Hat Display"/>
            </a:endParaRPr>
          </a:p>
        </p:txBody>
      </p:sp>
      <p:sp>
        <p:nvSpPr>
          <p:cNvPr id="3175" name="Google Shape;3175;p163"/>
          <p:cNvSpPr/>
          <p:nvPr/>
        </p:nvSpPr>
        <p:spPr>
          <a:xfrm>
            <a:off x="3704708" y="34404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aap-platform role will install the aap platform on the systems.</a:t>
            </a:r>
            <a:endParaRPr>
              <a:latin typeface="Red Hat Display"/>
              <a:ea typeface="Red Hat Display"/>
              <a:cs typeface="Red Hat Display"/>
              <a:sym typeface="Red Hat Display"/>
            </a:endParaRPr>
          </a:p>
        </p:txBody>
      </p:sp>
      <p:sp>
        <p:nvSpPr>
          <p:cNvPr id="3176" name="Google Shape;3176;p163"/>
          <p:cNvSpPr/>
          <p:nvPr/>
        </p:nvSpPr>
        <p:spPr>
          <a:xfrm>
            <a:off x="4664388" y="4735818"/>
            <a:ext cx="1983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Validate your AAP Platform Environment</a:t>
            </a:r>
            <a:endParaRPr b="1">
              <a:latin typeface="Red Hat Display"/>
              <a:ea typeface="Red Hat Display"/>
              <a:cs typeface="Red Hat Display"/>
              <a:sym typeface="Red Hat Display"/>
            </a:endParaRPr>
          </a:p>
        </p:txBody>
      </p:sp>
      <p:sp>
        <p:nvSpPr>
          <p:cNvPr id="3177" name="Google Shape;3177;p163"/>
          <p:cNvSpPr/>
          <p:nvPr/>
        </p:nvSpPr>
        <p:spPr>
          <a:xfrm>
            <a:off x="7082225" y="4826868"/>
            <a:ext cx="731700" cy="734400"/>
          </a:xfrm>
          <a:prstGeom prst="ellipse">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latin typeface="Red Hat Display"/>
                <a:ea typeface="Red Hat Display"/>
                <a:cs typeface="Red Hat Display"/>
                <a:sym typeface="Red Hat Display"/>
              </a:rPr>
              <a:t>Stop</a:t>
            </a:r>
            <a:endParaRPr b="1" sz="1100">
              <a:solidFill>
                <a:schemeClr val="lt1"/>
              </a:solidFill>
              <a:latin typeface="Red Hat Display"/>
              <a:ea typeface="Red Hat Display"/>
              <a:cs typeface="Red Hat Display"/>
              <a:sym typeface="Red Hat Display"/>
            </a:endParaRPr>
          </a:p>
        </p:txBody>
      </p:sp>
      <p:cxnSp>
        <p:nvCxnSpPr>
          <p:cNvPr id="3178" name="Google Shape;3178;p163"/>
          <p:cNvCxnSpPr>
            <a:stCxn id="3171" idx="6"/>
            <a:endCxn id="3172" idx="1"/>
          </p:cNvCxnSpPr>
          <p:nvPr/>
        </p:nvCxnSpPr>
        <p:spPr>
          <a:xfrm>
            <a:off x="18797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3179" name="Google Shape;3179;p163"/>
          <p:cNvCxnSpPr>
            <a:stCxn id="3172" idx="3"/>
            <a:endCxn id="3173" idx="1"/>
          </p:cNvCxnSpPr>
          <p:nvPr/>
        </p:nvCxnSpPr>
        <p:spPr>
          <a:xfrm>
            <a:off x="44796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3180" name="Google Shape;3180;p163"/>
          <p:cNvCxnSpPr>
            <a:stCxn id="3173" idx="3"/>
            <a:endCxn id="3174" idx="1"/>
          </p:cNvCxnSpPr>
          <p:nvPr/>
        </p:nvCxnSpPr>
        <p:spPr>
          <a:xfrm>
            <a:off x="7079525" y="2603268"/>
            <a:ext cx="615900" cy="0"/>
          </a:xfrm>
          <a:prstGeom prst="straightConnector1">
            <a:avLst/>
          </a:prstGeom>
          <a:noFill/>
          <a:ln cap="flat" cmpd="sng" w="9525">
            <a:solidFill>
              <a:schemeClr val="dk2"/>
            </a:solidFill>
            <a:prstDash val="solid"/>
            <a:round/>
            <a:headEnd len="med" w="med" type="none"/>
            <a:tailEnd len="med" w="med" type="triangle"/>
          </a:ln>
        </p:spPr>
      </p:cxnSp>
      <p:cxnSp>
        <p:nvCxnSpPr>
          <p:cNvPr id="3181" name="Google Shape;3181;p163"/>
          <p:cNvCxnSpPr>
            <a:stCxn id="3174" idx="3"/>
            <a:endCxn id="3182" idx="3"/>
          </p:cNvCxnSpPr>
          <p:nvPr/>
        </p:nvCxnSpPr>
        <p:spPr>
          <a:xfrm>
            <a:off x="9679425" y="2603268"/>
            <a:ext cx="1628400" cy="1295400"/>
          </a:xfrm>
          <a:prstGeom prst="curvedConnector3">
            <a:avLst>
              <a:gd fmla="val 114620" name="adj1"/>
            </a:avLst>
          </a:prstGeom>
          <a:noFill/>
          <a:ln cap="flat" cmpd="sng" w="9525">
            <a:solidFill>
              <a:schemeClr val="dk2"/>
            </a:solidFill>
            <a:prstDash val="solid"/>
            <a:round/>
            <a:headEnd len="med" w="med" type="none"/>
            <a:tailEnd len="med" w="med" type="triangle"/>
          </a:ln>
        </p:spPr>
      </p:cxnSp>
      <p:cxnSp>
        <p:nvCxnSpPr>
          <p:cNvPr id="3183" name="Google Shape;3183;p163"/>
          <p:cNvCxnSpPr>
            <a:stCxn id="3184" idx="1"/>
            <a:endCxn id="3175" idx="3"/>
          </p:cNvCxnSpPr>
          <p:nvPr/>
        </p:nvCxnSpPr>
        <p:spPr>
          <a:xfrm rot="10800000">
            <a:off x="5688692" y="3898675"/>
            <a:ext cx="495000" cy="0"/>
          </a:xfrm>
          <a:prstGeom prst="straightConnector1">
            <a:avLst/>
          </a:prstGeom>
          <a:noFill/>
          <a:ln cap="flat" cmpd="sng" w="9525">
            <a:solidFill>
              <a:schemeClr val="dk2"/>
            </a:solidFill>
            <a:prstDash val="solid"/>
            <a:round/>
            <a:headEnd len="med" w="med" type="none"/>
            <a:tailEnd len="med" w="med" type="triangle"/>
          </a:ln>
        </p:spPr>
      </p:cxnSp>
      <p:cxnSp>
        <p:nvCxnSpPr>
          <p:cNvPr id="3185" name="Google Shape;3185;p163"/>
          <p:cNvCxnSpPr>
            <a:stCxn id="3175" idx="1"/>
            <a:endCxn id="3186" idx="3"/>
          </p:cNvCxnSpPr>
          <p:nvPr/>
        </p:nvCxnSpPr>
        <p:spPr>
          <a:xfrm rot="10800000">
            <a:off x="3209708" y="3898668"/>
            <a:ext cx="495000" cy="0"/>
          </a:xfrm>
          <a:prstGeom prst="straightConnector1">
            <a:avLst/>
          </a:prstGeom>
          <a:noFill/>
          <a:ln cap="flat" cmpd="sng" w="9525">
            <a:solidFill>
              <a:schemeClr val="dk2"/>
            </a:solidFill>
            <a:prstDash val="solid"/>
            <a:round/>
            <a:headEnd len="med" w="med" type="none"/>
            <a:tailEnd len="med" w="med" type="triangle"/>
          </a:ln>
        </p:spPr>
      </p:cxnSp>
      <p:cxnSp>
        <p:nvCxnSpPr>
          <p:cNvPr id="3187" name="Google Shape;3187;p163"/>
          <p:cNvCxnSpPr>
            <a:stCxn id="3176" idx="3"/>
            <a:endCxn id="3177" idx="2"/>
          </p:cNvCxnSpPr>
          <p:nvPr/>
        </p:nvCxnSpPr>
        <p:spPr>
          <a:xfrm>
            <a:off x="6648288" y="5194068"/>
            <a:ext cx="433800" cy="0"/>
          </a:xfrm>
          <a:prstGeom prst="straightConnector1">
            <a:avLst/>
          </a:prstGeom>
          <a:noFill/>
          <a:ln cap="flat" cmpd="sng" w="9525">
            <a:solidFill>
              <a:schemeClr val="dk2"/>
            </a:solidFill>
            <a:prstDash val="solid"/>
            <a:round/>
            <a:headEnd len="med" w="med" type="none"/>
            <a:tailEnd len="med" w="med" type="triangle"/>
          </a:ln>
        </p:spPr>
      </p:cxnSp>
      <p:sp>
        <p:nvSpPr>
          <p:cNvPr id="3182" name="Google Shape;3182;p163"/>
          <p:cNvSpPr/>
          <p:nvPr/>
        </p:nvSpPr>
        <p:spPr>
          <a:xfrm>
            <a:off x="8993275" y="3440425"/>
            <a:ext cx="23145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aap-platform-builder role will use satellite to deploy all the hosts. Anywhere!</a:t>
            </a:r>
            <a:endParaRPr sz="1200">
              <a:latin typeface="Red Hat Display"/>
              <a:ea typeface="Red Hat Display"/>
              <a:cs typeface="Red Hat Display"/>
              <a:sym typeface="Red Hat Display"/>
            </a:endParaRPr>
          </a:p>
        </p:txBody>
      </p:sp>
      <p:sp>
        <p:nvSpPr>
          <p:cNvPr id="3184" name="Google Shape;3184;p163"/>
          <p:cNvSpPr/>
          <p:nvPr/>
        </p:nvSpPr>
        <p:spPr>
          <a:xfrm>
            <a:off x="6183692" y="3440425"/>
            <a:ext cx="23145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Red Hat Display"/>
                <a:ea typeface="Red Hat Display"/>
                <a:cs typeface="Red Hat Display"/>
                <a:sym typeface="Red Hat Display"/>
              </a:rPr>
              <a:t>The aap-platform-pre role will configure all the prerequisites for all nodes</a:t>
            </a:r>
            <a:endParaRPr sz="1200">
              <a:latin typeface="Red Hat Display"/>
              <a:ea typeface="Red Hat Display"/>
              <a:cs typeface="Red Hat Display"/>
              <a:sym typeface="Red Hat Display"/>
            </a:endParaRPr>
          </a:p>
        </p:txBody>
      </p:sp>
      <p:sp>
        <p:nvSpPr>
          <p:cNvPr id="3186" name="Google Shape;3186;p163"/>
          <p:cNvSpPr/>
          <p:nvPr/>
        </p:nvSpPr>
        <p:spPr>
          <a:xfrm>
            <a:off x="1054725" y="3440425"/>
            <a:ext cx="2154900" cy="91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Red Hat Display"/>
                <a:ea typeface="Red Hat Display"/>
                <a:cs typeface="Red Hat Display"/>
                <a:sym typeface="Red Hat Display"/>
              </a:rPr>
              <a:t>The aap-platform-post role will configure aap, build ees and load objects.</a:t>
            </a:r>
            <a:endParaRPr>
              <a:latin typeface="Red Hat Display"/>
              <a:ea typeface="Red Hat Display"/>
              <a:cs typeface="Red Hat Display"/>
              <a:sym typeface="Red Hat Display"/>
            </a:endParaRPr>
          </a:p>
        </p:txBody>
      </p:sp>
      <p:cxnSp>
        <p:nvCxnSpPr>
          <p:cNvPr id="3188" name="Google Shape;3188;p163"/>
          <p:cNvCxnSpPr>
            <a:stCxn id="3186" idx="1"/>
            <a:endCxn id="3176" idx="1"/>
          </p:cNvCxnSpPr>
          <p:nvPr/>
        </p:nvCxnSpPr>
        <p:spPr>
          <a:xfrm>
            <a:off x="1054725" y="3898675"/>
            <a:ext cx="3609600" cy="1295400"/>
          </a:xfrm>
          <a:prstGeom prst="curvedConnector3">
            <a:avLst>
              <a:gd fmla="val -6597"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2" name="Shape 3192"/>
        <p:cNvGrpSpPr/>
        <p:nvPr/>
      </p:nvGrpSpPr>
      <p:grpSpPr>
        <a:xfrm>
          <a:off x="0" y="0"/>
          <a:ext cx="0" cy="0"/>
          <a:chOff x="0" y="0"/>
          <a:chExt cx="0" cy="0"/>
        </a:xfrm>
      </p:grpSpPr>
      <p:sp>
        <p:nvSpPr>
          <p:cNvPr id="3193" name="Google Shape;3193;p16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3194" name="Google Shape;3194;p1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3195" name="Google Shape;3195;p16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196" name="Google Shape;3196;p164"/>
          <p:cNvSpPr txBox="1"/>
          <p:nvPr>
            <p:ph idx="4" type="body"/>
          </p:nvPr>
        </p:nvSpPr>
        <p:spPr>
          <a:xfrm>
            <a:off x="5486400" y="1600200"/>
            <a:ext cx="5839500" cy="45633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latin typeface="Red Hat Display Medium"/>
                <a:ea typeface="Red Hat Display Medium"/>
                <a:cs typeface="Red Hat Display Medium"/>
                <a:sym typeface="Red Hat Display Medium"/>
              </a:rPr>
              <a:t>Day 1</a:t>
            </a:r>
            <a:endParaRPr sz="2700">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t>Getting repos</a:t>
            </a:r>
            <a:endParaRPr/>
          </a:p>
          <a:p>
            <a:pPr indent="-342900" lvl="0" marL="457200" rtl="0" algn="l">
              <a:spcBef>
                <a:spcPts val="0"/>
              </a:spcBef>
              <a:spcAft>
                <a:spcPts val="0"/>
              </a:spcAft>
              <a:buSzPts val="1800"/>
              <a:buChar char="▸"/>
            </a:pPr>
            <a:r>
              <a:rPr lang="en"/>
              <a:t>The repo (current) organization</a:t>
            </a:r>
            <a:endParaRPr/>
          </a:p>
          <a:p>
            <a:pPr indent="-342900" lvl="0" marL="457200" rtl="0" algn="l">
              <a:spcBef>
                <a:spcPts val="0"/>
              </a:spcBef>
              <a:spcAft>
                <a:spcPts val="0"/>
              </a:spcAft>
              <a:buSzPts val="1800"/>
              <a:buChar char="▸"/>
            </a:pPr>
            <a:r>
              <a:rPr lang="en"/>
              <a:t>The bootstrap targets</a:t>
            </a:r>
            <a:endParaRPr/>
          </a:p>
          <a:p>
            <a:pPr indent="-342900" lvl="0" marL="457200" rtl="0" algn="l">
              <a:spcBef>
                <a:spcPts val="0"/>
              </a:spcBef>
              <a:spcAft>
                <a:spcPts val="0"/>
              </a:spcAft>
              <a:buSzPts val="1800"/>
              <a:buChar char="▸"/>
            </a:pPr>
            <a:r>
              <a:rPr lang="en"/>
              <a:t>The rhis_builder_vars.yml file and variables</a:t>
            </a:r>
            <a:endParaRPr/>
          </a:p>
          <a:p>
            <a:pPr indent="-342900" lvl="0" marL="457200" rtl="0" algn="l">
              <a:spcBef>
                <a:spcPts val="0"/>
              </a:spcBef>
              <a:spcAft>
                <a:spcPts val="0"/>
              </a:spcAft>
              <a:buSzPts val="1800"/>
              <a:buChar char="▸"/>
            </a:pPr>
            <a:r>
              <a:rPr lang="en"/>
              <a:t>Builder variables</a:t>
            </a:r>
            <a:endParaRPr/>
          </a:p>
          <a:p>
            <a:pPr indent="-342900" lvl="0" marL="457200" rtl="0" algn="l">
              <a:spcBef>
                <a:spcPts val="0"/>
              </a:spcBef>
              <a:spcAft>
                <a:spcPts val="0"/>
              </a:spcAft>
              <a:buSzPts val="1800"/>
              <a:buChar char="▸"/>
            </a:pPr>
            <a:r>
              <a:rPr lang="en"/>
              <a:t>AWS Variables</a:t>
            </a:r>
            <a:endParaRPr/>
          </a:p>
          <a:p>
            <a:pPr indent="-342900" lvl="0" marL="457200" rtl="0" algn="l">
              <a:spcBef>
                <a:spcPts val="0"/>
              </a:spcBef>
              <a:spcAft>
                <a:spcPts val="0"/>
              </a:spcAft>
              <a:buSzPts val="1800"/>
              <a:buChar char="▸"/>
            </a:pPr>
            <a:r>
              <a:rPr lang="en"/>
              <a:t>VMware Variables</a:t>
            </a:r>
            <a:endParaRPr/>
          </a:p>
          <a:p>
            <a:pPr indent="-342900" lvl="0" marL="457200" rtl="0" algn="l">
              <a:spcBef>
                <a:spcPts val="0"/>
              </a:spcBef>
              <a:spcAft>
                <a:spcPts val="0"/>
              </a:spcAft>
              <a:buSzPts val="1800"/>
              <a:buChar char="▸"/>
            </a:pPr>
            <a:r>
              <a:rPr b="1" lang="en">
                <a:solidFill>
                  <a:schemeClr val="dk1"/>
                </a:solidFill>
              </a:rPr>
              <a:t>Running Phase 1</a:t>
            </a:r>
            <a:endParaRPr b="1"/>
          </a:p>
          <a:p>
            <a:pPr indent="-342900" lvl="0" marL="457200" rtl="0" algn="l">
              <a:spcBef>
                <a:spcPts val="0"/>
              </a:spcBef>
              <a:spcAft>
                <a:spcPts val="0"/>
              </a:spcAft>
              <a:buSzPts val="1800"/>
              <a:buChar char="▸"/>
            </a:pPr>
            <a:r>
              <a:rPr lang="en"/>
              <a:t>Identity Management Variables</a:t>
            </a:r>
            <a:endParaRPr/>
          </a:p>
          <a:p>
            <a:pPr indent="-342900" lvl="0" marL="457200" rtl="0" algn="l">
              <a:spcBef>
                <a:spcPts val="0"/>
              </a:spcBef>
              <a:spcAft>
                <a:spcPts val="0"/>
              </a:spcAft>
              <a:buSzPts val="1800"/>
              <a:buChar char="▸"/>
            </a:pPr>
            <a:r>
              <a:rPr b="1" lang="en">
                <a:solidFill>
                  <a:schemeClr val="dk1"/>
                </a:solidFill>
              </a:rPr>
              <a:t>Running Phase 2</a:t>
            </a:r>
            <a:endParaRPr b="1"/>
          </a:p>
          <a:p>
            <a:pPr indent="-342900" lvl="0" marL="457200" rtl="0" algn="l">
              <a:spcBef>
                <a:spcPts val="0"/>
              </a:spcBef>
              <a:spcAft>
                <a:spcPts val="0"/>
              </a:spcAft>
              <a:buSzPts val="1800"/>
              <a:buChar char="▸"/>
            </a:pPr>
            <a:r>
              <a:rPr lang="en"/>
              <a:t>Satellite Variables</a:t>
            </a:r>
            <a:endParaRPr/>
          </a:p>
          <a:p>
            <a:pPr indent="-342900" lvl="0" marL="457200" rtl="0" algn="l">
              <a:spcBef>
                <a:spcPts val="0"/>
              </a:spcBef>
              <a:spcAft>
                <a:spcPts val="0"/>
              </a:spcAft>
              <a:buSzPts val="1800"/>
              <a:buChar char="▸"/>
            </a:pPr>
            <a:r>
              <a:rPr b="1" lang="en">
                <a:solidFill>
                  <a:schemeClr val="dk1"/>
                </a:solidFill>
              </a:rPr>
              <a:t>Running Phase 3</a:t>
            </a:r>
            <a:endParaRPr b="1">
              <a:solidFill>
                <a:schemeClr val="dk1"/>
              </a:solidFill>
            </a:endParaRPr>
          </a:p>
          <a:p>
            <a:pPr indent="0" lvl="0" marL="457200" rtl="0" algn="l">
              <a:spcBef>
                <a:spcPts val="2000"/>
              </a:spcBef>
              <a:spcAft>
                <a:spcPts val="2000"/>
              </a:spcAft>
              <a:buNone/>
            </a:pPr>
            <a:r>
              <a:t/>
            </a:r>
            <a:endParaRPr>
              <a:solidFill>
                <a:schemeClr val="dk1"/>
              </a:solidFill>
            </a:endParaRPr>
          </a:p>
        </p:txBody>
      </p:sp>
      <p:sp>
        <p:nvSpPr>
          <p:cNvPr id="3197" name="Google Shape;3197;p164"/>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1" name="Shape 3201"/>
        <p:cNvGrpSpPr/>
        <p:nvPr/>
      </p:nvGrpSpPr>
      <p:grpSpPr>
        <a:xfrm>
          <a:off x="0" y="0"/>
          <a:ext cx="0" cy="0"/>
          <a:chOff x="0" y="0"/>
          <a:chExt cx="0" cy="0"/>
        </a:xfrm>
      </p:grpSpPr>
      <p:sp>
        <p:nvSpPr>
          <p:cNvPr id="3202" name="Google Shape;3202;p16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sz="900">
                <a:latin typeface="Red Hat Text Medium"/>
                <a:ea typeface="Red Hat Text Medium"/>
                <a:cs typeface="Red Hat Text Medium"/>
                <a:sym typeface="Red Hat Text Medium"/>
              </a:rPr>
              <a:t>Red Hat Infrastructure Standard Adoption Model</a:t>
            </a:r>
            <a:endParaRPr/>
          </a:p>
        </p:txBody>
      </p:sp>
      <p:sp>
        <p:nvSpPr>
          <p:cNvPr id="3203" name="Google Shape;3203;p1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chemeClr val="dk1"/>
                </a:solidFill>
              </a:rPr>
              <a:t>‹#›</a:t>
            </a:fld>
            <a:endParaRPr>
              <a:solidFill>
                <a:schemeClr val="dk1"/>
              </a:solidFill>
            </a:endParaRPr>
          </a:p>
        </p:txBody>
      </p:sp>
      <p:sp>
        <p:nvSpPr>
          <p:cNvPr id="3204" name="Google Shape;3204;p16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3205" name="Google Shape;3205;p165"/>
          <p:cNvSpPr txBox="1"/>
          <p:nvPr>
            <p:ph idx="4" type="body"/>
          </p:nvPr>
        </p:nvSpPr>
        <p:spPr>
          <a:xfrm>
            <a:off x="5486400" y="1600200"/>
            <a:ext cx="5839500" cy="3305100"/>
          </a:xfrm>
          <a:prstGeom prst="rect">
            <a:avLst/>
          </a:prstGeom>
        </p:spPr>
        <p:txBody>
          <a:bodyPr anchorCtr="0" anchor="t" bIns="0" lIns="0" spcFirstLastPara="1" rIns="0" wrap="square" tIns="0">
            <a:noAutofit/>
          </a:bodyPr>
          <a:lstStyle/>
          <a:p>
            <a:pPr indent="0" lvl="0" marL="457200" rtl="0" algn="l">
              <a:spcBef>
                <a:spcPts val="0"/>
              </a:spcBef>
              <a:spcAft>
                <a:spcPts val="0"/>
              </a:spcAft>
              <a:buNone/>
            </a:pPr>
            <a:r>
              <a:rPr lang="en" sz="2700">
                <a:solidFill>
                  <a:schemeClr val="dk1"/>
                </a:solidFill>
                <a:latin typeface="Red Hat Display Medium"/>
                <a:ea typeface="Red Hat Display Medium"/>
                <a:cs typeface="Red Hat Display Medium"/>
                <a:sym typeface="Red Hat Display Medium"/>
              </a:rPr>
              <a:t>Day 2</a:t>
            </a:r>
            <a:endParaRPr sz="2700">
              <a:solidFill>
                <a:schemeClr val="dk1"/>
              </a:solidFill>
              <a:latin typeface="Red Hat Display Medium"/>
              <a:ea typeface="Red Hat Display Medium"/>
              <a:cs typeface="Red Hat Display Medium"/>
              <a:sym typeface="Red Hat Display Medium"/>
            </a:endParaRPr>
          </a:p>
          <a:p>
            <a:pPr indent="-342900" lvl="0" marL="457200" rtl="0" algn="l">
              <a:spcBef>
                <a:spcPts val="2000"/>
              </a:spcBef>
              <a:spcAft>
                <a:spcPts val="0"/>
              </a:spcAft>
              <a:buSzPts val="1800"/>
              <a:buChar char="▸"/>
            </a:pPr>
            <a:r>
              <a:rPr lang="en">
                <a:solidFill>
                  <a:schemeClr val="dk1"/>
                </a:solidFill>
              </a:rPr>
              <a:t>Creating Hosts with Satellite Automation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AAP, Hub, and Container System Variables</a:t>
            </a:r>
            <a:endParaRPr>
              <a:solidFill>
                <a:schemeClr val="dk1"/>
              </a:solidFill>
            </a:endParaRPr>
          </a:p>
          <a:p>
            <a:pPr indent="-342900" lvl="0" marL="457200" rtl="0" algn="l">
              <a:spcBef>
                <a:spcPts val="0"/>
              </a:spcBef>
              <a:spcAft>
                <a:spcPts val="0"/>
              </a:spcAft>
              <a:buSzPts val="1800"/>
              <a:buChar char="▸"/>
            </a:pPr>
            <a:r>
              <a:rPr lang="en">
                <a:solidFill>
                  <a:schemeClr val="dk1"/>
                </a:solidFill>
              </a:rPr>
              <a:t>RHIS Post variables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4</a:t>
            </a:r>
            <a:endParaRPr b="1">
              <a:solidFill>
                <a:schemeClr val="dk1"/>
              </a:solidFill>
            </a:endParaRPr>
          </a:p>
          <a:p>
            <a:pPr indent="-342900" lvl="0" marL="457200" rtl="0" algn="l">
              <a:spcBef>
                <a:spcPts val="0"/>
              </a:spcBef>
              <a:spcAft>
                <a:spcPts val="0"/>
              </a:spcAft>
              <a:buSzPts val="1800"/>
              <a:buChar char="▸"/>
            </a:pPr>
            <a:r>
              <a:rPr lang="en">
                <a:solidFill>
                  <a:schemeClr val="dk1"/>
                </a:solidFill>
              </a:rPr>
              <a:t>Validating the Configuration</a:t>
            </a:r>
            <a:endParaRPr>
              <a:solidFill>
                <a:schemeClr val="dk1"/>
              </a:solidFill>
            </a:endParaRPr>
          </a:p>
          <a:p>
            <a:pPr indent="-342900" lvl="0" marL="457200" rtl="0" algn="l">
              <a:spcBef>
                <a:spcPts val="0"/>
              </a:spcBef>
              <a:spcAft>
                <a:spcPts val="0"/>
              </a:spcAft>
              <a:buSzPts val="1800"/>
              <a:buChar char="▸"/>
            </a:pPr>
            <a:r>
              <a:rPr lang="en">
                <a:solidFill>
                  <a:schemeClr val="dk1"/>
                </a:solidFill>
              </a:rPr>
              <a:t>Handling Failures</a:t>
            </a:r>
            <a:endParaRPr>
              <a:solidFill>
                <a:schemeClr val="dk1"/>
              </a:solidFill>
            </a:endParaRPr>
          </a:p>
          <a:p>
            <a:pPr indent="-342900" lvl="0" marL="457200" rtl="0" algn="l">
              <a:spcBef>
                <a:spcPts val="0"/>
              </a:spcBef>
              <a:spcAft>
                <a:spcPts val="0"/>
              </a:spcAft>
              <a:buSzPts val="1800"/>
              <a:buChar char="▸"/>
            </a:pPr>
            <a:r>
              <a:rPr b="1" lang="en">
                <a:solidFill>
                  <a:schemeClr val="dk1"/>
                </a:solidFill>
              </a:rPr>
              <a:t>Running Phase 5</a:t>
            </a:r>
            <a:r>
              <a:rPr lang="en">
                <a:solidFill>
                  <a:schemeClr val="dk1"/>
                </a:solidFill>
              </a:rPr>
              <a:t> - Launching the Workflow</a:t>
            </a:r>
            <a:endParaRPr/>
          </a:p>
          <a:p>
            <a:pPr indent="0" lvl="0" marL="457200" rtl="0" algn="l">
              <a:spcBef>
                <a:spcPts val="2000"/>
              </a:spcBef>
              <a:spcAft>
                <a:spcPts val="2000"/>
              </a:spcAft>
              <a:buNone/>
            </a:pPr>
            <a:r>
              <a:rPr lang="en">
                <a:solidFill>
                  <a:schemeClr val="dk1"/>
                </a:solidFill>
              </a:rPr>
              <a:t>Questions</a:t>
            </a:r>
            <a:endParaRPr>
              <a:solidFill>
                <a:schemeClr val="dk1"/>
              </a:solidFill>
            </a:endParaRPr>
          </a:p>
        </p:txBody>
      </p:sp>
      <p:sp>
        <p:nvSpPr>
          <p:cNvPr id="3206" name="Google Shape;3206;p165"/>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How to get there…</a:t>
            </a:r>
            <a:endParaRPr/>
          </a:p>
        </p:txBody>
      </p:sp>
      <p:sp>
        <p:nvSpPr>
          <p:cNvPr id="3207" name="Google Shape;3207;p165"/>
          <p:cNvSpPr txBox="1"/>
          <p:nvPr/>
        </p:nvSpPr>
        <p:spPr>
          <a:xfrm>
            <a:off x="900275" y="5299300"/>
            <a:ext cx="6167700" cy="63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Red Hat Display"/>
                <a:ea typeface="Red Hat Display"/>
                <a:cs typeface="Red Hat Display"/>
                <a:sym typeface="Red Hat Display"/>
                <a:hlinkClick r:id="rId3"/>
              </a:rPr>
              <a:t>https://github.com/redhat-cop/rhis-builder</a:t>
            </a:r>
            <a:endParaRPr sz="1800">
              <a:latin typeface="Red Hat Display"/>
              <a:ea typeface="Red Hat Display"/>
              <a:cs typeface="Red Hat Display"/>
              <a:sym typeface="Red Hat Displ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1" name="Shape 3211"/>
        <p:cNvGrpSpPr/>
        <p:nvPr/>
      </p:nvGrpSpPr>
      <p:grpSpPr>
        <a:xfrm>
          <a:off x="0" y="0"/>
          <a:ext cx="0" cy="0"/>
          <a:chOff x="0" y="0"/>
          <a:chExt cx="0" cy="0"/>
        </a:xfrm>
      </p:grpSpPr>
      <p:pic>
        <p:nvPicPr>
          <p:cNvPr id="3212" name="Google Shape;3212;p166" title="LifeIsBetterWithRHIS.jpg"/>
          <p:cNvPicPr preferRelativeResize="0"/>
          <p:nvPr/>
        </p:nvPicPr>
        <p:blipFill>
          <a:blip r:embed="rId3">
            <a:alphaModFix/>
          </a:blip>
          <a:stretch>
            <a:fillRect/>
          </a:stretch>
        </p:blipFill>
        <p:spPr>
          <a:xfrm>
            <a:off x="1371600" y="152400"/>
            <a:ext cx="9853860" cy="6553202"/>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167"/>
          <p:cNvSpPr txBox="1"/>
          <p:nvPr>
            <p:ph type="title"/>
          </p:nvPr>
        </p:nvSpPr>
        <p:spPr>
          <a:xfrm>
            <a:off x="2125133" y="2135100"/>
            <a:ext cx="9461700" cy="23169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500"/>
              <a:buFont typeface="Arial"/>
              <a:buNone/>
            </a:pPr>
            <a:r>
              <a:rPr b="1" lang="en">
                <a:latin typeface="Red Hat Display"/>
                <a:ea typeface="Red Hat Display"/>
                <a:cs typeface="Red Hat Display"/>
                <a:sym typeface="Red Hat Display"/>
              </a:rPr>
              <a:t>Internal Appendix:</a:t>
            </a:r>
            <a:endParaRPr b="1">
              <a:latin typeface="Red Hat Display"/>
              <a:ea typeface="Red Hat Display"/>
              <a:cs typeface="Red Hat Display"/>
              <a:sym typeface="Red Hat Display"/>
            </a:endParaRPr>
          </a:p>
          <a:p>
            <a:pPr indent="0" lvl="0" marL="0" rtl="0" algn="l">
              <a:lnSpc>
                <a:spcPct val="100000"/>
              </a:lnSpc>
              <a:spcBef>
                <a:spcPts val="0"/>
              </a:spcBef>
              <a:spcAft>
                <a:spcPts val="0"/>
              </a:spcAft>
              <a:buNone/>
            </a:pPr>
            <a:r>
              <a:t/>
            </a:r>
            <a:endParaRPr/>
          </a:p>
          <a:p>
            <a:pPr indent="0" lvl="0" marL="0" rtl="0" algn="l">
              <a:spcBef>
                <a:spcPts val="0"/>
              </a:spcBef>
              <a:spcAft>
                <a:spcPts val="0"/>
              </a:spcAft>
              <a:buNone/>
            </a:pPr>
            <a:r>
              <a:t/>
            </a:r>
            <a:endParaRPr b="1" i="1">
              <a:latin typeface="Red Hat Display"/>
              <a:ea typeface="Red Hat Display"/>
              <a:cs typeface="Red Hat Display"/>
              <a:sym typeface="Red Hat Display"/>
            </a:endParaRPr>
          </a:p>
        </p:txBody>
      </p:sp>
      <p:sp>
        <p:nvSpPr>
          <p:cNvPr id="3218" name="Google Shape;3218;p1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2" name="Shape 3222"/>
        <p:cNvGrpSpPr/>
        <p:nvPr/>
      </p:nvGrpSpPr>
      <p:grpSpPr>
        <a:xfrm>
          <a:off x="0" y="0"/>
          <a:ext cx="0" cy="0"/>
          <a:chOff x="0" y="0"/>
          <a:chExt cx="0" cy="0"/>
        </a:xfrm>
      </p:grpSpPr>
      <p:sp>
        <p:nvSpPr>
          <p:cNvPr id="3223" name="Google Shape;3223;p168"/>
          <p:cNvSpPr txBox="1"/>
          <p:nvPr>
            <p:ph idx="1" type="subTitle"/>
          </p:nvPr>
        </p:nvSpPr>
        <p:spPr>
          <a:xfrm>
            <a:off x="1169325" y="2074025"/>
            <a:ext cx="10726500" cy="4239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Editing</a:t>
            </a:r>
            <a:r>
              <a:rPr lang="en"/>
              <a:t> - please add slides that you would like to see to the deck. If they need a section, add the section separator slide. Tag your slide in the content notes section with:</a:t>
            </a:r>
            <a:endParaRPr/>
          </a:p>
          <a:p>
            <a:pPr indent="0" lvl="0" marL="0" rtl="0" algn="l">
              <a:spcBef>
                <a:spcPts val="0"/>
              </a:spcBef>
              <a:spcAft>
                <a:spcPts val="0"/>
              </a:spcAft>
              <a:buNone/>
            </a:pPr>
            <a:r>
              <a:rPr lang="en"/>
              <a:t>[Content Owner]: &lt;Your Name&gt;</a:t>
            </a:r>
            <a:endParaRPr/>
          </a:p>
          <a:p>
            <a:pPr indent="0" lvl="0" marL="0" rtl="0" algn="l">
              <a:spcBef>
                <a:spcPts val="0"/>
              </a:spcBef>
              <a:spcAft>
                <a:spcPts val="0"/>
              </a:spcAft>
              <a:buNone/>
            </a:pPr>
            <a:r>
              <a:rPr lang="en"/>
              <a:t>This helps in collaborating with others. There are lots of editors :-)</a:t>
            </a:r>
            <a:endParaRPr/>
          </a:p>
          <a:p>
            <a:pPr indent="0" lvl="0" marL="0" rtl="0" algn="l">
              <a:spcBef>
                <a:spcPts val="0"/>
              </a:spcBef>
              <a:spcAft>
                <a:spcPts val="0"/>
              </a:spcAft>
              <a:buNone/>
            </a:pPr>
            <a:r>
              <a:rPr lang="en"/>
              <a:t>You are responsible for maintaining your content in this deck. </a:t>
            </a:r>
            <a:r>
              <a:rPr b="1" lang="en"/>
              <a:t>Please only edit your own content.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need to make changes for a customer presentation, please make a copy to your own drive. </a:t>
            </a:r>
            <a:endParaRPr/>
          </a:p>
          <a:p>
            <a:pPr indent="0" lvl="0" marL="0" rtl="0" algn="l">
              <a:spcBef>
                <a:spcPts val="0"/>
              </a:spcBef>
              <a:spcAft>
                <a:spcPts val="0"/>
              </a:spcAft>
              <a:buNone/>
            </a:pPr>
            <a:r>
              <a:t/>
            </a:r>
            <a:endParaRPr b="1" sz="1200"/>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3224" name="Google Shape;3224;p168"/>
          <p:cNvSpPr txBox="1"/>
          <p:nvPr>
            <p:ph type="title"/>
          </p:nvPr>
        </p:nvSpPr>
        <p:spPr>
          <a:xfrm>
            <a:off x="1169475" y="1419750"/>
            <a:ext cx="9871800" cy="552600"/>
          </a:xfrm>
          <a:prstGeom prst="rect">
            <a:avLst/>
          </a:prstGeom>
        </p:spPr>
        <p:txBody>
          <a:bodyPr anchorCtr="0" anchor="b" bIns="0" lIns="0" spcFirstLastPara="1" rIns="0" wrap="square" tIns="0">
            <a:noAutofit/>
          </a:bodyPr>
          <a:lstStyle/>
          <a:p>
            <a:pPr indent="0" lvl="0" marL="0" rtl="0" algn="l">
              <a:lnSpc>
                <a:spcPct val="105000"/>
              </a:lnSpc>
              <a:spcBef>
                <a:spcPts val="0"/>
              </a:spcBef>
              <a:spcAft>
                <a:spcPts val="0"/>
              </a:spcAft>
              <a:buClr>
                <a:schemeClr val="dk1"/>
              </a:buClr>
              <a:buSzPts val="1100"/>
              <a:buFont typeface="Arial"/>
              <a:buNone/>
            </a:pPr>
            <a:r>
              <a:rPr lang="en" sz="3500"/>
              <a:t>Contributing:</a:t>
            </a:r>
            <a:endParaRPr sz="3500"/>
          </a:p>
        </p:txBody>
      </p:sp>
      <p:sp>
        <p:nvSpPr>
          <p:cNvPr id="3225" name="Google Shape;3225;p1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29" name="Shape 3229"/>
        <p:cNvGrpSpPr/>
        <p:nvPr/>
      </p:nvGrpSpPr>
      <p:grpSpPr>
        <a:xfrm>
          <a:off x="0" y="0"/>
          <a:ext cx="0" cy="0"/>
          <a:chOff x="0" y="0"/>
          <a:chExt cx="0" cy="0"/>
        </a:xfrm>
      </p:grpSpPr>
      <p:sp>
        <p:nvSpPr>
          <p:cNvPr id="3230" name="Google Shape;3230;p16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solidFill>
                  <a:srgbClr val="000000"/>
                </a:solidFill>
              </a:rPr>
              <a:t>The following people had a hand in contributing to and/or reviewing this content. *</a:t>
            </a:r>
            <a:endParaRPr/>
          </a:p>
        </p:txBody>
      </p:sp>
      <p:sp>
        <p:nvSpPr>
          <p:cNvPr id="3231" name="Google Shape;3231;p1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3232" name="Google Shape;3232;p169"/>
          <p:cNvGraphicFramePr/>
          <p:nvPr/>
        </p:nvGraphicFramePr>
        <p:xfrm>
          <a:off x="1662450" y="2311550"/>
          <a:ext cx="3000000" cy="3000000"/>
        </p:xfrm>
        <a:graphic>
          <a:graphicData uri="http://schemas.openxmlformats.org/drawingml/2006/table">
            <a:tbl>
              <a:tblPr>
                <a:noFill/>
                <a:tableStyleId>{A88523E0-665B-4150-9BD1-270098F106C2}</a:tableStyleId>
              </a:tblPr>
              <a:tblGrid>
                <a:gridCol w="1604125"/>
                <a:gridCol w="1697575"/>
                <a:gridCol w="4230525"/>
                <a:gridCol w="1334850"/>
              </a:tblGrid>
              <a:tr h="416325">
                <a:tc>
                  <a:txBody>
                    <a:bodyPr/>
                    <a:lstStyle/>
                    <a:p>
                      <a:pPr indent="0" lvl="0" marL="0" rtl="0" algn="l">
                        <a:spcBef>
                          <a:spcPts val="0"/>
                        </a:spcBef>
                        <a:spcAft>
                          <a:spcPts val="0"/>
                        </a:spcAft>
                        <a:buNone/>
                      </a:pPr>
                      <a:r>
                        <a:rPr lang="en">
                          <a:solidFill>
                            <a:schemeClr val="lt1"/>
                          </a:solidFill>
                        </a:rPr>
                        <a:t>Name</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Email</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Title + Org</a:t>
                      </a:r>
                      <a:endParaRPr>
                        <a:solidFill>
                          <a:schemeClr val="lt1"/>
                        </a:solidFill>
                      </a:endParaRPr>
                    </a:p>
                  </a:txBody>
                  <a:tcPr marT="91425" marB="91425" marR="91425" marL="91425">
                    <a:solidFill>
                      <a:srgbClr val="6FA8DC"/>
                    </a:solidFill>
                  </a:tcPr>
                </a:tc>
                <a:tc>
                  <a:txBody>
                    <a:bodyPr/>
                    <a:lstStyle/>
                    <a:p>
                      <a:pPr indent="0" lvl="0" marL="0" rtl="0" algn="l">
                        <a:spcBef>
                          <a:spcPts val="0"/>
                        </a:spcBef>
                        <a:spcAft>
                          <a:spcPts val="0"/>
                        </a:spcAft>
                        <a:buNone/>
                      </a:pPr>
                      <a:r>
                        <a:rPr lang="en">
                          <a:solidFill>
                            <a:schemeClr val="lt1"/>
                          </a:solidFill>
                        </a:rPr>
                        <a:t>Role</a:t>
                      </a:r>
                      <a:endParaRPr>
                        <a:solidFill>
                          <a:schemeClr val="lt1"/>
                        </a:solidFill>
                      </a:endParaRPr>
                    </a:p>
                  </a:txBody>
                  <a:tcPr marT="91425" marB="91425" marR="91425" marL="91425">
                    <a:solidFill>
                      <a:srgbClr val="6FA8DC"/>
                    </a:solidFill>
                  </a:tcPr>
                </a:tc>
              </a:tr>
              <a:tr h="400375">
                <a:tc>
                  <a:txBody>
                    <a:bodyPr/>
                    <a:lstStyle/>
                    <a:p>
                      <a:pPr indent="0" lvl="0" marL="0" rtl="0" algn="l">
                        <a:spcBef>
                          <a:spcPts val="0"/>
                        </a:spcBef>
                        <a:spcAft>
                          <a:spcPts val="500"/>
                        </a:spcAft>
                        <a:buNone/>
                      </a:pPr>
                      <a:r>
                        <a:rPr lang="en" sz="1100">
                          <a:solidFill>
                            <a:schemeClr val="dk1"/>
                          </a:solidFill>
                          <a:latin typeface="Red Hat Display"/>
                          <a:ea typeface="Red Hat Display"/>
                          <a:cs typeface="Red Hat Display"/>
                          <a:sym typeface="Red Hat Display"/>
                        </a:rPr>
                        <a:t>Paul Armstrong</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3"/>
                        </a:rPr>
                        <a:t>parmstro@redhat.com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500"/>
                        </a:spcAft>
                        <a:buNone/>
                      </a:pPr>
                      <a:r>
                        <a:rPr lang="en" sz="1200">
                          <a:solidFill>
                            <a:schemeClr val="dk1"/>
                          </a:solidFill>
                          <a:latin typeface="Red Hat Display"/>
                          <a:ea typeface="Red Hat Display"/>
                          <a:cs typeface="Red Hat Display"/>
                          <a:sym typeface="Red Hat Display"/>
                        </a:rPr>
                        <a:t>Principal Technical Specialist - RoOT Canada</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Contributor</a:t>
                      </a:r>
                      <a:endParaRPr sz="1100">
                        <a:latin typeface="Red Hat Display"/>
                        <a:ea typeface="Red Hat Display"/>
                        <a:cs typeface="Red Hat Display"/>
                        <a:sym typeface="Red Hat Display"/>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400375">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Mike Savage</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u="sng">
                          <a:solidFill>
                            <a:schemeClr val="hlink"/>
                          </a:solidFill>
                          <a:latin typeface="Red Hat Display"/>
                          <a:ea typeface="Red Hat Display"/>
                          <a:cs typeface="Red Hat Display"/>
                          <a:sym typeface="Red Hat Display"/>
                          <a:hlinkClick r:id="rId4"/>
                        </a:rPr>
                        <a:t>msavage@redhat.com</a:t>
                      </a:r>
                      <a:r>
                        <a:rPr lang="en" sz="1100">
                          <a:latin typeface="Red Hat Display"/>
                          <a:ea typeface="Red Hat Display"/>
                          <a:cs typeface="Red Hat Display"/>
                          <a:sym typeface="Red Hat Display"/>
                        </a:rPr>
                        <a:t> </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Chief Architect - CTO Org: Customer-led Open Innovation</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100">
                          <a:latin typeface="Red Hat Display"/>
                          <a:ea typeface="Red Hat Display"/>
                          <a:cs typeface="Red Hat Display"/>
                          <a:sym typeface="Red Hat Display"/>
                        </a:rPr>
                        <a:t>Reviewer</a:t>
                      </a:r>
                      <a:endParaRPr sz="1100">
                        <a:latin typeface="Red Hat Display"/>
                        <a:ea typeface="Red Hat Display"/>
                        <a:cs typeface="Red Hat Display"/>
                        <a:sym typeface="Red Hat Display"/>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
        <p:nvSpPr>
          <p:cNvPr id="3233" name="Google Shape;3233;p169"/>
          <p:cNvSpPr txBox="1"/>
          <p:nvPr>
            <p:ph idx="1" type="subTitle"/>
          </p:nvPr>
        </p:nvSpPr>
        <p:spPr>
          <a:xfrm>
            <a:off x="885050" y="6169550"/>
            <a:ext cx="8002500" cy="559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100"/>
              <a:t>* Contributors and Reviewers - Please add your information and Role to the above table</a:t>
            </a:r>
            <a:endParaRPr sz="1100"/>
          </a:p>
        </p:txBody>
      </p:sp>
      <p:sp>
        <p:nvSpPr>
          <p:cNvPr id="3234" name="Google Shape;3234;p16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Red Hat Infrastructure Standard Adoption Model</a:t>
            </a:r>
            <a:endParaRPr/>
          </a:p>
        </p:txBody>
      </p:sp>
      <p:sp>
        <p:nvSpPr>
          <p:cNvPr id="3235" name="Google Shape;3235;p169"/>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Contributors and Reviewers</a:t>
            </a:r>
            <a:endParaRPr/>
          </a:p>
        </p:txBody>
      </p:sp>
      <p:sp>
        <p:nvSpPr>
          <p:cNvPr id="3236" name="Google Shape;3236;p169"/>
          <p:cNvSpPr txBox="1"/>
          <p:nvPr/>
        </p:nvSpPr>
        <p:spPr>
          <a:xfrm>
            <a:off x="1732550" y="4919200"/>
            <a:ext cx="8867100" cy="55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d Hat - Light">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